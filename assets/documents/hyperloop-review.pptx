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comments/modernComment_105_F0F45C73.xml" ContentType="application/vnd.ms-powerpoint.comments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comments/modernComment_106_204C957F.xml" ContentType="application/vnd.ms-powerpoint.comments+xml"/>
  <Override PartName="/ppt/ink/ink50.xml" ContentType="application/inkml+xml"/>
  <Override PartName="/ppt/ink/ink51.xml" ContentType="application/inkml+xml"/>
  <Override PartName="/ppt/comments/modernComment_10B_E150C1CA.xml" ContentType="application/vnd.ms-powerpoint.comments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comments/modernComment_10D_B7348CCF.xml" ContentType="application/vnd.ms-powerpoint.comments+xml"/>
  <Override PartName="/ppt/comments/modernComment_118_CA8626C1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4"/>
  </p:sldMasterIdLst>
  <p:notesMasterIdLst>
    <p:notesMasterId r:id="rId19"/>
  </p:notesMasterIdLst>
  <p:sldIdLst>
    <p:sldId id="257" r:id="rId5"/>
    <p:sldId id="260" r:id="rId6"/>
    <p:sldId id="261" r:id="rId7"/>
    <p:sldId id="262" r:id="rId8"/>
    <p:sldId id="264" r:id="rId9"/>
    <p:sldId id="267" r:id="rId10"/>
    <p:sldId id="265" r:id="rId11"/>
    <p:sldId id="263" r:id="rId12"/>
    <p:sldId id="268" r:id="rId13"/>
    <p:sldId id="269" r:id="rId14"/>
    <p:sldId id="282" r:id="rId15"/>
    <p:sldId id="280" r:id="rId16"/>
    <p:sldId id="281" r:id="rId17"/>
    <p:sldId id="259" r:id="rId18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HGGothicE" panose="020B0909000000000000" pitchFamily="49" charset="-128"/>
      <p:regular r:id="rId21"/>
    </p:embeddedFont>
    <p:embeddedFont>
      <p:font typeface="Proxima Nova" panose="02000506030000020004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2906423-F4C2-D648-8D77-0F814512939A}" name="Cole Kenny" initials="CK" userId="S::nike8124@colorado.edu::b433a95f-0a88-442f-9e8f-d9b2a1fbbb44" providerId="AD"/>
  <p188:author id="{EBAE0B53-ACA6-3C5F-5C5B-044577514379}" name="Zaphod Schmidt" initials="ZS" userId="S::zasc1197@colorado.edu::935c0d1f-2737-46e9-a3c2-76d9e10c4296" providerId="AD"/>
  <p188:author id="{E2D32870-468D-AEB6-2011-7D7B3C7B364A}" name="Mateo Medellin" initials="MM" userId="S::mame6908@colorado.edu::dd72c1ed-c445-49de-8bfd-923a72f92f01" providerId="AD"/>
  <p188:author id="{2F43CE82-ED9A-3EBF-B8C2-92BB0AA3A6EA}" name="Landon Holligan" initials="" userId="S::laho3191@colorado.edu::7d258848-c7b8-4445-8169-977e04c85ff5" providerId="AD"/>
  <p188:author id="{D714BAAA-A07D-8F6C-96A2-5D42AC0952EE}" name="Raaghav Lele" initials="" userId="S::rale5167@colorado.edu::d8110432-7000-4d9b-9097-1538c5f3681e" providerId="AD"/>
  <p188:author id="{697041C6-105F-DFC4-79B7-38BD60BE3A4C}" name="Isaac Kness" initials="" userId="S::iskn2469@colorado.edu::c83eb1d1-ede7-4c2d-aa8f-d317941aaaf6" providerId="AD"/>
  <p188:author id="{E65AD6EB-2B2D-E500-CFC0-9B49B5F8B5EE}" name="Anselme Idoine" initials="AI" userId="S::anid9769@colorado.edu::0df9d6e9-9c6f-4792-b370-31b8673ddf48" providerId="AD"/>
  <p188:author id="{3EC5B9F5-9B22-AC5D-6520-6CD97CAFC327}" name="Max Balasubramaniam" initials="MB" userId="S::maba7562@colorado.edu::39532e0e-4076-4002-a95a-1a015e4b6ef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B2F873-3F44-4363-975D-D88BCF14A46F}" v="52" dt="2024-10-05T01:05:48.170"/>
    <p1510:client id="{DB870E89-399C-4C16-8361-E6489E8B214E}" v="45" dt="2024-10-05T01:09:00.4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0"/>
    <p:restoredTop sz="94658"/>
  </p:normalViewPr>
  <p:slideViewPr>
    <p:cSldViewPr snapToGrid="0">
      <p:cViewPr varScale="1">
        <p:scale>
          <a:sx n="124" d="100"/>
          <a:sy n="124" d="100"/>
        </p:scale>
        <p:origin x="176" y="7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comments/modernComment_10B_E150C1C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4B5FFF2-3595-44D5-AC38-516F85811C99}" authorId="{E2D32870-468D-AEB6-2011-7D7B3C7B364A}" created="2024-09-21T18:09:24.430" startDate="2024-09-21T18:09:24.430" dueDate="2024-09-21T18:09:24.430" assignedTo="{D714BAAA-A07D-8F6C-96A2-5D42AC0952EE}" title="@Raaghav Lele">
    <pc:sldMkLst xmlns:pc="http://schemas.microsoft.com/office/powerpoint/2013/main/command">
      <pc:docMk/>
      <pc:sldMk cId="3780166090" sldId="267"/>
    </pc:sldMkLst>
    <p188:txBody>
      <a:bodyPr/>
      <a:lstStyle/>
      <a:p>
        <a:r>
          <a:rPr lang="en-US"/>
          <a:t>[@Raaghav Lele] 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4-09-21T18:09:24.430" id="{E754747C-FFA9-4818-BA80-16D1AEB13BA7}">
              <p228:atrbtn authorId="{E2D32870-468D-AEB6-2011-7D7B3C7B364A}"/>
              <p228:anchr>
                <p228:comment id="{14B5FFF2-3595-44D5-AC38-516F85811C99}"/>
              </p228:anchr>
              <p228:add/>
            </p228:event>
            <p228:event time="2024-09-21T18:09:24.430" id="{80DBA2BD-C2BD-432C-9874-E21B5181600F}">
              <p228:atrbtn authorId="{E2D32870-468D-AEB6-2011-7D7B3C7B364A}"/>
              <p228:anchr>
                <p228:comment id="{14B5FFF2-3595-44D5-AC38-516F85811C99}"/>
              </p228:anchr>
              <p228:asgn authorId="{D714BAAA-A07D-8F6C-96A2-5D42AC0952EE}"/>
            </p228:event>
            <p228:event time="2024-09-21T18:09:24.430" id="{61C5C052-D4AE-484F-8F30-5AD701C5FAFE}">
              <p228:atrbtn authorId="{E2D32870-468D-AEB6-2011-7D7B3C7B364A}"/>
              <p228:anchr>
                <p228:comment id="{14B5FFF2-3595-44D5-AC38-516F85811C99}"/>
              </p228:anchr>
              <p228:title val="@Raaghav Lele"/>
            </p228:event>
            <p228:event time="2024-09-21T18:09:24.430" id="{61D7338C-69D2-4519-A8B8-61308EF349B2}">
              <p228:atrbtn authorId="{E2D32870-468D-AEB6-2011-7D7B3C7B364A}"/>
              <p228:anchr>
                <p228:comment id="{14B5FFF2-3595-44D5-AC38-516F85811C99}"/>
              </p228:anchr>
              <p228:date stDt="2024-09-21T18:09:24.430" endDt="2024-09-21T18:09:24.430"/>
            </p228:event>
          </p228:history>
        </p228:taskDetails>
      </p:ext>
    </p188:extLst>
  </p188:cm>
</p188:cmLst>
</file>

<file path=ppt/comments/modernComment_10D_B7348CC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4F89B58-5786-483C-85A8-185DACB1CE12}" authorId="{E2D32870-468D-AEB6-2011-7D7B3C7B364A}" created="2024-09-21T18:12:26.730" startDate="2024-09-21T18:12:26.730" dueDate="2024-09-21T18:12:26.730" assignedTo="{697041C6-105F-DFC4-79B7-38BD60BE3A4C}" title="@Isaac Kness">
    <pc:sldMkLst xmlns:pc="http://schemas.microsoft.com/office/powerpoint/2013/main/command">
      <pc:docMk/>
      <pc:sldMk cId="3073674447" sldId="269"/>
    </pc:sldMkLst>
    <p188:replyLst>
      <p188:reply id="{444EFE02-3EF4-4EEE-8936-451C066DE5DC}" authorId="{E2D32870-468D-AEB6-2011-7D7B3C7B364A}" created="2024-09-21T18:13:27.106">
        <p188:txBody>
          <a:bodyPr/>
          <a:lstStyle/>
          <a:p>
            <a:r>
              <a:rPr lang="en-US"/>
              <a:t>[@Anselme Idoine] </a:t>
            </a:r>
          </a:p>
        </p188:txBody>
      </p188:reply>
    </p188:replyLst>
    <p188:txBody>
      <a:bodyPr/>
      <a:lstStyle/>
      <a:p>
        <a:r>
          <a:rPr lang="en-US"/>
          <a:t>[@Isaac Kness] 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4-09-21T18:12:26.730" id="{7182055E-E575-474A-831C-83F3D8861EA5}">
              <p228:atrbtn authorId="{E2D32870-468D-AEB6-2011-7D7B3C7B364A}"/>
              <p228:anchr>
                <p228:comment id="{24F89B58-5786-483C-85A8-185DACB1CE12}"/>
              </p228:anchr>
              <p228:add/>
            </p228:event>
            <p228:event time="2024-09-21T18:12:26.730" id="{9161177F-0915-41D0-916E-1B6049DEB536}">
              <p228:atrbtn authorId="{E2D32870-468D-AEB6-2011-7D7B3C7B364A}"/>
              <p228:anchr>
                <p228:comment id="{24F89B58-5786-483C-85A8-185DACB1CE12}"/>
              </p228:anchr>
              <p228:asgn authorId="{697041C6-105F-DFC4-79B7-38BD60BE3A4C}"/>
            </p228:event>
            <p228:event time="2024-09-21T18:12:26.730" id="{2B1720E3-F0B8-4651-B673-067F8768DC73}">
              <p228:atrbtn authorId="{E2D32870-468D-AEB6-2011-7D7B3C7B364A}"/>
              <p228:anchr>
                <p228:comment id="{24F89B58-5786-483C-85A8-185DACB1CE12}"/>
              </p228:anchr>
              <p228:title val="@Isaac Kness"/>
            </p228:event>
            <p228:event time="2024-09-21T18:12:26.730" id="{4BABF84B-E55A-47D6-9BF8-3CCB66A57CC0}">
              <p228:atrbtn authorId="{E2D32870-468D-AEB6-2011-7D7B3C7B364A}"/>
              <p228:anchr>
                <p228:comment id="{24F89B58-5786-483C-85A8-185DACB1CE12}"/>
              </p228:anchr>
              <p228:date stDt="2024-09-21T18:12:26.730" endDt="2024-09-21T18:12:26.730"/>
            </p228:event>
          </p228:history>
        </p228:taskDetails>
      </p:ext>
    </p188:extLst>
  </p188:cm>
  <p188:cm id="{2A8F0253-C11A-4C64-9CF4-C8F042A713CC}" authorId="{E2D32870-468D-AEB6-2011-7D7B3C7B364A}" created="2024-09-22T02:55:47.084" startDate="2024-09-22T02:55:47.084" dueDate="2024-09-22T02:55:47.084" assignedTo="{2F43CE82-ED9A-3EBF-B8C2-92BB0AA3A6EA}" title="@Landon Holligan Add FBD here">
    <pc:sldMkLst xmlns:pc="http://schemas.microsoft.com/office/powerpoint/2013/main/command">
      <pc:docMk/>
      <pc:sldMk cId="3073674447" sldId="269"/>
    </pc:sldMkLst>
    <p188:txBody>
      <a:bodyPr/>
      <a:lstStyle/>
      <a:p>
        <a:r>
          <a:rPr lang="en-US"/>
          <a:t>[@Landon Holligan] Add FBD here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4-09-22T02:55:47.084" id="{304E5FD3-CEB6-44AC-90D2-EFC88F01A77A}">
              <p228:atrbtn authorId="{E2D32870-468D-AEB6-2011-7D7B3C7B364A}"/>
              <p228:anchr>
                <p228:comment id="{2A8F0253-C11A-4C64-9CF4-C8F042A713CC}"/>
              </p228:anchr>
              <p228:add/>
            </p228:event>
            <p228:event time="2024-09-22T02:55:47.084" id="{1B8694D4-1394-4A48-A272-25DDA7D9D7A8}">
              <p228:atrbtn authorId="{E2D32870-468D-AEB6-2011-7D7B3C7B364A}"/>
              <p228:anchr>
                <p228:comment id="{2A8F0253-C11A-4C64-9CF4-C8F042A713CC}"/>
              </p228:anchr>
              <p228:asgn authorId="{2F43CE82-ED9A-3EBF-B8C2-92BB0AA3A6EA}"/>
            </p228:event>
            <p228:event time="2024-09-22T02:55:47.084" id="{4FEE5C4E-A264-42F2-9E7C-6BEC9CA148BB}">
              <p228:atrbtn authorId="{E2D32870-468D-AEB6-2011-7D7B3C7B364A}"/>
              <p228:anchr>
                <p228:comment id="{2A8F0253-C11A-4C64-9CF4-C8F042A713CC}"/>
              </p228:anchr>
              <p228:title val="@Landon Holligan Add FBD here"/>
            </p228:event>
            <p228:event time="2024-09-22T02:55:47.084" id="{D232F80E-91FF-46BC-AE9C-25DAE236A3B3}">
              <p228:atrbtn authorId="{E2D32870-468D-AEB6-2011-7D7B3C7B364A}"/>
              <p228:anchr>
                <p228:comment id="{2A8F0253-C11A-4C64-9CF4-C8F042A713CC}"/>
              </p228:anchr>
              <p228:date stDt="2024-09-22T02:55:47.084" endDt="2024-09-22T02:55:47.084"/>
            </p228:event>
          </p228:history>
        </p228:taskDetails>
      </p:ext>
    </p188:extLst>
  </p188:cm>
</p188:cmLst>
</file>

<file path=ppt/comments/modernComment_105_F0F45C7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78B8537-EFE0-4349-90BD-AAC5642A4D1D}" authorId="{E2D32870-468D-AEB6-2011-7D7B3C7B364A}" created="2024-09-22T02:27:15.413" startDate="2024-09-22T02:27:15.413" dueDate="2024-09-22T02:27:15.413" assignedTo="{697041C6-105F-DFC4-79B7-38BD60BE3A4C}" title="@Isaac Kness Update numbers">
    <pc:sldMkLst xmlns:pc="http://schemas.microsoft.com/office/powerpoint/2013/main/command">
      <pc:docMk/>
      <pc:sldMk cId="4042546291" sldId="261"/>
    </pc:sldMkLst>
    <p188:txBody>
      <a:bodyPr/>
      <a:lstStyle/>
      <a:p>
        <a:r>
          <a:rPr lang="en-US"/>
          <a:t>[@Isaac Kness] Update numbers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4-09-22T02:27:15.413" id="{4085F3BF-35F8-4B2B-84E4-70F6E7110626}">
              <p228:atrbtn authorId="{E2D32870-468D-AEB6-2011-7D7B3C7B364A}"/>
              <p228:anchr>
                <p228:comment id="{978B8537-EFE0-4349-90BD-AAC5642A4D1D}"/>
              </p228:anchr>
              <p228:add/>
            </p228:event>
            <p228:event time="2024-09-22T02:27:15.413" id="{979A922E-21D7-44E8-82C0-7F36862A5AF4}">
              <p228:atrbtn authorId="{E2D32870-468D-AEB6-2011-7D7B3C7B364A}"/>
              <p228:anchr>
                <p228:comment id="{978B8537-EFE0-4349-90BD-AAC5642A4D1D}"/>
              </p228:anchr>
              <p228:asgn authorId="{697041C6-105F-DFC4-79B7-38BD60BE3A4C}"/>
            </p228:event>
            <p228:event time="2024-09-22T02:27:15.413" id="{FCC68CC0-D3E1-4089-84C6-5107752C28DF}">
              <p228:atrbtn authorId="{E2D32870-468D-AEB6-2011-7D7B3C7B364A}"/>
              <p228:anchr>
                <p228:comment id="{978B8537-EFE0-4349-90BD-AAC5642A4D1D}"/>
              </p228:anchr>
              <p228:title val="@Isaac Kness Update numbers"/>
            </p228:event>
            <p228:event time="2024-09-22T02:27:15.413" id="{0AF05572-D40E-41F6-96ED-50C143C8CEF1}">
              <p228:atrbtn authorId="{E2D32870-468D-AEB6-2011-7D7B3C7B364A}"/>
              <p228:anchr>
                <p228:comment id="{978B8537-EFE0-4349-90BD-AAC5642A4D1D}"/>
              </p228:anchr>
              <p228:date stDt="2024-09-22T02:27:15.413" endDt="2024-09-22T02:27:15.413"/>
            </p228:event>
          </p228:history>
        </p228:taskDetails>
      </p:ext>
    </p188:extLst>
  </p188:cm>
</p188:cmLst>
</file>

<file path=ppt/comments/modernComment_106_204C957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FB08D29-9120-49AC-B0F5-A60BED3724F2}" authorId="{E2D32870-468D-AEB6-2011-7D7B3C7B364A}" created="2024-09-22T02:27:47.773" startDate="2024-09-22T02:27:47.773" dueDate="2024-09-22T02:27:47.773" assignedTo="{697041C6-105F-DFC4-79B7-38BD60BE3A4C}" title="@Isaac Kness Update numbers from PDB slides">
    <pc:sldMkLst xmlns:pc="http://schemas.microsoft.com/office/powerpoint/2013/main/command">
      <pc:docMk/>
      <pc:sldMk cId="541889919" sldId="262"/>
    </pc:sldMkLst>
    <p188:txBody>
      <a:bodyPr/>
      <a:lstStyle/>
      <a:p>
        <a:r>
          <a:rPr lang="en-US"/>
          <a:t>[@Isaac Kness] Update numbers from PDB slides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4-09-22T02:27:47.773" id="{9851DD94-4E96-4C8E-AF55-10E75D0D2B7D}">
              <p228:atrbtn authorId="{E2D32870-468D-AEB6-2011-7D7B3C7B364A}"/>
              <p228:anchr>
                <p228:comment id="{EFB08D29-9120-49AC-B0F5-A60BED3724F2}"/>
              </p228:anchr>
              <p228:add/>
            </p228:event>
            <p228:event time="2024-09-22T02:27:47.773" id="{C52EF986-1682-43C2-A903-7926E7E9433F}">
              <p228:atrbtn authorId="{E2D32870-468D-AEB6-2011-7D7B3C7B364A}"/>
              <p228:anchr>
                <p228:comment id="{EFB08D29-9120-49AC-B0F5-A60BED3724F2}"/>
              </p228:anchr>
              <p228:asgn authorId="{697041C6-105F-DFC4-79B7-38BD60BE3A4C}"/>
            </p228:event>
            <p228:event time="2024-09-22T02:27:47.773" id="{D8F8DF78-AF76-4F35-8EC1-F914549A75E9}">
              <p228:atrbtn authorId="{E2D32870-468D-AEB6-2011-7D7B3C7B364A}"/>
              <p228:anchr>
                <p228:comment id="{EFB08D29-9120-49AC-B0F5-A60BED3724F2}"/>
              </p228:anchr>
              <p228:title val="@Isaac Kness Update numbers from PDB slides"/>
            </p228:event>
            <p228:event time="2024-09-22T02:27:47.773" id="{F595222D-B785-4A96-B4B7-A76A959F390C}">
              <p228:atrbtn authorId="{E2D32870-468D-AEB6-2011-7D7B3C7B364A}"/>
              <p228:anchr>
                <p228:comment id="{EFB08D29-9120-49AC-B0F5-A60BED3724F2}"/>
              </p228:anchr>
              <p228:date stDt="2024-09-22T02:27:47.773" endDt="2024-09-22T02:27:47.773"/>
            </p228:event>
          </p228:history>
        </p228:taskDetails>
      </p:ext>
    </p188:extLst>
  </p188:cm>
</p188:cmLst>
</file>

<file path=ppt/comments/modernComment_118_CA8626C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6BB664-8BB6-41AA-897A-D57A865412BD}" authorId="{3EC5B9F5-9B22-AC5D-6520-6CD97CAFC327}" status="resolved" created="2023-07-09T19:26:01.5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97789377" sldId="280"/>
      <ac:graphicFrameMk id="5" creationId="{E95A31BE-AAB4-C239-D698-122C5A5E57CD}"/>
    </ac:deMkLst>
    <p188:txBody>
      <a:bodyPr/>
      <a:lstStyle/>
      <a:p>
        <a:r>
          <a:rPr lang="en-US"/>
          <a:t>Add key to table</a:t>
        </a:r>
      </a:p>
    </p188:txBody>
  </p188:cm>
  <p188:cm id="{A0E7DC6F-D990-4458-B79E-09C3E4879D45}" authorId="{82906423-F4C2-D648-8D77-0F814512939A}" status="resolved" created="2023-07-10T00:31:13.050">
    <pc:sldMkLst xmlns:pc="http://schemas.microsoft.com/office/powerpoint/2013/main/command">
      <pc:docMk/>
      <pc:sldMk cId="3397789377" sldId="265"/>
    </pc:sldMkLst>
    <p188:txBody>
      <a:bodyPr/>
      <a:lstStyle/>
      <a:p>
        <a:r>
          <a:rPr lang="en-US"/>
          <a:t>Have you made sure you can meet all the pressure vessel safety requirements from the last set of rules? IIRC rules for pressurized systems are pretty strict.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38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12965 14102 16383 0 0,'1'0'0'0'0,"3"0"0"0"0,1 0 0 0 0,1 2 0 0 0,0 0 0 0 0,0 1 0 0 0,0 1 0 0 0,-2 1 0 0 0,2-1 0 0 0,-2 1 0 0 0,1 0 0 0 0,-1 0 0 0 0,0 1 0 0 0,-1-1 0 0 0,1 1 0 0 0,-2 1 0 0 0,2-1 0 0 0,-1 0 0 0 0,-1 0 0 0 0,1 0 0 0 0,1 0 0 0 0,-2 1 0 0 0,2-1 0 0 0,-1 0 0 0 0,-1 0 0 0 0,0 1 0 0 0,1 0 0 0 0,0-1 0 0 0,-1 1 0 0 0,-1 1 0 0 0,2-1 0 0 0,0-1 0 0 0,-1 1 0 0 0,-1 1 0 0 0,2-2 0 0 0,0 1 0 0 0,-1 0 0 0 0,1-1 0 0 0,0 0 0 0 0,0 0 0 0 0,0 0 0 0 0,1 0 0 0 0,-2 0 0 0 0,0 2 0 0 0,1-2 0 0 0,-1 1 0 0 0,1 0 0 0 0,-2 0 0 0 0,2 0 0 0 0,-1-1 0 0 0,1 1 0 0 0,-2 1 0 0 0,0 0 0 0 0,0 1 0 0 0,-1 0 0 0 0,2-2 0 0 0,0 0 0 0 0,0 1 0 0 0,1-2 0 0 0,0 0 0 0 0,-1 0 0 0 0,0 2 0 0 0,0 0 0 0 0,0-2 0 0 0,0 1 0 0 0,0 0 0 0 0,0 1 0 0 0,-1 0 0 0 0,-1 1 0 0 0,1 0 0 0 0,-1 0 0 0 0,0 0 0 0 0,0 0 0 0 0,0 1 0 0 0,-1-1 0 0 0,1 0 0 0 0,0 0 0 0 0,2-1 0 0 0,0-1 0 0 0,0 0 0 0 0,-1 1 0 0 0,1 0 0 0 0,-2 0 0 0 0,1 1 0 0 0,-1 0 0 0 0,1-1 0 0 0,1-1 0 0 0,0 0 0 0 0,0 1 0 0 0,-1 0 0 0 0,1-1 0 0 0,1 0 0 0 0,-1 0 0 0 0,-1 0 0 0 0,0 2 0 0 0,0-1 0 0 0,-1 1 0 0 0,0 0 0 0 0,0 0 0 0 0,0 1 0 0 0,0-1 0 0 0,0 0 0 0 0,0 0 0 0 0,0 1 0 0 0,0-1 0 0 0,0 0 0 0 0,0 0 0 0 0,0 0 0 0 0,0 0 0 0 0,0 1 0 0 0,0-1 0 0 0,0 0 0 0 0,0 0 0 0 0,1-1 0 0 0,1-1 0 0 0,0 0 0 0 0,0 1 0 0 0,-1 0 0 0 0,0 0 0 0 0,-1 1 0 0 0,0 0 0 0 0,2-1 0 0 0,0-1 0 0 0,0 0 0 0 0,-1 1 0 0 0,0 0 0 0 0,0 0 0 0 0,-1 1 0 0 0,1 0 0 0 0,-1 0 0 0 0,-2-1 0 0 0,0-1 0 0 0,-2-1 0 0 0,-1-2 0 0 0,0 0 0 0 0,0 1 0 0 0,2 1 0 0 0,1 1 0 0 0,1 1 0 0 0,-1 0 0 0 0,0-1 0 0 0,0 0 0 0 0,1 1 0 0 0,0 0 0 0 0,0 1 0 0 0,1 0 0 0 0,0 0 0 0 0,0 0 0 0 0,0 0 0 0 0,0 0 0 0 0,0 1 0 0 0,0-1 0 0 0,0 0 0 0 0,0 0 0 0 0,0 1 0 0 0,0-1 0 0 0,0 0 0 0 0,0 0 0 0 0,0 0 0 0 0,-1-1 0 0 0,-1-1 0 0 0,0 0 0 0 0,-1-1 0 0 0,-1 0 0 0 0,2 1 0 0 0,-2-2 0 0 0,1 1 0 0 0,0 1 0 0 0,0-2 0 0 0,-1 1 0 0 0,2 1 0 0 0,-2-1 0 0 0,1 0 0 0 0,1 0 0 0 0,-2 0 0 0 0,1 0 0 0 0,1 0 0 0 0,0 2 0 0 0,-1-2 0 0 0,0 1 0 0 0,1 0 0 0 0,1 0 0 0 0,-2 0 0 0 0,0-1 0 0 0,1 1 0 0 0,-1-1 0 0 0,0 0 0 0 0,0 1 0 0 0,0-1 0 0 0,0 0 0 0 0,0 0 0 0 0,0 0 0 0 0,-1 0 0 0 0,0-1 0 0 0,0 0 0 0 0,0 0 0 0 0,-1 0 0 0 0,0-1 0 0 0,1 1 0 0 0,-1-1 0 0 0,-1-1 0 0 0,1 1 0 0 0,-1-1 0 0 0,1 2 0 0 0,0-2 0 0 0,0 2 0 0 0,0-1 0 0 0,-1-1 0 0 0,1 1 0 0 0,-1 0 0 0 0,1-2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39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11392 11794 16383 0 0,'1'0'0'0'0,"1"1"0"0"0,2 1 0 0 0,0 2 0 0 0,-1 1 0 0 0,-1 2 0 0 0,-1 1 0 0 0,2-1 0 0 0,-1 0 0 0 0,0 0 0 0 0,0 1 0 0 0,-1 1 0 0 0,-1-1 0 0 0,2 0 0 0 0,0-1 0 0 0,0 0 0 0 0,0 1 0 0 0,-1 0 0 0 0,1 0 0 0 0,0 1 0 0 0,0 0 0 0 0,0 0 0 0 0,-1 1 0 0 0,0-1 0 0 0,1 0 0 0 0,0 0 0 0 0,0 1 0 0 0,-1-1 0 0 0,0 0 0 0 0,1-1 0 0 0,1-1 0 0 0,-1 0 0 0 0,1-1 0 0 0,0 0 0 0 0,0 0 0 0 0,-1 2 0 0 0,-1 0 0 0 0,-1 0 0 0 0,1 1 0 0 0,-1 0 0 0 0,0 0 0 0 0,0 1 0 0 0,-1-1 0 0 0,1 0 0 0 0,0 0 0 0 0,0 1 0 0 0,2-3 0 0 0,0 0 0 0 0,0 1 0 0 0,-1-1 0 0 0,0 1 0 0 0,0 1 0 0 0,1-2 0 0 0,0 0 0 0 0,0 0 0 0 0,0 1 0 0 0,-1 0 0 0 0,-1 0 0 0 0,1 1 0 0 0,-1 0 0 0 0,0 1 0 0 0,1-3 0 0 0,1 1 0 0 0,0-1 0 0 0,0 0 0 0 0,-1 2 0 0 0,0-1 0 0 0,-1 1 0 0 0,0 0 0 0 0,0 0 0 0 0,0 0 0 0 0,0 1 0 0 0,0-1 0 0 0,0 0 0 0 0,0 0 0 0 0,0 0 0 0 0,0 1 0 0 0,0-1 0 0 0,0 0 0 0 0,-2-1 0 0 0,0-1 0 0 0,0 0 0 0 0,0 1 0 0 0,1 0 0 0 0,-1-2 0 0 0,0 1 0 0 0,-1 0 0 0 0,2 1 0 0 0,-2-2 0 0 0,1 1 0 0 0,-1 0 0 0 0,2 0 0 0 0,-1 1 0 0 0,2 1 0 0 0,0 0 0 0 0,0 0 0 0 0,0 0 0 0 0,0 0 0 0 0,0 1 0 0 0,2-1 0 0 0,0 0 0 0 0,0 1 0 0 0,-1-1 0 0 0,0 0 0 0 0,0 0 0 0 0,0 0 0 0 0,-1 0 0 0 0,0 1 0 0 0,0-1 0 0 0,0 0 0 0 0,-1 0 0 0 0,1 0 0 0 0,0 0 0 0 0,0 1 0 0 0,0-1 0 0 0,0-3 0 0 0,0-4 0 0 0,0-4 0 0 0,2-2 0 0 0,0-1 0 0 0,0-2 0 0 0,-1-1 0 0 0,1-1 0 0 0,-2 0 0 0 0,1-1 0 0 0,-1 1 0 0 0,1 1 0 0 0,1 0 0 0 0,0 1 0 0 0,0-1 0 0 0,-1 0 0 0 0,1 1 0 0 0,1 0 0 0 0,-1 0 0 0 0,-1 0 0 0 0,0-1 0 0 0,0-1 0 0 0,-1 0 0 0 0,0 0 0 0 0,0 0 0 0 0,0 0 0 0 0,0-1 0 0 0,0 1 0 0 0,0 0 0 0 0,0 0 0 0 0,1 1 0 0 0,1 1 0 0 0,0 0 0 0 0,0-1 0 0 0,-1 0 0 0 0,0 0 0 0 0,1 0 0 0 0,0 2 0 0 0,0-2 0 0 0,0 1 0 0 0,-1-1 0 0 0,-1-1 0 0 0,-1 2 0 0 0,-1 0 0 0 0,0-1 0 0 0,-1 2 0 0 0,-1 0 0 0 0,2 0 0 0 0,-2 0 0 0 0,1 0 0 0 0,0 0 0 0 0,-1 0 0 0 0,1 0 0 0 0,1-1 0 0 0,0 0 0 0 0,1-1 0 0 0,0-1 0 0 0,-1 0 0 0 0,0 0 0 0 0,0 0 0 0 0,1 0 0 0 0,0-1 0 0 0,-1 3 0 0 0,-1-1 0 0 0,1 1 0 0 0,1 0 0 0 0,0-1 0 0 0,0-1 0 0 0,1 0 0 0 0,-2 2 0 0 0,0 0 0 0 0,0-1 0 0 0,1 1 0 0 0,-2 0 0 0 0,0 1 0 0 0,1-1 0 0 0,0-1 0 0 0,0 2 0 0 0,-1-1 0 0 0,1 1 0 0 0,0-2 0 0 0,-1 2 0 0 0,1-1 0 0 0,-1 0 0 0 0,2 0 0 0 0,0-2 0 0 0,0 1 0 0 0,-1 0 0 0 0,0 1 0 0 0,0 0 0 0 0,1-1 0 0 0,-2 0 0 0 0,1 0 0 0 0,-1-1 0 0 0,2 0 0 0 0,-1 0 0 0 0,0 1 0 0 0,0 1 0 0 0,0-1 0 0 0,0 1 0 0 0,1-1 0 0 0,-1 1 0 0 0,0 0 0 0 0,0 0 0 0 0,0-1 0 0 0,1 0 0 0 0,-1 1 0 0 0,0 0 0 0 0,0 0 0 0 0,0 0 0 0 0,1-1 0 0 0,0-1 0 0 0,0 2 0 0 0,-2 0 0 0 0,1-1 0 0 0,1 1 0 0 0,0-1 0 0 0,-1 1 0 0 0,-1 0 0 0 0,1 0 0 0 0,-1 1 0 0 0,0 0 0 0 0,0-1 0 0 0,0 1 0 0 0,0 0 0 0 0,0 0 0 0 0,0 0 0 0 0,-1 0 0 0 0,2 0 0 0 0,-2 0 0 0 0,1 0 0 0 0,1-1 0 0 0,-2 2 0 0 0,1-1 0 0 0,-1 1 0 0 0,0-1 0 0 0,1 0 0 0 0,-1 1 0 0 0,1-1 0 0 0,0 3 0 0 0,1 3 0 0 0,3 1 0 0 0,0 3 0 0 0,2 0 0 0 0,1 1 0 0 0,-1 2 0 0 0,1-1 0 0 0,0 0 0 0 0,-1 1 0 0 0,1-1 0 0 0,-1 0 0 0 0,0 1 0 0 0,0-1 0 0 0,0 0 0 0 0,0 0 0 0 0,0 0 0 0 0,0 0 0 0 0,0 1 0 0 0,0-2 0 0 0,0 1 0 0 0,0 1 0 0 0,0-1 0 0 0,1 0 0 0 0,-2 0 0 0 0,0 2 0 0 0,1-2 0 0 0,-1 1 0 0 0,1 0 0 0 0,-2 0 0 0 0,2 0 0 0 0,-1-1 0 0 0,1 1 0 0 0,-2 1 0 0 0,0 0 0 0 0,1-1 0 0 0,1 0 0 0 0,-1 0 0 0 0,-1 1 0 0 0,2-2 0 0 0,0 1 0 0 0,-1 0 0 0 0,0 0 0 0 0,0 1 0 0 0,1 1 0 0 0,-1 0 0 0 0,0 0 0 0 0,0 0 0 0 0,1 0 0 0 0,-1 1 0 0 0,0-1 0 0 0,-1 0 0 0 0,1-1 0 0 0,1-1 0 0 0,-1 0 0 0 0,-1 1 0 0 0,0 0 0 0 0,0 0 0 0 0,-1 1 0 0 0,0 0 0 0 0,0 0 0 0 0,0 0 0 0 0,0 1 0 0 0,0-1 0 0 0,0 0 0 0 0,0 0 0 0 0,0 1 0 0 0,0-1 0 0 0,0 0 0 0 0,-2-1 0 0 0,0-1 0 0 0,0 0 0 0 0,0 0 0 0 0,1 2 0 0 0,-1-3 0 0 0,0 1 0 0 0,-1 0 0 0 0,2 1 0 0 0,-2-2 0 0 0,0 1 0 0 0,1 0 0 0 0,1 0 0 0 0,-1 1 0 0 0,2 1 0 0 0,0 0 0 0 0,0 0 0 0 0,0 0 0 0 0,0 0 0 0 0,0 1 0 0 0,0-1 0 0 0,0 0 0 0 0,0 0 0 0 0,0 1 0 0 0,0-1 0 0 0,0 0 0 0 0,0 0 0 0 0,0 0 0 0 0,0 1 0 0 0,0-1 0 0 0,0 0 0 0 0,0 0 0 0 0,0 0 0 0 0,0 0 0 0 0,0 1 0 0 0,0-1 0 0 0,0 0 0 0 0,0 0 0 0 0,0 0 0 0 0,0 1 0 0 0,0-1 0 0 0,0 0 0 0 0,0 0 0 0 0,-2-1 0 0 0,0-1 0 0 0,0 0 0 0 0,1 1 0 0 0,0 0 0 0 0,-2-2 0 0 0,1 1 0 0 0,0 0 0 0 0,0 1 0 0 0,1 0 0 0 0,1 0 0 0 0,-2 0 0 0 0,0-1 0 0 0,0 0 0 0 0,0 1 0 0 0,1 0 0 0 0,0 0 0 0 0,1 1 0 0 0,0 0 0 0 0,0 1 0 0 0,0-1 0 0 0,0 0 0 0 0,0 0 0 0 0,-1-1 0 0 0,-1-1 0 0 0,0 0 0 0 0,0 1 0 0 0,1 0 0 0 0,-1-1 0 0 0,-1 0 0 0 0,1 0 0 0 0,1 0 0 0 0,0 1 0 0 0,-2 1 0 0 0,1 0 0 0 0,0 0 0 0 0,1 0 0 0 0,-1 1 0 0 0,2-1 0 0 0,-2-2 0 0 0,0 1 0 0 0,0-1 0 0 0,0 1 0 0 0,1 0 0 0 0,-1-2 0 0 0,0 1 0 0 0,0 0 0 0 0,0 1 0 0 0,1 0 0 0 0,1 0 0 0 0,-2 0 0 0 0,0-1 0 0 0,0 0 0 0 0,0 1 0 0 0,-1-2 0 0 0,1 1 0 0 0,0 0 0 0 0,0 0 0 0 0,1 1 0 0 0,0-1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40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11821 12819 16383 0 0,'0'-2'0'0'0,"0"-2"0"0"0,0-1 0 0 0,0-2 0 0 0,0-2 0 0 0,-2 2 0 0 0,0-1 0 0 0,0 1 0 0 0,1-1 0 0 0,-1-1 0 0 0,2 1 0 0 0,-1-1 0 0 0,1 0 0 0 0,0-1 0 0 0,0 1 0 0 0,0 0 0 0 0,0 0 0 0 0,1-1 0 0 0,-1 1 0 0 0,-2 2 0 0 0,0-1 0 0 0,0 1 0 0 0,0 0 0 0 0,1-1 0 0 0,-1 1 0 0 0,0 0 0 0 0,-1 0 0 0 0,2-1 0 0 0,0 0 0 0 0,0 0 0 0 0,-1 0 0 0 0,0 1 0 0 0,0 0 0 0 0,1-1 0 0 0,0 0 0 0 0,-1 1 0 0 0,-1 1 0 0 0,1-2 0 0 0,1 1 0 0 0,-1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41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11637 14579 16383 0 0,'0'1'0'0'0,"0"3"0"0"0,0 1 0 0 0,-1 1 0 0 0,-1 0 0 0 0,0 1 0 0 0,0 1 0 0 0,1 1 0 0 0,-1-2 0 0 0,-1 0 0 0 0,1 0 0 0 0,1 1 0 0 0,0 0 0 0 0,-2 1 0 0 0,1 0 0 0 0,0 0 0 0 0,0 0 0 0 0,1 0 0 0 0,-1-1 0 0 0,0-1 0 0 0,0 0 0 0 0,0 1 0 0 0,0-1 0 0 0,-1-1 0 0 0,1 1 0 0 0,0-1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4:33:41.342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1 0 24575,'2'0'0,"-1"1"0,1-1 0,0 1 0,-1 0 0,1-1 0,0 1 0,-1 0 0,1 0 0,-1 0 0,1 0 0,-1 0 0,1 0 0,-1 1 0,0-1 0,0 0 0,1 1 0,-1-1 0,0 1 0,1 1 0,20 39 0,-15-26 0,8 17 0,-2 0 0,-1 1 0,-2 1 0,11 61 0,-7-29 0,-5-34 0,-2 1 0,-2 1 0,2 48 0,-20 95 0,14-117 0,-3 63 0,-18 81 0,16-180 0,-2 0 0,0 0 0,-2-1 0,-1-1 0,-13 28 0,7-16 0,12-28 0,-3 9 0,-1-1 0,-1 1 0,0-1 0,-19 26 0,125-132 0,-106 113 0,7-16 0,-1 1 0,0-1 0,0 0 0,-1 0 0,-6 11 0,41-83 0,-18 39 0,-1 0 0,-2-1 0,15-57 0,-19 52 0,-2 1 0,3-45 0,-6 42 0,-2 34 0,6-60 0,-5-121 0,-7 146 0,-1 0 0,-15-44 0,-2-13 0,-35-193 0,57 267 0,-2-1 0,0 1 0,-1 0 0,-1 0 0,0 1 0,-2-1 0,-13-24 0,18 39 0,1 0 0,-1-1 0,1 0 0,0 0 0,1 0 0,-1 1 0,-1-10 0,3 14 0,0-1 0,0 1 0,0 0 0,0-1 0,0 1 0,0-1 0,0 1 0,0 0 0,0-1 0,0 1 0,0-1 0,0 1 0,0 0 0,0-1 0,1 1 0,-1-1 0,0 1 0,0 0 0,0-1 0,1 1 0,-1 0 0,0 0 0,0-1 0,1 1 0,-1 0 0,0-1 0,1 1 0,-1 0 0,0 0 0,1 0 0,-1-1 0,0 1 0,1 0 0,0 0 0,1 0 0,0 0 0,0 0 0,0 1 0,0-1 0,0 1 0,-1-1 0,1 1 0,0 0 0,0 0 0,0 0 0,-1 0 0,3 1 0,2 1 0,0 0 0,-1 1 0,1-1 0,-1 1 0,0 0 0,0 1 0,0-1 0,-1 1 0,1 0 0,-1 0 0,-1 0 0,1 0 0,0 1 0,4 11 0,17 45 0,25 99 0,-38-106 0,-1 0 0,4 86 0,-11 114 0,-4-188 0,2-27 0,-1-32 0,0 0 0,-1 0 0,0 0 0,0 0 0,-1 0 0,0 0 0,0 0 0,-4 10 0,-1 5 0,0 0 0,-3 37 0,7-46 0,-4-78 0,6-405 0,-4 443 0,2 28 0,1 14 0,2 51 0,-2 99 0,-6-88 0,-30 131 0,21-123 0,13-59 0,-2 0 0,-15 46 0,-40 56-1365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4:33:41.343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1 0 24575,'2'1'0,"1"-1"0,0 1 0,0 0 0,0 0 0,0 0 0,-1 0 0,1 1 0,-1-1 0,1 1 0,-1 0 0,1 0 0,-1 0 0,0 0 0,0 0 0,0 0 0,0 0 0,0 1 0,0-1 0,-1 1 0,2 2 0,30 62 0,-28-55 0,4 9 0,-1 1 0,-1 1 0,0 0 0,-2 0 0,3 32 0,7 66 0,-7-60 0,2 75 0,-8-47 0,-4 93 0,-19-63 0,2-19 0,14-73 0,-2 1 0,-1-1 0,-16 39 0,-22 26-1365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4:33:41.344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186 0 24575,'-3'4'0,"-1"0"0,1 0 0,0 0 0,1 0 0,-1 0 0,1 1 0,0 0 0,0-1 0,-2 6 0,1-3 0,-19 39 0,-23 73 0,35-88 0,1 0 0,2 1 0,1 0 0,2 1 0,-1 38 0,4-58 0,0 0 0,-1 0 0,-8 25 0,-3 24 0,-6 163 0,19-200 0,1 0 0,1 0 0,1 0 0,8 27 0,5 41 0,-12-54 0,3 0 0,1-1 0,2-1 0,1 1 0,31 66 0,-36-91 0,-3-3 0,1-2 0,0 1 0,1 0 0,0-1 0,0 0 0,1 0 0,-1 0 0,2-1 0,-1 0 0,1 0 0,11 8 0,-14-12-1365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12965 14102 16383 0 0,'1'0'0'0'0,"3"0"0"0"0,1 0 0 0 0,1 2 0 0 0,0 0 0 0 0,0 1 0 0 0,0 1 0 0 0,-2 1 0 0 0,2-1 0 0 0,-2 1 0 0 0,1 0 0 0 0,-1 0 0 0 0,0 1 0 0 0,-1-1 0 0 0,1 1 0 0 0,-2 1 0 0 0,2-1 0 0 0,-1 0 0 0 0,-1 0 0 0 0,1 0 0 0 0,1 0 0 0 0,-2 1 0 0 0,2-1 0 0 0,-1 0 0 0 0,-1 0 0 0 0,0 1 0 0 0,1 0 0 0 0,0-1 0 0 0,-1 1 0 0 0,-1 1 0 0 0,2-1 0 0 0,0-1 0 0 0,-1 1 0 0 0,-1 1 0 0 0,2-2 0 0 0,0 1 0 0 0,-1 0 0 0 0,1-1 0 0 0,0 0 0 0 0,0 0 0 0 0,0 0 0 0 0,1 0 0 0 0,-2 0 0 0 0,0 2 0 0 0,1-2 0 0 0,-1 1 0 0 0,1 0 0 0 0,-2 0 0 0 0,2 0 0 0 0,-1-1 0 0 0,1 1 0 0 0,-2 1 0 0 0,0 0 0 0 0,0 1 0 0 0,-1 0 0 0 0,2-2 0 0 0,0 0 0 0 0,0 1 0 0 0,1-2 0 0 0,0 0 0 0 0,-1 0 0 0 0,0 2 0 0 0,0 0 0 0 0,0-2 0 0 0,0 1 0 0 0,0 0 0 0 0,0 1 0 0 0,-1 0 0 0 0,-1 1 0 0 0,1 0 0 0 0,-1 0 0 0 0,0 0 0 0 0,0 0 0 0 0,0 1 0 0 0,-1-1 0 0 0,1 0 0 0 0,0 0 0 0 0,2-1 0 0 0,0-1 0 0 0,0 0 0 0 0,-1 1 0 0 0,1 0 0 0 0,-2 0 0 0 0,1 1 0 0 0,-1 0 0 0 0,1-1 0 0 0,1-1 0 0 0,0 0 0 0 0,0 1 0 0 0,-1 0 0 0 0,1-1 0 0 0,1 0 0 0 0,-1 0 0 0 0,-1 0 0 0 0,0 2 0 0 0,0-1 0 0 0,-1 1 0 0 0,0 0 0 0 0,0 0 0 0 0,0 1 0 0 0,0-1 0 0 0,0 0 0 0 0,0 0 0 0 0,0 1 0 0 0,0-1 0 0 0,0 0 0 0 0,0 0 0 0 0,0 0 0 0 0,0 0 0 0 0,0 1 0 0 0,0-1 0 0 0,0 0 0 0 0,0 0 0 0 0,1-1 0 0 0,1-1 0 0 0,0 0 0 0 0,0 1 0 0 0,-1 0 0 0 0,0 0 0 0 0,-1 1 0 0 0,0 0 0 0 0,2-1 0 0 0,0-1 0 0 0,0 0 0 0 0,-1 1 0 0 0,0 0 0 0 0,0 0 0 0 0,-1 1 0 0 0,1 0 0 0 0,-1 0 0 0 0,-2-1 0 0 0,0-1 0 0 0,-2-1 0 0 0,-1-2 0 0 0,0 0 0 0 0,0 1 0 0 0,2 1 0 0 0,1 1 0 0 0,1 1 0 0 0,-1 0 0 0 0,0-1 0 0 0,0 0 0 0 0,1 1 0 0 0,0 0 0 0 0,0 1 0 0 0,1 0 0 0 0,0 0 0 0 0,0 0 0 0 0,0 0 0 0 0,0 0 0 0 0,0 1 0 0 0,0-1 0 0 0,0 0 0 0 0,0 0 0 0 0,0 1 0 0 0,0-1 0 0 0,0 0 0 0 0,0 0 0 0 0,0 0 0 0 0,-1-1 0 0 0,-1-1 0 0 0,0 0 0 0 0,-1-1 0 0 0,-1 0 0 0 0,2 1 0 0 0,-2-2 0 0 0,1 1 0 0 0,0 1 0 0 0,0-2 0 0 0,-1 1 0 0 0,2 1 0 0 0,-2-1 0 0 0,1 0 0 0 0,1 0 0 0 0,-2 0 0 0 0,1 0 0 0 0,1 0 0 0 0,0 2 0 0 0,-1-2 0 0 0,0 1 0 0 0,1 0 0 0 0,1 0 0 0 0,-2 0 0 0 0,0-1 0 0 0,1 1 0 0 0,-1-1 0 0 0,0 0 0 0 0,0 1 0 0 0,0-1 0 0 0,0 0 0 0 0,0 0 0 0 0,0 0 0 0 0,-1 0 0 0 0,0-1 0 0 0,0 0 0 0 0,0 0 0 0 0,-1 0 0 0 0,0-1 0 0 0,1 1 0 0 0,-1-1 0 0 0,-1-1 0 0 0,1 1 0 0 0,-1-1 0 0 0,1 2 0 0 0,0-2 0 0 0,0 2 0 0 0,0-1 0 0 0,-1-1 0 0 0,1 1 0 0 0,-1 0 0 0 0,1-2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11392 11794 16383 0 0,'1'0'0'0'0,"1"1"0"0"0,2 1 0 0 0,0 2 0 0 0,-1 1 0 0 0,-1 2 0 0 0,-1 1 0 0 0,2-1 0 0 0,-1 0 0 0 0,0 0 0 0 0,0 1 0 0 0,-1 1 0 0 0,-1-1 0 0 0,2 0 0 0 0,0-1 0 0 0,0 0 0 0 0,0 1 0 0 0,-1 0 0 0 0,1 0 0 0 0,0 1 0 0 0,0 0 0 0 0,0 0 0 0 0,-1 1 0 0 0,0-1 0 0 0,1 0 0 0 0,0 0 0 0 0,0 1 0 0 0,-1-1 0 0 0,0 0 0 0 0,1-1 0 0 0,1-1 0 0 0,-1 0 0 0 0,1-1 0 0 0,0 0 0 0 0,0 0 0 0 0,-1 2 0 0 0,-1 0 0 0 0,-1 0 0 0 0,1 1 0 0 0,-1 0 0 0 0,0 0 0 0 0,0 1 0 0 0,-1-1 0 0 0,1 0 0 0 0,0 0 0 0 0,0 1 0 0 0,2-3 0 0 0,0 0 0 0 0,0 1 0 0 0,-1-1 0 0 0,0 1 0 0 0,0 1 0 0 0,1-2 0 0 0,0 0 0 0 0,0 0 0 0 0,0 1 0 0 0,-1 0 0 0 0,-1 0 0 0 0,1 1 0 0 0,-1 0 0 0 0,0 1 0 0 0,1-3 0 0 0,1 1 0 0 0,0-1 0 0 0,0 0 0 0 0,-1 2 0 0 0,0-1 0 0 0,-1 1 0 0 0,0 0 0 0 0,0 0 0 0 0,0 0 0 0 0,0 1 0 0 0,0-1 0 0 0,0 0 0 0 0,0 0 0 0 0,0 0 0 0 0,0 1 0 0 0,0-1 0 0 0,0 0 0 0 0,-2-1 0 0 0,0-1 0 0 0,0 0 0 0 0,0 1 0 0 0,1 0 0 0 0,-1-2 0 0 0,0 1 0 0 0,-1 0 0 0 0,2 1 0 0 0,-2-2 0 0 0,1 1 0 0 0,-1 0 0 0 0,2 0 0 0 0,-1 1 0 0 0,2 1 0 0 0,0 0 0 0 0,0 0 0 0 0,0 0 0 0 0,0 0 0 0 0,0 1 0 0 0,2-1 0 0 0,0 0 0 0 0,0 1 0 0 0,-1-1 0 0 0,0 0 0 0 0,0 0 0 0 0,0 0 0 0 0,-1 0 0 0 0,0 1 0 0 0,0-1 0 0 0,0 0 0 0 0,-1 0 0 0 0,1 0 0 0 0,0 0 0 0 0,0 1 0 0 0,0-1 0 0 0,0-3 0 0 0,0-4 0 0 0,0-4 0 0 0,2-2 0 0 0,0-1 0 0 0,0-2 0 0 0,-1-1 0 0 0,1-1 0 0 0,-2 0 0 0 0,1-1 0 0 0,-1 1 0 0 0,1 1 0 0 0,1 0 0 0 0,0 1 0 0 0,0-1 0 0 0,-1 0 0 0 0,1 1 0 0 0,1 0 0 0 0,-1 0 0 0 0,-1 0 0 0 0,0-1 0 0 0,0-1 0 0 0,-1 0 0 0 0,0 0 0 0 0,0 0 0 0 0,0 0 0 0 0,0-1 0 0 0,0 1 0 0 0,0 0 0 0 0,0 0 0 0 0,1 1 0 0 0,1 1 0 0 0,0 0 0 0 0,0-1 0 0 0,-1 0 0 0 0,0 0 0 0 0,1 0 0 0 0,0 2 0 0 0,0-2 0 0 0,0 1 0 0 0,-1-1 0 0 0,-1-1 0 0 0,-1 2 0 0 0,-1 0 0 0 0,0-1 0 0 0,-1 2 0 0 0,-1 0 0 0 0,2 0 0 0 0,-2 0 0 0 0,1 0 0 0 0,0 0 0 0 0,-1 0 0 0 0,1 0 0 0 0,1-1 0 0 0,0 0 0 0 0,1-1 0 0 0,0-1 0 0 0,-1 0 0 0 0,0 0 0 0 0,0 0 0 0 0,1 0 0 0 0,0-1 0 0 0,-1 3 0 0 0,-1-1 0 0 0,1 1 0 0 0,1 0 0 0 0,0-1 0 0 0,0-1 0 0 0,1 0 0 0 0,-2 2 0 0 0,0 0 0 0 0,0-1 0 0 0,1 1 0 0 0,-2 0 0 0 0,0 1 0 0 0,1-1 0 0 0,0-1 0 0 0,0 2 0 0 0,-1-1 0 0 0,1 1 0 0 0,0-2 0 0 0,-1 2 0 0 0,1-1 0 0 0,-1 0 0 0 0,2 0 0 0 0,0-2 0 0 0,0 1 0 0 0,-1 0 0 0 0,0 1 0 0 0,0 0 0 0 0,1-1 0 0 0,-2 0 0 0 0,1 0 0 0 0,-1-1 0 0 0,2 0 0 0 0,-1 0 0 0 0,0 1 0 0 0,0 1 0 0 0,0-1 0 0 0,0 1 0 0 0,1-1 0 0 0,-1 1 0 0 0,0 0 0 0 0,0 0 0 0 0,0-1 0 0 0,1 0 0 0 0,-1 1 0 0 0,0 0 0 0 0,0 0 0 0 0,0 0 0 0 0,1-1 0 0 0,0-1 0 0 0,0 2 0 0 0,-2 0 0 0 0,1-1 0 0 0,1 1 0 0 0,0-1 0 0 0,-1 1 0 0 0,-1 0 0 0 0,1 0 0 0 0,-1 1 0 0 0,0 0 0 0 0,0-1 0 0 0,0 1 0 0 0,0 0 0 0 0,0 0 0 0 0,0 0 0 0 0,-1 0 0 0 0,2 0 0 0 0,-2 0 0 0 0,1 0 0 0 0,1-1 0 0 0,-2 2 0 0 0,1-1 0 0 0,-1 1 0 0 0,0-1 0 0 0,1 0 0 0 0,-1 1 0 0 0,1-1 0 0 0,0 3 0 0 0,1 3 0 0 0,3 1 0 0 0,0 3 0 0 0,2 0 0 0 0,1 1 0 0 0,-1 2 0 0 0,1-1 0 0 0,0 0 0 0 0,-1 1 0 0 0,1-1 0 0 0,-1 0 0 0 0,0 1 0 0 0,0-1 0 0 0,0 0 0 0 0,0 0 0 0 0,0 0 0 0 0,0 0 0 0 0,0 1 0 0 0,0-2 0 0 0,0 1 0 0 0,0 1 0 0 0,0-1 0 0 0,1 0 0 0 0,-2 0 0 0 0,0 2 0 0 0,1-2 0 0 0,-1 1 0 0 0,1 0 0 0 0,-2 0 0 0 0,2 0 0 0 0,-1-1 0 0 0,1 1 0 0 0,-2 1 0 0 0,0 0 0 0 0,1-1 0 0 0,1 0 0 0 0,-1 0 0 0 0,-1 1 0 0 0,2-2 0 0 0,0 1 0 0 0,-1 0 0 0 0,0 0 0 0 0,0 1 0 0 0,1 1 0 0 0,-1 0 0 0 0,0 0 0 0 0,0 0 0 0 0,1 0 0 0 0,-1 1 0 0 0,0-1 0 0 0,-1 0 0 0 0,1-1 0 0 0,1-1 0 0 0,-1 0 0 0 0,-1 1 0 0 0,0 0 0 0 0,0 0 0 0 0,-1 1 0 0 0,0 0 0 0 0,0 0 0 0 0,0 0 0 0 0,0 1 0 0 0,0-1 0 0 0,0 0 0 0 0,0 0 0 0 0,0 1 0 0 0,0-1 0 0 0,0 0 0 0 0,-2-1 0 0 0,0-1 0 0 0,0 0 0 0 0,0 0 0 0 0,1 2 0 0 0,-1-3 0 0 0,0 1 0 0 0,-1 0 0 0 0,2 1 0 0 0,-2-2 0 0 0,0 1 0 0 0,1 0 0 0 0,1 0 0 0 0,-1 1 0 0 0,2 1 0 0 0,0 0 0 0 0,0 0 0 0 0,0 0 0 0 0,0 0 0 0 0,0 1 0 0 0,0-1 0 0 0,0 0 0 0 0,0 0 0 0 0,0 1 0 0 0,0-1 0 0 0,0 0 0 0 0,0 0 0 0 0,0 0 0 0 0,0 1 0 0 0,0-1 0 0 0,0 0 0 0 0,0 0 0 0 0,0 0 0 0 0,0 0 0 0 0,0 1 0 0 0,0-1 0 0 0,0 0 0 0 0,0 0 0 0 0,0 0 0 0 0,0 1 0 0 0,0-1 0 0 0,0 0 0 0 0,0 0 0 0 0,-2-1 0 0 0,0-1 0 0 0,0 0 0 0 0,1 1 0 0 0,0 0 0 0 0,-2-2 0 0 0,1 1 0 0 0,0 0 0 0 0,0 1 0 0 0,1 0 0 0 0,1 0 0 0 0,-2 0 0 0 0,0-1 0 0 0,0 0 0 0 0,0 1 0 0 0,1 0 0 0 0,0 0 0 0 0,1 1 0 0 0,0 0 0 0 0,0 1 0 0 0,0-1 0 0 0,0 0 0 0 0,0 0 0 0 0,-1-1 0 0 0,-1-1 0 0 0,0 0 0 0 0,0 1 0 0 0,1 0 0 0 0,-1-1 0 0 0,-1 0 0 0 0,1 0 0 0 0,1 0 0 0 0,0 1 0 0 0,-2 1 0 0 0,1 0 0 0 0,0 0 0 0 0,1 0 0 0 0,-1 1 0 0 0,2-1 0 0 0,-2-2 0 0 0,0 1 0 0 0,0-1 0 0 0,0 1 0 0 0,1 0 0 0 0,-1-2 0 0 0,0 1 0 0 0,0 0 0 0 0,0 1 0 0 0,1 0 0 0 0,1 0 0 0 0,-2 0 0 0 0,0-1 0 0 0,0 0 0 0 0,0 1 0 0 0,-1-2 0 0 0,1 1 0 0 0,0 0 0 0 0,0 0 0 0 0,1 1 0 0 0,0-1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11821 12819 16383 0 0,'0'-2'0'0'0,"0"-2"0"0"0,0-1 0 0 0,0-2 0 0 0,0-2 0 0 0,-2 2 0 0 0,0-1 0 0 0,0 1 0 0 0,1-1 0 0 0,-1-1 0 0 0,2 1 0 0 0,-1-1 0 0 0,1 0 0 0 0,0-1 0 0 0,0 1 0 0 0,0 0 0 0 0,0 0 0 0 0,1-1 0 0 0,-1 1 0 0 0,-2 2 0 0 0,0-1 0 0 0,0 1 0 0 0,0 0 0 0 0,1-1 0 0 0,-1 1 0 0 0,0 0 0 0 0,-1 0 0 0 0,2-1 0 0 0,0 0 0 0 0,0 0 0 0 0,-1 0 0 0 0,0 1 0 0 0,0 0 0 0 0,1-1 0 0 0,0 0 0 0 0,-1 1 0 0 0,-1 1 0 0 0,1-2 0 0 0,1 1 0 0 0,-1 0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11637 14579 16383 0 0,'0'1'0'0'0,"0"3"0"0"0,0 1 0 0 0,-1 1 0 0 0,-1 0 0 0 0,0 1 0 0 0,0 1 0 0 0,1 1 0 0 0,-1-2 0 0 0,-1 0 0 0 0,1 0 0 0 0,1 1 0 0 0,0 0 0 0 0,-2 1 0 0 0,1 0 0 0 0,0 0 0 0 0,0 0 0 0 0,1 0 0 0 0,-1-1 0 0 0,0-1 0 0 0,0 0 0 0 0,0 1 0 0 0,0-1 0 0 0,-1-1 0 0 0,1 1 0 0 0,0-1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4:33:41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24575,'2'0'0,"-1"1"0,1-1 0,0 1 0,-1 0 0,1-1 0,0 1 0,-1 0 0,1 0 0,-1 0 0,1 0 0,-1 0 0,1 0 0,-1 1 0,0-1 0,0 0 0,1 1 0,-1-1 0,0 1 0,1 1 0,20 39 0,-15-26 0,8 17 0,-2 0 0,-1 1 0,-2 1 0,11 61 0,-7-29 0,-5-34 0,-2 1 0,-2 1 0,2 48 0,-20 95 0,14-117 0,-3 63 0,-18 81 0,16-180 0,-2 0 0,0 0 0,-2-1 0,-1-1 0,-13 28 0,7-16 0,12-28 0,-3 9 0,-1-1 0,-1 1 0,0-1 0,-19 26 0,125-132 0,-106 113 0,7-16 0,-1 1 0,0-1 0,0 0 0,-1 0 0,-6 11 0,41-83 0,-18 39 0,-1 0 0,-2-1 0,15-57 0,-19 52 0,-2 1 0,3-45 0,-6 42 0,-2 34 0,6-60 0,-5-121 0,-7 146 0,-1 0 0,-15-44 0,-2-13 0,-35-193 0,57 267 0,-2-1 0,0 1 0,-1 0 0,-1 0 0,0 1 0,-2-1 0,-13-24 0,18 39 0,1 0 0,-1-1 0,1 0 0,0 0 0,1 0 0,-1 1 0,-1-10 0,3 14 0,0-1 0,0 1 0,0 0 0,0-1 0,0 1 0,0-1 0,0 1 0,0 0 0,0-1 0,0 1 0,0-1 0,0 1 0,0 0 0,0-1 0,1 1 0,-1-1 0,0 1 0,0 0 0,0-1 0,1 1 0,-1 0 0,0 0 0,0-1 0,1 1 0,-1 0 0,0-1 0,1 1 0,-1 0 0,0 0 0,1 0 0,-1-1 0,0 1 0,1 0 0,0 0 0,1 0 0,0 0 0,0 0 0,0 1 0,0-1 0,0 1 0,-1-1 0,1 1 0,0 0 0,0 0 0,0 0 0,-1 0 0,3 1 0,2 1 0,0 0 0,-1 1 0,1-1 0,-1 1 0,0 0 0,0 1 0,0-1 0,-1 1 0,1 0 0,-1 0 0,-1 0 0,1 0 0,0 1 0,4 11 0,17 45 0,25 99 0,-38-106 0,-1 0 0,4 86 0,-11 114 0,-4-188 0,2-27 0,-1-32 0,0 0 0,-1 0 0,0 0 0,0 0 0,-1 0 0,0 0 0,0 0 0,-4 10 0,-1 5 0,0 0 0,-3 37 0,7-46 0,-4-78 0,6-405 0,-4 443 0,2 28 0,1 14 0,2 51 0,-2 99 0,-6-88 0,-30 131 0,21-123 0,13-59 0,-2 0 0,-15 46 0,-40 56-1365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4:33:41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24575,'2'1'0,"1"-1"0,0 1 0,0 0 0,0 0 0,0 0 0,-1 0 0,1 1 0,-1-1 0,1 1 0,-1 0 0,1 0 0,-1 0 0,0 0 0,0 0 0,0 0 0,0 0 0,0 1 0,0-1 0,-1 1 0,2 2 0,30 62 0,-28-55 0,4 9 0,-1 1 0,-1 1 0,0 0 0,-2 0 0,3 32 0,7 66 0,-7-60 0,2 75 0,-8-47 0,-4 93 0,-19-63 0,2-19 0,14-73 0,-2 1 0,-1-1 0,-16 39 0,-22 26-1365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4:33:41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0 24575,'-3'4'0,"-1"0"0,1 0 0,0 0 0,1 0 0,-1 0 0,1 1 0,0 0 0,0-1 0,-2 6 0,1-3 0,-19 39 0,-23 73 0,35-88 0,1 0 0,2 1 0,1 0 0,2 1 0,-1 38 0,4-58 0,0 0 0,-1 0 0,-8 25 0,-3 24 0,-6 163 0,19-200 0,1 0 0,1 0 0,1 0 0,8 27 0,5 41 0,-12-54 0,3 0 0,1-1 0,2-1 0,1 1 0,31 66 0,-36-91 0,-3-3 0,1-2 0,0 1 0,1 0 0,0-1 0,0 0 0,1 0 0,-1 0 0,2-1 0,-1 0 0,1 0 0,11 8 0,-14-12-1365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12965 14102 16383 0 0,'1'0'0'0'0,"3"0"0"0"0,1 0 0 0 0,1 2 0 0 0,0 0 0 0 0,0 1 0 0 0,0 1 0 0 0,-2 1 0 0 0,2-1 0 0 0,-2 1 0 0 0,1 0 0 0 0,-1 0 0 0 0,0 1 0 0 0,-1-1 0 0 0,1 1 0 0 0,-2 1 0 0 0,2-1 0 0 0,-1 0 0 0 0,-1 0 0 0 0,1 0 0 0 0,1 0 0 0 0,-2 1 0 0 0,2-1 0 0 0,-1 0 0 0 0,-1 0 0 0 0,0 1 0 0 0,1 0 0 0 0,0-1 0 0 0,-1 1 0 0 0,-1 1 0 0 0,2-1 0 0 0,0-1 0 0 0,-1 1 0 0 0,-1 1 0 0 0,2-2 0 0 0,0 1 0 0 0,-1 0 0 0 0,1-1 0 0 0,0 0 0 0 0,0 0 0 0 0,0 0 0 0 0,1 0 0 0 0,-2 0 0 0 0,0 2 0 0 0,1-2 0 0 0,-1 1 0 0 0,1 0 0 0 0,-2 0 0 0 0,2 0 0 0 0,-1-1 0 0 0,1 1 0 0 0,-2 1 0 0 0,0 0 0 0 0,0 1 0 0 0,-1 0 0 0 0,2-2 0 0 0,0 0 0 0 0,0 1 0 0 0,1-2 0 0 0,0 0 0 0 0,-1 0 0 0 0,0 2 0 0 0,0 0 0 0 0,0-2 0 0 0,0 1 0 0 0,0 0 0 0 0,0 1 0 0 0,-1 0 0 0 0,-1 1 0 0 0,1 0 0 0 0,-1 0 0 0 0,0 0 0 0 0,0 0 0 0 0,0 1 0 0 0,-1-1 0 0 0,1 0 0 0 0,0 0 0 0 0,2-1 0 0 0,0-1 0 0 0,0 0 0 0 0,-1 1 0 0 0,1 0 0 0 0,-2 0 0 0 0,1 1 0 0 0,-1 0 0 0 0,1-1 0 0 0,1-1 0 0 0,0 0 0 0 0,0 1 0 0 0,-1 0 0 0 0,1-1 0 0 0,1 0 0 0 0,-1 0 0 0 0,-1 0 0 0 0,0 2 0 0 0,0-1 0 0 0,-1 1 0 0 0,0 0 0 0 0,0 0 0 0 0,0 1 0 0 0,0-1 0 0 0,0 0 0 0 0,0 0 0 0 0,0 1 0 0 0,0-1 0 0 0,0 0 0 0 0,0 0 0 0 0,0 0 0 0 0,0 0 0 0 0,0 1 0 0 0,0-1 0 0 0,0 0 0 0 0,0 0 0 0 0,1-1 0 0 0,1-1 0 0 0,0 0 0 0 0,0 1 0 0 0,-1 0 0 0 0,0 0 0 0 0,-1 1 0 0 0,0 0 0 0 0,2-1 0 0 0,0-1 0 0 0,0 0 0 0 0,-1 1 0 0 0,0 0 0 0 0,0 0 0 0 0,-1 1 0 0 0,1 0 0 0 0,-1 0 0 0 0,-2-1 0 0 0,0-1 0 0 0,-2-1 0 0 0,-1-2 0 0 0,0 0 0 0 0,0 1 0 0 0,2 1 0 0 0,1 1 0 0 0,1 1 0 0 0,-1 0 0 0 0,0-1 0 0 0,0 0 0 0 0,1 1 0 0 0,0 0 0 0 0,0 1 0 0 0,1 0 0 0 0,0 0 0 0 0,0 0 0 0 0,0 0 0 0 0,0 0 0 0 0,0 1 0 0 0,0-1 0 0 0,0 0 0 0 0,0 0 0 0 0,0 1 0 0 0,0-1 0 0 0,0 0 0 0 0,0 0 0 0 0,0 0 0 0 0,-1-1 0 0 0,-1-1 0 0 0,0 0 0 0 0,-1-1 0 0 0,-1 0 0 0 0,2 1 0 0 0,-2-2 0 0 0,1 1 0 0 0,0 1 0 0 0,0-2 0 0 0,-1 1 0 0 0,2 1 0 0 0,-2-1 0 0 0,1 0 0 0 0,1 0 0 0 0,-2 0 0 0 0,1 0 0 0 0,1 0 0 0 0,0 2 0 0 0,-1-2 0 0 0,0 1 0 0 0,1 0 0 0 0,1 0 0 0 0,-2 0 0 0 0,0-1 0 0 0,1 1 0 0 0,-1-1 0 0 0,0 0 0 0 0,0 1 0 0 0,0-1 0 0 0,0 0 0 0 0,0 0 0 0 0,0 0 0 0 0,-1 0 0 0 0,0-1 0 0 0,0 0 0 0 0,0 0 0 0 0,-1 0 0 0 0,0-1 0 0 0,1 1 0 0 0,-1-1 0 0 0,-1-1 0 0 0,1 1 0 0 0,-1-1 0 0 0,1 2 0 0 0,0-2 0 0 0,0 2 0 0 0,0-1 0 0 0,-1-1 0 0 0,1 1 0 0 0,-1 0 0 0 0,1-2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11392 11794 16383 0 0,'1'0'0'0'0,"1"1"0"0"0,2 1 0 0 0,0 2 0 0 0,-1 1 0 0 0,-1 2 0 0 0,-1 1 0 0 0,2-1 0 0 0,-1 0 0 0 0,0 0 0 0 0,0 1 0 0 0,-1 1 0 0 0,-1-1 0 0 0,2 0 0 0 0,0-1 0 0 0,0 0 0 0 0,0 1 0 0 0,-1 0 0 0 0,1 0 0 0 0,0 1 0 0 0,0 0 0 0 0,0 0 0 0 0,-1 1 0 0 0,0-1 0 0 0,1 0 0 0 0,0 0 0 0 0,0 1 0 0 0,-1-1 0 0 0,0 0 0 0 0,1-1 0 0 0,1-1 0 0 0,-1 0 0 0 0,1-1 0 0 0,0 0 0 0 0,0 0 0 0 0,-1 2 0 0 0,-1 0 0 0 0,-1 0 0 0 0,1 1 0 0 0,-1 0 0 0 0,0 0 0 0 0,0 1 0 0 0,-1-1 0 0 0,1 0 0 0 0,0 0 0 0 0,0 1 0 0 0,2-3 0 0 0,0 0 0 0 0,0 1 0 0 0,-1-1 0 0 0,0 1 0 0 0,0 1 0 0 0,1-2 0 0 0,0 0 0 0 0,0 0 0 0 0,0 1 0 0 0,-1 0 0 0 0,-1 0 0 0 0,1 1 0 0 0,-1 0 0 0 0,0 1 0 0 0,1-3 0 0 0,1 1 0 0 0,0-1 0 0 0,0 0 0 0 0,-1 2 0 0 0,0-1 0 0 0,-1 1 0 0 0,0 0 0 0 0,0 0 0 0 0,0 0 0 0 0,0 1 0 0 0,0-1 0 0 0,0 0 0 0 0,0 0 0 0 0,0 0 0 0 0,0 1 0 0 0,0-1 0 0 0,0 0 0 0 0,-2-1 0 0 0,0-1 0 0 0,0 0 0 0 0,0 1 0 0 0,1 0 0 0 0,-1-2 0 0 0,0 1 0 0 0,-1 0 0 0 0,2 1 0 0 0,-2-2 0 0 0,1 1 0 0 0,-1 0 0 0 0,2 0 0 0 0,-1 1 0 0 0,2 1 0 0 0,0 0 0 0 0,0 0 0 0 0,0 0 0 0 0,0 0 0 0 0,0 1 0 0 0,2-1 0 0 0,0 0 0 0 0,0 1 0 0 0,-1-1 0 0 0,0 0 0 0 0,0 0 0 0 0,0 0 0 0 0,-1 0 0 0 0,0 1 0 0 0,0-1 0 0 0,0 0 0 0 0,-1 0 0 0 0,1 0 0 0 0,0 0 0 0 0,0 1 0 0 0,0-1 0 0 0,0-3 0 0 0,0-4 0 0 0,0-4 0 0 0,2-2 0 0 0,0-1 0 0 0,0-2 0 0 0,-1-1 0 0 0,1-1 0 0 0,-2 0 0 0 0,1-1 0 0 0,-1 1 0 0 0,1 1 0 0 0,1 0 0 0 0,0 1 0 0 0,0-1 0 0 0,-1 0 0 0 0,1 1 0 0 0,1 0 0 0 0,-1 0 0 0 0,-1 0 0 0 0,0-1 0 0 0,0-1 0 0 0,-1 0 0 0 0,0 0 0 0 0,0 0 0 0 0,0 0 0 0 0,0-1 0 0 0,0 1 0 0 0,0 0 0 0 0,0 0 0 0 0,1 1 0 0 0,1 1 0 0 0,0 0 0 0 0,0-1 0 0 0,-1 0 0 0 0,0 0 0 0 0,1 0 0 0 0,0 2 0 0 0,0-2 0 0 0,0 1 0 0 0,-1-1 0 0 0,-1-1 0 0 0,-1 2 0 0 0,-1 0 0 0 0,0-1 0 0 0,-1 2 0 0 0,-1 0 0 0 0,2 0 0 0 0,-2 0 0 0 0,1 0 0 0 0,0 0 0 0 0,-1 0 0 0 0,1 0 0 0 0,1-1 0 0 0,0 0 0 0 0,1-1 0 0 0,0-1 0 0 0,-1 0 0 0 0,0 0 0 0 0,0 0 0 0 0,1 0 0 0 0,0-1 0 0 0,-1 3 0 0 0,-1-1 0 0 0,1 1 0 0 0,1 0 0 0 0,0-1 0 0 0,0-1 0 0 0,1 0 0 0 0,-2 2 0 0 0,0 0 0 0 0,0-1 0 0 0,1 1 0 0 0,-2 0 0 0 0,0 1 0 0 0,1-1 0 0 0,0-1 0 0 0,0 2 0 0 0,-1-1 0 0 0,1 1 0 0 0,0-2 0 0 0,-1 2 0 0 0,1-1 0 0 0,-1 0 0 0 0,2 0 0 0 0,0-2 0 0 0,0 1 0 0 0,-1 0 0 0 0,0 1 0 0 0,0 0 0 0 0,1-1 0 0 0,-2 0 0 0 0,1 0 0 0 0,-1-1 0 0 0,2 0 0 0 0,-1 0 0 0 0,0 1 0 0 0,0 1 0 0 0,0-1 0 0 0,0 1 0 0 0,1-1 0 0 0,-1 1 0 0 0,0 0 0 0 0,0 0 0 0 0,0-1 0 0 0,1 0 0 0 0,-1 1 0 0 0,0 0 0 0 0,0 0 0 0 0,0 0 0 0 0,1-1 0 0 0,0-1 0 0 0,0 2 0 0 0,-2 0 0 0 0,1-1 0 0 0,1 1 0 0 0,0-1 0 0 0,-1 1 0 0 0,-1 0 0 0 0,1 0 0 0 0,-1 1 0 0 0,0 0 0 0 0,0-1 0 0 0,0 1 0 0 0,0 0 0 0 0,0 0 0 0 0,0 0 0 0 0,-1 0 0 0 0,2 0 0 0 0,-2 0 0 0 0,1 0 0 0 0,1-1 0 0 0,-2 2 0 0 0,1-1 0 0 0,-1 1 0 0 0,0-1 0 0 0,1 0 0 0 0,-1 1 0 0 0,1-1 0 0 0,0 3 0 0 0,1 3 0 0 0,3 1 0 0 0,0 3 0 0 0,2 0 0 0 0,1 1 0 0 0,-1 2 0 0 0,1-1 0 0 0,0 0 0 0 0,-1 1 0 0 0,1-1 0 0 0,-1 0 0 0 0,0 1 0 0 0,0-1 0 0 0,0 0 0 0 0,0 0 0 0 0,0 0 0 0 0,0 0 0 0 0,0 1 0 0 0,0-2 0 0 0,0 1 0 0 0,0 1 0 0 0,0-1 0 0 0,1 0 0 0 0,-2 0 0 0 0,0 2 0 0 0,1-2 0 0 0,-1 1 0 0 0,1 0 0 0 0,-2 0 0 0 0,2 0 0 0 0,-1-1 0 0 0,1 1 0 0 0,-2 1 0 0 0,0 0 0 0 0,1-1 0 0 0,1 0 0 0 0,-1 0 0 0 0,-1 1 0 0 0,2-2 0 0 0,0 1 0 0 0,-1 0 0 0 0,0 0 0 0 0,0 1 0 0 0,1 1 0 0 0,-1 0 0 0 0,0 0 0 0 0,0 0 0 0 0,1 0 0 0 0,-1 1 0 0 0,0-1 0 0 0,-1 0 0 0 0,1-1 0 0 0,1-1 0 0 0,-1 0 0 0 0,-1 1 0 0 0,0 0 0 0 0,0 0 0 0 0,-1 1 0 0 0,0 0 0 0 0,0 0 0 0 0,0 0 0 0 0,0 1 0 0 0,0-1 0 0 0,0 0 0 0 0,0 0 0 0 0,0 1 0 0 0,0-1 0 0 0,0 0 0 0 0,-2-1 0 0 0,0-1 0 0 0,0 0 0 0 0,0 0 0 0 0,1 2 0 0 0,-1-3 0 0 0,0 1 0 0 0,-1 0 0 0 0,2 1 0 0 0,-2-2 0 0 0,0 1 0 0 0,1 0 0 0 0,1 0 0 0 0,-1 1 0 0 0,2 1 0 0 0,0 0 0 0 0,0 0 0 0 0,0 0 0 0 0,0 0 0 0 0,0 1 0 0 0,0-1 0 0 0,0 0 0 0 0,0 0 0 0 0,0 1 0 0 0,0-1 0 0 0,0 0 0 0 0,0 0 0 0 0,0 0 0 0 0,0 1 0 0 0,0-1 0 0 0,0 0 0 0 0,0 0 0 0 0,0 0 0 0 0,0 0 0 0 0,0 1 0 0 0,0-1 0 0 0,0 0 0 0 0,0 0 0 0 0,0 0 0 0 0,0 1 0 0 0,0-1 0 0 0,0 0 0 0 0,0 0 0 0 0,-2-1 0 0 0,0-1 0 0 0,0 0 0 0 0,1 1 0 0 0,0 0 0 0 0,-2-2 0 0 0,1 1 0 0 0,0 0 0 0 0,0 1 0 0 0,1 0 0 0 0,1 0 0 0 0,-2 0 0 0 0,0-1 0 0 0,0 0 0 0 0,0 1 0 0 0,1 0 0 0 0,0 0 0 0 0,1 1 0 0 0,0 0 0 0 0,0 1 0 0 0,0-1 0 0 0,0 0 0 0 0,0 0 0 0 0,-1-1 0 0 0,-1-1 0 0 0,0 0 0 0 0,0 1 0 0 0,1 0 0 0 0,-1-1 0 0 0,-1 0 0 0 0,1 0 0 0 0,1 0 0 0 0,0 1 0 0 0,-2 1 0 0 0,1 0 0 0 0,0 0 0 0 0,1 0 0 0 0,-1 1 0 0 0,2-1 0 0 0,-2-2 0 0 0,0 1 0 0 0,0-1 0 0 0,0 1 0 0 0,1 0 0 0 0,-1-2 0 0 0,0 1 0 0 0,0 0 0 0 0,0 1 0 0 0,1 0 0 0 0,1 0 0 0 0,-2 0 0 0 0,0-1 0 0 0,0 0 0 0 0,0 1 0 0 0,-1-2 0 0 0,1 1 0 0 0,0 0 0 0 0,0 0 0 0 0,1 1 0 0 0,0-1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11821 12819 16383 0 0,'0'-2'0'0'0,"0"-2"0"0"0,0-1 0 0 0,0-2 0 0 0,0-2 0 0 0,-2 2 0 0 0,0-1 0 0 0,0 1 0 0 0,1-1 0 0 0,-1-1 0 0 0,2 1 0 0 0,-1-1 0 0 0,1 0 0 0 0,0-1 0 0 0,0 1 0 0 0,0 0 0 0 0,0 0 0 0 0,1-1 0 0 0,-1 1 0 0 0,-2 2 0 0 0,0-1 0 0 0,0 1 0 0 0,0 0 0 0 0,1-1 0 0 0,-1 1 0 0 0,0 0 0 0 0,-1 0 0 0 0,2-1 0 0 0,0 0 0 0 0,0 0 0 0 0,-1 0 0 0 0,0 1 0 0 0,0 0 0 0 0,1-1 0 0 0,0 0 0 0 0,-1 1 0 0 0,-1 1 0 0 0,1-2 0 0 0,1 1 0 0 0,-1 0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11637 14579 16383 0 0,'0'1'0'0'0,"0"3"0"0"0,0 1 0 0 0,-1 1 0 0 0,-1 0 0 0 0,0 1 0 0 0,0 1 0 0 0,1 1 0 0 0,-1-2 0 0 0,-1 0 0 0 0,1 0 0 0 0,1 1 0 0 0,0 0 0 0 0,-2 1 0 0 0,1 0 0 0 0,0 0 0 0 0,0 0 0 0 0,1 0 0 0 0,-1-1 0 0 0,0-1 0 0 0,0 0 0 0 0,0 1 0 0 0,0-1 0 0 0,-1-1 0 0 0,1 1 0 0 0,0-1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4:33:41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24575,'2'0'0,"-1"1"0,1-1 0,0 1 0,-1 0 0,1-1 0,0 1 0,-1 0 0,1 0 0,-1 0 0,1 0 0,-1 0 0,1 0 0,-1 1 0,0-1 0,0 0 0,1 1 0,-1-1 0,0 1 0,1 1 0,20 39 0,-15-26 0,8 17 0,-2 0 0,-1 1 0,-2 1 0,11 61 0,-7-29 0,-5-34 0,-2 1 0,-2 1 0,2 48 0,-20 95 0,14-117 0,-3 63 0,-18 81 0,16-180 0,-2 0 0,0 0 0,-2-1 0,-1-1 0,-13 28 0,7-16 0,12-28 0,-3 9 0,-1-1 0,-1 1 0,0-1 0,-19 26 0,125-132 0,-106 113 0,7-16 0,-1 1 0,0-1 0,0 0 0,-1 0 0,-6 11 0,41-83 0,-18 39 0,-1 0 0,-2-1 0,15-57 0,-19 52 0,-2 1 0,3-45 0,-6 42 0,-2 34 0,6-60 0,-5-121 0,-7 146 0,-1 0 0,-15-44 0,-2-13 0,-35-193 0,57 267 0,-2-1 0,0 1 0,-1 0 0,-1 0 0,0 1 0,-2-1 0,-13-24 0,18 39 0,1 0 0,-1-1 0,1 0 0,0 0 0,1 0 0,-1 1 0,-1-10 0,3 14 0,0-1 0,0 1 0,0 0 0,0-1 0,0 1 0,0-1 0,0 1 0,0 0 0,0-1 0,0 1 0,0-1 0,0 1 0,0 0 0,0-1 0,1 1 0,-1-1 0,0 1 0,0 0 0,0-1 0,1 1 0,-1 0 0,0 0 0,0-1 0,1 1 0,-1 0 0,0-1 0,1 1 0,-1 0 0,0 0 0,1 0 0,-1-1 0,0 1 0,1 0 0,0 0 0,1 0 0,0 0 0,0 0 0,0 1 0,0-1 0,0 1 0,-1-1 0,1 1 0,0 0 0,0 0 0,0 0 0,-1 0 0,3 1 0,2 1 0,0 0 0,-1 1 0,1-1 0,-1 1 0,0 0 0,0 1 0,0-1 0,-1 1 0,1 0 0,-1 0 0,-1 0 0,1 0 0,0 1 0,4 11 0,17 45 0,25 99 0,-38-106 0,-1 0 0,4 86 0,-11 114 0,-4-188 0,2-27 0,-1-32 0,0 0 0,-1 0 0,0 0 0,0 0 0,-1 0 0,0 0 0,0 0 0,-4 10 0,-1 5 0,0 0 0,-3 37 0,7-46 0,-4-78 0,6-405 0,-4 443 0,2 28 0,1 14 0,2 51 0,-2 99 0,-6-88 0,-30 131 0,21-123 0,13-59 0,-2 0 0,-15 46 0,-40 56-1365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4:33:41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24575,'2'1'0,"1"-1"0,0 1 0,0 0 0,0 0 0,0 0 0,-1 0 0,1 1 0,-1-1 0,1 1 0,-1 0 0,1 0 0,-1 0 0,0 0 0,0 0 0,0 0 0,0 0 0,0 1 0,0-1 0,-1 1 0,2 2 0,30 62 0,-28-55 0,4 9 0,-1 1 0,-1 1 0,0 0 0,-2 0 0,3 32 0,7 66 0,-7-60 0,2 75 0,-8-47 0,-4 93 0,-19-63 0,2-19 0,14-73 0,-2 1 0,-1-1 0,-16 39 0,-22 26-1365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4:33:41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0 24575,'-3'4'0,"-1"0"0,1 0 0,0 0 0,1 0 0,-1 0 0,1 1 0,0 0 0,0-1 0,-2 6 0,1-3 0,-19 39 0,-23 73 0,35-88 0,1 0 0,2 1 0,1 0 0,2 1 0,-1 38 0,4-58 0,0 0 0,-1 0 0,-8 25 0,-3 24 0,-6 163 0,19-200 0,1 0 0,1 0 0,1 0 0,8 27 0,5 41 0,-12-54 0,3 0 0,1-1 0,2-1 0,1 1 0,31 66 0,-36-91 0,-3-3 0,1-2 0,0 1 0,1 0 0,0-1 0,0 0 0,1 0 0,-1 0 0,2-1 0,-1 0 0,1 0 0,11 8 0,-14-12-1365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59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12965 14102 16383 0 0,'1'0'0'0'0,"3"0"0"0"0,1 0 0 0 0,1 2 0 0 0,0 0 0 0 0,0 1 0 0 0,0 1 0 0 0,-2 1 0 0 0,2-1 0 0 0,-2 1 0 0 0,1 0 0 0 0,-1 0 0 0 0,0 1 0 0 0,-1-1 0 0 0,1 1 0 0 0,-2 1 0 0 0,2-1 0 0 0,-1 0 0 0 0,-1 0 0 0 0,1 0 0 0 0,1 0 0 0 0,-2 1 0 0 0,2-1 0 0 0,-1 0 0 0 0,-1 0 0 0 0,0 1 0 0 0,1 0 0 0 0,0-1 0 0 0,-1 1 0 0 0,-1 1 0 0 0,2-1 0 0 0,0-1 0 0 0,-1 1 0 0 0,-1 1 0 0 0,2-2 0 0 0,0 1 0 0 0,-1 0 0 0 0,1-1 0 0 0,0 0 0 0 0,0 0 0 0 0,0 0 0 0 0,1 0 0 0 0,-2 0 0 0 0,0 2 0 0 0,1-2 0 0 0,-1 1 0 0 0,1 0 0 0 0,-2 0 0 0 0,2 0 0 0 0,-1-1 0 0 0,1 1 0 0 0,-2 1 0 0 0,0 0 0 0 0,0 1 0 0 0,-1 0 0 0 0,2-2 0 0 0,0 0 0 0 0,0 1 0 0 0,1-2 0 0 0,0 0 0 0 0,-1 0 0 0 0,0 2 0 0 0,0 0 0 0 0,0-2 0 0 0,0 1 0 0 0,0 0 0 0 0,0 1 0 0 0,-1 0 0 0 0,-1 1 0 0 0,1 0 0 0 0,-1 0 0 0 0,0 0 0 0 0,0 0 0 0 0,0 1 0 0 0,-1-1 0 0 0,1 0 0 0 0,0 0 0 0 0,2-1 0 0 0,0-1 0 0 0,0 0 0 0 0,-1 1 0 0 0,1 0 0 0 0,-2 0 0 0 0,1 1 0 0 0,-1 0 0 0 0,1-1 0 0 0,1-1 0 0 0,0 0 0 0 0,0 1 0 0 0,-1 0 0 0 0,1-1 0 0 0,1 0 0 0 0,-1 0 0 0 0,-1 0 0 0 0,0 2 0 0 0,0-1 0 0 0,-1 1 0 0 0,0 0 0 0 0,0 0 0 0 0,0 1 0 0 0,0-1 0 0 0,0 0 0 0 0,0 0 0 0 0,0 1 0 0 0,0-1 0 0 0,0 0 0 0 0,0 0 0 0 0,0 0 0 0 0,0 0 0 0 0,0 1 0 0 0,0-1 0 0 0,0 0 0 0 0,0 0 0 0 0,1-1 0 0 0,1-1 0 0 0,0 0 0 0 0,0 1 0 0 0,-1 0 0 0 0,0 0 0 0 0,-1 1 0 0 0,0 0 0 0 0,2-1 0 0 0,0-1 0 0 0,0 0 0 0 0,-1 1 0 0 0,0 0 0 0 0,0 0 0 0 0,-1 1 0 0 0,1 0 0 0 0,-1 0 0 0 0,-2-1 0 0 0,0-1 0 0 0,-2-1 0 0 0,-1-2 0 0 0,0 0 0 0 0,0 1 0 0 0,2 1 0 0 0,1 1 0 0 0,1 1 0 0 0,-1 0 0 0 0,0-1 0 0 0,0 0 0 0 0,1 1 0 0 0,0 0 0 0 0,0 1 0 0 0,1 0 0 0 0,0 0 0 0 0,0 0 0 0 0,0 0 0 0 0,0 0 0 0 0,0 1 0 0 0,0-1 0 0 0,0 0 0 0 0,0 0 0 0 0,0 1 0 0 0,0-1 0 0 0,0 0 0 0 0,0 0 0 0 0,0 0 0 0 0,-1-1 0 0 0,-1-1 0 0 0,0 0 0 0 0,-1-1 0 0 0,-1 0 0 0 0,2 1 0 0 0,-2-2 0 0 0,1 1 0 0 0,0 1 0 0 0,0-2 0 0 0,-1 1 0 0 0,2 1 0 0 0,-2-1 0 0 0,1 0 0 0 0,1 0 0 0 0,-2 0 0 0 0,1 0 0 0 0,1 0 0 0 0,0 2 0 0 0,-1-2 0 0 0,0 1 0 0 0,1 0 0 0 0,1 0 0 0 0,-2 0 0 0 0,0-1 0 0 0,1 1 0 0 0,-1-1 0 0 0,0 0 0 0 0,0 1 0 0 0,0-1 0 0 0,0 0 0 0 0,0 0 0 0 0,0 0 0 0 0,-1 0 0 0 0,0-1 0 0 0,0 0 0 0 0,0 0 0 0 0,-1 0 0 0 0,0-1 0 0 0,1 1 0 0 0,-1-1 0 0 0,-1-1 0 0 0,1 1 0 0 0,-1-1 0 0 0,1 2 0 0 0,0-2 0 0 0,0 2 0 0 0,0-1 0 0 0,-1-1 0 0 0,1 1 0 0 0,-1 0 0 0 0,1-2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60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11392 11794 16383 0 0,'1'0'0'0'0,"1"1"0"0"0,2 1 0 0 0,0 2 0 0 0,-1 1 0 0 0,-1 2 0 0 0,-1 1 0 0 0,2-1 0 0 0,-1 0 0 0 0,0 0 0 0 0,0 1 0 0 0,-1 1 0 0 0,-1-1 0 0 0,2 0 0 0 0,0-1 0 0 0,0 0 0 0 0,0 1 0 0 0,-1 0 0 0 0,1 0 0 0 0,0 1 0 0 0,0 0 0 0 0,0 0 0 0 0,-1 1 0 0 0,0-1 0 0 0,1 0 0 0 0,0 0 0 0 0,0 1 0 0 0,-1-1 0 0 0,0 0 0 0 0,1-1 0 0 0,1-1 0 0 0,-1 0 0 0 0,1-1 0 0 0,0 0 0 0 0,0 0 0 0 0,-1 2 0 0 0,-1 0 0 0 0,-1 0 0 0 0,1 1 0 0 0,-1 0 0 0 0,0 0 0 0 0,0 1 0 0 0,-1-1 0 0 0,1 0 0 0 0,0 0 0 0 0,0 1 0 0 0,2-3 0 0 0,0 0 0 0 0,0 1 0 0 0,-1-1 0 0 0,0 1 0 0 0,0 1 0 0 0,1-2 0 0 0,0 0 0 0 0,0 0 0 0 0,0 1 0 0 0,-1 0 0 0 0,-1 0 0 0 0,1 1 0 0 0,-1 0 0 0 0,0 1 0 0 0,1-3 0 0 0,1 1 0 0 0,0-1 0 0 0,0 0 0 0 0,-1 2 0 0 0,0-1 0 0 0,-1 1 0 0 0,0 0 0 0 0,0 0 0 0 0,0 0 0 0 0,0 1 0 0 0,0-1 0 0 0,0 0 0 0 0,0 0 0 0 0,0 0 0 0 0,0 1 0 0 0,0-1 0 0 0,0 0 0 0 0,-2-1 0 0 0,0-1 0 0 0,0 0 0 0 0,0 1 0 0 0,1 0 0 0 0,-1-2 0 0 0,0 1 0 0 0,-1 0 0 0 0,2 1 0 0 0,-2-2 0 0 0,1 1 0 0 0,-1 0 0 0 0,2 0 0 0 0,-1 1 0 0 0,2 1 0 0 0,0 0 0 0 0,0 0 0 0 0,0 0 0 0 0,0 0 0 0 0,0 1 0 0 0,2-1 0 0 0,0 0 0 0 0,0 1 0 0 0,-1-1 0 0 0,0 0 0 0 0,0 0 0 0 0,0 0 0 0 0,-1 0 0 0 0,0 1 0 0 0,0-1 0 0 0,0 0 0 0 0,-1 0 0 0 0,1 0 0 0 0,0 0 0 0 0,0 1 0 0 0,0-1 0 0 0,0-3 0 0 0,0-4 0 0 0,0-4 0 0 0,2-2 0 0 0,0-1 0 0 0,0-2 0 0 0,-1-1 0 0 0,1-1 0 0 0,-2 0 0 0 0,1-1 0 0 0,-1 1 0 0 0,1 1 0 0 0,1 0 0 0 0,0 1 0 0 0,0-1 0 0 0,-1 0 0 0 0,1 1 0 0 0,1 0 0 0 0,-1 0 0 0 0,-1 0 0 0 0,0-1 0 0 0,0-1 0 0 0,-1 0 0 0 0,0 0 0 0 0,0 0 0 0 0,0 0 0 0 0,0-1 0 0 0,0 1 0 0 0,0 0 0 0 0,0 0 0 0 0,1 1 0 0 0,1 1 0 0 0,0 0 0 0 0,0-1 0 0 0,-1 0 0 0 0,0 0 0 0 0,1 0 0 0 0,0 2 0 0 0,0-2 0 0 0,0 1 0 0 0,-1-1 0 0 0,-1-1 0 0 0,-1 2 0 0 0,-1 0 0 0 0,0-1 0 0 0,-1 2 0 0 0,-1 0 0 0 0,2 0 0 0 0,-2 0 0 0 0,1 0 0 0 0,0 0 0 0 0,-1 0 0 0 0,1 0 0 0 0,1-1 0 0 0,0 0 0 0 0,1-1 0 0 0,0-1 0 0 0,-1 0 0 0 0,0 0 0 0 0,0 0 0 0 0,1 0 0 0 0,0-1 0 0 0,-1 3 0 0 0,-1-1 0 0 0,1 1 0 0 0,1 0 0 0 0,0-1 0 0 0,0-1 0 0 0,1 0 0 0 0,-2 2 0 0 0,0 0 0 0 0,0-1 0 0 0,1 1 0 0 0,-2 0 0 0 0,0 1 0 0 0,1-1 0 0 0,0-1 0 0 0,0 2 0 0 0,-1-1 0 0 0,1 1 0 0 0,0-2 0 0 0,-1 2 0 0 0,1-1 0 0 0,-1 0 0 0 0,2 0 0 0 0,0-2 0 0 0,0 1 0 0 0,-1 0 0 0 0,0 1 0 0 0,0 0 0 0 0,1-1 0 0 0,-2 0 0 0 0,1 0 0 0 0,-1-1 0 0 0,2 0 0 0 0,-1 0 0 0 0,0 1 0 0 0,0 1 0 0 0,0-1 0 0 0,0 1 0 0 0,1-1 0 0 0,-1 1 0 0 0,0 0 0 0 0,0 0 0 0 0,0-1 0 0 0,1 0 0 0 0,-1 1 0 0 0,0 0 0 0 0,0 0 0 0 0,0 0 0 0 0,1-1 0 0 0,0-1 0 0 0,0 2 0 0 0,-2 0 0 0 0,1-1 0 0 0,1 1 0 0 0,0-1 0 0 0,-1 1 0 0 0,-1 0 0 0 0,1 0 0 0 0,-1 1 0 0 0,0 0 0 0 0,0-1 0 0 0,0 1 0 0 0,0 0 0 0 0,0 0 0 0 0,0 0 0 0 0,-1 0 0 0 0,2 0 0 0 0,-2 0 0 0 0,1 0 0 0 0,1-1 0 0 0,-2 2 0 0 0,1-1 0 0 0,-1 1 0 0 0,0-1 0 0 0,1 0 0 0 0,-1 1 0 0 0,1-1 0 0 0,0 3 0 0 0,1 3 0 0 0,3 1 0 0 0,0 3 0 0 0,2 0 0 0 0,1 1 0 0 0,-1 2 0 0 0,1-1 0 0 0,0 0 0 0 0,-1 1 0 0 0,1-1 0 0 0,-1 0 0 0 0,0 1 0 0 0,0-1 0 0 0,0 0 0 0 0,0 0 0 0 0,0 0 0 0 0,0 0 0 0 0,0 1 0 0 0,0-2 0 0 0,0 1 0 0 0,0 1 0 0 0,0-1 0 0 0,1 0 0 0 0,-2 0 0 0 0,0 2 0 0 0,1-2 0 0 0,-1 1 0 0 0,1 0 0 0 0,-2 0 0 0 0,2 0 0 0 0,-1-1 0 0 0,1 1 0 0 0,-2 1 0 0 0,0 0 0 0 0,1-1 0 0 0,1 0 0 0 0,-1 0 0 0 0,-1 1 0 0 0,2-2 0 0 0,0 1 0 0 0,-1 0 0 0 0,0 0 0 0 0,0 1 0 0 0,1 1 0 0 0,-1 0 0 0 0,0 0 0 0 0,0 0 0 0 0,1 0 0 0 0,-1 1 0 0 0,0-1 0 0 0,-1 0 0 0 0,1-1 0 0 0,1-1 0 0 0,-1 0 0 0 0,-1 1 0 0 0,0 0 0 0 0,0 0 0 0 0,-1 1 0 0 0,0 0 0 0 0,0 0 0 0 0,0 0 0 0 0,0 1 0 0 0,0-1 0 0 0,0 0 0 0 0,0 0 0 0 0,0 1 0 0 0,0-1 0 0 0,0 0 0 0 0,-2-1 0 0 0,0-1 0 0 0,0 0 0 0 0,0 0 0 0 0,1 2 0 0 0,-1-3 0 0 0,0 1 0 0 0,-1 0 0 0 0,2 1 0 0 0,-2-2 0 0 0,0 1 0 0 0,1 0 0 0 0,1 0 0 0 0,-1 1 0 0 0,2 1 0 0 0,0 0 0 0 0,0 0 0 0 0,0 0 0 0 0,0 0 0 0 0,0 1 0 0 0,0-1 0 0 0,0 0 0 0 0,0 0 0 0 0,0 1 0 0 0,0-1 0 0 0,0 0 0 0 0,0 0 0 0 0,0 0 0 0 0,0 1 0 0 0,0-1 0 0 0,0 0 0 0 0,0 0 0 0 0,0 0 0 0 0,0 0 0 0 0,0 1 0 0 0,0-1 0 0 0,0 0 0 0 0,0 0 0 0 0,0 0 0 0 0,0 1 0 0 0,0-1 0 0 0,0 0 0 0 0,0 0 0 0 0,-2-1 0 0 0,0-1 0 0 0,0 0 0 0 0,1 1 0 0 0,0 0 0 0 0,-2-2 0 0 0,1 1 0 0 0,0 0 0 0 0,0 1 0 0 0,1 0 0 0 0,1 0 0 0 0,-2 0 0 0 0,0-1 0 0 0,0 0 0 0 0,0 1 0 0 0,1 0 0 0 0,0 0 0 0 0,1 1 0 0 0,0 0 0 0 0,0 1 0 0 0,0-1 0 0 0,0 0 0 0 0,0 0 0 0 0,-1-1 0 0 0,-1-1 0 0 0,0 0 0 0 0,0 1 0 0 0,1 0 0 0 0,-1-1 0 0 0,-1 0 0 0 0,1 0 0 0 0,1 0 0 0 0,0 1 0 0 0,-2 1 0 0 0,1 0 0 0 0,0 0 0 0 0,1 0 0 0 0,-1 1 0 0 0,2-1 0 0 0,-2-2 0 0 0,0 1 0 0 0,0-1 0 0 0,0 1 0 0 0,1 0 0 0 0,-1-2 0 0 0,0 1 0 0 0,0 0 0 0 0,0 1 0 0 0,1 0 0 0 0,1 0 0 0 0,-2 0 0 0 0,0-1 0 0 0,0 0 0 0 0,0 1 0 0 0,-1-2 0 0 0,1 1 0 0 0,0 0 0 0 0,0 0 0 0 0,1 1 0 0 0,0-1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61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11821 12819 16383 0 0,'0'-2'0'0'0,"0"-2"0"0"0,0-1 0 0 0,0-2 0 0 0,0-2 0 0 0,-2 2 0 0 0,0-1 0 0 0,0 1 0 0 0,1-1 0 0 0,-1-1 0 0 0,2 1 0 0 0,-1-1 0 0 0,1 0 0 0 0,0-1 0 0 0,0 1 0 0 0,0 0 0 0 0,0 0 0 0 0,1-1 0 0 0,-1 1 0 0 0,-2 2 0 0 0,0-1 0 0 0,0 1 0 0 0,0 0 0 0 0,1-1 0 0 0,-1 1 0 0 0,0 0 0 0 0,-1 0 0 0 0,2-1 0 0 0,0 0 0 0 0,0 0 0 0 0,-1 0 0 0 0,0 1 0 0 0,0 0 0 0 0,1-1 0 0 0,0 0 0 0 0,-1 1 0 0 0,-1 1 0 0 0,1-2 0 0 0,1 1 0 0 0,-1 0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62"/>
    </inkml:context>
    <inkml:brush xml:id="br0">
      <inkml:brushProperty name="width" value="0.1" units="cm"/>
      <inkml:brushProperty name="height" value="0.1" units="cm"/>
      <inkml:brushProperty name="color" value="#FF0000"/>
    </inkml:brush>
  </inkml:definitions>
  <inkml:trace contextRef="#ctx0" brushRef="#br0">11637 14579 16383 0 0,'0'1'0'0'0,"0"3"0"0"0,0 1 0 0 0,-1 1 0 0 0,-1 0 0 0 0,0 1 0 0 0,0 1 0 0 0,1 1 0 0 0,-1-2 0 0 0,-1 0 0 0 0,1 0 0 0 0,1 1 0 0 0,0 0 0 0 0,-2 1 0 0 0,1 0 0 0 0,0 0 0 0 0,0 0 0 0 0,1 0 0 0 0,-1-1 0 0 0,0-1 0 0 0,0 0 0 0 0,0 1 0 0 0,0-1 0 0 0,-1-1 0 0 0,1 1 0 0 0,0-1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4:33:41.363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1 0 24575,'2'0'0,"-1"1"0,1-1 0,0 1 0,-1 0 0,1-1 0,0 1 0,-1 0 0,1 0 0,-1 0 0,1 0 0,-1 0 0,1 0 0,-1 1 0,0-1 0,0 0 0,1 1 0,-1-1 0,0 1 0,1 1 0,20 39 0,-15-26 0,8 17 0,-2 0 0,-1 1 0,-2 1 0,11 61 0,-7-29 0,-5-34 0,-2 1 0,-2 1 0,2 48 0,-20 95 0,14-117 0,-3 63 0,-18 81 0,16-180 0,-2 0 0,0 0 0,-2-1 0,-1-1 0,-13 28 0,7-16 0,12-28 0,-3 9 0,-1-1 0,-1 1 0,0-1 0,-19 26 0,125-132 0,-106 113 0,7-16 0,-1 1 0,0-1 0,0 0 0,-1 0 0,-6 11 0,41-83 0,-18 39 0,-1 0 0,-2-1 0,15-57 0,-19 52 0,-2 1 0,3-45 0,-6 42 0,-2 34 0,6-60 0,-5-121 0,-7 146 0,-1 0 0,-15-44 0,-2-13 0,-35-193 0,57 267 0,-2-1 0,0 1 0,-1 0 0,-1 0 0,0 1 0,-2-1 0,-13-24 0,18 39 0,1 0 0,-1-1 0,1 0 0,0 0 0,1 0 0,-1 1 0,-1-10 0,3 14 0,0-1 0,0 1 0,0 0 0,0-1 0,0 1 0,0-1 0,0 1 0,0 0 0,0-1 0,0 1 0,0-1 0,0 1 0,0 0 0,0-1 0,1 1 0,-1-1 0,0 1 0,0 0 0,0-1 0,1 1 0,-1 0 0,0 0 0,0-1 0,1 1 0,-1 0 0,0-1 0,1 1 0,-1 0 0,0 0 0,1 0 0,-1-1 0,0 1 0,1 0 0,0 0 0,1 0 0,0 0 0,0 0 0,0 1 0,0-1 0,0 1 0,-1-1 0,1 1 0,0 0 0,0 0 0,0 0 0,-1 0 0,3 1 0,2 1 0,0 0 0,-1 1 0,1-1 0,-1 1 0,0 0 0,0 1 0,0-1 0,-1 1 0,1 0 0,-1 0 0,-1 0 0,1 0 0,0 1 0,4 11 0,17 45 0,25 99 0,-38-106 0,-1 0 0,4 86 0,-11 114 0,-4-188 0,2-27 0,-1-32 0,0 0 0,-1 0 0,0 0 0,0 0 0,-1 0 0,0 0 0,0 0 0,-4 10 0,-1 5 0,0 0 0,-3 37 0,7-46 0,-4-78 0,6-405 0,-4 443 0,2 28 0,1 14 0,2 51 0,-2 99 0,-6-88 0,-30 131 0,21-123 0,13-59 0,-2 0 0,-15 46 0,-40 56-1365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4:33:41.364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1 0 24575,'2'1'0,"1"-1"0,0 1 0,0 0 0,0 0 0,0 0 0,-1 0 0,1 1 0,-1-1 0,1 1 0,-1 0 0,1 0 0,-1 0 0,0 0 0,0 0 0,0 0 0,0 0 0,0 1 0,0-1 0,-1 1 0,2 2 0,30 62 0,-28-55 0,4 9 0,-1 1 0,-1 1 0,0 0 0,-2 0 0,3 32 0,7 66 0,-7-60 0,2 75 0,-8-47 0,-4 93 0,-19-63 0,2-19 0,14-73 0,-2 1 0,-1-1 0,-16 39 0,-22 26-1365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4:33:41.365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186 0 24575,'-3'4'0,"-1"0"0,1 0 0,0 0 0,1 0 0,-1 0 0,1 1 0,0 0 0,0-1 0,-2 6 0,1-3 0,-19 39 0,-23 73 0,35-88 0,1 0 0,2 1 0,1 0 0,2 1 0,-1 38 0,4-58 0,0 0 0,-1 0 0,-8 25 0,-3 24 0,-6 163 0,19-200 0,1 0 0,1 0 0,1 0 0,8 27 0,5 41 0,-12-54 0,3 0 0,1-1 0,2-1 0,1 1 0,31 66 0,-36-91 0,-3-3 0,1-2 0,0 1 0,1 0 0,0-1 0,0 0 0,1 0 0,-1 0 0,2-1 0,-1 0 0,1 0 0,11 8 0,-14-12-1365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12965 14102 16383 0 0,'1'0'0'0'0,"3"0"0"0"0,1 0 0 0 0,1 2 0 0 0,0 0 0 0 0,0 1 0 0 0,0 1 0 0 0,-2 1 0 0 0,2-1 0 0 0,-2 1 0 0 0,1 0 0 0 0,-1 0 0 0 0,0 1 0 0 0,-1-1 0 0 0,1 1 0 0 0,-2 1 0 0 0,2-1 0 0 0,-1 0 0 0 0,-1 0 0 0 0,1 0 0 0 0,1 0 0 0 0,-2 1 0 0 0,2-1 0 0 0,-1 0 0 0 0,-1 0 0 0 0,0 1 0 0 0,1 0 0 0 0,0-1 0 0 0,-1 1 0 0 0,-1 1 0 0 0,2-1 0 0 0,0-1 0 0 0,-1 1 0 0 0,-1 1 0 0 0,2-2 0 0 0,0 1 0 0 0,-1 0 0 0 0,1-1 0 0 0,0 0 0 0 0,0 0 0 0 0,0 0 0 0 0,1 0 0 0 0,-2 0 0 0 0,0 2 0 0 0,1-2 0 0 0,-1 1 0 0 0,1 0 0 0 0,-2 0 0 0 0,2 0 0 0 0,-1-1 0 0 0,1 1 0 0 0,-2 1 0 0 0,0 0 0 0 0,0 1 0 0 0,-1 0 0 0 0,2-2 0 0 0,0 0 0 0 0,0 1 0 0 0,1-2 0 0 0,0 0 0 0 0,-1 0 0 0 0,0 2 0 0 0,0 0 0 0 0,0-2 0 0 0,0 1 0 0 0,0 0 0 0 0,0 1 0 0 0,-1 0 0 0 0,-1 1 0 0 0,1 0 0 0 0,-1 0 0 0 0,0 0 0 0 0,0 0 0 0 0,0 1 0 0 0,-1-1 0 0 0,1 0 0 0 0,0 0 0 0 0,2-1 0 0 0,0-1 0 0 0,0 0 0 0 0,-1 1 0 0 0,1 0 0 0 0,-2 0 0 0 0,1 1 0 0 0,-1 0 0 0 0,1-1 0 0 0,1-1 0 0 0,0 0 0 0 0,0 1 0 0 0,-1 0 0 0 0,1-1 0 0 0,1 0 0 0 0,-1 0 0 0 0,-1 0 0 0 0,0 2 0 0 0,0-1 0 0 0,-1 1 0 0 0,0 0 0 0 0,0 0 0 0 0,0 1 0 0 0,0-1 0 0 0,0 0 0 0 0,0 0 0 0 0,0 1 0 0 0,0-1 0 0 0,0 0 0 0 0,0 0 0 0 0,0 0 0 0 0,0 0 0 0 0,0 1 0 0 0,0-1 0 0 0,0 0 0 0 0,0 0 0 0 0,1-1 0 0 0,1-1 0 0 0,0 0 0 0 0,0 1 0 0 0,-1 0 0 0 0,0 0 0 0 0,-1 1 0 0 0,0 0 0 0 0,2-1 0 0 0,0-1 0 0 0,0 0 0 0 0,-1 1 0 0 0,0 0 0 0 0,0 0 0 0 0,-1 1 0 0 0,1 0 0 0 0,-1 0 0 0 0,-2-1 0 0 0,0-1 0 0 0,-2-1 0 0 0,-1-2 0 0 0,0 0 0 0 0,0 1 0 0 0,2 1 0 0 0,1 1 0 0 0,1 1 0 0 0,-1 0 0 0 0,0-1 0 0 0,0 0 0 0 0,1 1 0 0 0,0 0 0 0 0,0 1 0 0 0,1 0 0 0 0,0 0 0 0 0,0 0 0 0 0,0 0 0 0 0,0 0 0 0 0,0 1 0 0 0,0-1 0 0 0,0 0 0 0 0,0 0 0 0 0,0 1 0 0 0,0-1 0 0 0,0 0 0 0 0,0 0 0 0 0,0 0 0 0 0,-1-1 0 0 0,-1-1 0 0 0,0 0 0 0 0,-1-1 0 0 0,-1 0 0 0 0,2 1 0 0 0,-2-2 0 0 0,1 1 0 0 0,0 1 0 0 0,0-2 0 0 0,-1 1 0 0 0,2 1 0 0 0,-2-1 0 0 0,1 0 0 0 0,1 0 0 0 0,-2 0 0 0 0,1 0 0 0 0,1 0 0 0 0,0 2 0 0 0,-1-2 0 0 0,0 1 0 0 0,1 0 0 0 0,1 0 0 0 0,-2 0 0 0 0,0-1 0 0 0,1 1 0 0 0,-1-1 0 0 0,0 0 0 0 0,0 1 0 0 0,0-1 0 0 0,0 0 0 0 0,0 0 0 0 0,0 0 0 0 0,-1 0 0 0 0,0-1 0 0 0,0 0 0 0 0,0 0 0 0 0,-1 0 0 0 0,0-1 0 0 0,1 1 0 0 0,-1-1 0 0 0,-1-1 0 0 0,1 1 0 0 0,-1-1 0 0 0,1 2 0 0 0,0-2 0 0 0,0 2 0 0 0,0-1 0 0 0,-1-1 0 0 0,1 1 0 0 0,-1 0 0 0 0,1-2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11392 11794 16383 0 0,'1'0'0'0'0,"1"1"0"0"0,2 1 0 0 0,0 2 0 0 0,-1 1 0 0 0,-1 2 0 0 0,-1 1 0 0 0,2-1 0 0 0,-1 0 0 0 0,0 0 0 0 0,0 1 0 0 0,-1 1 0 0 0,-1-1 0 0 0,2 0 0 0 0,0-1 0 0 0,0 0 0 0 0,0 1 0 0 0,-1 0 0 0 0,1 0 0 0 0,0 1 0 0 0,0 0 0 0 0,0 0 0 0 0,-1 1 0 0 0,0-1 0 0 0,1 0 0 0 0,0 0 0 0 0,0 1 0 0 0,-1-1 0 0 0,0 0 0 0 0,1-1 0 0 0,1-1 0 0 0,-1 0 0 0 0,1-1 0 0 0,0 0 0 0 0,0 0 0 0 0,-1 2 0 0 0,-1 0 0 0 0,-1 0 0 0 0,1 1 0 0 0,-1 0 0 0 0,0 0 0 0 0,0 1 0 0 0,-1-1 0 0 0,1 0 0 0 0,0 0 0 0 0,0 1 0 0 0,2-3 0 0 0,0 0 0 0 0,0 1 0 0 0,-1-1 0 0 0,0 1 0 0 0,0 1 0 0 0,1-2 0 0 0,0 0 0 0 0,0 0 0 0 0,0 1 0 0 0,-1 0 0 0 0,-1 0 0 0 0,1 1 0 0 0,-1 0 0 0 0,0 1 0 0 0,1-3 0 0 0,1 1 0 0 0,0-1 0 0 0,0 0 0 0 0,-1 2 0 0 0,0-1 0 0 0,-1 1 0 0 0,0 0 0 0 0,0 0 0 0 0,0 0 0 0 0,0 1 0 0 0,0-1 0 0 0,0 0 0 0 0,0 0 0 0 0,0 0 0 0 0,0 1 0 0 0,0-1 0 0 0,0 0 0 0 0,-2-1 0 0 0,0-1 0 0 0,0 0 0 0 0,0 1 0 0 0,1 0 0 0 0,-1-2 0 0 0,0 1 0 0 0,-1 0 0 0 0,2 1 0 0 0,-2-2 0 0 0,1 1 0 0 0,-1 0 0 0 0,2 0 0 0 0,-1 1 0 0 0,2 1 0 0 0,0 0 0 0 0,0 0 0 0 0,0 0 0 0 0,0 0 0 0 0,0 1 0 0 0,2-1 0 0 0,0 0 0 0 0,0 1 0 0 0,-1-1 0 0 0,0 0 0 0 0,0 0 0 0 0,0 0 0 0 0,-1 0 0 0 0,0 1 0 0 0,0-1 0 0 0,0 0 0 0 0,-1 0 0 0 0,1 0 0 0 0,0 0 0 0 0,0 1 0 0 0,0-1 0 0 0,0-3 0 0 0,0-4 0 0 0,0-4 0 0 0,2-2 0 0 0,0-1 0 0 0,0-2 0 0 0,-1-1 0 0 0,1-1 0 0 0,-2 0 0 0 0,1-1 0 0 0,-1 1 0 0 0,1 1 0 0 0,1 0 0 0 0,0 1 0 0 0,0-1 0 0 0,-1 0 0 0 0,1 1 0 0 0,1 0 0 0 0,-1 0 0 0 0,-1 0 0 0 0,0-1 0 0 0,0-1 0 0 0,-1 0 0 0 0,0 0 0 0 0,0 0 0 0 0,0 0 0 0 0,0-1 0 0 0,0 1 0 0 0,0 0 0 0 0,0 0 0 0 0,1 1 0 0 0,1 1 0 0 0,0 0 0 0 0,0-1 0 0 0,-1 0 0 0 0,0 0 0 0 0,1 0 0 0 0,0 2 0 0 0,0-2 0 0 0,0 1 0 0 0,-1-1 0 0 0,-1-1 0 0 0,-1 2 0 0 0,-1 0 0 0 0,0-1 0 0 0,-1 2 0 0 0,-1 0 0 0 0,2 0 0 0 0,-2 0 0 0 0,1 0 0 0 0,0 0 0 0 0,-1 0 0 0 0,1 0 0 0 0,1-1 0 0 0,0 0 0 0 0,1-1 0 0 0,0-1 0 0 0,-1 0 0 0 0,0 0 0 0 0,0 0 0 0 0,1 0 0 0 0,0-1 0 0 0,-1 3 0 0 0,-1-1 0 0 0,1 1 0 0 0,1 0 0 0 0,0-1 0 0 0,0-1 0 0 0,1 0 0 0 0,-2 2 0 0 0,0 0 0 0 0,0-1 0 0 0,1 1 0 0 0,-2 0 0 0 0,0 1 0 0 0,1-1 0 0 0,0-1 0 0 0,0 2 0 0 0,-1-1 0 0 0,1 1 0 0 0,0-2 0 0 0,-1 2 0 0 0,1-1 0 0 0,-1 0 0 0 0,2 0 0 0 0,0-2 0 0 0,0 1 0 0 0,-1 0 0 0 0,0 1 0 0 0,0 0 0 0 0,1-1 0 0 0,-2 0 0 0 0,1 0 0 0 0,-1-1 0 0 0,2 0 0 0 0,-1 0 0 0 0,0 1 0 0 0,0 1 0 0 0,0-1 0 0 0,0 1 0 0 0,1-1 0 0 0,-1 1 0 0 0,0 0 0 0 0,0 0 0 0 0,0-1 0 0 0,1 0 0 0 0,-1 1 0 0 0,0 0 0 0 0,0 0 0 0 0,0 0 0 0 0,1-1 0 0 0,0-1 0 0 0,0 2 0 0 0,-2 0 0 0 0,1-1 0 0 0,1 1 0 0 0,0-1 0 0 0,-1 1 0 0 0,-1 0 0 0 0,1 0 0 0 0,-1 1 0 0 0,0 0 0 0 0,0-1 0 0 0,0 1 0 0 0,0 0 0 0 0,0 0 0 0 0,0 0 0 0 0,-1 0 0 0 0,2 0 0 0 0,-2 0 0 0 0,1 0 0 0 0,1-1 0 0 0,-2 2 0 0 0,1-1 0 0 0,-1 1 0 0 0,0-1 0 0 0,1 0 0 0 0,-1 1 0 0 0,1-1 0 0 0,0 3 0 0 0,1 3 0 0 0,3 1 0 0 0,0 3 0 0 0,2 0 0 0 0,1 1 0 0 0,-1 2 0 0 0,1-1 0 0 0,0 0 0 0 0,-1 1 0 0 0,1-1 0 0 0,-1 0 0 0 0,0 1 0 0 0,0-1 0 0 0,0 0 0 0 0,0 0 0 0 0,0 0 0 0 0,0 0 0 0 0,0 1 0 0 0,0-2 0 0 0,0 1 0 0 0,0 1 0 0 0,0-1 0 0 0,1 0 0 0 0,-2 0 0 0 0,0 2 0 0 0,1-2 0 0 0,-1 1 0 0 0,1 0 0 0 0,-2 0 0 0 0,2 0 0 0 0,-1-1 0 0 0,1 1 0 0 0,-2 1 0 0 0,0 0 0 0 0,1-1 0 0 0,1 0 0 0 0,-1 0 0 0 0,-1 1 0 0 0,2-2 0 0 0,0 1 0 0 0,-1 0 0 0 0,0 0 0 0 0,0 1 0 0 0,1 1 0 0 0,-1 0 0 0 0,0 0 0 0 0,0 0 0 0 0,1 0 0 0 0,-1 1 0 0 0,0-1 0 0 0,-1 0 0 0 0,1-1 0 0 0,1-1 0 0 0,-1 0 0 0 0,-1 1 0 0 0,0 0 0 0 0,0 0 0 0 0,-1 1 0 0 0,0 0 0 0 0,0 0 0 0 0,0 0 0 0 0,0 1 0 0 0,0-1 0 0 0,0 0 0 0 0,0 0 0 0 0,0 1 0 0 0,0-1 0 0 0,0 0 0 0 0,-2-1 0 0 0,0-1 0 0 0,0 0 0 0 0,0 0 0 0 0,1 2 0 0 0,-1-3 0 0 0,0 1 0 0 0,-1 0 0 0 0,2 1 0 0 0,-2-2 0 0 0,0 1 0 0 0,1 0 0 0 0,1 0 0 0 0,-1 1 0 0 0,2 1 0 0 0,0 0 0 0 0,0 0 0 0 0,0 0 0 0 0,0 0 0 0 0,0 1 0 0 0,0-1 0 0 0,0 0 0 0 0,0 0 0 0 0,0 1 0 0 0,0-1 0 0 0,0 0 0 0 0,0 0 0 0 0,0 0 0 0 0,0 1 0 0 0,0-1 0 0 0,0 0 0 0 0,0 0 0 0 0,0 0 0 0 0,0 0 0 0 0,0 1 0 0 0,0-1 0 0 0,0 0 0 0 0,0 0 0 0 0,0 0 0 0 0,0 1 0 0 0,0-1 0 0 0,0 0 0 0 0,0 0 0 0 0,-2-1 0 0 0,0-1 0 0 0,0 0 0 0 0,1 1 0 0 0,0 0 0 0 0,-2-2 0 0 0,1 1 0 0 0,0 0 0 0 0,0 1 0 0 0,1 0 0 0 0,1 0 0 0 0,-2 0 0 0 0,0-1 0 0 0,0 0 0 0 0,0 1 0 0 0,1 0 0 0 0,0 0 0 0 0,1 1 0 0 0,0 0 0 0 0,0 1 0 0 0,0-1 0 0 0,0 0 0 0 0,0 0 0 0 0,-1-1 0 0 0,-1-1 0 0 0,0 0 0 0 0,0 1 0 0 0,1 0 0 0 0,-1-1 0 0 0,-1 0 0 0 0,1 0 0 0 0,1 0 0 0 0,0 1 0 0 0,-2 1 0 0 0,1 0 0 0 0,0 0 0 0 0,1 0 0 0 0,-1 1 0 0 0,2-1 0 0 0,-2-2 0 0 0,0 1 0 0 0,0-1 0 0 0,0 1 0 0 0,1 0 0 0 0,-1-2 0 0 0,0 1 0 0 0,0 0 0 0 0,0 1 0 0 0,1 0 0 0 0,1 0 0 0 0,-2 0 0 0 0,0-1 0 0 0,0 0 0 0 0,0 1 0 0 0,-1-2 0 0 0,1 1 0 0 0,0 0 0 0 0,0 0 0 0 0,1 1 0 0 0,0-1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11821 12819 16383 0 0,'0'-2'0'0'0,"0"-2"0"0"0,0-1 0 0 0,0-2 0 0 0,0-2 0 0 0,-2 2 0 0 0,0-1 0 0 0,0 1 0 0 0,1-1 0 0 0,-1-1 0 0 0,2 1 0 0 0,-1-1 0 0 0,1 0 0 0 0,0-1 0 0 0,0 1 0 0 0,0 0 0 0 0,0 0 0 0 0,1-1 0 0 0,-1 1 0 0 0,-2 2 0 0 0,0-1 0 0 0,0 1 0 0 0,0 0 0 0 0,1-1 0 0 0,-1 1 0 0 0,0 0 0 0 0,-1 0 0 0 0,2-1 0 0 0,0 0 0 0 0,0 0 0 0 0,-1 0 0 0 0,0 1 0 0 0,0 0 0 0 0,1-1 0 0 0,0 0 0 0 0,-1 1 0 0 0,-1 1 0 0 0,1-2 0 0 0,1 1 0 0 0,-1 0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11637 14579 16383 0 0,'0'1'0'0'0,"0"3"0"0"0,0 1 0 0 0,-1 1 0 0 0,-1 0 0 0 0,0 1 0 0 0,0 1 0 0 0,1 1 0 0 0,-1-2 0 0 0,-1 0 0 0 0,1 0 0 0 0,1 1 0 0 0,0 0 0 0 0,-2 1 0 0 0,1 0 0 0 0,0 0 0 0 0,0 0 0 0 0,1 0 0 0 0,-1-1 0 0 0,0-1 0 0 0,0 0 0 0 0,0 1 0 0 0,0-1 0 0 0,-1-1 0 0 0,1 1 0 0 0,0-1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4:33:41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24575,'2'0'0,"-1"1"0,1-1 0,0 1 0,-1 0 0,1-1 0,0 1 0,-1 0 0,1 0 0,-1 0 0,1 0 0,-1 0 0,1 0 0,-1 1 0,0-1 0,0 0 0,1 1 0,-1-1 0,0 1 0,1 1 0,20 39 0,-15-26 0,8 17 0,-2 0 0,-1 1 0,-2 1 0,11 61 0,-7-29 0,-5-34 0,-2 1 0,-2 1 0,2 48 0,-20 95 0,14-117 0,-3 63 0,-18 81 0,16-180 0,-2 0 0,0 0 0,-2-1 0,-1-1 0,-13 28 0,7-16 0,12-28 0,-3 9 0,-1-1 0,-1 1 0,0-1 0,-19 26 0,125-132 0,-106 113 0,7-16 0,-1 1 0,0-1 0,0 0 0,-1 0 0,-6 11 0,41-83 0,-18 39 0,-1 0 0,-2-1 0,15-57 0,-19 52 0,-2 1 0,3-45 0,-6 42 0,-2 34 0,6-60 0,-5-121 0,-7 146 0,-1 0 0,-15-44 0,-2-13 0,-35-193 0,57 267 0,-2-1 0,0 1 0,-1 0 0,-1 0 0,0 1 0,-2-1 0,-13-24 0,18 39 0,1 0 0,-1-1 0,1 0 0,0 0 0,1 0 0,-1 1 0,-1-10 0,3 14 0,0-1 0,0 1 0,0 0 0,0-1 0,0 1 0,0-1 0,0 1 0,0 0 0,0-1 0,0 1 0,0-1 0,0 1 0,0 0 0,0-1 0,1 1 0,-1-1 0,0 1 0,0 0 0,0-1 0,1 1 0,-1 0 0,0 0 0,0-1 0,1 1 0,-1 0 0,0-1 0,1 1 0,-1 0 0,0 0 0,1 0 0,-1-1 0,0 1 0,1 0 0,0 0 0,1 0 0,0 0 0,0 0 0,0 1 0,0-1 0,0 1 0,-1-1 0,1 1 0,0 0 0,0 0 0,0 0 0,-1 0 0,3 1 0,2 1 0,0 0 0,-1 1 0,1-1 0,-1 1 0,0 0 0,0 1 0,0-1 0,-1 1 0,1 0 0,-1 0 0,-1 0 0,1 0 0,0 1 0,4 11 0,17 45 0,25 99 0,-38-106 0,-1 0 0,4 86 0,-11 114 0,-4-188 0,2-27 0,-1-32 0,0 0 0,-1 0 0,0 0 0,0 0 0,-1 0 0,0 0 0,0 0 0,-4 10 0,-1 5 0,0 0 0,-3 37 0,7-46 0,-4-78 0,6-405 0,-4 443 0,2 28 0,1 14 0,2 51 0,-2 99 0,-6-88 0,-30 131 0,21-123 0,13-59 0,-2 0 0,-15 46 0,-40 56-1365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4:33:41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24575,'2'1'0,"1"-1"0,0 1 0,0 0 0,0 0 0,0 0 0,-1 0 0,1 1 0,-1-1 0,1 1 0,-1 0 0,1 0 0,-1 0 0,0 0 0,0 0 0,0 0 0,0 0 0,0 1 0,0-1 0,-1 1 0,2 2 0,30 62 0,-28-55 0,4 9 0,-1 1 0,-1 1 0,0 0 0,-2 0 0,3 32 0,7 66 0,-7-60 0,2 75 0,-8-47 0,-4 93 0,-19-63 0,2-19 0,14-73 0,-2 1 0,-1-1 0,-16 39 0,-22 26-1365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4:33:41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0 24575,'-3'4'0,"-1"0"0,1 0 0,0 0 0,1 0 0,-1 0 0,1 1 0,0 0 0,0-1 0,-2 6 0,1-3 0,-19 39 0,-23 73 0,35-88 0,1 0 0,2 1 0,1 0 0,2 1 0,-1 38 0,4-58 0,0 0 0,-1 0 0,-8 25 0,-3 24 0,-6 163 0,19-200 0,1 0 0,1 0 0,1 0 0,8 27 0,5 41 0,-12-54 0,3 0 0,1-1 0,2-1 0,1 1 0,31 66 0,-36-91 0,-3-3 0,1-2 0,0 1 0,1 0 0,0-1 0,0 0 0,1 0 0,-1 0 0,2-1 0,-1 0 0,1 0 0,11 8 0,-14-12-1365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12965 14102 16383 0 0,'1'0'0'0'0,"3"0"0"0"0,1 0 0 0 0,1 2 0 0 0,0 0 0 0 0,0 1 0 0 0,0 1 0 0 0,-2 1 0 0 0,2-1 0 0 0,-2 1 0 0 0,1 0 0 0 0,-1 0 0 0 0,0 1 0 0 0,-1-1 0 0 0,1 1 0 0 0,-2 1 0 0 0,2-1 0 0 0,-1 0 0 0 0,-1 0 0 0 0,1 0 0 0 0,1 0 0 0 0,-2 1 0 0 0,2-1 0 0 0,-1 0 0 0 0,-1 0 0 0 0,0 1 0 0 0,1 0 0 0 0,0-1 0 0 0,-1 1 0 0 0,-1 1 0 0 0,2-1 0 0 0,0-1 0 0 0,-1 1 0 0 0,-1 1 0 0 0,2-2 0 0 0,0 1 0 0 0,-1 0 0 0 0,1-1 0 0 0,0 0 0 0 0,0 0 0 0 0,0 0 0 0 0,1 0 0 0 0,-2 0 0 0 0,0 2 0 0 0,1-2 0 0 0,-1 1 0 0 0,1 0 0 0 0,-2 0 0 0 0,2 0 0 0 0,-1-1 0 0 0,1 1 0 0 0,-2 1 0 0 0,0 0 0 0 0,0 1 0 0 0,-1 0 0 0 0,2-2 0 0 0,0 0 0 0 0,0 1 0 0 0,1-2 0 0 0,0 0 0 0 0,-1 0 0 0 0,0 2 0 0 0,0 0 0 0 0,0-2 0 0 0,0 1 0 0 0,0 0 0 0 0,0 1 0 0 0,-1 0 0 0 0,-1 1 0 0 0,1 0 0 0 0,-1 0 0 0 0,0 0 0 0 0,0 0 0 0 0,0 1 0 0 0,-1-1 0 0 0,1 0 0 0 0,0 0 0 0 0,2-1 0 0 0,0-1 0 0 0,0 0 0 0 0,-1 1 0 0 0,1 0 0 0 0,-2 0 0 0 0,1 1 0 0 0,-1 0 0 0 0,1-1 0 0 0,1-1 0 0 0,0 0 0 0 0,0 1 0 0 0,-1 0 0 0 0,1-1 0 0 0,1 0 0 0 0,-1 0 0 0 0,-1 0 0 0 0,0 2 0 0 0,0-1 0 0 0,-1 1 0 0 0,0 0 0 0 0,0 0 0 0 0,0 1 0 0 0,0-1 0 0 0,0 0 0 0 0,0 0 0 0 0,0 1 0 0 0,0-1 0 0 0,0 0 0 0 0,0 0 0 0 0,0 0 0 0 0,0 0 0 0 0,0 1 0 0 0,0-1 0 0 0,0 0 0 0 0,0 0 0 0 0,1-1 0 0 0,1-1 0 0 0,0 0 0 0 0,0 1 0 0 0,-1 0 0 0 0,0 0 0 0 0,-1 1 0 0 0,0 0 0 0 0,2-1 0 0 0,0-1 0 0 0,0 0 0 0 0,-1 1 0 0 0,0 0 0 0 0,0 0 0 0 0,-1 1 0 0 0,1 0 0 0 0,-1 0 0 0 0,-2-1 0 0 0,0-1 0 0 0,-2-1 0 0 0,-1-2 0 0 0,0 0 0 0 0,0 1 0 0 0,2 1 0 0 0,1 1 0 0 0,1 1 0 0 0,-1 0 0 0 0,0-1 0 0 0,0 0 0 0 0,1 1 0 0 0,0 0 0 0 0,0 1 0 0 0,1 0 0 0 0,0 0 0 0 0,0 0 0 0 0,0 0 0 0 0,0 0 0 0 0,0 1 0 0 0,0-1 0 0 0,0 0 0 0 0,0 0 0 0 0,0 1 0 0 0,0-1 0 0 0,0 0 0 0 0,0 0 0 0 0,0 0 0 0 0,-1-1 0 0 0,-1-1 0 0 0,0 0 0 0 0,-1-1 0 0 0,-1 0 0 0 0,2 1 0 0 0,-2-2 0 0 0,1 1 0 0 0,0 1 0 0 0,0-2 0 0 0,-1 1 0 0 0,2 1 0 0 0,-2-1 0 0 0,1 0 0 0 0,1 0 0 0 0,-2 0 0 0 0,1 0 0 0 0,1 0 0 0 0,0 2 0 0 0,-1-2 0 0 0,0 1 0 0 0,1 0 0 0 0,1 0 0 0 0,-2 0 0 0 0,0-1 0 0 0,1 1 0 0 0,-1-1 0 0 0,0 0 0 0 0,0 1 0 0 0,0-1 0 0 0,0 0 0 0 0,0 0 0 0 0,0 0 0 0 0,-1 0 0 0 0,0-1 0 0 0,0 0 0 0 0,0 0 0 0 0,-1 0 0 0 0,0-1 0 0 0,1 1 0 0 0,-1-1 0 0 0,-1-1 0 0 0,1 1 0 0 0,-1-1 0 0 0,1 2 0 0 0,0-2 0 0 0,0 2 0 0 0,0-1 0 0 0,-1-1 0 0 0,1 1 0 0 0,-1 0 0 0 0,1-2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11392 11794 16383 0 0,'1'0'0'0'0,"1"1"0"0"0,2 1 0 0 0,0 2 0 0 0,-1 1 0 0 0,-1 2 0 0 0,-1 1 0 0 0,2-1 0 0 0,-1 0 0 0 0,0 0 0 0 0,0 1 0 0 0,-1 1 0 0 0,-1-1 0 0 0,2 0 0 0 0,0-1 0 0 0,0 0 0 0 0,0 1 0 0 0,-1 0 0 0 0,1 0 0 0 0,0 1 0 0 0,0 0 0 0 0,0 0 0 0 0,-1 1 0 0 0,0-1 0 0 0,1 0 0 0 0,0 0 0 0 0,0 1 0 0 0,-1-1 0 0 0,0 0 0 0 0,1-1 0 0 0,1-1 0 0 0,-1 0 0 0 0,1-1 0 0 0,0 0 0 0 0,0 0 0 0 0,-1 2 0 0 0,-1 0 0 0 0,-1 0 0 0 0,1 1 0 0 0,-1 0 0 0 0,0 0 0 0 0,0 1 0 0 0,-1-1 0 0 0,1 0 0 0 0,0 0 0 0 0,0 1 0 0 0,2-3 0 0 0,0 0 0 0 0,0 1 0 0 0,-1-1 0 0 0,0 1 0 0 0,0 1 0 0 0,1-2 0 0 0,0 0 0 0 0,0 0 0 0 0,0 1 0 0 0,-1 0 0 0 0,-1 0 0 0 0,1 1 0 0 0,-1 0 0 0 0,0 1 0 0 0,1-3 0 0 0,1 1 0 0 0,0-1 0 0 0,0 0 0 0 0,-1 2 0 0 0,0-1 0 0 0,-1 1 0 0 0,0 0 0 0 0,0 0 0 0 0,0 0 0 0 0,0 1 0 0 0,0-1 0 0 0,0 0 0 0 0,0 0 0 0 0,0 0 0 0 0,0 1 0 0 0,0-1 0 0 0,0 0 0 0 0,-2-1 0 0 0,0-1 0 0 0,0 0 0 0 0,0 1 0 0 0,1 0 0 0 0,-1-2 0 0 0,0 1 0 0 0,-1 0 0 0 0,2 1 0 0 0,-2-2 0 0 0,1 1 0 0 0,-1 0 0 0 0,2 0 0 0 0,-1 1 0 0 0,2 1 0 0 0,0 0 0 0 0,0 0 0 0 0,0 0 0 0 0,0 0 0 0 0,0 1 0 0 0,2-1 0 0 0,0 0 0 0 0,0 1 0 0 0,-1-1 0 0 0,0 0 0 0 0,0 0 0 0 0,0 0 0 0 0,-1 0 0 0 0,0 1 0 0 0,0-1 0 0 0,0 0 0 0 0,-1 0 0 0 0,1 0 0 0 0,0 0 0 0 0,0 1 0 0 0,0-1 0 0 0,0-3 0 0 0,0-4 0 0 0,0-4 0 0 0,2-2 0 0 0,0-1 0 0 0,0-2 0 0 0,-1-1 0 0 0,1-1 0 0 0,-2 0 0 0 0,1-1 0 0 0,-1 1 0 0 0,1 1 0 0 0,1 0 0 0 0,0 1 0 0 0,0-1 0 0 0,-1 0 0 0 0,1 1 0 0 0,1 0 0 0 0,-1 0 0 0 0,-1 0 0 0 0,0-1 0 0 0,0-1 0 0 0,-1 0 0 0 0,0 0 0 0 0,0 0 0 0 0,0 0 0 0 0,0-1 0 0 0,0 1 0 0 0,0 0 0 0 0,0 0 0 0 0,1 1 0 0 0,1 1 0 0 0,0 0 0 0 0,0-1 0 0 0,-1 0 0 0 0,0 0 0 0 0,1 0 0 0 0,0 2 0 0 0,0-2 0 0 0,0 1 0 0 0,-1-1 0 0 0,-1-1 0 0 0,-1 2 0 0 0,-1 0 0 0 0,0-1 0 0 0,-1 2 0 0 0,-1 0 0 0 0,2 0 0 0 0,-2 0 0 0 0,1 0 0 0 0,0 0 0 0 0,-1 0 0 0 0,1 0 0 0 0,1-1 0 0 0,0 0 0 0 0,1-1 0 0 0,0-1 0 0 0,-1 0 0 0 0,0 0 0 0 0,0 0 0 0 0,1 0 0 0 0,0-1 0 0 0,-1 3 0 0 0,-1-1 0 0 0,1 1 0 0 0,1 0 0 0 0,0-1 0 0 0,0-1 0 0 0,1 0 0 0 0,-2 2 0 0 0,0 0 0 0 0,0-1 0 0 0,1 1 0 0 0,-2 0 0 0 0,0 1 0 0 0,1-1 0 0 0,0-1 0 0 0,0 2 0 0 0,-1-1 0 0 0,1 1 0 0 0,0-2 0 0 0,-1 2 0 0 0,1-1 0 0 0,-1 0 0 0 0,2 0 0 0 0,0-2 0 0 0,0 1 0 0 0,-1 0 0 0 0,0 1 0 0 0,0 0 0 0 0,1-1 0 0 0,-2 0 0 0 0,1 0 0 0 0,-1-1 0 0 0,2 0 0 0 0,-1 0 0 0 0,0 1 0 0 0,0 1 0 0 0,0-1 0 0 0,0 1 0 0 0,1-1 0 0 0,-1 1 0 0 0,0 0 0 0 0,0 0 0 0 0,0-1 0 0 0,1 0 0 0 0,-1 1 0 0 0,0 0 0 0 0,0 0 0 0 0,0 0 0 0 0,1-1 0 0 0,0-1 0 0 0,0 2 0 0 0,-2 0 0 0 0,1-1 0 0 0,1 1 0 0 0,0-1 0 0 0,-1 1 0 0 0,-1 0 0 0 0,1 0 0 0 0,-1 1 0 0 0,0 0 0 0 0,0-1 0 0 0,0 1 0 0 0,0 0 0 0 0,0 0 0 0 0,0 0 0 0 0,-1 0 0 0 0,2 0 0 0 0,-2 0 0 0 0,1 0 0 0 0,1-1 0 0 0,-2 2 0 0 0,1-1 0 0 0,-1 1 0 0 0,0-1 0 0 0,1 0 0 0 0,-1 1 0 0 0,1-1 0 0 0,0 3 0 0 0,1 3 0 0 0,3 1 0 0 0,0 3 0 0 0,2 0 0 0 0,1 1 0 0 0,-1 2 0 0 0,1-1 0 0 0,0 0 0 0 0,-1 1 0 0 0,1-1 0 0 0,-1 0 0 0 0,0 1 0 0 0,0-1 0 0 0,0 0 0 0 0,0 0 0 0 0,0 0 0 0 0,0 0 0 0 0,0 1 0 0 0,0-2 0 0 0,0 1 0 0 0,0 1 0 0 0,0-1 0 0 0,1 0 0 0 0,-2 0 0 0 0,0 2 0 0 0,1-2 0 0 0,-1 1 0 0 0,1 0 0 0 0,-2 0 0 0 0,2 0 0 0 0,-1-1 0 0 0,1 1 0 0 0,-2 1 0 0 0,0 0 0 0 0,1-1 0 0 0,1 0 0 0 0,-1 0 0 0 0,-1 1 0 0 0,2-2 0 0 0,0 1 0 0 0,-1 0 0 0 0,0 0 0 0 0,0 1 0 0 0,1 1 0 0 0,-1 0 0 0 0,0 0 0 0 0,0 0 0 0 0,1 0 0 0 0,-1 1 0 0 0,0-1 0 0 0,-1 0 0 0 0,1-1 0 0 0,1-1 0 0 0,-1 0 0 0 0,-1 1 0 0 0,0 0 0 0 0,0 0 0 0 0,-1 1 0 0 0,0 0 0 0 0,0 0 0 0 0,0 0 0 0 0,0 1 0 0 0,0-1 0 0 0,0 0 0 0 0,0 0 0 0 0,0 1 0 0 0,0-1 0 0 0,0 0 0 0 0,-2-1 0 0 0,0-1 0 0 0,0 0 0 0 0,0 0 0 0 0,1 2 0 0 0,-1-3 0 0 0,0 1 0 0 0,-1 0 0 0 0,2 1 0 0 0,-2-2 0 0 0,0 1 0 0 0,1 0 0 0 0,1 0 0 0 0,-1 1 0 0 0,2 1 0 0 0,0 0 0 0 0,0 0 0 0 0,0 0 0 0 0,0 0 0 0 0,0 1 0 0 0,0-1 0 0 0,0 0 0 0 0,0 0 0 0 0,0 1 0 0 0,0-1 0 0 0,0 0 0 0 0,0 0 0 0 0,0 0 0 0 0,0 1 0 0 0,0-1 0 0 0,0 0 0 0 0,0 0 0 0 0,0 0 0 0 0,0 0 0 0 0,0 1 0 0 0,0-1 0 0 0,0 0 0 0 0,0 0 0 0 0,0 0 0 0 0,0 1 0 0 0,0-1 0 0 0,0 0 0 0 0,0 0 0 0 0,-2-1 0 0 0,0-1 0 0 0,0 0 0 0 0,1 1 0 0 0,0 0 0 0 0,-2-2 0 0 0,1 1 0 0 0,0 0 0 0 0,0 1 0 0 0,1 0 0 0 0,1 0 0 0 0,-2 0 0 0 0,0-1 0 0 0,0 0 0 0 0,0 1 0 0 0,1 0 0 0 0,0 0 0 0 0,1 1 0 0 0,0 0 0 0 0,0 1 0 0 0,0-1 0 0 0,0 0 0 0 0,0 0 0 0 0,-1-1 0 0 0,-1-1 0 0 0,0 0 0 0 0,0 1 0 0 0,1 0 0 0 0,-1-1 0 0 0,-1 0 0 0 0,1 0 0 0 0,1 0 0 0 0,0 1 0 0 0,-2 1 0 0 0,1 0 0 0 0,0 0 0 0 0,1 0 0 0 0,-1 1 0 0 0,2-1 0 0 0,-2-2 0 0 0,0 1 0 0 0,0-1 0 0 0,0 1 0 0 0,1 0 0 0 0,-1-2 0 0 0,0 1 0 0 0,0 0 0 0 0,0 1 0 0 0,1 0 0 0 0,1 0 0 0 0,-2 0 0 0 0,0-1 0 0 0,0 0 0 0 0,0 1 0 0 0,-1-2 0 0 0,1 1 0 0 0,0 0 0 0 0,0 0 0 0 0,1 1 0 0 0,0-1 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11821 12819 16383 0 0,'0'-2'0'0'0,"0"-2"0"0"0,0-1 0 0 0,0-2 0 0 0,0-2 0 0 0,-2 2 0 0 0,0-1 0 0 0,0 1 0 0 0,1-1 0 0 0,-1-1 0 0 0,2 1 0 0 0,-1-1 0 0 0,1 0 0 0 0,0-1 0 0 0,0 1 0 0 0,0 0 0 0 0,0 0 0 0 0,1-1 0 0 0,-1 1 0 0 0,-2 2 0 0 0,0-1 0 0 0,0 1 0 0 0,0 0 0 0 0,1-1 0 0 0,-1 1 0 0 0,0 0 0 0 0,-1 0 0 0 0,2-1 0 0 0,0 0 0 0 0,0 0 0 0 0,-1 0 0 0 0,0 1 0 0 0,0 0 0 0 0,1-1 0 0 0,0 0 0 0 0,-1 1 0 0 0,-1 1 0 0 0,1-2 0 0 0,1 1 0 0 0,-1 0 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4:33:41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11637 14579 16383 0 0,'0'1'0'0'0,"0"3"0"0"0,0 1 0 0 0,-1 1 0 0 0,-1 0 0 0 0,0 1 0 0 0,0 1 0 0 0,1 1 0 0 0,-1-2 0 0 0,-1 0 0 0 0,1 0 0 0 0,1 1 0 0 0,0 0 0 0 0,-2 1 0 0 0,1 0 0 0 0,0 0 0 0 0,0 0 0 0 0,1 0 0 0 0,-1-1 0 0 0,0-1 0 0 0,0 0 0 0 0,0 1 0 0 0,0-1 0 0 0,-1-1 0 0 0,1 1 0 0 0,0-1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4:33:41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24575,'2'0'0,"-1"1"0,1-1 0,0 1 0,-1 0 0,1-1 0,0 1 0,-1 0 0,1 0 0,-1 0 0,1 0 0,-1 0 0,1 0 0,-1 1 0,0-1 0,0 0 0,1 1 0,-1-1 0,0 1 0,1 1 0,20 39 0,-15-26 0,8 17 0,-2 0 0,-1 1 0,-2 1 0,11 61 0,-7-29 0,-5-34 0,-2 1 0,-2 1 0,2 48 0,-20 95 0,14-117 0,-3 63 0,-18 81 0,16-180 0,-2 0 0,0 0 0,-2-1 0,-1-1 0,-13 28 0,7-16 0,12-28 0,-3 9 0,-1-1 0,-1 1 0,0-1 0,-19 26 0,125-132 0,-106 113 0,7-16 0,-1 1 0,0-1 0,0 0 0,-1 0 0,-6 11 0,41-83 0,-18 39 0,-1 0 0,-2-1 0,15-57 0,-19 52 0,-2 1 0,3-45 0,-6 42 0,-2 34 0,6-60 0,-5-121 0,-7 146 0,-1 0 0,-15-44 0,-2-13 0,-35-193 0,57 267 0,-2-1 0,0 1 0,-1 0 0,-1 0 0,0 1 0,-2-1 0,-13-24 0,18 39 0,1 0 0,-1-1 0,1 0 0,0 0 0,1 0 0,-1 1 0,-1-10 0,3 14 0,0-1 0,0 1 0,0 0 0,0-1 0,0 1 0,0-1 0,0 1 0,0 0 0,0-1 0,0 1 0,0-1 0,0 1 0,0 0 0,0-1 0,1 1 0,-1-1 0,0 1 0,0 0 0,0-1 0,1 1 0,-1 0 0,0 0 0,0-1 0,1 1 0,-1 0 0,0-1 0,1 1 0,-1 0 0,0 0 0,1 0 0,-1-1 0,0 1 0,1 0 0,0 0 0,1 0 0,0 0 0,0 0 0,0 1 0,0-1 0,0 1 0,-1-1 0,1 1 0,0 0 0,0 0 0,0 0 0,-1 0 0,3 1 0,2 1 0,0 0 0,-1 1 0,1-1 0,-1 1 0,0 0 0,0 1 0,0-1 0,-1 1 0,1 0 0,-1 0 0,-1 0 0,1 0 0,0 1 0,4 11 0,17 45 0,25 99 0,-38-106 0,-1 0 0,4 86 0,-11 114 0,-4-188 0,2-27 0,-1-32 0,0 0 0,-1 0 0,0 0 0,0 0 0,-1 0 0,0 0 0,0 0 0,-4 10 0,-1 5 0,0 0 0,-3 37 0,7-46 0,-4-78 0,6-405 0,-4 443 0,2 28 0,1 14 0,2 51 0,-2 99 0,-6-88 0,-30 131 0,21-123 0,13-59 0,-2 0 0,-15 46 0,-40 56-1365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4:33:41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24575,'2'1'0,"1"-1"0,0 1 0,0 0 0,0 0 0,0 0 0,-1 0 0,1 1 0,-1-1 0,1 1 0,-1 0 0,1 0 0,-1 0 0,0 0 0,0 0 0,0 0 0,0 0 0,0 1 0,0-1 0,-1 1 0,2 2 0,30 62 0,-28-55 0,4 9 0,-1 1 0,-1 1 0,0 0 0,-2 0 0,3 32 0,7 66 0,-7-60 0,2 75 0,-8-47 0,-4 93 0,-19-63 0,2-19 0,14-73 0,-2 1 0,-1-1 0,-16 39 0,-22 26-1365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4:33:41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0 24575,'-3'4'0,"-1"0"0,1 0 0,0 0 0,1 0 0,-1 0 0,1 1 0,0 0 0,0-1 0,-2 6 0,1-3 0,-19 39 0,-23 73 0,35-88 0,1 0 0,2 1 0,1 0 0,2 1 0,-1 38 0,4-58 0,0 0 0,-1 0 0,-8 25 0,-3 24 0,-6 163 0,19-200 0,1 0 0,1 0 0,1 0 0,8 27 0,5 41 0,-12-54 0,3 0 0,1-1 0,2-1 0,1 1 0,31 66 0,-36-91 0,-3-3 0,1-2 0,0 1 0,1 0 0,0-1 0,0 0 0,1 0 0,-1 0 0,2-1 0,-1 0 0,1 0 0,11 8 0,-14-12-1365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1T23:46:30.510"/>
    </inkml:context>
    <inkml:brush xml:id="br0">
      <inkml:brushProperty name="width" value="0.1" units="cm"/>
      <inkml:brushProperty name="height" value="0.1" units="cm"/>
      <inkml:brushProperty name="color" value="#202729"/>
    </inkml:brush>
  </inkml:definitions>
  <inkml:trace contextRef="#ctx0" brushRef="#br0">7213 9356 16383 0 0,'-1212'3'0'0'0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1T23:46:30.511"/>
    </inkml:context>
    <inkml:brush xml:id="br0">
      <inkml:brushProperty name="width" value="0.1" units="cm"/>
      <inkml:brushProperty name="height" value="0.1" units="cm"/>
      <inkml:brushProperty name="color" value="#202729"/>
    </inkml:brush>
  </inkml:definitions>
  <inkml:trace contextRef="#ctx0" brushRef="#br0">6001 9398 16383 0 0,'174'122'0'0'0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1T23:46:30.512"/>
    </inkml:context>
    <inkml:brush xml:id="br0">
      <inkml:brushProperty name="width" value="0.1" units="cm"/>
      <inkml:brushProperty name="height" value="0.1" units="cm"/>
      <inkml:brushProperty name="color" value="#202729"/>
    </inkml:brush>
  </inkml:definitions>
  <inkml:trace contextRef="#ctx0" brushRef="#br0">10044 7493 16383 0 0,'-827'28'0'0'0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1T23:46:30.513"/>
    </inkml:context>
    <inkml:brush xml:id="br0">
      <inkml:brushProperty name="width" value="0.1" units="cm"/>
      <inkml:brushProperty name="height" value="0.1" units="cm"/>
      <inkml:brushProperty name="color" value="#202729"/>
    </inkml:brush>
  </inkml:definitions>
  <inkml:trace contextRef="#ctx0" brushRef="#br0">9218 7578 16383 0 0,'252'121'0'0'0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1T23:46:30.514"/>
    </inkml:context>
    <inkml:brush xml:id="br0">
      <inkml:brushProperty name="width" value="0.1" units="cm"/>
      <inkml:brushProperty name="height" value="0.1" units="cm"/>
      <inkml:brushProperty name="color" value="#202729"/>
    </inkml:brush>
  </inkml:definitions>
  <inkml:trace contextRef="#ctx0" brushRef="#br0">9197 7394 16383 0 0,'213'-154'0'0'0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1T23:46:30.515"/>
    </inkml:context>
    <inkml:brush xml:id="br0">
      <inkml:brushProperty name="width" value="0.1" units="cm"/>
      <inkml:brushProperty name="height" value="0.1" units="cm"/>
      <inkml:brushProperty name="color" value="#202729"/>
    </inkml:brush>
  </inkml:definitions>
  <inkml:trace contextRef="#ctx0" brushRef="#br0">5620 9378 16383 0 0,'810'-21'0'0'0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1T23:46:30.516"/>
    </inkml:context>
    <inkml:brush xml:id="br0">
      <inkml:brushProperty name="width" value="0.1" units="cm"/>
      <inkml:brushProperty name="height" value="0.1" units="cm"/>
      <inkml:brushProperty name="color" value="#202729"/>
    </inkml:brush>
  </inkml:definitions>
  <inkml:trace contextRef="#ctx0" brushRef="#br0">7109 9398 16383 0 0,'-200'118'0'0'0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1T23:57:22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61 24575,'-16'-1'0,"0"1"0,0-2 0,0 0 0,0-1 0,0-1 0,1 0 0,-1-1 0,-20-10 0,-19-9-1365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5:40:44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24575,'2'8'0,"0"0"0,1 0 0,-1 0 0,1 0 0,1 0 0,0-1 0,5 10 0,0 0 0,0-3 0,-1 1 0,2-1 0,-1-1 0,2 0 0,0 0 0,1-1 0,0-1 0,17 14 0,-6-11-217,1-1 0,33 15 0,-45-23-497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6:50:48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8625 15558 16383 0 0,'2'0'0'0'0,"2"0"0"0"0,3 0 0 0 0,1 0 0 0 0,2 0 0 0 0,0 0 0 0 0,1 0 0 0 0,0 0 0 0 0,0 0 0 0 0,0 0 0 0 0,0 0 0 0 0,0 0 0 0 0,776 10 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6:50:48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10610 15558 16383 0 0,'-176'87'0'0'0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6:50:48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12965 14102 16383 0 0,'1'0'0'0'0,"3"0"0"0"0,1 0 0 0 0,1 2 0 0 0,0 0 0 0 0,0 1 0 0 0,0 1 0 0 0,-2 1 0 0 0,2-1 0 0 0,-2 1 0 0 0,1 0 0 0 0,-1 0 0 0 0,0 1 0 0 0,-1-1 0 0 0,1 1 0 0 0,-2 1 0 0 0,2-1 0 0 0,-1 0 0 0 0,-1 0 0 0 0,1 0 0 0 0,1 0 0 0 0,-2 1 0 0 0,2-1 0 0 0,-1 0 0 0 0,-1 0 0 0 0,0 1 0 0 0,1 0 0 0 0,0-1 0 0 0,-1 1 0 0 0,-1 1 0 0 0,2-1 0 0 0,0-1 0 0 0,-1 1 0 0 0,-1 1 0 0 0,2-2 0 0 0,0 1 0 0 0,-1 0 0 0 0,1-1 0 0 0,0 0 0 0 0,0 0 0 0 0,0 0 0 0 0,1 0 0 0 0,-2 0 0 0 0,0 2 0 0 0,1-2 0 0 0,-1 1 0 0 0,1 0 0 0 0,-2 0 0 0 0,2 0 0 0 0,-1-1 0 0 0,1 1 0 0 0,-2 1 0 0 0,0 0 0 0 0,0 1 0 0 0,-1 0 0 0 0,2-2 0 0 0,0 0 0 0 0,0 1 0 0 0,1-2 0 0 0,0 0 0 0 0,-1 0 0 0 0,0 2 0 0 0,0 0 0 0 0,0-2 0 0 0,0 1 0 0 0,0 0 0 0 0,0 1 0 0 0,-1 0 0 0 0,-1 1 0 0 0,1 0 0 0 0,-1 0 0 0 0,0 0 0 0 0,0 0 0 0 0,0 1 0 0 0,-1-1 0 0 0,1 0 0 0 0,0 0 0 0 0,2-1 0 0 0,0-1 0 0 0,0 0 0 0 0,-1 1 0 0 0,1 0 0 0 0,-2 0 0 0 0,1 1 0 0 0,-1 0 0 0 0,1-1 0 0 0,1-1 0 0 0,0 0 0 0 0,0 1 0 0 0,-1 0 0 0 0,1-1 0 0 0,1 0 0 0 0,-1 0 0 0 0,-1 0 0 0 0,0 2 0 0 0,0-1 0 0 0,-1 1 0 0 0,0 0 0 0 0,0 0 0 0 0,0 1 0 0 0,0-1 0 0 0,0 0 0 0 0,0 0 0 0 0,0 1 0 0 0,0-1 0 0 0,0 0 0 0 0,0 0 0 0 0,0 0 0 0 0,0 0 0 0 0,0 1 0 0 0,0-1 0 0 0,0 0 0 0 0,0 0 0 0 0,1-1 0 0 0,1-1 0 0 0,0 0 0 0 0,0 1 0 0 0,-1 0 0 0 0,0 0 0 0 0,-1 1 0 0 0,0 0 0 0 0,2-1 0 0 0,0-1 0 0 0,0 0 0 0 0,-1 1 0 0 0,0 0 0 0 0,0 0 0 0 0,-1 1 0 0 0,1 0 0 0 0,-1 0 0 0 0,-2-1 0 0 0,0-1 0 0 0,-2-1 0 0 0,-1-2 0 0 0,0 0 0 0 0,0 1 0 0 0,2 1 0 0 0,1 1 0 0 0,1 1 0 0 0,-1 0 0 0 0,0-1 0 0 0,0 0 0 0 0,1 1 0 0 0,0 0 0 0 0,0 1 0 0 0,1 0 0 0 0,0 0 0 0 0,0 0 0 0 0,0 0 0 0 0,0 0 0 0 0,0 1 0 0 0,0-1 0 0 0,0 0 0 0 0,0 0 0 0 0,0 1 0 0 0,0-1 0 0 0,0 0 0 0 0,0 0 0 0 0,0 0 0 0 0,-1-1 0 0 0,-1-1 0 0 0,0 0 0 0 0,-1-1 0 0 0,-1 0 0 0 0,2 1 0 0 0,-2-2 0 0 0,1 1 0 0 0,0 1 0 0 0,0-2 0 0 0,-1 1 0 0 0,2 1 0 0 0,-2-1 0 0 0,1 0 0 0 0,1 0 0 0 0,-2 0 0 0 0,1 0 0 0 0,1 0 0 0 0,0 2 0 0 0,-1-2 0 0 0,0 1 0 0 0,1 0 0 0 0,1 0 0 0 0,-2 0 0 0 0,0-1 0 0 0,1 1 0 0 0,-1-1 0 0 0,0 0 0 0 0,0 1 0 0 0,0-1 0 0 0,0 0 0 0 0,0 0 0 0 0,0 0 0 0 0,-1 0 0 0 0,0-1 0 0 0,0 0 0 0 0,0 0 0 0 0,-1 0 0 0 0,0-1 0 0 0,1 1 0 0 0,-1-1 0 0 0,-1-1 0 0 0,1 1 0 0 0,-1-1 0 0 0,1 2 0 0 0,0-2 0 0 0,0 2 0 0 0,0-1 0 0 0,-1-1 0 0 0,1 1 0 0 0,-1 0 0 0 0,1-2 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6:50:48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11392 11794 16383 0 0,'1'0'0'0'0,"1"1"0"0"0,2 1 0 0 0,0 2 0 0 0,-1 1 0 0 0,-1 2 0 0 0,-1 1 0 0 0,2-1 0 0 0,-1 0 0 0 0,0 0 0 0 0,0 1 0 0 0,-1 1 0 0 0,-1-1 0 0 0,2 0 0 0 0,0-1 0 0 0,0 0 0 0 0,0 1 0 0 0,-1 0 0 0 0,1 0 0 0 0,0 1 0 0 0,0 0 0 0 0,0 0 0 0 0,-1 1 0 0 0,0-1 0 0 0,1 0 0 0 0,0 0 0 0 0,0 1 0 0 0,-1-1 0 0 0,0 0 0 0 0,1-1 0 0 0,1-1 0 0 0,-1 0 0 0 0,1-1 0 0 0,0 0 0 0 0,0 0 0 0 0,-1 2 0 0 0,-1 0 0 0 0,-1 0 0 0 0,1 1 0 0 0,-1 0 0 0 0,0 0 0 0 0,0 1 0 0 0,-1-1 0 0 0,1 0 0 0 0,0 0 0 0 0,0 1 0 0 0,2-3 0 0 0,0 0 0 0 0,0 1 0 0 0,-1-1 0 0 0,0 1 0 0 0,0 1 0 0 0,1-2 0 0 0,0 0 0 0 0,0 0 0 0 0,0 1 0 0 0,-1 0 0 0 0,-1 0 0 0 0,1 1 0 0 0,-1 0 0 0 0,0 1 0 0 0,1-3 0 0 0,1 1 0 0 0,0-1 0 0 0,0 0 0 0 0,-1 2 0 0 0,0-1 0 0 0,-1 1 0 0 0,0 0 0 0 0,0 0 0 0 0,0 0 0 0 0,0 1 0 0 0,0-1 0 0 0,0 0 0 0 0,0 0 0 0 0,0 0 0 0 0,0 1 0 0 0,0-1 0 0 0,0 0 0 0 0,-2-1 0 0 0,0-1 0 0 0,0 0 0 0 0,0 1 0 0 0,1 0 0 0 0,-1-2 0 0 0,0 1 0 0 0,-1 0 0 0 0,2 1 0 0 0,-2-2 0 0 0,1 1 0 0 0,-1 0 0 0 0,2 0 0 0 0,-1 1 0 0 0,2 1 0 0 0,0 0 0 0 0,0 0 0 0 0,0 0 0 0 0,0 0 0 0 0,0 1 0 0 0,2-1 0 0 0,0 0 0 0 0,0 1 0 0 0,-1-1 0 0 0,0 0 0 0 0,0 0 0 0 0,0 0 0 0 0,-1 0 0 0 0,0 1 0 0 0,0-1 0 0 0,0 0 0 0 0,-1 0 0 0 0,1 0 0 0 0,0 0 0 0 0,0 1 0 0 0,0-1 0 0 0,0-3 0 0 0,0-4 0 0 0,0-4 0 0 0,2-2 0 0 0,0-1 0 0 0,0-2 0 0 0,-1-1 0 0 0,1-1 0 0 0,-2 0 0 0 0,1-1 0 0 0,-1 1 0 0 0,1 1 0 0 0,1 0 0 0 0,0 1 0 0 0,0-1 0 0 0,-1 0 0 0 0,1 1 0 0 0,1 0 0 0 0,-1 0 0 0 0,-1 0 0 0 0,0-1 0 0 0,0-1 0 0 0,-1 0 0 0 0,0 0 0 0 0,0 0 0 0 0,0 0 0 0 0,0-1 0 0 0,0 1 0 0 0,0 0 0 0 0,0 0 0 0 0,1 1 0 0 0,1 1 0 0 0,0 0 0 0 0,0-1 0 0 0,-1 0 0 0 0,0 0 0 0 0,1 0 0 0 0,0 2 0 0 0,0-2 0 0 0,0 1 0 0 0,-1-1 0 0 0,-1-1 0 0 0,-1 2 0 0 0,-1 0 0 0 0,0-1 0 0 0,-1 2 0 0 0,-1 0 0 0 0,2 0 0 0 0,-2 0 0 0 0,1 0 0 0 0,0 0 0 0 0,-1 0 0 0 0,1 0 0 0 0,1-1 0 0 0,0 0 0 0 0,1-1 0 0 0,0-1 0 0 0,-1 0 0 0 0,0 0 0 0 0,0 0 0 0 0,1 0 0 0 0,0-1 0 0 0,-1 3 0 0 0,-1-1 0 0 0,1 1 0 0 0,1 0 0 0 0,0-1 0 0 0,0-1 0 0 0,1 0 0 0 0,-2 2 0 0 0,0 0 0 0 0,0-1 0 0 0,1 1 0 0 0,-2 0 0 0 0,0 1 0 0 0,1-1 0 0 0,0-1 0 0 0,0 2 0 0 0,-1-1 0 0 0,1 1 0 0 0,0-2 0 0 0,-1 2 0 0 0,1-1 0 0 0,-1 0 0 0 0,2 0 0 0 0,0-2 0 0 0,0 1 0 0 0,-1 0 0 0 0,0 1 0 0 0,0 0 0 0 0,1-1 0 0 0,-2 0 0 0 0,1 0 0 0 0,-1-1 0 0 0,2 0 0 0 0,-1 0 0 0 0,0 1 0 0 0,0 1 0 0 0,0-1 0 0 0,0 1 0 0 0,1-1 0 0 0,-1 1 0 0 0,0 0 0 0 0,0 0 0 0 0,0-1 0 0 0,1 0 0 0 0,-1 1 0 0 0,0 0 0 0 0,0 0 0 0 0,0 0 0 0 0,1-1 0 0 0,0-1 0 0 0,0 2 0 0 0,-2 0 0 0 0,1-1 0 0 0,1 1 0 0 0,0-1 0 0 0,-1 1 0 0 0,-1 0 0 0 0,1 0 0 0 0,-1 1 0 0 0,0 0 0 0 0,0-1 0 0 0,0 1 0 0 0,0 0 0 0 0,0 0 0 0 0,0 0 0 0 0,-1 0 0 0 0,2 0 0 0 0,-2 0 0 0 0,1 0 0 0 0,1-1 0 0 0,-2 2 0 0 0,1-1 0 0 0,-1 1 0 0 0,0-1 0 0 0,1 0 0 0 0,-1 1 0 0 0,1-1 0 0 0,0 3 0 0 0,1 3 0 0 0,3 1 0 0 0,0 3 0 0 0,2 0 0 0 0,1 1 0 0 0,-1 2 0 0 0,1-1 0 0 0,0 0 0 0 0,-1 1 0 0 0,1-1 0 0 0,-1 0 0 0 0,0 1 0 0 0,0-1 0 0 0,0 0 0 0 0,0 0 0 0 0,0 0 0 0 0,0 0 0 0 0,0 1 0 0 0,0-2 0 0 0,0 1 0 0 0,0 1 0 0 0,0-1 0 0 0,1 0 0 0 0,-2 0 0 0 0,0 2 0 0 0,1-2 0 0 0,-1 1 0 0 0,1 0 0 0 0,-2 0 0 0 0,2 0 0 0 0,-1-1 0 0 0,1 1 0 0 0,-2 1 0 0 0,0 0 0 0 0,1-1 0 0 0,1 0 0 0 0,-1 0 0 0 0,-1 1 0 0 0,2-2 0 0 0,0 1 0 0 0,-1 0 0 0 0,0 0 0 0 0,0 1 0 0 0,1 1 0 0 0,-1 0 0 0 0,0 0 0 0 0,0 0 0 0 0,1 0 0 0 0,-1 1 0 0 0,0-1 0 0 0,-1 0 0 0 0,1-1 0 0 0,1-1 0 0 0,-1 0 0 0 0,-1 1 0 0 0,0 0 0 0 0,0 0 0 0 0,-1 1 0 0 0,0 0 0 0 0,0 0 0 0 0,0 0 0 0 0,0 1 0 0 0,0-1 0 0 0,0 0 0 0 0,0 0 0 0 0,0 1 0 0 0,0-1 0 0 0,0 0 0 0 0,-2-1 0 0 0,0-1 0 0 0,0 0 0 0 0,0 0 0 0 0,1 2 0 0 0,-1-3 0 0 0,0 1 0 0 0,-1 0 0 0 0,2 1 0 0 0,-2-2 0 0 0,0 1 0 0 0,1 0 0 0 0,1 0 0 0 0,-1 1 0 0 0,2 1 0 0 0,0 0 0 0 0,0 0 0 0 0,0 0 0 0 0,0 0 0 0 0,0 1 0 0 0,0-1 0 0 0,0 0 0 0 0,0 0 0 0 0,0 1 0 0 0,0-1 0 0 0,0 0 0 0 0,0 0 0 0 0,0 0 0 0 0,0 1 0 0 0,0-1 0 0 0,0 0 0 0 0,0 0 0 0 0,0 0 0 0 0,0 0 0 0 0,0 1 0 0 0,0-1 0 0 0,0 0 0 0 0,0 0 0 0 0,0 0 0 0 0,0 1 0 0 0,0-1 0 0 0,0 0 0 0 0,0 0 0 0 0,-2-1 0 0 0,0-1 0 0 0,0 0 0 0 0,1 1 0 0 0,0 0 0 0 0,-2-2 0 0 0,1 1 0 0 0,0 0 0 0 0,0 1 0 0 0,1 0 0 0 0,1 0 0 0 0,-2 0 0 0 0,0-1 0 0 0,0 0 0 0 0,0 1 0 0 0,1 0 0 0 0,0 0 0 0 0,1 1 0 0 0,0 0 0 0 0,0 1 0 0 0,0-1 0 0 0,0 0 0 0 0,0 0 0 0 0,-1-1 0 0 0,-1-1 0 0 0,0 0 0 0 0,0 1 0 0 0,1 0 0 0 0,-1-1 0 0 0,-1 0 0 0 0,1 0 0 0 0,1 0 0 0 0,0 1 0 0 0,-2 1 0 0 0,1 0 0 0 0,0 0 0 0 0,1 0 0 0 0,-1 1 0 0 0,2-1 0 0 0,-2-2 0 0 0,0 1 0 0 0,0-1 0 0 0,0 1 0 0 0,1 0 0 0 0,-1-2 0 0 0,0 1 0 0 0,0 0 0 0 0,0 1 0 0 0,1 0 0 0 0,1 0 0 0 0,-2 0 0 0 0,0-1 0 0 0,0 0 0 0 0,0 1 0 0 0,-1-2 0 0 0,1 1 0 0 0,0 0 0 0 0,0 0 0 0 0,1 1 0 0 0,0-1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6:50:48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11821 12819 16383 0 0,'0'-2'0'0'0,"0"-2"0"0"0,0-1 0 0 0,0-2 0 0 0,0-2 0 0 0,-2 2 0 0 0,0-1 0 0 0,0 1 0 0 0,1-1 0 0 0,-1-1 0 0 0,2 1 0 0 0,-1-1 0 0 0,1 0 0 0 0,0-1 0 0 0,0 1 0 0 0,0 0 0 0 0,0 0 0 0 0,1-1 0 0 0,-1 1 0 0 0,-2 2 0 0 0,0-1 0 0 0,0 1 0 0 0,0 0 0 0 0,1-1 0 0 0,-1 1 0 0 0,0 0 0 0 0,-1 0 0 0 0,2-1 0 0 0,0 0 0 0 0,0 0 0 0 0,-1 0 0 0 0,0 1 0 0 0,0 0 0 0 0,1-1 0 0 0,0 0 0 0 0,-1 1 0 0 0,-1 1 0 0 0,1-2 0 0 0,1 1 0 0 0,-1 0 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6:50:48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11637 14579 16383 0 0,'0'1'0'0'0,"0"3"0"0"0,0 1 0 0 0,-1 1 0 0 0,-1 0 0 0 0,0 1 0 0 0,0 1 0 0 0,1 1 0 0 0,-1-2 0 0 0,-1 0 0 0 0,1 0 0 0 0,1 1 0 0 0,0 0 0 0 0,-2 1 0 0 0,1 0 0 0 0,0 0 0 0 0,0 0 0 0 0,1 0 0 0 0,-1-1 0 0 0,0-1 0 0 0,0 0 0 0 0,0 1 0 0 0,0-1 0 0 0,-1-1 0 0 0,1 1 0 0 0,0-1 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6:50:48.1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12649 16495 16383 0 0,'-292'-7'0'0'0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6:50:48.12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12356 16510 16383 0 0,'84'57'0'0'0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6:50:48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24575,'2'0'0,"-1"1"0,1-1 0,0 1 0,-1 0 0,1-1 0,0 1 0,-1 0 0,1 0 0,-1 0 0,1 0 0,-1 0 0,1 0 0,-1 1 0,0-1 0,0 0 0,1 1 0,-1-1 0,0 1 0,1 1 0,20 39 0,-15-26 0,8 17 0,-2 0 0,-1 1 0,-2 1 0,11 61 0,-7-29 0,-5-34 0,-2 1 0,-2 1 0,2 48 0,-20 95 0,14-117 0,-3 63 0,-18 81 0,16-180 0,-2 0 0,0 0 0,-2-1 0,-1-1 0,-13 28 0,7-16 0,12-28 0,-3 9 0,-1-1 0,-1 1 0,0-1 0,-19 26 0,125-132 0,-106 113 0,7-16 0,-1 1 0,0-1 0,0 0 0,-1 0 0,-6 11 0,41-83 0,-18 39 0,-1 0 0,-2-1 0,15-57 0,-19 52 0,-2 1 0,3-45 0,-6 42 0,-2 34 0,6-60 0,-5-121 0,-7 146 0,-1 0 0,-15-44 0,-2-13 0,-35-193 0,57 267 0,-2-1 0,0 1 0,-1 0 0,-1 0 0,0 1 0,-2-1 0,-13-24 0,18 39 0,1 0 0,-1-1 0,1 0 0,0 0 0,1 0 0,-1 1 0,-1-10 0,3 14 0,0-1 0,0 1 0,0 0 0,0-1 0,0 1 0,0-1 0,0 1 0,0 0 0,0-1 0,0 1 0,0-1 0,0 1 0,0 0 0,0-1 0,1 1 0,-1-1 0,0 1 0,0 0 0,0-1 0,1 1 0,-1 0 0,0 0 0,0-1 0,1 1 0,-1 0 0,0-1 0,1 1 0,-1 0 0,0 0 0,1 0 0,-1-1 0,0 1 0,1 0 0,0 0 0,1 0 0,0 0 0,0 0 0,0 1 0,0-1 0,0 1 0,-1-1 0,1 1 0,0 0 0,0 0 0,0 0 0,-1 0 0,3 1 0,2 1 0,0 0 0,-1 1 0,1-1 0,-1 1 0,0 0 0,0 1 0,0-1 0,-1 1 0,1 0 0,-1 0 0,-1 0 0,1 0 0,0 1 0,4 11 0,17 45 0,25 99 0,-38-106 0,-1 0 0,4 86 0,-11 114 0,-4-188 0,2-27 0,-1-32 0,0 0 0,-1 0 0,0 0 0,0 0 0,-1 0 0,0 0 0,0 0 0,-4 10 0,-1 5 0,0 0 0,-3 37 0,7-46 0,-4-78 0,6-405 0,-4 443 0,2 28 0,1 14 0,2 51 0,-2 99 0,-6-88 0,-30 131 0,21-123 0,13-59 0,-2 0 0,-15 46 0,-40 56-1365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6:50:48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24575,'2'1'0,"1"-1"0,0 1 0,0 0 0,0 0 0,0 0 0,-1 0 0,1 1 0,-1-1 0,1 1 0,-1 0 0,1 0 0,-1 0 0,0 0 0,0 0 0,0 0 0,0 0 0,0 1 0,0-1 0,-1 1 0,2 2 0,30 62 0,-28-55 0,4 9 0,-1 1 0,-1 1 0,0 0 0,-2 0 0,3 32 0,7 66 0,-7-60 0,2 75 0,-8-47 0,-4 93 0,-19-63 0,2-19 0,14-73 0,-2 1 0,-1-1 0,-16 39 0,-22 26-1365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6:50:48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0 24575,'-3'4'0,"-1"0"0,1 0 0,0 0 0,1 0 0,-1 0 0,1 1 0,0 0 0,0-1 0,-2 6 0,1-3 0,-19 39 0,-23 73 0,35-88 0,1 0 0,2 1 0,1 0 0,2 1 0,-1 38 0,4-58 0,0 0 0,-1 0 0,-8 25 0,-3 24 0,-6 163 0,19-200 0,1 0 0,1 0 0,1 0 0,8 27 0,5 41 0,-12-54 0,3 0 0,1-1 0,2-1 0,1 1 0,31 66 0,-36-91 0,-3-3 0,1-2 0,0 1 0,1 0 0,0-1 0,0 0 0,1 0 0,-1 0 0,2-1 0,-1 0 0,1 0 0,11 8 0,-14-12-1365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6:50:48.1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594 617 24575,'0'-14'0,"-1"-1"0,0 1 0,-1-1 0,0 1 0,-1 0 0,-6-17 0,7 23 0,0 0 0,0 0 0,1-1 0,0-8 0,-3-24 0,3 38 0,-12-51 0,-27-74 0,34 110 0,-1 1 0,-1 0 0,0 1 0,-2 0 0,0 0 0,0 1 0,-21-23 0,25 32 0,-1-2 0,-1 1 0,1 0 0,-1 0 0,0 1 0,-1 0 0,-14-7 0,18 11 0,0 0 0,0 0 0,0 1 0,0 0 0,-1 0 0,1 0 0,-1 1 0,1 0 0,0 0 0,-1 0 0,1 0 0,-1 1 0,1 0 0,0 0 0,0 1 0,-1-1 0,1 1 0,0 0 0,0 1 0,1-1 0,-1 1 0,0 0 0,-4 4 0,2 0 0,-1 1 0,1 0 0,1 1 0,0 0 0,0 0 0,-5 11 0,-44 105 0,47-107 0,1 0 0,-8 31 0,2-7 0,10-28 0,-1 1 0,2-1 0,-1 19 0,-7 33 0,3-32 0,-4 43 0,2-9 0,-8 89 0,17-124 0,1-1 0,5 35 0,3 39 0,-8-88 0,1-1 0,1-1 0,0 1 0,10 28 0,7 33 0,-18-71 0,1 1 0,-1-1 0,1 0 0,1 0 0,6 12 0,5 9 0,-5-6 0,0 4 0,2 0 0,24 37 0,-34-60 0,6 8 0,0 1 0,1-2 0,16 16 0,-22-24 0,0 1 0,1 0 0,0-1 0,-1 0 0,1 0 0,0 0 0,0 0 0,0-1 0,0 1 0,0-1 0,1 0 0,-1 0 0,0-1 0,1 1 0,5-1 0,-4-1 0,1 0 0,0 0 0,0-1 0,-1 1 0,1-2 0,-1 1 0,0-1 0,1 0 0,9-6 0,2-3 0,30-26 0,-35 24 0,-1 0 0,-1-1 0,-1 0 0,0-1 0,-1 0 0,0 0 0,8-25 0,-12 29-64,-1-1 0,-1 0 0,3-18-1,-4 14-1043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6:50:48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94 24575,'1'-4'0,"1"1"0,0-1 0,0 1 0,0-1 0,1 1 0,-1 0 0,1 0 0,0 0 0,-1 0 0,2 0 0,-1 1 0,0-1 0,7-3 0,-1 0 0,1-3 0,-7 5 0,0 1 0,0 0 0,1 0 0,-1 1 0,1-1 0,-1 1 0,1 0 0,0 0 0,0 0 0,0 0 0,7-2 0,-10 5 0,0-1 0,0 1 0,0-1 0,0 1 0,0 0 0,0-1 0,-1 1 0,1 0 0,0-1 0,0 1 0,-1 0 0,1 0 0,0 0 0,-1 0 0,1 0 0,-1 0 0,1 0 0,-1 0 0,0 0 0,1 0 0,-1 1 0,10 30 0,-7-20 0,5 23 0,-7-28 0,0 0 0,1-1 0,0 1 0,0 0 0,0-1 0,7 12 0,-8-17-85,0 0 0,0 0-1,0 0 1,1 0 0,-1 0-1,0 0 1,1-1 0,-1 1-1,0 0 1,1-1 0,-1 1-1,1-1 1,-1 1 0,1-1-1,2 0 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6:50:48.131"/>
    </inkml:context>
    <inkml:brush xml:id="br0">
      <inkml:brushProperty name="width" value="0.05" units="cm"/>
      <inkml:brushProperty name="height" value="0.05" units="cm"/>
      <inkml:brushProperty name="color" value="#7030A0"/>
    </inkml:brush>
  </inkml:definitions>
  <inkml:trace contextRef="#ctx0" brushRef="#br0">0 617 24575,'0'-14'0,"1"-1"0,0 1 0,1-1 0,0 1 0,1 0 0,6-17 0,-7 23 0,0 0 0,0 0 0,-1-1 0,0-8 0,3-24 0,-3 38 0,12-51 0,27-74 0,-34 110 0,1 1 0,1 0 0,0 1 0,2 0 0,0 0 0,0 1 0,21-23 0,-25 32 0,1-2 0,1 1 0,-1 0 0,1 0 0,0 1 0,1 0 0,14-7 0,-18 11 0,0 0 0,0 0 0,0 1 0,0 0 0,1 0 0,-1 0 0,1 1 0,-1 0 0,0 0 0,1 0 0,-1 0 0,1 1 0,-1 0 0,0 0 0,0 1 0,1-1 0,-1 1 0,0 0 0,0 1 0,-1-1 0,1 1 0,0 0 0,4 4 0,-2 0 0,1 1 0,-1 0 0,-1 1 0,0 0 0,0 0 0,5 11 0,44 105 0,-47-107 0,-1 0 0,8 31 0,-2-7 0,-10-28 0,1 1 0,-2-1 0,1 19 0,7 33 0,-3-32 0,4 43 0,-2-9 0,8 89 0,-17-124 0,-1-1 0,-5 35 0,-3 39 0,8-88 0,-1-1 0,-1-1 0,0 1 0,-10 28 0,-7 33 0,18-71 0,-1 1 0,1-1 0,-1 0 0,-1 0 0,-6 12 0,-5 9 0,5-6 0,0 4 0,-2 0 0,-24 37 0,34-60 0,-6 8 0,0 1 0,-1-2 0,-16 16 0,22-24 0,0 1 0,-1 0 0,0-1 0,1 0 0,-1 0 0,0 0 0,0 0 0,0-1 0,0 1 0,0-1 0,-1 0 0,1 0 0,0-1 0,-1 1 0,-5-1 0,4-1 0,-1 0 0,0 0 0,0-1 0,1 1 0,-1-2 0,1 1 0,0-1 0,-1 0 0,-9-6 0,-2-3 0,-30-26 0,35 24 0,1 0 0,1-1 0,1 0 0,0-1 0,1 0 0,0 0 0,-8-25 0,12 29-64,1-1 0,1 0 0,-3-18-1,4 14-1043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6:50:48.132"/>
    </inkml:context>
    <inkml:brush xml:id="br0">
      <inkml:brushProperty name="width" value="0.05" units="cm"/>
      <inkml:brushProperty name="height" value="0.05" units="cm"/>
      <inkml:brushProperty name="color" value="#7030A0"/>
    </inkml:brush>
  </inkml:definitions>
  <inkml:trace contextRef="#ctx0" brushRef="#br0">190 94 24575,'-1'-4'0,"-1"1"0,0-1 0,0 1 0,0-1 0,-1 1 0,1 0 0,-1 0 0,0 0 0,1 0 0,-2 0 0,1 1 0,0-1 0,-7-3 0,1 0 0,-1-3 0,7 5 0,0 1 0,0 0 0,-1 0 0,1 1 0,-1-1 0,1 1 0,-1 0 0,0 0 0,0 0 0,0 0 0,-7-2 0,10 5 0,0-1 0,0 1 0,0-1 0,0 1 0,0 0 0,0-1 0,1 1 0,-1 0 0,0-1 0,0 1 0,1 0 0,-1 0 0,0 0 0,1 0 0,-1 0 0,1 0 0,-1 0 0,1 0 0,0 0 0,-1 0 0,1 1 0,-10 30 0,7-20 0,-5 23 0,7-28 0,0 0 0,-1-1 0,0 1 0,0 0 0,0-1 0,-7 12 0,8-17-85,0 0 0,0 0-1,0 0 1,-1 0 0,1 0-1,0 0 1,-1-1 0,1 1-1,0 0 1,-1-1 0,1 1-1,-1-1 1,1 1 0,-1-1-1,-2 0 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6:50:48.133"/>
    </inkml:context>
    <inkml:brush xml:id="br0">
      <inkml:brushProperty name="width" value="0.05292" units="cm"/>
      <inkml:brushProperty name="height" value="0.05292" units="cm"/>
      <inkml:brushProperty name="color" value="#5B2D90"/>
    </inkml:brush>
  </inkml:definitions>
  <inkml:trace contextRef="#ctx0" brushRef="#br0">4498 11185 16383 0 0,'2129'-14'0'0'0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6:50:48.134"/>
    </inkml:context>
    <inkml:brush xml:id="br0">
      <inkml:brushProperty name="width" value="0.05292" units="cm"/>
      <inkml:brushProperty name="height" value="0.05292" units="cm"/>
      <inkml:brushProperty name="color" value="#5B2D90"/>
    </inkml:brush>
  </inkml:definitions>
  <inkml:trace contextRef="#ctx0" brushRef="#br0">8412 11176 16383 0 0,'-209'113'0'0'0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6:50:48.135"/>
    </inkml:context>
    <inkml:brush xml:id="br0">
      <inkml:brushProperty name="width" value="0.05" units="cm"/>
      <inkml:brushProperty name="height" value="0.05" units="cm"/>
      <inkml:brushProperty name="color" value="#7030A0"/>
    </inkml:brush>
  </inkml:definitions>
  <inkml:trace contextRef="#ctx0" brushRef="#br0">0 617 24575,'0'-14'0,"1"-1"0,0 1 0,1-1 0,0 1 0,1 0 0,6-17 0,-7 23 0,0 0 0,0 0 0,-1-1 0,0-8 0,3-24 0,-3 38 0,12-51 0,27-74 0,-34 110 0,1 1 0,1 0 0,0 1 0,2 0 0,0 0 0,0 1 0,21-23 0,-25 32 0,1-2 0,1 1 0,-1 0 0,1 0 0,0 1 0,1 0 0,14-7 0,-18 11 0,0 0 0,0 0 0,0 1 0,0 0 0,1 0 0,-1 0 0,1 1 0,-1 0 0,0 0 0,1 0 0,-1 0 0,1 1 0,-1 0 0,0 0 0,0 1 0,1-1 0,-1 1 0,0 0 0,0 1 0,-1-1 0,1 1 0,0 0 0,4 4 0,-2 0 0,1 1 0,-1 0 0,-1 1 0,0 0 0,0 0 0,5 11 0,44 105 0,-47-107 0,-1 0 0,8 31 0,-2-7 0,-10-28 0,1 1 0,-2-1 0,1 19 0,7 33 0,-3-32 0,4 43 0,-2-9 0,8 89 0,-17-124 0,-1-1 0,-5 35 0,-3 39 0,8-88 0,-1-1 0,-1-1 0,0 1 0,-10 28 0,-7 33 0,18-71 0,-1 1 0,1-1 0,-1 0 0,-1 0 0,-6 12 0,-5 9 0,5-6 0,0 4 0,-2 0 0,-24 37 0,34-60 0,-6 8 0,0 1 0,-1-2 0,-16 16 0,22-24 0,0 1 0,-1 0 0,0-1 0,1 0 0,-1 0 0,0 0 0,0 0 0,0-1 0,0 1 0,0-1 0,-1 0 0,1 0 0,0-1 0,-1 1 0,-5-1 0,4-1 0,-1 0 0,0 0 0,0-1 0,1 1 0,-1-2 0,1 1 0,0-1 0,-1 0 0,-9-6 0,-2-3 0,-30-26 0,35 24 0,1 0 0,1-1 0,1 0 0,0-1 0,1 0 0,0 0 0,-8-25 0,12 29-64,1-1 0,1 0 0,-3-18-1,4 14-1043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6:50:48.136"/>
    </inkml:context>
    <inkml:brush xml:id="br0">
      <inkml:brushProperty name="width" value="0.05" units="cm"/>
      <inkml:brushProperty name="height" value="0.05" units="cm"/>
      <inkml:brushProperty name="color" value="#7030A0"/>
    </inkml:brush>
  </inkml:definitions>
  <inkml:trace contextRef="#ctx0" brushRef="#br0">190 94 24575,'-1'-4'0,"-1"1"0,0-1 0,0 1 0,0-1 0,-1 1 0,1 0 0,-1 0 0,0 0 0,1 0 0,-2 0 0,1 1 0,0-1 0,-7-3 0,1 0 0,-1-3 0,7 5 0,0 1 0,0 0 0,-1 0 0,1 1 0,-1-1 0,1 1 0,-1 0 0,0 0 0,0 0 0,0 0 0,-7-2 0,10 5 0,0-1 0,0 1 0,0-1 0,0 1 0,0 0 0,0-1 0,1 1 0,-1 0 0,0-1 0,0 1 0,1 0 0,-1 0 0,0 0 0,1 0 0,-1 0 0,1 0 0,-1 0 0,1 0 0,0 0 0,-1 0 0,1 1 0,-10 30 0,7-20 0,-5 23 0,7-28 0,0 0 0,-1-1 0,0 1 0,0 0 0,0-1 0,-7 12 0,8-17-85,0 0 0,0 0-1,0 0 1,-1 0 0,1 0-1,0 0 1,-1-1 0,1 1-1,0 0 1,-1-1 0,1 1-1,-1-1 1,1 1 0,-1-1-1,-2 0 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5:49:40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25215 13070 16383 0 0,'1'0'0'0'0,"2"0"0"0"0,1 0 0 0 0,2 0 0 0 0,1 0 0 0 0,0 0 0 0 0,0 0 0 0 0,1 0 0 0 0,-1 0 0 0 0,1 0 0 0 0,-1 0 0 0 0,1 0 0 0 0,-1 0 0 0 0,0 0 0 0 0,1 0 0 0 0,-1 0 0 0 0,0 0 0 0 0,0 0 0 0 0,0 0 0 0 0,1 0 0 0 0,-1 0 0 0 0,0 0 0 0 0,0 0 0 0 0,1 0 0 0 0,-1 0 0 0 0,0 0 0 0 0,0 0 0 0 0,1 0 0 0 0,-1 0 0 0 0,0 0 0 0 0,0 0 0 0 0,1 0 0 0 0,-1 0 0 0 0,0 0 0 0 0,0 0 0 0 0,1 0 0 0 0,-1 0 0 0 0,0 0 0 0 0,0 0 0 0 0,1 0 0 0 0,-1 0 0 0 0,0 0 0 0 0,0 0 0 0 0,1 0 0 0 0,-1 0 0 0 0,0 0 0 0 0,0 0 0 0 0,1 0 0 0 0,-1 0 0 0 0,0 0 0 0 0,0 0 0 0 0,1 0 0 0 0,-1 0 0 0 0,0 0 0 0 0,0 0 0 0 0,1 0 0 0 0,-1 0 0 0 0,0 0 0 0 0,0 0 0 0 0,1 0 0 0 0,-1 0 0 0 0,0 0 0 0 0,0 0 0 0 0,1 0 0 0 0,-1 0 0 0 0,0 0 0 0 0,0 0 0 0 0,1 0 0 0 0,-1 0 0 0 0,0 0 0 0 0,0 0 0 0 0,1 0 0 0 0,-1 0 0 0 0,0 0 0 0 0,-1 0 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5:49:40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17066 10652 16383 0 0,'566'-4'0'0'0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5:49:40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18045 10663 16383 0 0,'12'631'0'0'0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5:53:21.371"/>
    </inkml:context>
    <inkml:brush xml:id="br0">
      <inkml:brushProperty name="width" value="0.05" units="cm"/>
      <inkml:brushProperty name="height" value="0.05" units="cm"/>
      <inkml:brushProperty name="color" value="#00B0F0"/>
    </inkml:brush>
  </inkml:definitions>
  <inkml:trace contextRef="#ctx0" brushRef="#br0">25215 13070 16383 0 0,'1'0'0'0'0,"0"0"0"0"0,0 0 0 0 0,2 0 0 0 0,1 0 0 0 0,-1 0 0 0 0,0 0 0 0 0,1 0 0 0 0,-1 0 0 0 0,0 0 0 0 0,0 0 0 0 0,1 0 0 0 0,-1 0 0 0 0,1 0 0 0 0,-1 0 0 0 0,1 0 0 0 0,-2 0 0 0 0,2 0 0 0 0,-1 0 0 0 0,1 0 0 0 0,-1 0 0 0 0,0 0 0 0 0,0 0 0 0 0,1 0 0 0 0,-1 0 0 0 0,0 0 0 0 0,0 0 0 0 0,1 0 0 0 0,-1 0 0 0 0,1 0 0 0 0,-2 0 0 0 0,2 0 0 0 0,-1 0 0 0 0,1 0 0 0 0,-2 0 0 0 0,2 0 0 0 0,-1 0 0 0 0,1 0 0 0 0,-1 0 0 0 0,0 0 0 0 0,1 0 0 0 0,-1 0 0 0 0,0 0 0 0 0,1 0 0 0 0,-1 0 0 0 0,0 0 0 0 0,0 0 0 0 0,1 0 0 0 0,-1 0 0 0 0,0 0 0 0 0,0 0 0 0 0,1 0 0 0 0,-1 0 0 0 0,0 0 0 0 0,1 0 0 0 0,-1 0 0 0 0,1 0 0 0 0,-2 0 0 0 0,2 0 0 0 0,-1 0 0 0 0,1 0 0 0 0,-1 0 0 0 0,0 0 0 0 0,0 0 0 0 0,1 0 0 0 0,-1 0 0 0 0,0 0 0 0 0,1 0 0 0 0,-1 0 0 0 0,0 0 0 0 0,1 0 0 0 0,-1 0 0 0 0,1 0 0 0 0,-2 0 0 0 0,1 0 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5:53:21.372"/>
    </inkml:context>
    <inkml:brush xml:id="br0">
      <inkml:brushProperty name="width" value="0.05" units="cm"/>
      <inkml:brushProperty name="height" value="0.05" units="cm"/>
      <inkml:brushProperty name="color" value="#00B0F0"/>
    </inkml:brush>
  </inkml:definitions>
  <inkml:trace contextRef="#ctx0" brushRef="#br0">17066 10650 16383 0 0,'257'-2'0'0'0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2T15:53:21.373"/>
    </inkml:context>
    <inkml:brush xml:id="br0">
      <inkml:brushProperty name="width" value="0.05" units="cm"/>
      <inkml:brushProperty name="height" value="0.05" units="cm"/>
      <inkml:brushProperty name="color" value="#00B0F0"/>
    </inkml:brush>
  </inkml:definitions>
  <inkml:trace contextRef="#ctx0" brushRef="#br0">18045 10663 16383 0 0,'5'261'0'0'0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6:18:22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1 251 24575,'0'-13'0,"0"-1"0,1 1 0,0 0 0,2 0 0,6-24 0,17-63 0,-10 53-1365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6:18:30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1 314 24575,'22'-41'0,"-14"25"0,1 1 0,0 1 0,1 0 0,22-23 0,-12 14 0,-8 8 0,1 1 0,0 0 0,1 1 0,1 0 0,22-15 0,-13 12-682,28-24-1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6:18:39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0 146 24575,'40'-28'0,"-22"16"0,1 1 0,-1 0 0,2 2 0,-1 0 0,39-10 0,1 1 0,-38 11 0,-7 3 45,0 0-1,26-1 1,14-4-1544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6:18:39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6:18:44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24575,'66'-1'0,"69"2"0,-75 9 0,-43-6 0,-1-1 0,34 1 0,-30-2 0,1 0 0,-1 2 0,1 0 0,-1 2 0,36 14 0,65 33 0,-104-45 0,0 1 0,-1 1 0,22 16 0,0 1 0,-6-6-1365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6:18:48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24575,'1'2'0,"1"1"0,-1-1 0,1 0 0,0 1 0,-1-1 0,1 0 0,0 0 0,0 0 0,1 0 0,-1-1 0,0 1 0,1-1 0,-1 1 0,1-1 0,-1 0 0,4 1 0,16 12 0,-5 4 0,0 1 0,-2 1 0,0 0 0,18 34 0,42 72 0,-39-36 0,-30-73 0,-1 0 0,-1 1 0,-1-1 0,2 34 0,0-22 0,-3-25 0,-1 1 0,-1-1 0,1 1 0,0-1 0,-1 1 0,0-1 0,0 0 0,0 1 0,-3 8 0,1 1-1365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2T18:45:15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0 24575,'-7'64'0,"7"-51"-111,0-8-14,0 0 0,0 0-1,0-1 1,0 1-1,1 0 1,0 0-1,0 0 1,0-1-1,3 6 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2T18:45:23.668"/>
    </inkml:context>
    <inkml:brush xml:id="br0">
      <inkml:brushProperty name="width" value="0.05292" units="cm"/>
      <inkml:brushProperty name="height" value="0.05292" units="cm"/>
      <inkml:brushProperty name="color" value="#E71224"/>
    </inkml:brush>
  </inkml:definitions>
  <inkml:trace contextRef="#ctx0" brushRef="#br0">10 1 24575,'-4'92'0,"1"-25"0,1-45 0,2 31 0,0-45 0,1 1 0,1-1 0,0 0 0,0 0 0,0 0 0,8 15 0,13 35 0,-19-50 0,-1 0 0,3 12 0,5 13 0,10 14 0,-10-24 0,21 56 0,-27-66 0,1 0 0,0 0 0,0-1 0,11 15 0,20 21 0,-29-38 0,1 0 0,0 0 0,0-1 0,1 0 0,0-1 0,12 8 0,-7-7 0,15 6 0,80 42 0,-98-51 0,17 11 0,-3 0 0,-14-10 0,-1 0 0,10 11 0,-10-10 0,22 15 0,-1-2 0,41 32 0,-69-49 0,13 11 0,-12-10 0,1 0 0,0-1 0,0 1 0,8 4 0,-2-4 0,-9-4 0,0 0 0,0 0 0,-1 0 0,1 1 0,-1-1 0,4 3 0,67 47 0,-63-42 0,0-1 0,-1 1 0,0 1 0,0 0 0,12 19 0,-4-2 0,-4-2 0,18 36 0,-20-34 0,12 42 0,-22-64 0,4 11 0,-1 1 0,2 19 0,1 23 0,-1-8-1365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2T18:45:31.713"/>
    </inkml:context>
    <inkml:brush xml:id="br0">
      <inkml:brushProperty name="width" value="0.05292" units="cm"/>
      <inkml:brushProperty name="height" value="0.05292" units="cm"/>
      <inkml:brushProperty name="color" value="#E71224"/>
    </inkml:brush>
  </inkml:definitions>
  <inkml:trace contextRef="#ctx0" brushRef="#br0">745 0 24575,'1'30'0,"-2"32"0,-8-18 0,0-13 0,7-24 0,-1 0 0,-2 14 0,4-13 0,-2 0 0,1 0 0,-6 12 0,-1 5 0,5-14 0,-1 0 0,0 0 0,-7 10 0,-41 61 0,37-57 0,-5 2 0,15-18 0,0-1 0,-13 13 0,-55 41 0,-9 4 0,30-29 0,41-30 0,0 2 0,-20 17 0,10-6 0,-12 11 0,27-22 0,-1-1 0,1 2 0,-8 14 0,0 0 0,8-13 0,-10 22 0,-3 29 0,13-38 0,-22 62 0,13-13 0,-9 29 0,11-38 0,8-43 0,1-8 0,2 0 0,0 0 0,0 0 0,0 26 0,2-21 0,-4 25 0,0-2 0,2-2 0,3 64 0,3-86-1365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3:09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1 997 24575,'-1'-24'0,"6"-38"0,-4 53 0,1-1 0,1 1 0,-1 0 0,1 0 0,1 0 0,8-16 0,29-60 0,-24 57 0,1 2 0,24-27 0,-1 1 0,-7 8 0,26-36 0,-2-2 0,7-1 0,-57 74 0,0-1 0,15-12 0,4-5 0,-14 14 0,1 1 0,0 0 0,1 1 0,0 1 0,25-13 0,19-1 0,-3 2 0,30-9 0,-70 26 0,-1 0 0,1 0 0,-1 2 0,29-3 0,19-4 0,-35 3 0,0 1 0,0 2 0,40-1 0,-52 4 0,1 0 0,16-5 0,-16 3 0,30-2 0,225 6 0,-260 0 0,-1 0 0,1 1 0,-1 0 0,19 8 0,-18-6 0,0-1 0,1 0 0,18 2 0,-18-3 0,0 0 0,-1 1 0,21 7 0,10 3 0,-29-10 0,0 0 0,0 1 0,-1 1 0,1 0 0,16 9 0,-21-8 0,1-2 0,19 7 0,0 0 0,-23-9 0,169 83 0,-162-78 0,0 2 0,-1-1 0,1 2 0,14 14 0,7 4 0,3 4 0,-9-5 0,12 14 0,-17-6 0,8 9 0,27 33 0,-47-63 0,-1-1 0,0 1 0,11 23 0,-11-20 0,0 0 0,17 21 0,-1-1 0,7 7 0,11 16 0,-2 2 0,-35-53 0,0 0 0,-1 1 0,0 0 0,4 12 0,12 19 0,-21-40 0,-1 0 0,1 0 0,0 1 0,-1-1 0,1 0 0,-1 0 0,1 0 0,-1 1 0,0-1 0,1 0 0,-1 1 0,0-1 0,0 2 0,0-2 0,0 0 0,0-1 0,0 1 0,0-1 0,-1 1 0,1-1 0,0 1 0,0-1 0,-1 1 0,1-1 0,0 1 0,-1-1 0,1 1 0,0-1 0,-1 1 0,1-1 0,-1 1 0,1-1 0,-1 0 0,1 1 0,-1-1 0,-2 1 0,0 0 0,0 0 0,0 0 0,0-1 0,0 1 0,0-1 0,0 0 0,0 0 0,-5-1 0,1 0 0,0-1 0,0 1 0,0-2 0,0 1 0,1-1 0,-1 0 0,-6-4 0,-42-31 0,43 29 0,12 9 0,0 0 0,0 0 0,0 0 0,0 0 0,0 0 0,0 0 0,0 0 0,0 0 0,0 0 0,0 0 0,0 0 0,1 0 0,-1 0 0,0 0 0,0 0 0,0 0 0,0 0 0,0-1 0,0 1 0,0 0 0,0 0 0,0 0 0,0 0 0,0 0 0,0 0 0,0 0 0,0 0 0,0 0 0,0 0 0,0 0 0,0-1 0,0 1 0,0 0 0,0 0 0,0 0 0,0 0 0,0 0 0,0 0 0,0 0 0,0 0 0,0 0 0,0 0 0,0 0 0,0-1 0,0 1 0,0 0 0,0 0 0,0 0 0,0 0 0,0 0 0,0 0 0,0 0 0,0 0 0,-1 0 0,16 1 0,19 5 0,47 21 0,-80-27 0,0 0 0,0 0 0,0 0 0,0 0 0,0-1 0,0 1 0,0 0 0,0 0 0,-1 0 0,1-1 0,0 1 0,0-1 0,0 1 0,0-1 0,0 1 0,-1-1 0,1 1 0,0-1 0,0 0 0,-1 1 0,1-1 0,-1 0 0,1 0 0,0 1 0,-1-1 0,1 0 0,-1 0 0,0 0 0,1 0 0,-1 0 0,0 0 0,1 0 0,-1 0 0,0 0 0,0 0 0,0 0 0,0 0 0,0-1 0,1-8 0,0 0 0,-1 1 0,-1-12 0,0 11 0,2-102 0,-3-54 0,-1 154-1365,0 2-5461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4:05.46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1728 24575,'-1'-63'0,"2"-68"0,2 108 0,10-34 0,-9 39 0,0-1 0,0 0 0,0-23 0,-4-3 0,-1 24 0,1 0 0,2-1 0,6-37 0,1 8 0,-6 34 0,0-1 0,10-28 0,18-58 0,-13 42 0,-12 38 0,18-46 0,21-25 0,-32 67 0,-10 21 0,0 1 0,0-1 0,1 1 0,0-1 0,7-8 0,8-8 0,-13 15 0,1 0 0,-1 1 0,1 0 0,1 0 0,-1 0 0,1 1 0,13-8 0,-11 8 0,0-1 0,0 0 0,11-11 0,-13 11 0,0 0 0,0 1 0,1 0 0,18-10 0,-2 3 0,-2-1 0,0-1 0,31-26 0,77-59 0,-99 74 0,-12 11 0,21-21 0,-27 24 0,0 0 0,1 1 0,0 1 0,23-11 0,0-1 0,-29 17 0,-1 2 0,1-1 0,0 1 0,10-3 0,21-7 0,-30 10 0,0 0 0,0 0 0,1 1 0,15-1 0,13-4 0,23 0 0,-45 6 0,32-7 0,-12 1 0,1 0 0,-1 3 0,66 0 0,-91 3 0,0 0 0,22-5 0,19-2 0,202 8 0,-242 2 0,1 0 0,-1 1 0,0 0 0,0 1 0,0 0 0,22 12 0,-23-11 0,16 7 0,-14-7 0,-1 1 0,0 0 0,0 0 0,-1 2 0,1-1 0,-2 1 0,16 14 0,64 59 0,-4 19 0,-57-67 0,-21-25 0,-1 1 0,14 19 0,0 0 0,-17-22 0,0 0 0,0 0 0,7 12 0,-2-1 0,1 0 0,21 26 0,-20-29 0,-1 1 0,0 0 0,13 25 0,9 7 0,25 63 0,25 99 0,-57-143 0,-13-35 0,11 39 0,-22-62 0,0 2 0,1 1 0,1-1 0,-1 0 0,8 13 0,-7-14 0,-1-1 0,0 1 0,0 0 0,-1 1 0,2 12 0,0 1 0,-3-19 0,6 24 0,-2 1 0,-1 0 0,1 36 0,-4-48 0,0 0 0,6 22 0,0 1 0,-5-28 0,0-1 0,1 1 0,6 12 0,-4-12 0,-1 1 0,3 16 0,-6-24-170,0 0-1,1 0 0,-1 0 1,1 0-1,0-1 0,0 1 1,5 6-1,-2-2-6655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4:24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24575,'-5'64'0,"-1"12"0,0 6 0,0-18 0,-5 6 0,9-57 0,0 1 0,0-1 0,-1 0 0,-1 0 0,0 0 0,-8 18 0,12-31 0,0 0 0,-1 0 0,1 0 0,0 0 0,0 1 0,0-1 0,0 0 0,0 0 0,0 0 0,0 0 0,0 0 0,0 0 0,0 0 0,-1 0 0,1 0 0,0 0 0,0 1 0,0-1 0,0 0 0,0 0 0,0 0 0,0 0 0,-1 0 0,1 0 0,0 0 0,0 0 0,0 0 0,0 0 0,0 0 0,0 0 0,-1 0 0,1 0 0,0 0 0,0 0 0,0 0 0,0 0 0,0 0 0,0 0 0,0-1 0,-1 1 0,1 0 0,0 0 0,0 0 0,0 0 0,-6-7 0,-4-15 0,7 16 0,-24-47-1365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4:27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24575,'-3'5'0,"0"-1"0,0 0 0,0 0 0,-8 6 0,9-7 0,-66 83 0,53-71 0,7-8 0,1 0 0,1 0 0,-1 1 0,-9 16 0,-1 1 0,12-18 0,0 0 0,1 0 0,-7 15 0,2 7 0,6-19 0,-1 1 0,1-1 0,-2 0 0,1 0 0,-1-1 0,-8 11 0,12-54 0,1-19-1365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4:30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0 24575,'-4'1'0,"1"0"0,0 0 0,0 0 0,-1 0 0,1 1 0,0 0 0,0-1 0,0 1 0,0 0 0,1 1 0,-1-1 0,-3 4 0,-18 12 0,-60 32 0,21-11 0,32-14 0,9-5 0,-32 24 0,54-44 0,0 0 0,0 0 0,-1 0 0,1 1 0,0-1 0,0 0 0,0 0 0,0 0 0,0 0 0,0 0 0,-1 0 0,1 0 0,0 0 0,0 0 0,0 0 0,0 0 0,0 0 0,-1 0 0,1 0 0,0 0 0,0-1 0,0 1 0,0 0 0,0 0 0,0 0 0,0 0 0,-1 0 0,1 0 0,0 0 0,0 0 0,0 0 0,0 0 0,0 0 0,0-1 0,0 1 0,0 0 0,0 0 0,0 0 0,-1 0 0,1 0 0,0 0 0,0-1 0,0 1 0,0 0 0,0 0 0,0 0 0,0 0 0,0-1 0,-1-11 0,2-12 0,20-54-1365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4:33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0 24575,'-9'0'0,"1"0"0,-1 1 0,1 0 0,-1 0 0,1 1 0,-1 0 0,-14 6 0,-98 38 0,18-11 0,102-34 0,1-1 0,-1 1 0,0-1 0,1 0 0,-1 1 0,0-1 0,1 0 0,-1 1 0,0-1 0,1 0 0,-1 0 0,0 1 0,1-1 0,-1 0 0,0 0 0,0 0 0,1 0 0,-1 0 0,0 0 0,0 0 0,1-1 0,-1 1 0,0 0 0,1 0 0,-1 0 0,0-1 0,1 1 0,-1 0 0,-1-1 0,2-1 0,0 1 0,0 0 0,0 0 0,1-1 0,-1 1 0,0 0 0,0 0 0,1 0 0,-1-1 0,1 1 0,-1 0 0,1 0 0,-1 0 0,1 0 0,0 0 0,-1 0 0,3-2 0,0-2-151,1-1-1,1 1 0,-1 0 0,0 0 1,1 1-1,0 0 0,0-1 1,9-4-1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8:51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1613 22 24575,'-85'-11'0,"-42"0"0,0 21 0,125-10 0,-31 3 0,-53 12 0,-7-3 0,41-5 0,-95 0 0,68-6 0,-86-3 0,124-2 0,-45-3 0,-19-3 0,31 9 0,-64 2 0,132 0 0,0 1 0,0-1 0,0 1 0,0 0 0,0 1 0,1-1 0,-1 1 0,1 0 0,-1 1 0,1-1 0,0 1 0,-8 8 0,-4 5 0,-28 36 0,41-47 0,1-1 0,-1 0 0,1 1 0,1-1 0,-1 1 0,1 0 0,0 0 0,1 0 0,-1 0 0,1 0 0,0 0 0,0 7 0,0 14 0,3 35 0,0-16 0,-1-32 0,0-1 0,0 1 0,2-1 0,-1 1 0,7 17 0,-6-18 0,0 0 0,-2 0 0,1 17 0,2 14 0,-1-27 0,2 1 0,0-1 0,1 0 0,1 0 0,0 0 0,1-1 0,19 29 0,-20-35 0,-1 1 0,0 0 0,-1 0 0,0 0 0,0 1 0,3 20 0,0-6 0,15 38 0,-19-55 0,1 1 0,0-1 0,0 0 0,1 0 0,0-1 0,14 15 0,-6-11 0,0-1 0,22 13 0,-22-15 0,0 0 0,-1 1 0,18 17 0,-8-4 0,-6-7 0,-1 1 0,-1 1 0,0 0 0,-1 1 0,22 40 0,9 41-1365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19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 24575,'-4'1'0,"-1"0"0,1 1 0,0-1 0,0 1 0,0 0 0,0 0 0,0 1 0,0-1 0,-5 6 0,-12 7 0,9-8 0,0 1 0,-21 19 0,16-12 0,10-9 0,2 1 0,-1 0 0,1 0 0,0 0 0,0 1 0,1-1 0,-7 17 0,-12 19 0,-1-8 0,25-34-1365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20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0 24575,'-2'3'0,"1"0"0,0 0 0,-1-1 0,0 1 0,0 0 0,1-1 0,-1 1 0,-1-1 0,1 0 0,0 0 0,-1 0 0,-3 3 0,-7 7 0,-25 30 0,-108 137 0,132-159-119,-1 1-130,0 1 0,1 1 0,1 0-1,-13 34 1,24-48-6577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20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625 0 24575,'-33'33'0,"-52"38"0,-14 17 0,-42 47 0,100-93 0,-8 7 0,2 2 0,-69 97 0,102-121-1365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22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623 1 24575,'-2'6'0,"0"0"0,0 0 0,0 0 0,0 0 0,-1 0 0,0-1 0,0 1 0,-1-1 0,1 0 0,-8 8 0,-3 6 0,-120 179 0,-34 65 0,129-188 0,-56 94 0,-3-4 0,92-152 0,0 1 0,1 0 0,-6 21 0,3-7 0,6-20-1365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22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577 0 24575,'-60'75'0,"-40"45"0,36-41 0,-118 173 0,149-199 0,1 2 0,-42 102 0,43-74-1365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23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1 24575,'-18'16'0,"-36"24"0,34-25 0,-31 27 0,19-10 0,1 2 0,-46 63 0,19-14 0,-24 35 0,77-112-227,0 1-1,1 0 1,0 0-1,0 0 1,-5 13-1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25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24575,'1'0'0,"4"0"0,-1 2 0,2 0 0,0 3 0,-2 1 0,1 0 0,1-1 0,0 0 0,-2 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26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24575,'0'4'5,"1"0"0,-1 0 1,1 0-1,0 1 0,0-1 0,1 0 0,-1 0 0,1 0 0,0-1 0,0 1 0,0 0 1,0-1-1,1 1 0,3 3 0,5 5-195,0-1 0,18 14 0,-13-12-682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26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24575,'0'4'0,"1"1"0,0-1 0,0 0 0,0 0 0,0 0 0,1 1 0,-1-1 0,1-1 0,0 1 0,0 0 0,4 4 0,35 43 0,-15-21 0,-6-5-55,-10-14-272,-1 0-1,-1 0 1,13 25-1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27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24575,'4'1'0,"1"1"0,0-1 0,-1 2 0,1-1 0,-1 0 0,0 1 0,0 0 0,0 0 0,0 0 0,6 6 0,0-1 0,29 27 0,-1 1 0,-2 2 0,35 48 0,-50-62-83,-13-15-100,0 1 0,0 0 0,-1 0-1,0 0 1,-1 1 0,6 12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28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24575,'1'3'0,"0"1"0,1-1 0,0 0 0,0 0 0,0 0 0,0 0 0,0 0 0,0 0 0,5 3 0,6 9 0,87 149 0,-37-55 0,39 63 0,-75-133-1365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28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24575,'2'6'0,"0"0"0,0 0 0,0 0 0,1-1 0,0 1 0,0 0 0,0-1 0,1 0 0,0 0 0,0 0 0,8 7 0,6 10 0,60 99 0,-24-34 0,-36-56 0,-1 1 0,14 36 0,8 16 0,-32-70 0,13 25 0,1-1 0,1-1 0,46 56 0,-35-46-1365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30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24575,'2'1'0,"0"-1"0,0 1 0,0 0 0,0 0 0,0 0 0,0 0 0,0 1 0,0-1 0,-1 0 0,1 1 0,0-1 0,-1 1 0,2 2 0,19 23 0,41 84 0,-41-68 0,41 58 0,6 7 0,-28-40 0,64 91 0,-69-102 40,-24-37-509,0-1 1,24 29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8:54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24575,'403'0'0,"-298"-11"0,24 9 0,103 5 0,-137 8 0,-13-2 0,69 2 0,-131-10 0,0 1 0,31 7 0,16 1 0,-21-4 0,0 1 0,49 16 0,-82-20 0,-1 1 0,1 1 0,-1 0 0,0 1 0,0 0 0,0 1 0,-1 0 0,0 1 0,0 0 0,-1 1 0,0 0 0,-1 0 0,10 13 0,20 28 0,-28-38 0,-2-1 0,0 1 0,0 1 0,-1-1 0,-1 2 0,9 18 0,-14-20 0,1 0 0,-2 0 0,0 1 0,0-1 0,-1 0 0,-3 18 0,2 12 0,-1-30 0,-1 1 0,0-1 0,-1 1 0,0-1 0,0 0 0,-1-1 0,-1 1 0,-7 11 0,-3 8 0,-32 81 0,-8 1 0,21-40 0,21-47 0,7-12 0,-1 3 0,-1 0 0,0 0 0,-1-1 0,-1 0 0,-25 27 0,13-20 0,16-16 0,1 0 0,-2 0 0,1 0 0,-12 6 0,-107 58 0,88-49 0,13-7 0,-30 22 0,50-33 0,0 0 0,-1 0 0,1 0 0,1 1 0,-1-1 0,1 1 0,-1 0 0,1 1 0,1-1 0,-1 1 0,1 0 0,0 0 0,0 0 0,-2 7 0,3-7-227,0-1-1,0 1 1,-1-1-1,1 0 1,-5 6-1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8:56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 24575,'0'7'0,"-1"0"0,0 0 0,-1 0 0,0-1 0,0 1 0,0 0 0,-5 9 0,-27 47 0,21-42 0,9-15 14,0 0 0,-1 0-1,0-1 1,0 1 0,-1-1-1,1 0 1,-1-1 0,-10 7-1,-23 20-1501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31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24575,'-10'1'0,"0"1"0,0 0 0,0 1 0,1 0 0,-1 0 0,1 1 0,0 1 0,0-1 0,-11 9 0,-25 10 0,12-6-1365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32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 24575,'-15'1'0,"-1"2"0,1-1 0,0 2 0,0 0 0,1 1 0,-21 10 0,4-3 0,-84 31-1365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32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1 24575,'-7'5'0,"-1"0"0,1-1 0,-1 1 0,0-1 0,-16 5 0,-1 1 0,-140 54 0,2-1 0,88-29-1365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33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621 1 24575,'-9'1'0,"0"1"0,0 1 0,0-1 0,0 2 0,0-1 0,1 1 0,0 0 0,-12 9 0,-7 1 0,-212 87 0,82-37 0,119-51 2,28-10-230,0 1 0,0-1 1,1 1-1,-1 1 0,-11 8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33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0 24575,'-32'31'0,"-46"21"0,-85 42 0,-154 72-1365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34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716 0 24575,'-2'3'0,"0"-1"0,0 1 0,0-1 0,0 0 0,-1 0 0,1 0 0,-1 0 0,1 0 0,-4 1 0,0 2 0,-195 130 0,114-79 0,-106 61 0,159-97 0,27-17 0,0 0 0,1 1 0,-1 0 0,1 0 0,0 1 0,0 0 0,-9 9 0,9-8 0,1-1 0,-1 0 0,1-1 0,-1 1 0,-1-1 0,-12 6 0,11-6 0,0 1 0,1 0 0,-1 0 0,-9 9 0,10-8-1365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35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681 1 24575,'-5'1'0,"1"0"0,-1 1 0,1-1 0,-1 1 0,1 0 0,0 1 0,0-1 0,-1 1 0,2-1 0,-1 1 0,-4 5 0,-15 9 0,-156 100 0,37-21 0,70-53 0,-56 38 0,100-63-13,20-14-212,0 1 0,0 1-1,0-1 1,1 1-1,-7 7 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36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685 0 24575,'-6'1'0,"1"0"0,0 1 0,0 0 0,0 0 0,0 0 0,0 0 0,1 1 0,-9 5 0,-10 5 0,-8 4 0,-1 2 0,-42 34 0,59-42 0,-151 93 0,104-68 0,-15 4 0,51-27 0,0 0 0,1 2 0,-24 18 0,23-17-1365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37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 24575,'-24'1'0,"0"2"0,0 0 0,0 2 0,1 1 0,-26 9 0,30-7 29,-1 1 0,2 1 0,-23 15 0,-18 10-1510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38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24575,'1'0'0,"1"0"0,0 1 0,0-1 0,-1 1 0,1 0 0,0-1 0,-1 1 0,1 0 0,-1 0 0,1 0 0,-1 0 0,1 0 0,-1 1 0,0-1 0,1 0 0,-1 1 0,0-1 0,0 1 0,0-1 0,0 1 0,0-1 0,-1 1 0,2 3 0,15 48 0,-13-39 0,3 3 23,0 0 0,1 0 0,0-1 0,15 19-1,12 25-1501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39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24575,'1'0'0,"1"1"0,0-1 0,-1 1 0,1 0 0,0 0 0,-1 0 0,1 0 0,-1 0 0,0 0 0,1 0 0,-1 1 0,0-1 0,0 0 0,0 1 0,2 2 0,17 25 0,-19-27 0,5 10 0,-1 0 0,0 1 0,6 24 0,-3-8 0,23 96 0,-9-28 0,-16-68 0,5 14 0,13 32 0,-12-32 0,-10-34-1365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41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24575,'0'8'0,"2"0"0,-1 0 0,1 0 0,0 0 0,1 0 0,3 7 0,9 29 0,54 216 0,-14-72 0,-19-58 0,8 21 0,-8-40 0,-15-37 0,10 42 0,-27-102-1365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42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24575,'4'7'0,"1"1"0,-1 0 0,0 0 0,-1 0 0,1 0 0,-2 1 0,4 12 0,-1-1 0,39 109 0,-29-86 0,14 69 0,28 90 0,-21-97 0,-17-56 0,-12-30 0,4 12 0,0 0 0,8 51 0,-4-42 0,-6-18 0,22 41 0,-26-59-1365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43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24575,'1'10'0,"0"1"0,1-1 0,1 0 0,-1 0 0,1 0 0,6 11 0,-4-9 0,-1 1 0,0-1 0,3 18 0,-3-10 0,1-1 0,1 1 0,9 19 0,-15-39 0,59 151 0,-26-54 0,-9-36 0,28 103 0,-40-123 0,27 63 0,-5-12-1365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44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24575,'1'16'0,"1"1"0,1-1 0,1 0 0,1 0 0,0 0 0,13 26 0,9 31 0,-5-9 0,-14-42 0,0 1 0,5 27 0,17 47 0,-20-62 0,22 89 0,0 3-1365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09:45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24575,'1'0'0,"0"0"0,0 0 0,0 1 0,0-1 0,0 1 0,0-1 0,0 1 0,0-1 0,0 1 0,0 0 0,0 0 0,-1-1 0,1 1 0,0 0 0,0 0 0,-1 0 0,1 0 0,0 0 0,0 1 0,13 25 0,-9-15 0,5 8 0,-2 2 0,13 42 0,-9-22 0,50 119 0,-9-41 0,-33-64-1365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17:10:08.18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1728 24575,'-1'-63'0,"2"-68"0,2 108 0,10-34 0,-9 39 0,0-1 0,0 0 0,0-23 0,-4-3 0,-1 24 0,1 0 0,2-1 0,6-37 0,1 8 0,-6 34 0,0-1 0,10-28 0,18-58 0,-13 42 0,-12 38 0,18-46 0,21-25 0,-32 67 0,-10 21 0,0 1 0,0-1 0,1 1 0,0-1 0,7-8 0,8-8 0,-13 15 0,1 0 0,-1 1 0,1 0 0,1 0 0,-1 0 0,1 1 0,13-8 0,-11 8 0,0-1 0,0 0 0,11-11 0,-13 11 0,0 0 0,0 1 0,1 0 0,18-10 0,-2 3 0,-2-1 0,0-1 0,31-26 0,77-59 0,-99 74 0,-12 11 0,21-21 0,-27 24 0,0 0 0,1 1 0,0 1 0,23-11 0,0-1 0,-29 17 0,-1 2 0,1-1 0,0 1 0,10-3 0,21-7 0,-30 10 0,0 0 0,0 0 0,1 1 0,15-1 0,13-4 0,23 0 0,-45 6 0,32-7 0,-12 1 0,1 0 0,-1 3 0,66 0 0,-91 3 0,0 0 0,22-5 0,19-2 0,202 8 0,-242 2 0,1 0 0,-1 1 0,0 0 0,0 1 0,0 0 0,22 12 0,-23-11 0,16 7 0,-14-7 0,-1 1 0,0 0 0,0 0 0,-1 2 0,1-1 0,-2 1 0,16 14 0,64 59 0,-4 19 0,-57-67 0,-21-25 0,-1 1 0,14 19 0,0 0 0,-17-22 0,0 0 0,0 0 0,7 12 0,-2-1 0,1 0 0,21 26 0,-20-29 0,-1 1 0,0 0 0,13 25 0,9 7 0,25 63 0,25 99 0,-57-143 0,-13-35 0,11 39 0,-22-62 0,0 2 0,1 1 0,1-1 0,-1 0 0,8 13 0,-7-14 0,-1-1 0,0 1 0,0 0 0,-1 1 0,2 12 0,0 1 0,-3-19 0,6 24 0,-2 1 0,-1 0 0,1 36 0,-4-48 0,0 0 0,6 22 0,0 1 0,-5-28 0,0-1 0,1 1 0,6 12 0,-4-12 0,-1 1 0,3 16 0,-6-24-170,0 0-1,1 0 0,-1 0 1,1 0-1,0-1 0,0 1 1,5 6-1,-2-2-6655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33333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CFB8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None/>
              <a:defRPr sz="2400" b="0" i="0">
                <a:solidFill>
                  <a:srgbClr val="D9D9D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None/>
              <a:defRPr sz="2400">
                <a:solidFill>
                  <a:srgbClr val="D9D9D9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None/>
              <a:defRPr sz="2400">
                <a:solidFill>
                  <a:srgbClr val="D9D9D9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None/>
              <a:defRPr sz="2400">
                <a:solidFill>
                  <a:srgbClr val="D9D9D9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None/>
              <a:defRPr sz="2400">
                <a:solidFill>
                  <a:srgbClr val="D9D9D9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None/>
              <a:defRPr sz="2400">
                <a:solidFill>
                  <a:srgbClr val="D9D9D9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None/>
              <a:defRPr sz="2400">
                <a:solidFill>
                  <a:srgbClr val="D9D9D9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None/>
              <a:defRPr sz="2400">
                <a:solidFill>
                  <a:srgbClr val="D9D9D9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None/>
              <a:defRPr sz="2400">
                <a:solidFill>
                  <a:srgbClr val="D9D9D9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629575" y="4985075"/>
            <a:ext cx="5688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33333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rgbClr val="CFB8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600"/>
              <a:buNone/>
              <a:defRPr sz="3600" b="1" i="0">
                <a:solidFill>
                  <a:srgbClr val="D9D9D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600"/>
              <a:buNone/>
              <a:defRPr sz="3600">
                <a:solidFill>
                  <a:srgbClr val="D9D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600"/>
              <a:buNone/>
              <a:defRPr sz="3600">
                <a:solidFill>
                  <a:srgbClr val="D9D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600"/>
              <a:buNone/>
              <a:defRPr sz="3600">
                <a:solidFill>
                  <a:srgbClr val="D9D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600"/>
              <a:buNone/>
              <a:defRPr sz="3600">
                <a:solidFill>
                  <a:srgbClr val="D9D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600"/>
              <a:buNone/>
              <a:defRPr sz="3600">
                <a:solidFill>
                  <a:srgbClr val="D9D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600"/>
              <a:buNone/>
              <a:defRPr sz="3600">
                <a:solidFill>
                  <a:srgbClr val="D9D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600"/>
              <a:buNone/>
              <a:defRPr sz="3600">
                <a:solidFill>
                  <a:srgbClr val="D9D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600"/>
              <a:buNone/>
              <a:defRPr sz="3600">
                <a:solidFill>
                  <a:srgbClr val="D9D9D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629575" y="4985075"/>
            <a:ext cx="5688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ean Title">
  <p:cSld name="TITLE_AND_BODY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1257300" y="-3750"/>
            <a:ext cx="6393300" cy="5053200"/>
          </a:xfrm>
          <a:prstGeom prst="trapezoid">
            <a:avLst>
              <a:gd name="adj" fmla="val 25000"/>
            </a:avLst>
          </a:prstGeom>
          <a:solidFill>
            <a:srgbClr val="B7B7B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5"/>
          <p:cNvSpPr/>
          <p:nvPr/>
        </p:nvSpPr>
        <p:spPr>
          <a:xfrm rot="-5400000">
            <a:off x="2565150" y="-1529400"/>
            <a:ext cx="5053200" cy="8104500"/>
          </a:xfrm>
          <a:prstGeom prst="rtTriangle">
            <a:avLst/>
          </a:prstGeom>
          <a:solidFill>
            <a:srgbClr val="D9D9D9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0" y="0"/>
            <a:ext cx="5646300" cy="5045700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629575" y="4985075"/>
            <a:ext cx="5688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5"/>
          <p:cNvSpPr/>
          <p:nvPr/>
        </p:nvSpPr>
        <p:spPr>
          <a:xfrm rot="-8294032">
            <a:off x="-383944" y="2269398"/>
            <a:ext cx="4553878" cy="3384604"/>
          </a:xfrm>
          <a:prstGeom prst="triangle">
            <a:avLst>
              <a:gd name="adj" fmla="val 71413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0" y="4312925"/>
            <a:ext cx="1242000" cy="736500"/>
          </a:xfrm>
          <a:prstGeom prst="rtTriangle">
            <a:avLst/>
          </a:prstGeom>
          <a:solidFill>
            <a:srgbClr val="99999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 l="52417" t="23161" r="12500" b="17754"/>
          <a:stretch/>
        </p:blipFill>
        <p:spPr>
          <a:xfrm>
            <a:off x="15238" y="4712975"/>
            <a:ext cx="784854" cy="30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/>
          <p:nvPr/>
        </p:nvSpPr>
        <p:spPr>
          <a:xfrm rot="-5400000">
            <a:off x="5910600" y="1824124"/>
            <a:ext cx="4137600" cy="2329200"/>
          </a:xfrm>
          <a:prstGeom prst="rtTriangle">
            <a:avLst/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1257300" y="-3750"/>
            <a:ext cx="6393300" cy="5053200"/>
          </a:xfrm>
          <a:prstGeom prst="trapezoid">
            <a:avLst>
              <a:gd name="adj" fmla="val 25000"/>
            </a:avLst>
          </a:prstGeom>
          <a:solidFill>
            <a:srgbClr val="B7B7B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6"/>
          <p:cNvSpPr/>
          <p:nvPr/>
        </p:nvSpPr>
        <p:spPr>
          <a:xfrm rot="-5400000">
            <a:off x="2565150" y="-1529400"/>
            <a:ext cx="5053200" cy="8104500"/>
          </a:xfrm>
          <a:prstGeom prst="rtTriangle">
            <a:avLst/>
          </a:prstGeom>
          <a:solidFill>
            <a:srgbClr val="D9D9D9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6"/>
          <p:cNvSpPr/>
          <p:nvPr/>
        </p:nvSpPr>
        <p:spPr>
          <a:xfrm rot="-5400000">
            <a:off x="5910600" y="1824124"/>
            <a:ext cx="4137600" cy="2329200"/>
          </a:xfrm>
          <a:prstGeom prst="rtTriangle">
            <a:avLst/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0" y="0"/>
            <a:ext cx="5646300" cy="5045700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575200" y="4990350"/>
            <a:ext cx="5688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 b="1" i="0">
                <a:solidFill>
                  <a:srgbClr val="33333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1" name="Google Shape;51;p6"/>
          <p:cNvSpPr/>
          <p:nvPr/>
        </p:nvSpPr>
        <p:spPr>
          <a:xfrm rot="-8294032">
            <a:off x="-383944" y="2269398"/>
            <a:ext cx="4553878" cy="3384604"/>
          </a:xfrm>
          <a:prstGeom prst="triangle">
            <a:avLst>
              <a:gd name="adj" fmla="val 71413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4016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Char char="◢"/>
              <a:defRPr b="0" i="0">
                <a:solidFill>
                  <a:srgbClr val="33333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100"/>
              <a:buChar char="▹"/>
              <a:defRPr>
                <a:solidFill>
                  <a:srgbClr val="333333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100"/>
              <a:buChar char="■"/>
              <a:defRPr>
                <a:solidFill>
                  <a:srgbClr val="333333"/>
                </a:solidFill>
              </a:defRPr>
            </a:lvl3pPr>
            <a:lvl4pPr marL="1828800" lvl="3" indent="-28575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900"/>
              <a:buChar char="●"/>
              <a:defRPr>
                <a:solidFill>
                  <a:srgbClr val="333333"/>
                </a:solidFill>
              </a:defRPr>
            </a:lvl4pPr>
            <a:lvl5pPr marL="2286000" lvl="4" indent="-28575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900"/>
              <a:buChar char="○"/>
              <a:defRPr>
                <a:solidFill>
                  <a:srgbClr val="333333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Char char="■"/>
              <a:defRPr>
                <a:solidFill>
                  <a:srgbClr val="333333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  <a:defRPr>
                <a:solidFill>
                  <a:srgbClr val="333333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○"/>
              <a:defRPr>
                <a:solidFill>
                  <a:srgbClr val="333333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Char char="■"/>
              <a:defRPr>
                <a:solidFill>
                  <a:srgbClr val="33333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Google Shape;53;p6"/>
          <p:cNvSpPr/>
          <p:nvPr/>
        </p:nvSpPr>
        <p:spPr>
          <a:xfrm>
            <a:off x="0" y="4312925"/>
            <a:ext cx="1242000" cy="736500"/>
          </a:xfrm>
          <a:prstGeom prst="rtTriangle">
            <a:avLst/>
          </a:prstGeom>
          <a:solidFill>
            <a:srgbClr val="99999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2">
            <a:alphaModFix/>
          </a:blip>
          <a:srcRect l="52417" t="23161" r="12500" b="17754"/>
          <a:stretch/>
        </p:blipFill>
        <p:spPr>
          <a:xfrm>
            <a:off x="15238" y="4712975"/>
            <a:ext cx="784854" cy="30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 rotWithShape="1">
          <a:blip r:embed="rId3">
            <a:alphaModFix amt="79000"/>
          </a:blip>
          <a:srcRect l="86227" t="52202" b="38765"/>
          <a:stretch/>
        </p:blipFill>
        <p:spPr>
          <a:xfrm>
            <a:off x="8450657" y="691325"/>
            <a:ext cx="472240" cy="9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" name="Google Shape;56;p6"/>
          <p:cNvCxnSpPr/>
          <p:nvPr/>
        </p:nvCxnSpPr>
        <p:spPr>
          <a:xfrm>
            <a:off x="-22975" y="724975"/>
            <a:ext cx="8266800" cy="0"/>
          </a:xfrm>
          <a:prstGeom prst="straightConnector1">
            <a:avLst/>
          </a:prstGeom>
          <a:noFill/>
          <a:ln w="95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" name="Google Shape;57;p6"/>
          <p:cNvSpPr txBox="1">
            <a:spLocks noGrp="1"/>
          </p:cNvSpPr>
          <p:nvPr>
            <p:ph type="body" idx="2"/>
          </p:nvPr>
        </p:nvSpPr>
        <p:spPr>
          <a:xfrm>
            <a:off x="4883700" y="923875"/>
            <a:ext cx="4016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Char char="◢"/>
              <a:defRPr b="0" i="0">
                <a:solidFill>
                  <a:srgbClr val="33333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100"/>
              <a:buChar char="▹"/>
              <a:defRPr>
                <a:solidFill>
                  <a:srgbClr val="333333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100"/>
              <a:buChar char="■"/>
              <a:defRPr>
                <a:solidFill>
                  <a:srgbClr val="333333"/>
                </a:solidFill>
              </a:defRPr>
            </a:lvl3pPr>
            <a:lvl4pPr marL="1828800" lvl="3" indent="-28575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900"/>
              <a:buChar char="●"/>
              <a:defRPr>
                <a:solidFill>
                  <a:srgbClr val="333333"/>
                </a:solidFill>
              </a:defRPr>
            </a:lvl4pPr>
            <a:lvl5pPr marL="2286000" lvl="4" indent="-28575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900"/>
              <a:buChar char="○"/>
              <a:defRPr>
                <a:solidFill>
                  <a:srgbClr val="333333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Char char="■"/>
              <a:defRPr>
                <a:solidFill>
                  <a:srgbClr val="333333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  <a:defRPr>
                <a:solidFill>
                  <a:srgbClr val="333333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○"/>
              <a:defRPr>
                <a:solidFill>
                  <a:srgbClr val="333333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Char char="■"/>
              <a:defRPr>
                <a:solidFill>
                  <a:srgbClr val="33333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Google Shape;58;p6"/>
          <p:cNvSpPr/>
          <p:nvPr/>
        </p:nvSpPr>
        <p:spPr>
          <a:xfrm rot="5400000">
            <a:off x="4107400" y="-3403775"/>
            <a:ext cx="34200" cy="8257500"/>
          </a:xfrm>
          <a:prstGeom prst="triangle">
            <a:avLst>
              <a:gd name="adj" fmla="val 50000"/>
            </a:avLst>
          </a:prstGeom>
          <a:solidFill>
            <a:srgbClr val="242424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/>
          <p:nvPr/>
        </p:nvSpPr>
        <p:spPr>
          <a:xfrm>
            <a:off x="1257300" y="-3750"/>
            <a:ext cx="6393300" cy="5053200"/>
          </a:xfrm>
          <a:prstGeom prst="trapezoid">
            <a:avLst>
              <a:gd name="adj" fmla="val 25000"/>
            </a:avLst>
          </a:prstGeom>
          <a:solidFill>
            <a:srgbClr val="B7B7B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7"/>
          <p:cNvSpPr/>
          <p:nvPr/>
        </p:nvSpPr>
        <p:spPr>
          <a:xfrm rot="-5400000">
            <a:off x="2565150" y="-1529400"/>
            <a:ext cx="5053200" cy="8104500"/>
          </a:xfrm>
          <a:prstGeom prst="rtTriangle">
            <a:avLst/>
          </a:prstGeom>
          <a:solidFill>
            <a:srgbClr val="D9D9D9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7"/>
          <p:cNvSpPr/>
          <p:nvPr/>
        </p:nvSpPr>
        <p:spPr>
          <a:xfrm rot="-5400000">
            <a:off x="5910600" y="1824124"/>
            <a:ext cx="4137600" cy="2329200"/>
          </a:xfrm>
          <a:prstGeom prst="rtTriangle">
            <a:avLst/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0" y="0"/>
            <a:ext cx="5646300" cy="5045700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sldNum" idx="12"/>
          </p:nvPr>
        </p:nvSpPr>
        <p:spPr>
          <a:xfrm>
            <a:off x="8892575" y="5045724"/>
            <a:ext cx="251400" cy="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 b="1" i="0">
                <a:solidFill>
                  <a:srgbClr val="33333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" name="Google Shape;67;p7"/>
          <p:cNvSpPr/>
          <p:nvPr/>
        </p:nvSpPr>
        <p:spPr>
          <a:xfrm rot="-8294032">
            <a:off x="-383944" y="2269398"/>
            <a:ext cx="4553878" cy="3384604"/>
          </a:xfrm>
          <a:prstGeom prst="triangle">
            <a:avLst>
              <a:gd name="adj" fmla="val 71413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0" y="4312925"/>
            <a:ext cx="1242000" cy="736500"/>
          </a:xfrm>
          <a:prstGeom prst="rtTriangle">
            <a:avLst/>
          </a:prstGeom>
          <a:solidFill>
            <a:srgbClr val="99999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" name="Google Shape;69;p7"/>
          <p:cNvPicPr preferRelativeResize="0"/>
          <p:nvPr/>
        </p:nvPicPr>
        <p:blipFill rotWithShape="1">
          <a:blip r:embed="rId2">
            <a:alphaModFix/>
          </a:blip>
          <a:srcRect l="52417" t="23161" r="12500" b="17754"/>
          <a:stretch/>
        </p:blipFill>
        <p:spPr>
          <a:xfrm>
            <a:off x="15238" y="4712975"/>
            <a:ext cx="784854" cy="30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7"/>
          <p:cNvPicPr preferRelativeResize="0"/>
          <p:nvPr/>
        </p:nvPicPr>
        <p:blipFill rotWithShape="1">
          <a:blip r:embed="rId3">
            <a:alphaModFix amt="79000"/>
          </a:blip>
          <a:srcRect l="86227" t="52202" b="38765"/>
          <a:stretch/>
        </p:blipFill>
        <p:spPr>
          <a:xfrm>
            <a:off x="8450657" y="691325"/>
            <a:ext cx="472240" cy="9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7"/>
          <p:cNvCxnSpPr/>
          <p:nvPr/>
        </p:nvCxnSpPr>
        <p:spPr>
          <a:xfrm>
            <a:off x="-22975" y="724975"/>
            <a:ext cx="8266800" cy="0"/>
          </a:xfrm>
          <a:prstGeom prst="straightConnector1">
            <a:avLst/>
          </a:prstGeom>
          <a:noFill/>
          <a:ln w="95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" name="Google Shape;72;p7"/>
          <p:cNvSpPr/>
          <p:nvPr/>
        </p:nvSpPr>
        <p:spPr>
          <a:xfrm rot="5400000">
            <a:off x="4107400" y="-3403775"/>
            <a:ext cx="34200" cy="8257500"/>
          </a:xfrm>
          <a:prstGeom prst="triangle">
            <a:avLst>
              <a:gd name="adj" fmla="val 50000"/>
            </a:avLst>
          </a:prstGeom>
          <a:solidFill>
            <a:srgbClr val="242424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1257300" y="-3750"/>
            <a:ext cx="6393300" cy="5053200"/>
          </a:xfrm>
          <a:prstGeom prst="trapezoid">
            <a:avLst>
              <a:gd name="adj" fmla="val 25000"/>
            </a:avLst>
          </a:prstGeom>
          <a:solidFill>
            <a:srgbClr val="B7B7B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8"/>
          <p:cNvSpPr/>
          <p:nvPr/>
        </p:nvSpPr>
        <p:spPr>
          <a:xfrm rot="-5400000">
            <a:off x="2447600" y="-1556625"/>
            <a:ext cx="5143500" cy="8249100"/>
          </a:xfrm>
          <a:prstGeom prst="rtTriangle">
            <a:avLst/>
          </a:prstGeom>
          <a:solidFill>
            <a:srgbClr val="D9D9D9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8"/>
          <p:cNvSpPr/>
          <p:nvPr/>
        </p:nvSpPr>
        <p:spPr>
          <a:xfrm rot="-5400000">
            <a:off x="5833000" y="1845775"/>
            <a:ext cx="4236900" cy="2385000"/>
          </a:xfrm>
          <a:prstGeom prst="rtTriangle">
            <a:avLst/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8"/>
          <p:cNvSpPr/>
          <p:nvPr/>
        </p:nvSpPr>
        <p:spPr>
          <a:xfrm>
            <a:off x="0" y="0"/>
            <a:ext cx="5755800" cy="5143500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8"/>
          <p:cNvSpPr txBox="1">
            <a:spLocks noGrp="1"/>
          </p:cNvSpPr>
          <p:nvPr>
            <p:ph type="sldNum" idx="12"/>
          </p:nvPr>
        </p:nvSpPr>
        <p:spPr>
          <a:xfrm>
            <a:off x="8629575" y="4985075"/>
            <a:ext cx="5688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8"/>
          <p:cNvSpPr/>
          <p:nvPr/>
        </p:nvSpPr>
        <p:spPr>
          <a:xfrm rot="-8294032">
            <a:off x="-383944" y="2269398"/>
            <a:ext cx="4553878" cy="3384604"/>
          </a:xfrm>
          <a:prstGeom prst="triangle">
            <a:avLst>
              <a:gd name="adj" fmla="val 71413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0" y="4312925"/>
            <a:ext cx="1400700" cy="830700"/>
          </a:xfrm>
          <a:prstGeom prst="rtTriangle">
            <a:avLst/>
          </a:prstGeom>
          <a:solidFill>
            <a:srgbClr val="99999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8"/>
          <p:cNvSpPr/>
          <p:nvPr/>
        </p:nvSpPr>
        <p:spPr>
          <a:xfrm>
            <a:off x="-50" y="75"/>
            <a:ext cx="9144000" cy="5143500"/>
          </a:xfrm>
          <a:prstGeom prst="rect">
            <a:avLst/>
          </a:prstGeom>
          <a:solidFill>
            <a:srgbClr val="CFB87C">
              <a:alpha val="62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title"/>
          </p:nvPr>
        </p:nvSpPr>
        <p:spPr>
          <a:xfrm>
            <a:off x="311700" y="2152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/>
          <p:nvPr/>
        </p:nvSpPr>
        <p:spPr>
          <a:xfrm>
            <a:off x="1257300" y="-3750"/>
            <a:ext cx="6393300" cy="5053200"/>
          </a:xfrm>
          <a:prstGeom prst="trapezoid">
            <a:avLst>
              <a:gd name="adj" fmla="val 25000"/>
            </a:avLst>
          </a:prstGeom>
          <a:solidFill>
            <a:srgbClr val="B7B7B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9"/>
          <p:cNvSpPr/>
          <p:nvPr/>
        </p:nvSpPr>
        <p:spPr>
          <a:xfrm rot="-5400000">
            <a:off x="2419450" y="-1569925"/>
            <a:ext cx="5158200" cy="8290800"/>
          </a:xfrm>
          <a:prstGeom prst="rtTriangle">
            <a:avLst/>
          </a:prstGeom>
          <a:solidFill>
            <a:srgbClr val="D9D9D9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9"/>
          <p:cNvSpPr/>
          <p:nvPr/>
        </p:nvSpPr>
        <p:spPr>
          <a:xfrm rot="-5400000">
            <a:off x="5833000" y="1845775"/>
            <a:ext cx="4236900" cy="2385000"/>
          </a:xfrm>
          <a:prstGeom prst="rtTriangle">
            <a:avLst/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9"/>
          <p:cNvSpPr/>
          <p:nvPr/>
        </p:nvSpPr>
        <p:spPr>
          <a:xfrm>
            <a:off x="0" y="0"/>
            <a:ext cx="5803500" cy="5158200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9"/>
          <p:cNvSpPr/>
          <p:nvPr/>
        </p:nvSpPr>
        <p:spPr>
          <a:xfrm rot="-8294169">
            <a:off x="-362546" y="2310999"/>
            <a:ext cx="4644613" cy="3400101"/>
          </a:xfrm>
          <a:prstGeom prst="triangle">
            <a:avLst>
              <a:gd name="adj" fmla="val 71413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9"/>
          <p:cNvSpPr/>
          <p:nvPr/>
        </p:nvSpPr>
        <p:spPr>
          <a:xfrm>
            <a:off x="0" y="4312925"/>
            <a:ext cx="1401600" cy="841800"/>
          </a:xfrm>
          <a:prstGeom prst="rtTriangle">
            <a:avLst/>
          </a:prstGeom>
          <a:solidFill>
            <a:srgbClr val="99999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9"/>
          <p:cNvSpPr/>
          <p:nvPr/>
        </p:nvSpPr>
        <p:spPr>
          <a:xfrm>
            <a:off x="-50" y="75"/>
            <a:ext cx="9144000" cy="5158200"/>
          </a:xfrm>
          <a:prstGeom prst="rect">
            <a:avLst/>
          </a:prstGeom>
          <a:solidFill>
            <a:srgbClr val="CFB87C">
              <a:alpha val="443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title"/>
          </p:nvPr>
        </p:nvSpPr>
        <p:spPr>
          <a:xfrm>
            <a:off x="311700" y="2577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 b="1" i="0">
                <a:solidFill>
                  <a:srgbClr val="33333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2" name="Google Shape;92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300">
                <a:solidFill>
                  <a:srgbClr val="2424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1300">
                <a:solidFill>
                  <a:srgbClr val="2424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1300">
                <a:solidFill>
                  <a:srgbClr val="2424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1300">
                <a:solidFill>
                  <a:srgbClr val="2424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1300">
                <a:solidFill>
                  <a:srgbClr val="2424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1300">
                <a:solidFill>
                  <a:srgbClr val="2424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1300">
                <a:solidFill>
                  <a:srgbClr val="2424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1300">
                <a:solidFill>
                  <a:srgbClr val="2424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1300">
                <a:solidFill>
                  <a:srgbClr val="2424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_COLUM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"/>
          <p:cNvSpPr/>
          <p:nvPr/>
        </p:nvSpPr>
        <p:spPr>
          <a:xfrm>
            <a:off x="1257300" y="-3750"/>
            <a:ext cx="6393300" cy="5053200"/>
          </a:xfrm>
          <a:prstGeom prst="trapezoid">
            <a:avLst>
              <a:gd name="adj" fmla="val 25000"/>
            </a:avLst>
          </a:prstGeom>
          <a:solidFill>
            <a:srgbClr val="B7B7B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0"/>
          <p:cNvSpPr/>
          <p:nvPr/>
        </p:nvSpPr>
        <p:spPr>
          <a:xfrm rot="-5400000">
            <a:off x="2565150" y="-1529400"/>
            <a:ext cx="5053200" cy="8104500"/>
          </a:xfrm>
          <a:prstGeom prst="rtTriangle">
            <a:avLst/>
          </a:prstGeom>
          <a:solidFill>
            <a:srgbClr val="D9D9D9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0"/>
          <p:cNvSpPr/>
          <p:nvPr/>
        </p:nvSpPr>
        <p:spPr>
          <a:xfrm rot="-5400000">
            <a:off x="5910600" y="1824124"/>
            <a:ext cx="4137600" cy="2329200"/>
          </a:xfrm>
          <a:prstGeom prst="rtTriangle">
            <a:avLst/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0"/>
          <p:cNvSpPr/>
          <p:nvPr/>
        </p:nvSpPr>
        <p:spPr>
          <a:xfrm>
            <a:off x="0" y="0"/>
            <a:ext cx="5646300" cy="5045700"/>
          </a:xfrm>
          <a:prstGeom prst="rtTriangle">
            <a:avLst/>
          </a:prstGeom>
          <a:solidFill>
            <a:srgbClr val="B7B7B7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0"/>
          <p:cNvSpPr txBox="1">
            <a:spLocks noGrp="1"/>
          </p:cNvSpPr>
          <p:nvPr>
            <p:ph type="sldNum" idx="12"/>
          </p:nvPr>
        </p:nvSpPr>
        <p:spPr>
          <a:xfrm>
            <a:off x="8629575" y="4985075"/>
            <a:ext cx="5688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buNone/>
              <a:defRPr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0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 b="1" i="0">
                <a:solidFill>
                  <a:srgbClr val="33333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None/>
              <a:defRPr>
                <a:solidFill>
                  <a:srgbClr val="333333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" name="Google Shape;101;p10"/>
          <p:cNvSpPr/>
          <p:nvPr/>
        </p:nvSpPr>
        <p:spPr>
          <a:xfrm rot="-8294032">
            <a:off x="-383944" y="2269398"/>
            <a:ext cx="4553878" cy="3384604"/>
          </a:xfrm>
          <a:prstGeom prst="triangle">
            <a:avLst>
              <a:gd name="adj" fmla="val 71413"/>
            </a:avLst>
          </a:prstGeom>
          <a:solidFill>
            <a:srgbClr val="CCCCCC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0"/>
          <p:cNvSpPr txBox="1">
            <a:spLocks noGrp="1"/>
          </p:cNvSpPr>
          <p:nvPr>
            <p:ph type="body" idx="1"/>
          </p:nvPr>
        </p:nvSpPr>
        <p:spPr>
          <a:xfrm>
            <a:off x="311700" y="923874"/>
            <a:ext cx="8520600" cy="3789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Char char="◢"/>
              <a:defRPr b="0" i="0">
                <a:solidFill>
                  <a:srgbClr val="33333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100"/>
              <a:buChar char="▹"/>
              <a:defRPr>
                <a:solidFill>
                  <a:srgbClr val="333333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100"/>
              <a:buChar char="■"/>
              <a:defRPr>
                <a:solidFill>
                  <a:srgbClr val="333333"/>
                </a:solidFill>
              </a:defRPr>
            </a:lvl3pPr>
            <a:lvl4pPr marL="1828800" lvl="3" indent="-28575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900"/>
              <a:buChar char="●"/>
              <a:defRPr>
                <a:solidFill>
                  <a:srgbClr val="333333"/>
                </a:solidFill>
              </a:defRPr>
            </a:lvl4pPr>
            <a:lvl5pPr marL="2286000" lvl="4" indent="-28575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900"/>
              <a:buChar char="○"/>
              <a:defRPr>
                <a:solidFill>
                  <a:srgbClr val="333333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Char char="■"/>
              <a:defRPr>
                <a:solidFill>
                  <a:srgbClr val="333333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  <a:defRPr>
                <a:solidFill>
                  <a:srgbClr val="333333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○"/>
              <a:defRPr>
                <a:solidFill>
                  <a:srgbClr val="333333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Char char="■"/>
              <a:defRPr>
                <a:solidFill>
                  <a:srgbClr val="33333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3" name="Google Shape;103;p10"/>
          <p:cNvSpPr/>
          <p:nvPr/>
        </p:nvSpPr>
        <p:spPr>
          <a:xfrm>
            <a:off x="0" y="4312925"/>
            <a:ext cx="1242000" cy="736500"/>
          </a:xfrm>
          <a:prstGeom prst="rtTriangle">
            <a:avLst/>
          </a:prstGeom>
          <a:solidFill>
            <a:srgbClr val="99999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" name="Google Shape;104;p10"/>
          <p:cNvPicPr preferRelativeResize="0"/>
          <p:nvPr/>
        </p:nvPicPr>
        <p:blipFill rotWithShape="1">
          <a:blip r:embed="rId2">
            <a:alphaModFix/>
          </a:blip>
          <a:srcRect l="52417" t="23161" r="12500" b="17754"/>
          <a:stretch/>
        </p:blipFill>
        <p:spPr>
          <a:xfrm>
            <a:off x="15238" y="4712975"/>
            <a:ext cx="784854" cy="30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0"/>
          <p:cNvPicPr preferRelativeResize="0"/>
          <p:nvPr/>
        </p:nvPicPr>
        <p:blipFill rotWithShape="1">
          <a:blip r:embed="rId3">
            <a:alphaModFix amt="79000"/>
          </a:blip>
          <a:srcRect l="86227" t="52202" b="38765"/>
          <a:stretch/>
        </p:blipFill>
        <p:spPr>
          <a:xfrm>
            <a:off x="8450657" y="691325"/>
            <a:ext cx="472240" cy="9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10"/>
          <p:cNvCxnSpPr/>
          <p:nvPr/>
        </p:nvCxnSpPr>
        <p:spPr>
          <a:xfrm>
            <a:off x="-22975" y="724975"/>
            <a:ext cx="8266800" cy="0"/>
          </a:xfrm>
          <a:prstGeom prst="straightConnector1">
            <a:avLst/>
          </a:prstGeom>
          <a:noFill/>
          <a:ln w="95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108;p10"/>
          <p:cNvSpPr/>
          <p:nvPr/>
        </p:nvSpPr>
        <p:spPr>
          <a:xfrm rot="5400000">
            <a:off x="4107400" y="-3403775"/>
            <a:ext cx="34200" cy="8257500"/>
          </a:xfrm>
          <a:prstGeom prst="triangle">
            <a:avLst>
              <a:gd name="adj" fmla="val 50000"/>
            </a:avLst>
          </a:prstGeom>
          <a:solidFill>
            <a:srgbClr val="242424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CFB87C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800"/>
              <a:buNone/>
              <a:defRPr sz="4800" b="1" i="0">
                <a:solidFill>
                  <a:srgbClr val="333333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1" name="Google Shape;111;p11"/>
          <p:cNvSpPr txBox="1">
            <a:spLocks noGrp="1"/>
          </p:cNvSpPr>
          <p:nvPr>
            <p:ph type="sldNum" idx="12"/>
          </p:nvPr>
        </p:nvSpPr>
        <p:spPr>
          <a:xfrm>
            <a:off x="8629575" y="4985075"/>
            <a:ext cx="5688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4" name="Google Shape;114;p1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rgbClr val="CFB87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p12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 b="1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300"/>
              <a:buChar char="◢"/>
              <a:defRPr b="0" i="0">
                <a:solidFill>
                  <a:srgbClr val="D9D9D9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rgbClr val="D9D9D9"/>
              </a:buClr>
              <a:buSzPts val="1100"/>
              <a:buChar char="▹"/>
              <a:defRPr>
                <a:solidFill>
                  <a:srgbClr val="D9D9D9"/>
                </a:solidFill>
              </a:defRPr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rgbClr val="D9D9D9"/>
              </a:buClr>
              <a:buSzPts val="1100"/>
              <a:buChar char="■"/>
              <a:defRPr>
                <a:solidFill>
                  <a:srgbClr val="D9D9D9"/>
                </a:solidFill>
              </a:defRPr>
            </a:lvl3pPr>
            <a:lvl4pPr marL="1828800" lvl="3" indent="-285750">
              <a:spcBef>
                <a:spcPts val="1600"/>
              </a:spcBef>
              <a:spcAft>
                <a:spcPts val="0"/>
              </a:spcAft>
              <a:buClr>
                <a:srgbClr val="D9D9D9"/>
              </a:buClr>
              <a:buSzPts val="900"/>
              <a:buChar char="●"/>
              <a:defRPr>
                <a:solidFill>
                  <a:srgbClr val="D9D9D9"/>
                </a:solidFill>
              </a:defRPr>
            </a:lvl4pPr>
            <a:lvl5pPr marL="2286000" lvl="4" indent="-285750">
              <a:spcBef>
                <a:spcPts val="1600"/>
              </a:spcBef>
              <a:spcAft>
                <a:spcPts val="0"/>
              </a:spcAft>
              <a:buClr>
                <a:srgbClr val="D9D9D9"/>
              </a:buClr>
              <a:buSzPts val="900"/>
              <a:buChar char="○"/>
              <a:defRPr>
                <a:solidFill>
                  <a:srgbClr val="D9D9D9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D9D9D9"/>
              </a:buClr>
              <a:buSzPts val="1400"/>
              <a:buChar char="■"/>
              <a:defRPr>
                <a:solidFill>
                  <a:srgbClr val="D9D9D9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D9D9D9"/>
              </a:buClr>
              <a:buSzPts val="1400"/>
              <a:buChar char="●"/>
              <a:defRPr>
                <a:solidFill>
                  <a:srgbClr val="D9D9D9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>
                <a:solidFill>
                  <a:srgbClr val="D9D9D9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D9D9D9"/>
              </a:buClr>
              <a:buSzPts val="1400"/>
              <a:buChar char="■"/>
              <a:defRPr>
                <a:solidFill>
                  <a:srgbClr val="D9D9D9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8" name="Google Shape;118;p12"/>
          <p:cNvSpPr txBox="1">
            <a:spLocks noGrp="1"/>
          </p:cNvSpPr>
          <p:nvPr>
            <p:ph type="sldNum" idx="12"/>
          </p:nvPr>
        </p:nvSpPr>
        <p:spPr>
          <a:xfrm>
            <a:off x="8629575" y="4985075"/>
            <a:ext cx="5688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19" name="Google Shape;119;p12"/>
          <p:cNvCxnSpPr/>
          <p:nvPr/>
        </p:nvCxnSpPr>
        <p:spPr>
          <a:xfrm>
            <a:off x="-15240" y="2749075"/>
            <a:ext cx="3851700" cy="0"/>
          </a:xfrm>
          <a:prstGeom prst="straightConnector1">
            <a:avLst/>
          </a:prstGeom>
          <a:noFill/>
          <a:ln w="95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0" name="Google Shape;120;p12"/>
          <p:cNvPicPr preferRelativeResize="0"/>
          <p:nvPr/>
        </p:nvPicPr>
        <p:blipFill rotWithShape="1">
          <a:blip r:embed="rId2">
            <a:alphaModFix amt="70000"/>
          </a:blip>
          <a:srcRect l="86227" t="52202" b="38765"/>
          <a:stretch/>
        </p:blipFill>
        <p:spPr>
          <a:xfrm>
            <a:off x="3836457" y="2715415"/>
            <a:ext cx="472240" cy="9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2"/>
          <p:cNvSpPr/>
          <p:nvPr/>
        </p:nvSpPr>
        <p:spPr>
          <a:xfrm rot="5400000">
            <a:off x="1915125" y="800631"/>
            <a:ext cx="34200" cy="3895200"/>
          </a:xfrm>
          <a:prstGeom prst="triangle">
            <a:avLst>
              <a:gd name="adj" fmla="val 50000"/>
            </a:avLst>
          </a:prstGeom>
          <a:solidFill>
            <a:srgbClr val="242424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>
            <a:spLocks noGrp="1"/>
          </p:cNvSpPr>
          <p:nvPr>
            <p:ph type="body" idx="1"/>
          </p:nvPr>
        </p:nvSpPr>
        <p:spPr>
          <a:xfrm>
            <a:off x="616500" y="43130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sldNum" idx="12"/>
          </p:nvPr>
        </p:nvSpPr>
        <p:spPr>
          <a:xfrm>
            <a:off x="8629575" y="4985075"/>
            <a:ext cx="5688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5" name="Google Shape;125;p13"/>
          <p:cNvCxnSpPr/>
          <p:nvPr/>
        </p:nvCxnSpPr>
        <p:spPr>
          <a:xfrm>
            <a:off x="99075" y="4798100"/>
            <a:ext cx="4563000" cy="0"/>
          </a:xfrm>
          <a:prstGeom prst="straightConnector1">
            <a:avLst/>
          </a:prstGeom>
          <a:noFill/>
          <a:ln w="952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6" name="Google Shape;126;p13"/>
          <p:cNvPicPr preferRelativeResize="0"/>
          <p:nvPr/>
        </p:nvPicPr>
        <p:blipFill rotWithShape="1">
          <a:blip r:embed="rId2">
            <a:alphaModFix amt="70000"/>
          </a:blip>
          <a:srcRect l="86227" t="52202" b="38765"/>
          <a:stretch/>
        </p:blipFill>
        <p:spPr>
          <a:xfrm>
            <a:off x="4669702" y="4772060"/>
            <a:ext cx="472240" cy="9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3"/>
          <p:cNvSpPr/>
          <p:nvPr/>
        </p:nvSpPr>
        <p:spPr>
          <a:xfrm rot="5400000">
            <a:off x="2322925" y="2519150"/>
            <a:ext cx="34200" cy="4557900"/>
          </a:xfrm>
          <a:prstGeom prst="triangle">
            <a:avLst>
              <a:gd name="adj" fmla="val 50000"/>
            </a:avLst>
          </a:prstGeom>
          <a:solidFill>
            <a:srgbClr val="242424"/>
          </a:solidFill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0" y="4407000"/>
            <a:ext cx="1242000" cy="736500"/>
          </a:xfrm>
          <a:prstGeom prst="rtTriangle">
            <a:avLst/>
          </a:prstGeom>
          <a:solidFill>
            <a:srgbClr val="99999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" name="Google Shape;129;p13"/>
          <p:cNvPicPr preferRelativeResize="0"/>
          <p:nvPr/>
        </p:nvPicPr>
        <p:blipFill rotWithShape="1">
          <a:blip r:embed="rId3">
            <a:alphaModFix/>
          </a:blip>
          <a:srcRect l="52417" t="23161" r="12500" b="17754"/>
          <a:stretch/>
        </p:blipFill>
        <p:spPr>
          <a:xfrm>
            <a:off x="15238" y="4807050"/>
            <a:ext cx="784854" cy="30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◢"/>
              <a:defRPr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914400" lvl="1" indent="-298450" algn="ctr">
              <a:spcBef>
                <a:spcPts val="1600"/>
              </a:spcBef>
              <a:spcAft>
                <a:spcPts val="0"/>
              </a:spcAft>
              <a:buSzPts val="1100"/>
              <a:buChar char="▹"/>
              <a:defRPr/>
            </a:lvl2pPr>
            <a:lvl3pPr marL="1371600" lvl="2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85750" algn="ctr">
              <a:spcBef>
                <a:spcPts val="160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lvl="4" indent="-285750" algn="ctr">
              <a:spcBef>
                <a:spcPts val="160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8629575" y="4985075"/>
            <a:ext cx="5688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>
            <a:spLocks noGrp="1"/>
          </p:cNvSpPr>
          <p:nvPr>
            <p:ph type="sldNum" idx="12"/>
          </p:nvPr>
        </p:nvSpPr>
        <p:spPr>
          <a:xfrm>
            <a:off x="8629575" y="4985075"/>
            <a:ext cx="568800" cy="2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rgbClr val="A2A4A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800"/>
              <a:buFont typeface="Helvetica Neue"/>
              <a:buNone/>
              <a:defRPr sz="2800" b="1">
                <a:solidFill>
                  <a:srgbClr val="2424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800"/>
              <a:buFont typeface="Proxima Nova"/>
              <a:buNone/>
              <a:defRPr sz="2800">
                <a:solidFill>
                  <a:srgbClr val="24242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800"/>
              <a:buFont typeface="Proxima Nova"/>
              <a:buNone/>
              <a:defRPr sz="2800">
                <a:solidFill>
                  <a:srgbClr val="24242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800"/>
              <a:buFont typeface="Proxima Nova"/>
              <a:buNone/>
              <a:defRPr sz="2800">
                <a:solidFill>
                  <a:srgbClr val="24242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800"/>
              <a:buFont typeface="Proxima Nova"/>
              <a:buNone/>
              <a:defRPr sz="2800">
                <a:solidFill>
                  <a:srgbClr val="24242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800"/>
              <a:buFont typeface="Proxima Nova"/>
              <a:buNone/>
              <a:defRPr sz="2800">
                <a:solidFill>
                  <a:srgbClr val="24242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800"/>
              <a:buFont typeface="Proxima Nova"/>
              <a:buNone/>
              <a:defRPr sz="2800">
                <a:solidFill>
                  <a:srgbClr val="24242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800"/>
              <a:buFont typeface="Proxima Nova"/>
              <a:buNone/>
              <a:defRPr sz="2800">
                <a:solidFill>
                  <a:srgbClr val="24242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800"/>
              <a:buFont typeface="Proxima Nova"/>
              <a:buNone/>
              <a:defRPr sz="2800">
                <a:solidFill>
                  <a:srgbClr val="24242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300"/>
              <a:buFont typeface="Helvetica Neue"/>
              <a:buChar char="◢"/>
              <a:defRPr sz="1300">
                <a:solidFill>
                  <a:srgbClr val="2424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42424"/>
              </a:buClr>
              <a:buSzPts val="1100"/>
              <a:buFont typeface="Helvetica Neue"/>
              <a:buChar char="▹"/>
              <a:defRPr sz="1100">
                <a:solidFill>
                  <a:srgbClr val="2424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42424"/>
              </a:buClr>
              <a:buSzPts val="1100"/>
              <a:buFont typeface="Helvetica Neue"/>
              <a:buChar char="■"/>
              <a:defRPr sz="1100">
                <a:solidFill>
                  <a:srgbClr val="2424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42424"/>
              </a:buClr>
              <a:buSzPts val="900"/>
              <a:buFont typeface="Helvetica Neue"/>
              <a:buChar char="●"/>
              <a:defRPr sz="900">
                <a:solidFill>
                  <a:srgbClr val="2424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42424"/>
              </a:buClr>
              <a:buSzPts val="900"/>
              <a:buFont typeface="Helvetica Neue"/>
              <a:buChar char="○"/>
              <a:defRPr sz="900">
                <a:solidFill>
                  <a:srgbClr val="2424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42424"/>
              </a:buClr>
              <a:buSzPts val="1400"/>
              <a:buFont typeface="Helvetica Neue"/>
              <a:buChar char="■"/>
              <a:defRPr>
                <a:solidFill>
                  <a:srgbClr val="2424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42424"/>
              </a:buClr>
              <a:buSzPts val="1400"/>
              <a:buFont typeface="Helvetica Neue"/>
              <a:buChar char="●"/>
              <a:defRPr>
                <a:solidFill>
                  <a:srgbClr val="2424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242424"/>
              </a:buClr>
              <a:buSzPts val="1400"/>
              <a:buFont typeface="Helvetica Neue"/>
              <a:buChar char="○"/>
              <a:defRPr>
                <a:solidFill>
                  <a:srgbClr val="2424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242424"/>
              </a:buClr>
              <a:buSzPts val="1400"/>
              <a:buFont typeface="Helvetica Neue"/>
              <a:buChar char="■"/>
              <a:defRPr>
                <a:solidFill>
                  <a:srgbClr val="2424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629575" y="4985075"/>
            <a:ext cx="568800" cy="2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A2A4A3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customXml" Target="../ink/ink24.xml"/><Relationship Id="rId21" Type="http://schemas.openxmlformats.org/officeDocument/2006/relationships/image" Target="../media/image13.png"/><Relationship Id="rId34" Type="http://schemas.openxmlformats.org/officeDocument/2006/relationships/customXml" Target="../ink/ink19.xml"/><Relationship Id="rId42" Type="http://schemas.openxmlformats.org/officeDocument/2006/relationships/customXml" Target="../ink/ink27.xml"/><Relationship Id="rId47" Type="http://schemas.openxmlformats.org/officeDocument/2006/relationships/customXml" Target="../ink/ink32.xml"/><Relationship Id="rId50" Type="http://schemas.openxmlformats.org/officeDocument/2006/relationships/customXml" Target="../ink/ink35.xml"/><Relationship Id="rId55" Type="http://schemas.openxmlformats.org/officeDocument/2006/relationships/customXml" Target="../ink/ink40.xml"/><Relationship Id="rId7" Type="http://schemas.openxmlformats.org/officeDocument/2006/relationships/image" Target="../media/image6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7.png"/><Relationship Id="rId11" Type="http://schemas.openxmlformats.org/officeDocument/2006/relationships/image" Target="../media/image8.png"/><Relationship Id="rId24" Type="http://schemas.openxmlformats.org/officeDocument/2006/relationships/customXml" Target="../ink/ink12.xml"/><Relationship Id="rId32" Type="http://schemas.openxmlformats.org/officeDocument/2006/relationships/customXml" Target="../ink/ink17.xml"/><Relationship Id="rId37" Type="http://schemas.openxmlformats.org/officeDocument/2006/relationships/customXml" Target="../ink/ink22.xml"/><Relationship Id="rId40" Type="http://schemas.openxmlformats.org/officeDocument/2006/relationships/customXml" Target="../ink/ink25.xml"/><Relationship Id="rId45" Type="http://schemas.openxmlformats.org/officeDocument/2006/relationships/customXml" Target="../ink/ink30.xml"/><Relationship Id="rId53" Type="http://schemas.openxmlformats.org/officeDocument/2006/relationships/customXml" Target="../ink/ink38.xml"/><Relationship Id="rId58" Type="http://schemas.openxmlformats.org/officeDocument/2006/relationships/image" Target="../media/image18.png"/><Relationship Id="rId5" Type="http://schemas.openxmlformats.org/officeDocument/2006/relationships/image" Target="../media/image5.png"/><Relationship Id="rId19" Type="http://schemas.openxmlformats.org/officeDocument/2006/relationships/image" Target="../media/image12.png"/><Relationship Id="rId4" Type="http://schemas.openxmlformats.org/officeDocument/2006/relationships/customXml" Target="../ink/ink2.xml"/><Relationship Id="rId9" Type="http://schemas.openxmlformats.org/officeDocument/2006/relationships/image" Target="../media/image7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6.png"/><Relationship Id="rId30" Type="http://schemas.openxmlformats.org/officeDocument/2006/relationships/customXml" Target="../ink/ink15.xml"/><Relationship Id="rId35" Type="http://schemas.openxmlformats.org/officeDocument/2006/relationships/customXml" Target="../ink/ink20.xml"/><Relationship Id="rId43" Type="http://schemas.openxmlformats.org/officeDocument/2006/relationships/customXml" Target="../ink/ink28.xml"/><Relationship Id="rId48" Type="http://schemas.openxmlformats.org/officeDocument/2006/relationships/customXml" Target="../ink/ink33.xml"/><Relationship Id="rId56" Type="http://schemas.openxmlformats.org/officeDocument/2006/relationships/customXml" Target="../ink/ink41.xml"/><Relationship Id="rId8" Type="http://schemas.openxmlformats.org/officeDocument/2006/relationships/customXml" Target="../ink/ink4.xml"/><Relationship Id="rId51" Type="http://schemas.openxmlformats.org/officeDocument/2006/relationships/customXml" Target="../ink/ink36.xml"/><Relationship Id="rId3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33" Type="http://schemas.openxmlformats.org/officeDocument/2006/relationships/customXml" Target="../ink/ink18.xml"/><Relationship Id="rId38" Type="http://schemas.openxmlformats.org/officeDocument/2006/relationships/customXml" Target="../ink/ink23.xml"/><Relationship Id="rId46" Type="http://schemas.openxmlformats.org/officeDocument/2006/relationships/customXml" Target="../ink/ink31.xml"/><Relationship Id="rId59" Type="http://schemas.openxmlformats.org/officeDocument/2006/relationships/image" Target="../media/image19.png"/><Relationship Id="rId20" Type="http://schemas.openxmlformats.org/officeDocument/2006/relationships/customXml" Target="../ink/ink10.xml"/><Relationship Id="rId41" Type="http://schemas.openxmlformats.org/officeDocument/2006/relationships/customXml" Target="../ink/ink26.xml"/><Relationship Id="rId54" Type="http://schemas.openxmlformats.org/officeDocument/2006/relationships/customXml" Target="../ink/ink39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3.xml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14.xml"/><Relationship Id="rId36" Type="http://schemas.openxmlformats.org/officeDocument/2006/relationships/customXml" Target="../ink/ink21.xml"/><Relationship Id="rId49" Type="http://schemas.openxmlformats.org/officeDocument/2006/relationships/customXml" Target="../ink/ink34.xml"/><Relationship Id="rId57" Type="http://schemas.openxmlformats.org/officeDocument/2006/relationships/customXml" Target="../ink/ink42.xml"/><Relationship Id="rId10" Type="http://schemas.openxmlformats.org/officeDocument/2006/relationships/customXml" Target="../ink/ink5.xml"/><Relationship Id="rId31" Type="http://schemas.openxmlformats.org/officeDocument/2006/relationships/customXml" Target="../ink/ink16.xml"/><Relationship Id="rId44" Type="http://schemas.openxmlformats.org/officeDocument/2006/relationships/customXml" Target="../ink/ink29.xml"/><Relationship Id="rId52" Type="http://schemas.openxmlformats.org/officeDocument/2006/relationships/customXml" Target="../ink/ink3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customXml" Target="../ink/ink48.xml"/><Relationship Id="rId18" Type="http://schemas.openxmlformats.org/officeDocument/2006/relationships/image" Target="../media/image28.png"/><Relationship Id="rId3" Type="http://schemas.openxmlformats.org/officeDocument/2006/relationships/customXml" Target="../ink/ink43.xml"/><Relationship Id="rId21" Type="http://schemas.openxmlformats.org/officeDocument/2006/relationships/image" Target="../media/image31.png"/><Relationship Id="rId7" Type="http://schemas.openxmlformats.org/officeDocument/2006/relationships/customXml" Target="../ink/ink45.xml"/><Relationship Id="rId12" Type="http://schemas.openxmlformats.org/officeDocument/2006/relationships/image" Target="../media/image24.png"/><Relationship Id="rId17" Type="http://schemas.openxmlformats.org/officeDocument/2006/relationships/image" Target="../media/image27.png"/><Relationship Id="rId2" Type="http://schemas.microsoft.com/office/2018/10/relationships/comments" Target="../comments/modernComment_105_F0F45C73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11" Type="http://schemas.openxmlformats.org/officeDocument/2006/relationships/customXml" Target="../ink/ink47.xml"/><Relationship Id="rId24" Type="http://schemas.openxmlformats.org/officeDocument/2006/relationships/image" Target="../media/image19.png"/><Relationship Id="rId5" Type="http://schemas.openxmlformats.org/officeDocument/2006/relationships/customXml" Target="../ink/ink44.xml"/><Relationship Id="rId15" Type="http://schemas.openxmlformats.org/officeDocument/2006/relationships/customXml" Target="../ink/ink49.xml"/><Relationship Id="rId23" Type="http://schemas.openxmlformats.org/officeDocument/2006/relationships/image" Target="../media/image33.png"/><Relationship Id="rId10" Type="http://schemas.openxmlformats.org/officeDocument/2006/relationships/image" Target="../media/image23.png"/><Relationship Id="rId19" Type="http://schemas.openxmlformats.org/officeDocument/2006/relationships/image" Target="../media/image29.png"/><Relationship Id="rId4" Type="http://schemas.openxmlformats.org/officeDocument/2006/relationships/image" Target="../media/image20.png"/><Relationship Id="rId9" Type="http://schemas.openxmlformats.org/officeDocument/2006/relationships/customXml" Target="../ink/ink46.xml"/><Relationship Id="rId14" Type="http://schemas.openxmlformats.org/officeDocument/2006/relationships/image" Target="../media/image25.png"/><Relationship Id="rId22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microsoft.com/office/2018/10/relationships/comments" Target="../comments/modernComment_106_204C957F.xml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11" Type="http://schemas.openxmlformats.org/officeDocument/2006/relationships/customXml" Target="../ink/ink51.xml"/><Relationship Id="rId5" Type="http://schemas.openxmlformats.org/officeDocument/2006/relationships/customXml" Target="../ink/ink50.xml"/><Relationship Id="rId15" Type="http://schemas.openxmlformats.org/officeDocument/2006/relationships/image" Target="../media/image44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Relationship Id="rId14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7.xml"/><Relationship Id="rId18" Type="http://schemas.openxmlformats.org/officeDocument/2006/relationships/image" Target="../media/image55.png"/><Relationship Id="rId26" Type="http://schemas.openxmlformats.org/officeDocument/2006/relationships/customXml" Target="../ink/ink63.xml"/><Relationship Id="rId39" Type="http://schemas.openxmlformats.org/officeDocument/2006/relationships/image" Target="../media/image64.png"/><Relationship Id="rId21" Type="http://schemas.openxmlformats.org/officeDocument/2006/relationships/image" Target="../media/image15.png"/><Relationship Id="rId34" Type="http://schemas.openxmlformats.org/officeDocument/2006/relationships/image" Target="../media/image61.png"/><Relationship Id="rId42" Type="http://schemas.openxmlformats.org/officeDocument/2006/relationships/image" Target="../media/image65.png"/><Relationship Id="rId47" Type="http://schemas.openxmlformats.org/officeDocument/2006/relationships/image" Target="../media/image70.png"/><Relationship Id="rId50" Type="http://schemas.openxmlformats.org/officeDocument/2006/relationships/image" Target="../media/image73.png"/><Relationship Id="rId7" Type="http://schemas.openxmlformats.org/officeDocument/2006/relationships/customXml" Target="../ink/ink54.xml"/><Relationship Id="rId2" Type="http://schemas.microsoft.com/office/2018/10/relationships/comments" Target="../comments/modernComment_10B_E150C1CA.xml"/><Relationship Id="rId16" Type="http://schemas.openxmlformats.org/officeDocument/2006/relationships/image" Target="../media/image54.png"/><Relationship Id="rId29" Type="http://schemas.openxmlformats.org/officeDocument/2006/relationships/image" Target="../media/image58.png"/><Relationship Id="rId11" Type="http://schemas.openxmlformats.org/officeDocument/2006/relationships/customXml" Target="../ink/ink56.xml"/><Relationship Id="rId24" Type="http://schemas.openxmlformats.org/officeDocument/2006/relationships/customXml" Target="../ink/ink62.xml"/><Relationship Id="rId32" Type="http://schemas.openxmlformats.org/officeDocument/2006/relationships/image" Target="../media/image60.png"/><Relationship Id="rId37" Type="http://schemas.openxmlformats.org/officeDocument/2006/relationships/customXml" Target="../ink/ink68.xml"/><Relationship Id="rId40" Type="http://schemas.openxmlformats.org/officeDocument/2006/relationships/customXml" Target="../ink/ink69.xml"/><Relationship Id="rId45" Type="http://schemas.openxmlformats.org/officeDocument/2006/relationships/image" Target="../media/image68.png"/><Relationship Id="rId53" Type="http://schemas.openxmlformats.org/officeDocument/2006/relationships/image" Target="../media/image76.png"/><Relationship Id="rId5" Type="http://schemas.openxmlformats.org/officeDocument/2006/relationships/customXml" Target="../ink/ink53.xml"/><Relationship Id="rId10" Type="http://schemas.openxmlformats.org/officeDocument/2006/relationships/image" Target="../media/image12.png"/><Relationship Id="rId19" Type="http://schemas.openxmlformats.org/officeDocument/2006/relationships/image" Target="../media/image56.png"/><Relationship Id="rId31" Type="http://schemas.openxmlformats.org/officeDocument/2006/relationships/customXml" Target="../ink/ink65.xml"/><Relationship Id="rId44" Type="http://schemas.openxmlformats.org/officeDocument/2006/relationships/image" Target="../media/image67.png"/><Relationship Id="rId52" Type="http://schemas.openxmlformats.org/officeDocument/2006/relationships/image" Target="../media/image75.png"/><Relationship Id="rId4" Type="http://schemas.openxmlformats.org/officeDocument/2006/relationships/image" Target="../media/image52.png"/><Relationship Id="rId9" Type="http://schemas.openxmlformats.org/officeDocument/2006/relationships/customXml" Target="../ink/ink55.xml"/><Relationship Id="rId14" Type="http://schemas.openxmlformats.org/officeDocument/2006/relationships/image" Target="../media/image14.png"/><Relationship Id="rId22" Type="http://schemas.openxmlformats.org/officeDocument/2006/relationships/customXml" Target="../ink/ink61.xml"/><Relationship Id="rId27" Type="http://schemas.openxmlformats.org/officeDocument/2006/relationships/image" Target="../media/image57.png"/><Relationship Id="rId30" Type="http://schemas.openxmlformats.org/officeDocument/2006/relationships/image" Target="../media/image59.png"/><Relationship Id="rId35" Type="http://schemas.openxmlformats.org/officeDocument/2006/relationships/customXml" Target="../ink/ink67.xml"/><Relationship Id="rId43" Type="http://schemas.openxmlformats.org/officeDocument/2006/relationships/image" Target="../media/image66.png"/><Relationship Id="rId48" Type="http://schemas.openxmlformats.org/officeDocument/2006/relationships/image" Target="../media/image71.png"/><Relationship Id="rId8" Type="http://schemas.openxmlformats.org/officeDocument/2006/relationships/image" Target="../media/image11.png"/><Relationship Id="rId51" Type="http://schemas.openxmlformats.org/officeDocument/2006/relationships/image" Target="../media/image74.png"/><Relationship Id="rId3" Type="http://schemas.openxmlformats.org/officeDocument/2006/relationships/customXml" Target="../ink/ink52.xml"/><Relationship Id="rId12" Type="http://schemas.openxmlformats.org/officeDocument/2006/relationships/image" Target="../media/image13.png"/><Relationship Id="rId17" Type="http://schemas.openxmlformats.org/officeDocument/2006/relationships/customXml" Target="../ink/ink59.xml"/><Relationship Id="rId25" Type="http://schemas.openxmlformats.org/officeDocument/2006/relationships/image" Target="../media/image17.png"/><Relationship Id="rId33" Type="http://schemas.openxmlformats.org/officeDocument/2006/relationships/customXml" Target="../ink/ink66.xml"/><Relationship Id="rId38" Type="http://schemas.openxmlformats.org/officeDocument/2006/relationships/image" Target="../media/image63.png"/><Relationship Id="rId46" Type="http://schemas.openxmlformats.org/officeDocument/2006/relationships/image" Target="../media/image69.png"/><Relationship Id="rId20" Type="http://schemas.openxmlformats.org/officeDocument/2006/relationships/customXml" Target="../ink/ink60.xml"/><Relationship Id="rId41" Type="http://schemas.openxmlformats.org/officeDocument/2006/relationships/customXml" Target="../ink/ink7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3.png"/><Relationship Id="rId15" Type="http://schemas.openxmlformats.org/officeDocument/2006/relationships/customXml" Target="../ink/ink58.xml"/><Relationship Id="rId23" Type="http://schemas.openxmlformats.org/officeDocument/2006/relationships/image" Target="../media/image16.png"/><Relationship Id="rId28" Type="http://schemas.openxmlformats.org/officeDocument/2006/relationships/customXml" Target="../ink/ink64.xml"/><Relationship Id="rId36" Type="http://schemas.openxmlformats.org/officeDocument/2006/relationships/image" Target="../media/image62.png"/><Relationship Id="rId49" Type="http://schemas.openxmlformats.org/officeDocument/2006/relationships/image" Target="../media/image7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customXml" Target="../ink/ink76.xml"/><Relationship Id="rId18" Type="http://schemas.openxmlformats.org/officeDocument/2006/relationships/image" Target="../media/image92.png"/><Relationship Id="rId26" Type="http://schemas.openxmlformats.org/officeDocument/2006/relationships/image" Target="../media/image96.png"/><Relationship Id="rId3" Type="http://schemas.openxmlformats.org/officeDocument/2006/relationships/customXml" Target="../ink/ink71.xml"/><Relationship Id="rId21" Type="http://schemas.openxmlformats.org/officeDocument/2006/relationships/customXml" Target="../ink/ink80.xml"/><Relationship Id="rId7" Type="http://schemas.openxmlformats.org/officeDocument/2006/relationships/customXml" Target="../ink/ink73.xml"/><Relationship Id="rId12" Type="http://schemas.openxmlformats.org/officeDocument/2006/relationships/image" Target="../media/image89.png"/><Relationship Id="rId17" Type="http://schemas.openxmlformats.org/officeDocument/2006/relationships/customXml" Target="../ink/ink78.xml"/><Relationship Id="rId25" Type="http://schemas.openxmlformats.org/officeDocument/2006/relationships/customXml" Target="../ink/ink82.xml"/><Relationship Id="rId2" Type="http://schemas.openxmlformats.org/officeDocument/2006/relationships/image" Target="../media/image84.png"/><Relationship Id="rId16" Type="http://schemas.openxmlformats.org/officeDocument/2006/relationships/image" Target="../media/image91.png"/><Relationship Id="rId20" Type="http://schemas.openxmlformats.org/officeDocument/2006/relationships/image" Target="../media/image93.png"/><Relationship Id="rId29" Type="http://schemas.openxmlformats.org/officeDocument/2006/relationships/customXml" Target="../ink/ink8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6.png"/><Relationship Id="rId11" Type="http://schemas.openxmlformats.org/officeDocument/2006/relationships/customXml" Target="../ink/ink75.xml"/><Relationship Id="rId24" Type="http://schemas.openxmlformats.org/officeDocument/2006/relationships/image" Target="../media/image95.png"/><Relationship Id="rId32" Type="http://schemas.openxmlformats.org/officeDocument/2006/relationships/image" Target="../media/image99.png"/><Relationship Id="rId5" Type="http://schemas.openxmlformats.org/officeDocument/2006/relationships/customXml" Target="../ink/ink72.xml"/><Relationship Id="rId15" Type="http://schemas.openxmlformats.org/officeDocument/2006/relationships/customXml" Target="../ink/ink77.xml"/><Relationship Id="rId23" Type="http://schemas.openxmlformats.org/officeDocument/2006/relationships/customXml" Target="../ink/ink81.xml"/><Relationship Id="rId28" Type="http://schemas.openxmlformats.org/officeDocument/2006/relationships/image" Target="../media/image97.png"/><Relationship Id="rId10" Type="http://schemas.openxmlformats.org/officeDocument/2006/relationships/image" Target="../media/image88.png"/><Relationship Id="rId19" Type="http://schemas.openxmlformats.org/officeDocument/2006/relationships/customXml" Target="../ink/ink79.xml"/><Relationship Id="rId31" Type="http://schemas.openxmlformats.org/officeDocument/2006/relationships/customXml" Target="../ink/ink85.xml"/><Relationship Id="rId4" Type="http://schemas.openxmlformats.org/officeDocument/2006/relationships/image" Target="../media/image85.png"/><Relationship Id="rId9" Type="http://schemas.openxmlformats.org/officeDocument/2006/relationships/customXml" Target="../ink/ink74.xml"/><Relationship Id="rId14" Type="http://schemas.openxmlformats.org/officeDocument/2006/relationships/image" Target="../media/image90.png"/><Relationship Id="rId22" Type="http://schemas.openxmlformats.org/officeDocument/2006/relationships/image" Target="../media/image94.png"/><Relationship Id="rId27" Type="http://schemas.openxmlformats.org/officeDocument/2006/relationships/customXml" Target="../ink/ink83.xml"/><Relationship Id="rId30" Type="http://schemas.openxmlformats.org/officeDocument/2006/relationships/image" Target="../media/image98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8.xml"/><Relationship Id="rId21" Type="http://schemas.openxmlformats.org/officeDocument/2006/relationships/image" Target="../media/image109.png"/><Relationship Id="rId42" Type="http://schemas.openxmlformats.org/officeDocument/2006/relationships/customXml" Target="../ink/ink106.xml"/><Relationship Id="rId47" Type="http://schemas.openxmlformats.org/officeDocument/2006/relationships/image" Target="../media/image122.png"/><Relationship Id="rId63" Type="http://schemas.openxmlformats.org/officeDocument/2006/relationships/image" Target="../media/image130.png"/><Relationship Id="rId68" Type="http://schemas.openxmlformats.org/officeDocument/2006/relationships/customXml" Target="../ink/ink119.xml"/><Relationship Id="rId16" Type="http://schemas.openxmlformats.org/officeDocument/2006/relationships/customXml" Target="../ink/ink93.xml"/><Relationship Id="rId11" Type="http://schemas.openxmlformats.org/officeDocument/2006/relationships/image" Target="../media/image104.png"/><Relationship Id="rId24" Type="http://schemas.openxmlformats.org/officeDocument/2006/relationships/customXml" Target="../ink/ink97.xml"/><Relationship Id="rId32" Type="http://schemas.openxmlformats.org/officeDocument/2006/relationships/customXml" Target="../ink/ink101.xml"/><Relationship Id="rId37" Type="http://schemas.openxmlformats.org/officeDocument/2006/relationships/image" Target="../media/image117.png"/><Relationship Id="rId40" Type="http://schemas.openxmlformats.org/officeDocument/2006/relationships/customXml" Target="../ink/ink105.xml"/><Relationship Id="rId45" Type="http://schemas.openxmlformats.org/officeDocument/2006/relationships/image" Target="../media/image121.png"/><Relationship Id="rId53" Type="http://schemas.openxmlformats.org/officeDocument/2006/relationships/image" Target="../media/image125.png"/><Relationship Id="rId58" Type="http://schemas.openxmlformats.org/officeDocument/2006/relationships/customXml" Target="../ink/ink114.xml"/><Relationship Id="rId66" Type="http://schemas.openxmlformats.org/officeDocument/2006/relationships/customXml" Target="../ink/ink118.xml"/><Relationship Id="rId74" Type="http://schemas.openxmlformats.org/officeDocument/2006/relationships/customXml" Target="../ink/ink122.xml"/><Relationship Id="rId5" Type="http://schemas.openxmlformats.org/officeDocument/2006/relationships/image" Target="../media/image101.png"/><Relationship Id="rId61" Type="http://schemas.openxmlformats.org/officeDocument/2006/relationships/image" Target="../media/image129.png"/><Relationship Id="rId19" Type="http://schemas.openxmlformats.org/officeDocument/2006/relationships/image" Target="../media/image108.png"/><Relationship Id="rId14" Type="http://schemas.openxmlformats.org/officeDocument/2006/relationships/customXml" Target="../ink/ink92.xml"/><Relationship Id="rId22" Type="http://schemas.openxmlformats.org/officeDocument/2006/relationships/customXml" Target="../ink/ink96.xml"/><Relationship Id="rId27" Type="http://schemas.openxmlformats.org/officeDocument/2006/relationships/image" Target="../media/image112.png"/><Relationship Id="rId30" Type="http://schemas.openxmlformats.org/officeDocument/2006/relationships/customXml" Target="../ink/ink100.xml"/><Relationship Id="rId35" Type="http://schemas.openxmlformats.org/officeDocument/2006/relationships/image" Target="../media/image116.png"/><Relationship Id="rId43" Type="http://schemas.openxmlformats.org/officeDocument/2006/relationships/image" Target="../media/image120.png"/><Relationship Id="rId48" Type="http://schemas.openxmlformats.org/officeDocument/2006/relationships/customXml" Target="../ink/ink109.xml"/><Relationship Id="rId56" Type="http://schemas.openxmlformats.org/officeDocument/2006/relationships/customXml" Target="../ink/ink113.xml"/><Relationship Id="rId64" Type="http://schemas.openxmlformats.org/officeDocument/2006/relationships/customXml" Target="../ink/ink117.xml"/><Relationship Id="rId69" Type="http://schemas.openxmlformats.org/officeDocument/2006/relationships/image" Target="../media/image133.png"/><Relationship Id="rId77" Type="http://schemas.openxmlformats.org/officeDocument/2006/relationships/image" Target="../media/image137.png"/><Relationship Id="rId8" Type="http://schemas.openxmlformats.org/officeDocument/2006/relationships/customXml" Target="../ink/ink89.xml"/><Relationship Id="rId51" Type="http://schemas.openxmlformats.org/officeDocument/2006/relationships/image" Target="../media/image124.png"/><Relationship Id="rId72" Type="http://schemas.openxmlformats.org/officeDocument/2006/relationships/customXml" Target="../ink/ink121.xml"/><Relationship Id="rId3" Type="http://schemas.openxmlformats.org/officeDocument/2006/relationships/image" Target="../media/image100.png"/><Relationship Id="rId12" Type="http://schemas.openxmlformats.org/officeDocument/2006/relationships/customXml" Target="../ink/ink91.xml"/><Relationship Id="rId17" Type="http://schemas.openxmlformats.org/officeDocument/2006/relationships/image" Target="../media/image107.png"/><Relationship Id="rId25" Type="http://schemas.openxmlformats.org/officeDocument/2006/relationships/image" Target="../media/image111.png"/><Relationship Id="rId33" Type="http://schemas.openxmlformats.org/officeDocument/2006/relationships/image" Target="../media/image115.png"/><Relationship Id="rId38" Type="http://schemas.openxmlformats.org/officeDocument/2006/relationships/customXml" Target="../ink/ink104.xml"/><Relationship Id="rId46" Type="http://schemas.openxmlformats.org/officeDocument/2006/relationships/customXml" Target="../ink/ink108.xml"/><Relationship Id="rId59" Type="http://schemas.openxmlformats.org/officeDocument/2006/relationships/image" Target="../media/image128.png"/><Relationship Id="rId67" Type="http://schemas.openxmlformats.org/officeDocument/2006/relationships/image" Target="../media/image132.png"/><Relationship Id="rId20" Type="http://schemas.openxmlformats.org/officeDocument/2006/relationships/customXml" Target="../ink/ink95.xml"/><Relationship Id="rId41" Type="http://schemas.openxmlformats.org/officeDocument/2006/relationships/image" Target="../media/image119.png"/><Relationship Id="rId54" Type="http://schemas.openxmlformats.org/officeDocument/2006/relationships/customXml" Target="../ink/ink112.xml"/><Relationship Id="rId62" Type="http://schemas.openxmlformats.org/officeDocument/2006/relationships/customXml" Target="../ink/ink116.xml"/><Relationship Id="rId70" Type="http://schemas.openxmlformats.org/officeDocument/2006/relationships/customXml" Target="../ink/ink120.xml"/><Relationship Id="rId75" Type="http://schemas.openxmlformats.org/officeDocument/2006/relationships/image" Target="../media/image136.png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88.xml"/><Relationship Id="rId15" Type="http://schemas.openxmlformats.org/officeDocument/2006/relationships/image" Target="../media/image106.png"/><Relationship Id="rId23" Type="http://schemas.openxmlformats.org/officeDocument/2006/relationships/image" Target="../media/image110.png"/><Relationship Id="rId28" Type="http://schemas.openxmlformats.org/officeDocument/2006/relationships/customXml" Target="../ink/ink99.xml"/><Relationship Id="rId36" Type="http://schemas.openxmlformats.org/officeDocument/2006/relationships/customXml" Target="../ink/ink103.xml"/><Relationship Id="rId49" Type="http://schemas.openxmlformats.org/officeDocument/2006/relationships/image" Target="../media/image123.png"/><Relationship Id="rId57" Type="http://schemas.openxmlformats.org/officeDocument/2006/relationships/image" Target="../media/image127.png"/><Relationship Id="rId10" Type="http://schemas.openxmlformats.org/officeDocument/2006/relationships/customXml" Target="../ink/ink90.xml"/><Relationship Id="rId31" Type="http://schemas.openxmlformats.org/officeDocument/2006/relationships/image" Target="../media/image114.png"/><Relationship Id="rId44" Type="http://schemas.openxmlformats.org/officeDocument/2006/relationships/customXml" Target="../ink/ink107.xml"/><Relationship Id="rId52" Type="http://schemas.openxmlformats.org/officeDocument/2006/relationships/customXml" Target="../ink/ink111.xml"/><Relationship Id="rId60" Type="http://schemas.openxmlformats.org/officeDocument/2006/relationships/customXml" Target="../ink/ink115.xml"/><Relationship Id="rId65" Type="http://schemas.openxmlformats.org/officeDocument/2006/relationships/image" Target="../media/image131.png"/><Relationship Id="rId73" Type="http://schemas.openxmlformats.org/officeDocument/2006/relationships/image" Target="../media/image135.png"/><Relationship Id="rId78" Type="http://schemas.openxmlformats.org/officeDocument/2006/relationships/customXml" Target="../ink/ink124.xml"/><Relationship Id="rId4" Type="http://schemas.openxmlformats.org/officeDocument/2006/relationships/customXml" Target="../ink/ink87.xml"/><Relationship Id="rId9" Type="http://schemas.openxmlformats.org/officeDocument/2006/relationships/image" Target="../media/image103.png"/><Relationship Id="rId13" Type="http://schemas.openxmlformats.org/officeDocument/2006/relationships/image" Target="../media/image105.png"/><Relationship Id="rId18" Type="http://schemas.openxmlformats.org/officeDocument/2006/relationships/customXml" Target="../ink/ink94.xml"/><Relationship Id="rId39" Type="http://schemas.openxmlformats.org/officeDocument/2006/relationships/image" Target="../media/image118.png"/><Relationship Id="rId34" Type="http://schemas.openxmlformats.org/officeDocument/2006/relationships/customXml" Target="../ink/ink102.xml"/><Relationship Id="rId50" Type="http://schemas.openxmlformats.org/officeDocument/2006/relationships/customXml" Target="../ink/ink110.xml"/><Relationship Id="rId55" Type="http://schemas.openxmlformats.org/officeDocument/2006/relationships/image" Target="../media/image126.png"/><Relationship Id="rId76" Type="http://schemas.openxmlformats.org/officeDocument/2006/relationships/customXml" Target="../ink/ink123.xml"/><Relationship Id="rId7" Type="http://schemas.openxmlformats.org/officeDocument/2006/relationships/image" Target="../media/image102.png"/><Relationship Id="rId71" Type="http://schemas.openxmlformats.org/officeDocument/2006/relationships/image" Target="../media/image134.png"/><Relationship Id="rId2" Type="http://schemas.openxmlformats.org/officeDocument/2006/relationships/customXml" Target="../ink/ink86.xml"/><Relationship Id="rId29" Type="http://schemas.openxmlformats.org/officeDocument/2006/relationships/image" Target="../media/image1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2" Type="http://schemas.microsoft.com/office/2018/10/relationships/comments" Target="../comments/modernComment_10D_B7348CCF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microsoft.com/office/2018/10/relationships/comments" Target="../comments/modernComment_118_CA8626C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>
            <a:spLocks noGrp="1"/>
          </p:cNvSpPr>
          <p:nvPr>
            <p:ph type="title"/>
          </p:nvPr>
        </p:nvSpPr>
        <p:spPr>
          <a:xfrm>
            <a:off x="311700" y="289965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Propulsion</a:t>
            </a:r>
            <a:br>
              <a:rPr lang="en-US"/>
            </a:br>
            <a:r>
              <a:rPr lang="en-US"/>
              <a:t>Design Review</a:t>
            </a:r>
            <a:endParaRPr/>
          </a:p>
        </p:txBody>
      </p:sp>
      <p:pic>
        <p:nvPicPr>
          <p:cNvPr id="142" name="Google Shape;14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55075"/>
            <a:ext cx="8839200" cy="204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0577F-0296-151A-F5E3-1B6E32B77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8E9B9-BE38-2E1F-7FA7-E6586A70C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5060" y="811545"/>
            <a:ext cx="4837075" cy="672809"/>
          </a:xfrm>
        </p:spPr>
        <p:txBody>
          <a:bodyPr/>
          <a:lstStyle/>
          <a:p>
            <a:r>
              <a:rPr lang="en-US"/>
              <a:t>TBM moves forwards using Grippers and a Hexapod</a:t>
            </a: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97E62F22-8391-265F-1B42-678CA20E4661}"/>
              </a:ext>
            </a:extLst>
          </p:cNvPr>
          <p:cNvGrpSpPr/>
          <p:nvPr/>
        </p:nvGrpSpPr>
        <p:grpSpPr>
          <a:xfrm>
            <a:off x="1840261" y="1590602"/>
            <a:ext cx="1790070" cy="573388"/>
            <a:chOff x="1359670" y="1926299"/>
            <a:chExt cx="1790070" cy="573388"/>
          </a:xfrm>
        </p:grpSpPr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6C99C39A-4A63-C6DD-547E-1FBD4A940204}"/>
                </a:ext>
              </a:extLst>
            </p:cNvPr>
            <p:cNvSpPr/>
            <p:nvPr/>
          </p:nvSpPr>
          <p:spPr>
            <a:xfrm rot="10800000">
              <a:off x="2946645" y="1933149"/>
              <a:ext cx="203095" cy="56205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958351F3-3BB6-0D27-E493-F18373C574FF}"/>
                </a:ext>
              </a:extLst>
            </p:cNvPr>
            <p:cNvSpPr/>
            <p:nvPr/>
          </p:nvSpPr>
          <p:spPr>
            <a:xfrm rot="10800000">
              <a:off x="2497947" y="1933149"/>
              <a:ext cx="203095" cy="56205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A116BA79-6E92-962F-01FB-E2480FA665A6}"/>
                </a:ext>
              </a:extLst>
            </p:cNvPr>
            <p:cNvSpPr/>
            <p:nvPr/>
          </p:nvSpPr>
          <p:spPr>
            <a:xfrm rot="10800000">
              <a:off x="2162604" y="1933149"/>
              <a:ext cx="203095" cy="56205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1ADE38B1-BD36-5A09-F30A-283D099B9B83}"/>
                </a:ext>
              </a:extLst>
            </p:cNvPr>
            <p:cNvSpPr/>
            <p:nvPr/>
          </p:nvSpPr>
          <p:spPr>
            <a:xfrm rot="10800000">
              <a:off x="1359670" y="1933150"/>
              <a:ext cx="203095" cy="56205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A929F5EB-F0CD-83DA-ED16-17AD29DCB42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456258" y="2488352"/>
              <a:ext cx="1589808" cy="11335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667A8188-6010-4BA1-FCB5-73D47C808F9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460981" y="1926299"/>
              <a:ext cx="1589808" cy="11335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Straight Arrow Connector 194">
              <a:extLst>
                <a:ext uri="{FF2B5EF4-FFF2-40B4-BE49-F238E27FC236}">
                  <a16:creationId xmlns:a16="http://schemas.microsoft.com/office/drawing/2014/main" id="{8676E650-5690-78D4-C98F-B65BB09C2BF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171262" y="2254384"/>
              <a:ext cx="354330" cy="137160"/>
            </a:xfrm>
            <a:prstGeom prst="straightConnector1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Straight Arrow Connector 195">
              <a:extLst>
                <a:ext uri="{FF2B5EF4-FFF2-40B4-BE49-F238E27FC236}">
                  <a16:creationId xmlns:a16="http://schemas.microsoft.com/office/drawing/2014/main" id="{842489AB-EDF8-6A95-17D3-DB4C303DE45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171263" y="2082935"/>
              <a:ext cx="323850" cy="106680"/>
            </a:xfrm>
            <a:prstGeom prst="straightConnector1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6EA10B8A-9346-1F00-447B-2F9968F6DC9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335093" y="2364875"/>
              <a:ext cx="163830" cy="34290"/>
            </a:xfrm>
            <a:prstGeom prst="straightConnector1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CB1F9C1E-E134-2EC4-C55C-FF442FABB4C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323663" y="1995305"/>
              <a:ext cx="171450" cy="68580"/>
            </a:xfrm>
            <a:prstGeom prst="straightConnector1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921FED10-68EE-B331-E0C0-0C82D2DA4124}"/>
                </a:ext>
              </a:extLst>
            </p:cNvPr>
            <p:cNvSpPr/>
            <p:nvPr/>
          </p:nvSpPr>
          <p:spPr>
            <a:xfrm rot="10800000">
              <a:off x="1893070" y="1933151"/>
              <a:ext cx="203095" cy="56205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43FAA765-6B07-2006-6DFD-F480D703631B}"/>
                </a:ext>
              </a:extLst>
            </p:cNvPr>
            <p:cNvSpPr/>
            <p:nvPr/>
          </p:nvSpPr>
          <p:spPr>
            <a:xfrm rot="10800000">
              <a:off x="1961650" y="1929341"/>
              <a:ext cx="203095" cy="56205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2BBACAF-8217-84CF-2D71-FC7C22293A5D}"/>
                    </a:ext>
                  </a:extLst>
                </p14:cNvPr>
                <p14:cNvContentPartPr/>
                <p14:nvPr/>
              </p14:nvContentPartPr>
              <p14:xfrm rot="10800000">
                <a:off x="1916207" y="1953142"/>
                <a:ext cx="86028" cy="524205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2BBACAF-8217-84CF-2D71-FC7C22293A5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rot="10800000">
                  <a:off x="1898284" y="1935153"/>
                  <a:ext cx="121515" cy="5598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793969F-A6F7-9B40-2470-CDBEA48A2AB6}"/>
                    </a:ext>
                  </a:extLst>
                </p14:cNvPr>
                <p14:cNvContentPartPr/>
                <p14:nvPr/>
              </p14:nvContentPartPr>
              <p14:xfrm rot="10800000">
                <a:off x="1909727" y="1988870"/>
                <a:ext cx="78871" cy="475444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793969F-A6F7-9B40-2470-CDBEA48A2AB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 rot="10800000">
                  <a:off x="1891802" y="1970874"/>
                  <a:ext cx="114363" cy="5110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FB0B075-2BA7-AE1D-BA19-77D4A9382A2E}"/>
                    </a:ext>
                  </a:extLst>
                </p14:cNvPr>
                <p14:cNvContentPartPr/>
                <p14:nvPr/>
              </p14:nvContentPartPr>
              <p14:xfrm rot="10800000">
                <a:off x="1913042" y="2256015"/>
                <a:ext cx="16331" cy="108833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FB0B075-2BA7-AE1D-BA19-77D4A9382A2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 rot="10800000">
                  <a:off x="1895669" y="2238115"/>
                  <a:ext cx="50730" cy="1442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27B63F3-F941-BDC8-99EA-B6C9939DF0BF}"/>
                    </a:ext>
                  </a:extLst>
                </p14:cNvPr>
                <p14:cNvContentPartPr/>
                <p14:nvPr/>
              </p14:nvContentPartPr>
              <p14:xfrm rot="10800000">
                <a:off x="1936166" y="2041084"/>
                <a:ext cx="15976" cy="66274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27B63F3-F941-BDC8-99EA-B6C9939DF0B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 rot="10800000">
                  <a:off x="1918415" y="2023172"/>
                  <a:ext cx="51123" cy="1017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7191B70-03F3-5A6A-9CB7-B887F6BA565F}"/>
                    </a:ext>
                  </a:extLst>
                </p14:cNvPr>
                <p14:cNvContentPartPr/>
                <p14:nvPr/>
              </p14:nvContentPartPr>
              <p14:xfrm>
                <a:off x="2056613" y="1950336"/>
                <a:ext cx="87480" cy="5245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7191B70-03F3-5A6A-9CB7-B887F6BA565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47613" y="1941336"/>
                  <a:ext cx="10512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C85B3CD-D5C0-CF2C-938F-D343CC73B863}"/>
                    </a:ext>
                  </a:extLst>
                </p14:cNvPr>
                <p14:cNvContentPartPr/>
                <p14:nvPr/>
              </p14:nvContentPartPr>
              <p14:xfrm>
                <a:off x="2090022" y="1971719"/>
                <a:ext cx="60480" cy="4798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C85B3CD-D5C0-CF2C-938F-D343CC73B86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81022" y="1962719"/>
                  <a:ext cx="7812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64E4D74-78C1-155E-C369-237404A122E5}"/>
                    </a:ext>
                  </a:extLst>
                </p14:cNvPr>
                <p14:cNvContentPartPr/>
                <p14:nvPr/>
              </p14:nvContentPartPr>
              <p14:xfrm>
                <a:off x="1949389" y="1947959"/>
                <a:ext cx="72360" cy="5310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64E4D74-78C1-155E-C369-237404A122E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40389" y="1938959"/>
                  <a:ext cx="90000" cy="54864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51495156-B473-68FA-1C16-067A1F2B9D56}"/>
                </a:ext>
              </a:extLst>
            </p:cNvPr>
            <p:cNvGrpSpPr/>
            <p:nvPr/>
          </p:nvGrpSpPr>
          <p:grpSpPr>
            <a:xfrm>
              <a:off x="2651079" y="1926299"/>
              <a:ext cx="271675" cy="565863"/>
              <a:chOff x="2651079" y="1926299"/>
              <a:chExt cx="271675" cy="565863"/>
            </a:xfrm>
          </p:grpSpPr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386DE062-9C21-9BF9-2278-BA82C30BF10A}"/>
                  </a:ext>
                </a:extLst>
              </p:cNvPr>
              <p:cNvSpPr/>
              <p:nvPr/>
            </p:nvSpPr>
            <p:spPr>
              <a:xfrm rot="10800000">
                <a:off x="2651079" y="1930109"/>
                <a:ext cx="203095" cy="562053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6030EB2A-0F6A-2C35-2C8C-92C6EE31BC3E}"/>
                  </a:ext>
                </a:extLst>
              </p:cNvPr>
              <p:cNvSpPr/>
              <p:nvPr/>
            </p:nvSpPr>
            <p:spPr>
              <a:xfrm rot="10800000">
                <a:off x="2719659" y="1926299"/>
                <a:ext cx="203095" cy="562053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:endParaRPr lang="en-US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211" name="Ink 210">
                    <a:extLst>
                      <a:ext uri="{FF2B5EF4-FFF2-40B4-BE49-F238E27FC236}">
                        <a16:creationId xmlns:a16="http://schemas.microsoft.com/office/drawing/2014/main" id="{5210F035-45EA-00CC-F094-F0E5BFFAE094}"/>
                      </a:ext>
                    </a:extLst>
                  </p14:cNvPr>
                  <p14:cNvContentPartPr/>
                  <p14:nvPr/>
                </p14:nvContentPartPr>
                <p14:xfrm rot="10800000">
                  <a:off x="2674216" y="1950100"/>
                  <a:ext cx="86028" cy="524205"/>
                </p14:xfrm>
              </p:contentPart>
            </mc:Choice>
            <mc:Fallback xmlns="">
              <p:pic>
                <p:nvPicPr>
                  <p:cNvPr id="211" name="Ink 210">
                    <a:extLst>
                      <a:ext uri="{FF2B5EF4-FFF2-40B4-BE49-F238E27FC236}">
                        <a16:creationId xmlns:a16="http://schemas.microsoft.com/office/drawing/2014/main" id="{5210F035-45EA-00CC-F094-F0E5BFFAE094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 rot="10800000">
                    <a:off x="2656293" y="1932111"/>
                    <a:ext cx="121515" cy="5598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212" name="Ink 211">
                    <a:extLst>
                      <a:ext uri="{FF2B5EF4-FFF2-40B4-BE49-F238E27FC236}">
                        <a16:creationId xmlns:a16="http://schemas.microsoft.com/office/drawing/2014/main" id="{92CAE5F7-CAA9-99F7-3537-77A311D10518}"/>
                      </a:ext>
                    </a:extLst>
                  </p14:cNvPr>
                  <p14:cNvContentPartPr/>
                  <p14:nvPr/>
                </p14:nvContentPartPr>
                <p14:xfrm rot="10800000">
                  <a:off x="2667736" y="1985828"/>
                  <a:ext cx="78871" cy="475444"/>
                </p14:xfrm>
              </p:contentPart>
            </mc:Choice>
            <mc:Fallback xmlns="">
              <p:pic>
                <p:nvPicPr>
                  <p:cNvPr id="212" name="Ink 211">
                    <a:extLst>
                      <a:ext uri="{FF2B5EF4-FFF2-40B4-BE49-F238E27FC236}">
                        <a16:creationId xmlns:a16="http://schemas.microsoft.com/office/drawing/2014/main" id="{92CAE5F7-CAA9-99F7-3537-77A311D10518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 rot="10800000">
                    <a:off x="2649811" y="1967832"/>
                    <a:ext cx="114363" cy="5110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213" name="Ink 212">
                    <a:extLst>
                      <a:ext uri="{FF2B5EF4-FFF2-40B4-BE49-F238E27FC236}">
                        <a16:creationId xmlns:a16="http://schemas.microsoft.com/office/drawing/2014/main" id="{CC856A01-7AD6-2ADE-527F-EC9EEF291370}"/>
                      </a:ext>
                    </a:extLst>
                  </p14:cNvPr>
                  <p14:cNvContentPartPr/>
                  <p14:nvPr/>
                </p14:nvContentPartPr>
                <p14:xfrm rot="10800000">
                  <a:off x="2671051" y="2252973"/>
                  <a:ext cx="16331" cy="108833"/>
                </p14:xfrm>
              </p:contentPart>
            </mc:Choice>
            <mc:Fallback xmlns="">
              <p:pic>
                <p:nvPicPr>
                  <p:cNvPr id="213" name="Ink 212">
                    <a:extLst>
                      <a:ext uri="{FF2B5EF4-FFF2-40B4-BE49-F238E27FC236}">
                        <a16:creationId xmlns:a16="http://schemas.microsoft.com/office/drawing/2014/main" id="{CC856A01-7AD6-2ADE-527F-EC9EEF291370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 rot="10800000">
                    <a:off x="2653678" y="2235073"/>
                    <a:ext cx="50730" cy="1442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214" name="Ink 213">
                    <a:extLst>
                      <a:ext uri="{FF2B5EF4-FFF2-40B4-BE49-F238E27FC236}">
                        <a16:creationId xmlns:a16="http://schemas.microsoft.com/office/drawing/2014/main" id="{FC29F7CA-EFFE-0442-E936-492B985D8627}"/>
                      </a:ext>
                    </a:extLst>
                  </p14:cNvPr>
                  <p14:cNvContentPartPr/>
                  <p14:nvPr/>
                </p14:nvContentPartPr>
                <p14:xfrm rot="10800000">
                  <a:off x="2694175" y="2038042"/>
                  <a:ext cx="15976" cy="66274"/>
                </p14:xfrm>
              </p:contentPart>
            </mc:Choice>
            <mc:Fallback xmlns="">
              <p:pic>
                <p:nvPicPr>
                  <p:cNvPr id="214" name="Ink 213">
                    <a:extLst>
                      <a:ext uri="{FF2B5EF4-FFF2-40B4-BE49-F238E27FC236}">
                        <a16:creationId xmlns:a16="http://schemas.microsoft.com/office/drawing/2014/main" id="{FC29F7CA-EFFE-0442-E936-492B985D8627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 rot="10800000">
                    <a:off x="2676424" y="2020130"/>
                    <a:ext cx="51123" cy="1017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215" name="Ink 214">
                    <a:extLst>
                      <a:ext uri="{FF2B5EF4-FFF2-40B4-BE49-F238E27FC236}">
                        <a16:creationId xmlns:a16="http://schemas.microsoft.com/office/drawing/2014/main" id="{1EF56721-9B2D-06D5-0AA3-33FE1D596ABA}"/>
                      </a:ext>
                    </a:extLst>
                  </p14:cNvPr>
                  <p14:cNvContentPartPr/>
                  <p14:nvPr/>
                </p14:nvContentPartPr>
                <p14:xfrm>
                  <a:off x="2814622" y="1947294"/>
                  <a:ext cx="87480" cy="524520"/>
                </p14:xfrm>
              </p:contentPart>
            </mc:Choice>
            <mc:Fallback xmlns="">
              <p:pic>
                <p:nvPicPr>
                  <p:cNvPr id="215" name="Ink 214">
                    <a:extLst>
                      <a:ext uri="{FF2B5EF4-FFF2-40B4-BE49-F238E27FC236}">
                        <a16:creationId xmlns:a16="http://schemas.microsoft.com/office/drawing/2014/main" id="{1EF56721-9B2D-06D5-0AA3-33FE1D596ABA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2805622" y="1938294"/>
                    <a:ext cx="105120" cy="542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216" name="Ink 215">
                    <a:extLst>
                      <a:ext uri="{FF2B5EF4-FFF2-40B4-BE49-F238E27FC236}">
                        <a16:creationId xmlns:a16="http://schemas.microsoft.com/office/drawing/2014/main" id="{C88D59D5-7F12-B09A-DB84-9BF21EFF1BA2}"/>
                      </a:ext>
                    </a:extLst>
                  </p14:cNvPr>
                  <p14:cNvContentPartPr/>
                  <p14:nvPr/>
                </p14:nvContentPartPr>
                <p14:xfrm>
                  <a:off x="2848031" y="1968677"/>
                  <a:ext cx="60480" cy="479880"/>
                </p14:xfrm>
              </p:contentPart>
            </mc:Choice>
            <mc:Fallback xmlns="">
              <p:pic>
                <p:nvPicPr>
                  <p:cNvPr id="216" name="Ink 215">
                    <a:extLst>
                      <a:ext uri="{FF2B5EF4-FFF2-40B4-BE49-F238E27FC236}">
                        <a16:creationId xmlns:a16="http://schemas.microsoft.com/office/drawing/2014/main" id="{C88D59D5-7F12-B09A-DB84-9BF21EFF1BA2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2839031" y="1959677"/>
                    <a:ext cx="78120" cy="497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217" name="Ink 216">
                    <a:extLst>
                      <a:ext uri="{FF2B5EF4-FFF2-40B4-BE49-F238E27FC236}">
                        <a16:creationId xmlns:a16="http://schemas.microsoft.com/office/drawing/2014/main" id="{C9F251F3-30AB-62B5-E8AF-9928856142DD}"/>
                      </a:ext>
                    </a:extLst>
                  </p14:cNvPr>
                  <p14:cNvContentPartPr/>
                  <p14:nvPr/>
                </p14:nvContentPartPr>
                <p14:xfrm>
                  <a:off x="2707398" y="1944917"/>
                  <a:ext cx="72360" cy="531000"/>
                </p14:xfrm>
              </p:contentPart>
            </mc:Choice>
            <mc:Fallback xmlns="">
              <p:pic>
                <p:nvPicPr>
                  <p:cNvPr id="217" name="Ink 216">
                    <a:extLst>
                      <a:ext uri="{FF2B5EF4-FFF2-40B4-BE49-F238E27FC236}">
                        <a16:creationId xmlns:a16="http://schemas.microsoft.com/office/drawing/2014/main" id="{C9F251F3-30AB-62B5-E8AF-9928856142DD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2698398" y="1935917"/>
                    <a:ext cx="90000" cy="54864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7336D93A-2B54-22BA-E3D4-97E8CC5593D7}"/>
              </a:ext>
            </a:extLst>
          </p:cNvPr>
          <p:cNvGrpSpPr/>
          <p:nvPr/>
        </p:nvGrpSpPr>
        <p:grpSpPr>
          <a:xfrm>
            <a:off x="3995225" y="1567243"/>
            <a:ext cx="2044279" cy="573820"/>
            <a:chOff x="3514634" y="1902940"/>
            <a:chExt cx="2044279" cy="573820"/>
          </a:xfrm>
        </p:grpSpPr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9E681CF8-D207-E26D-776C-E2A3FD3ED4E9}"/>
                </a:ext>
              </a:extLst>
            </p:cNvPr>
            <p:cNvSpPr/>
            <p:nvPr/>
          </p:nvSpPr>
          <p:spPr>
            <a:xfrm rot="10800000">
              <a:off x="4317568" y="1910223"/>
              <a:ext cx="203095" cy="56205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563BDB27-14ED-4484-FF6E-299211F37B3D}"/>
                </a:ext>
              </a:extLst>
            </p:cNvPr>
            <p:cNvSpPr/>
            <p:nvPr/>
          </p:nvSpPr>
          <p:spPr>
            <a:xfrm rot="10800000">
              <a:off x="3514634" y="1910224"/>
              <a:ext cx="203095" cy="56205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638B4CB9-F27B-7D98-9535-2E7B3A411177}"/>
                </a:ext>
              </a:extLst>
            </p:cNvPr>
            <p:cNvCxnSpPr>
              <a:cxnSpLocks/>
              <a:stCxn id="234" idx="0"/>
            </p:cNvCxnSpPr>
            <p:nvPr/>
          </p:nvCxnSpPr>
          <p:spPr>
            <a:xfrm flipH="1">
              <a:off x="3611222" y="2471843"/>
              <a:ext cx="1846143" cy="4917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C5323DCB-AA82-3F1D-C32A-793B8FECE67D}"/>
                </a:ext>
              </a:extLst>
            </p:cNvPr>
            <p:cNvCxnSpPr>
              <a:cxnSpLocks/>
              <a:stCxn id="234" idx="4"/>
            </p:cNvCxnSpPr>
            <p:nvPr/>
          </p:nvCxnSpPr>
          <p:spPr>
            <a:xfrm flipH="1">
              <a:off x="3615945" y="1909790"/>
              <a:ext cx="1841420" cy="4917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3" name="Straight Arrow Connector 222">
              <a:extLst>
                <a:ext uri="{FF2B5EF4-FFF2-40B4-BE49-F238E27FC236}">
                  <a16:creationId xmlns:a16="http://schemas.microsoft.com/office/drawing/2014/main" id="{27058F61-B20F-8770-B033-4A9000414F54}"/>
                </a:ext>
              </a:extLst>
            </p:cNvPr>
            <p:cNvCxnSpPr>
              <a:cxnSpLocks/>
              <a:stCxn id="235" idx="7"/>
            </p:cNvCxnSpPr>
            <p:nvPr/>
          </p:nvCxnSpPr>
          <p:spPr>
            <a:xfrm flipH="1" flipV="1">
              <a:off x="4326226" y="2231458"/>
              <a:ext cx="610637" cy="158074"/>
            </a:xfrm>
            <a:prstGeom prst="straightConnector1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4" name="Straight Arrow Connector 223">
              <a:extLst>
                <a:ext uri="{FF2B5EF4-FFF2-40B4-BE49-F238E27FC236}">
                  <a16:creationId xmlns:a16="http://schemas.microsoft.com/office/drawing/2014/main" id="{9F2FE82F-4E55-D281-77D8-4FB1EFAE32ED}"/>
                </a:ext>
              </a:extLst>
            </p:cNvPr>
            <p:cNvCxnSpPr>
              <a:cxnSpLocks/>
              <a:stCxn id="235" idx="5"/>
            </p:cNvCxnSpPr>
            <p:nvPr/>
          </p:nvCxnSpPr>
          <p:spPr>
            <a:xfrm flipH="1">
              <a:off x="4326227" y="1992101"/>
              <a:ext cx="610636" cy="174588"/>
            </a:xfrm>
            <a:prstGeom prst="straightConnector1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id="{AE70F5E6-0033-8B7E-F62E-CBA8BE39496B}"/>
                </a:ext>
              </a:extLst>
            </p:cNvPr>
            <p:cNvCxnSpPr>
              <a:cxnSpLocks/>
              <a:stCxn id="235" idx="0"/>
            </p:cNvCxnSpPr>
            <p:nvPr/>
          </p:nvCxnSpPr>
          <p:spPr>
            <a:xfrm flipH="1" flipV="1">
              <a:off x="4490057" y="2376239"/>
              <a:ext cx="518610" cy="95604"/>
            </a:xfrm>
            <a:prstGeom prst="straightConnector1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505D1521-CF0B-F6B7-4C34-3DCA07D82058}"/>
                </a:ext>
              </a:extLst>
            </p:cNvPr>
            <p:cNvCxnSpPr>
              <a:cxnSpLocks/>
              <a:stCxn id="235" idx="4"/>
            </p:cNvCxnSpPr>
            <p:nvPr/>
          </p:nvCxnSpPr>
          <p:spPr>
            <a:xfrm flipH="1">
              <a:off x="4478627" y="1909790"/>
              <a:ext cx="530040" cy="62589"/>
            </a:xfrm>
            <a:prstGeom prst="straightConnector1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04E67D0F-1048-D58D-3F18-2B5771E418FF}"/>
                </a:ext>
              </a:extLst>
            </p:cNvPr>
            <p:cNvSpPr/>
            <p:nvPr/>
          </p:nvSpPr>
          <p:spPr>
            <a:xfrm rot="10800000">
              <a:off x="4048034" y="1910225"/>
              <a:ext cx="203095" cy="56205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D72C30AD-CDBF-44C5-CB53-18F69B620638}"/>
                </a:ext>
              </a:extLst>
            </p:cNvPr>
            <p:cNvSpPr/>
            <p:nvPr/>
          </p:nvSpPr>
          <p:spPr>
            <a:xfrm rot="10800000">
              <a:off x="4116614" y="1906415"/>
              <a:ext cx="203095" cy="56205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BE0B9CC8-A5A0-74FE-EF8A-D11818A7C9C8}"/>
                    </a:ext>
                  </a:extLst>
                </p14:cNvPr>
                <p14:cNvContentPartPr/>
                <p14:nvPr/>
              </p14:nvContentPartPr>
              <p14:xfrm rot="10800000">
                <a:off x="4071171" y="1930216"/>
                <a:ext cx="86028" cy="524205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BE0B9CC8-A5A0-74FE-EF8A-D11818A7C9C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 rot="10800000">
                  <a:off x="4053248" y="1912227"/>
                  <a:ext cx="121515" cy="5598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DC41B2E-D150-2FA6-8781-3D6C5A05FC70}"/>
                    </a:ext>
                  </a:extLst>
                </p14:cNvPr>
                <p14:cNvContentPartPr/>
                <p14:nvPr/>
              </p14:nvContentPartPr>
              <p14:xfrm rot="10800000">
                <a:off x="4064691" y="1965944"/>
                <a:ext cx="78871" cy="475444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DC41B2E-D150-2FA6-8781-3D6C5A05FC7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 rot="10800000">
                  <a:off x="4046766" y="1947948"/>
                  <a:ext cx="114363" cy="5110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ECF2CA6-8432-91DC-8CEC-4B30A10C5A7C}"/>
                    </a:ext>
                  </a:extLst>
                </p14:cNvPr>
                <p14:cNvContentPartPr/>
                <p14:nvPr/>
              </p14:nvContentPartPr>
              <p14:xfrm rot="10800000">
                <a:off x="4068006" y="2233089"/>
                <a:ext cx="16331" cy="108833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ECF2CA6-8432-91DC-8CEC-4B30A10C5A7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 rot="10800000">
                  <a:off x="4050633" y="2215189"/>
                  <a:ext cx="50730" cy="1442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DA9D2DC-9C0F-B252-2492-80C6C6101FCF}"/>
                    </a:ext>
                  </a:extLst>
                </p14:cNvPr>
                <p14:cNvContentPartPr/>
                <p14:nvPr/>
              </p14:nvContentPartPr>
              <p14:xfrm rot="10800000">
                <a:off x="4091130" y="2018158"/>
                <a:ext cx="15976" cy="66274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DA9D2DC-9C0F-B252-2492-80C6C6101FC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 rot="10800000">
                  <a:off x="4073379" y="2000246"/>
                  <a:ext cx="51123" cy="1017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B132CD2-51CE-0837-265C-645E2C1AB167}"/>
                    </a:ext>
                  </a:extLst>
                </p14:cNvPr>
                <p14:cNvContentPartPr/>
                <p14:nvPr/>
              </p14:nvContentPartPr>
              <p14:xfrm>
                <a:off x="4211577" y="1927410"/>
                <a:ext cx="87480" cy="5245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B132CD2-51CE-0837-265C-645E2C1AB16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02577" y="1918410"/>
                  <a:ext cx="10512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328064C-A8C3-08BA-F39A-89342C856B4D}"/>
                    </a:ext>
                  </a:extLst>
                </p14:cNvPr>
                <p14:cNvContentPartPr/>
                <p14:nvPr/>
              </p14:nvContentPartPr>
              <p14:xfrm>
                <a:off x="4244986" y="1948793"/>
                <a:ext cx="60480" cy="4798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328064C-A8C3-08BA-F39A-89342C856B4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35986" y="1939793"/>
                  <a:ext cx="7812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8F158AA-22D5-DA12-B97D-C094649C7BD9}"/>
                    </a:ext>
                  </a:extLst>
                </p14:cNvPr>
                <p14:cNvContentPartPr/>
                <p14:nvPr/>
              </p14:nvContentPartPr>
              <p14:xfrm>
                <a:off x="4104353" y="1925033"/>
                <a:ext cx="72360" cy="5310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8F158AA-22D5-DA12-B97D-C094649C7BD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95353" y="1916033"/>
                  <a:ext cx="90000" cy="5486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44AE788F-7105-DBDA-5E8F-582A7AD69085}"/>
                </a:ext>
              </a:extLst>
            </p:cNvPr>
            <p:cNvSpPr/>
            <p:nvPr/>
          </p:nvSpPr>
          <p:spPr>
            <a:xfrm rot="10800000">
              <a:off x="5355818" y="1909790"/>
              <a:ext cx="203095" cy="56205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D9B59438-2D03-3650-8C84-22856CC17495}"/>
                </a:ext>
              </a:extLst>
            </p:cNvPr>
            <p:cNvSpPr/>
            <p:nvPr/>
          </p:nvSpPr>
          <p:spPr>
            <a:xfrm rot="10800000">
              <a:off x="4907120" y="1909790"/>
              <a:ext cx="203095" cy="56205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0FD4167A-470F-82BD-E2EC-37FBF479C242}"/>
                </a:ext>
              </a:extLst>
            </p:cNvPr>
            <p:cNvGrpSpPr/>
            <p:nvPr/>
          </p:nvGrpSpPr>
          <p:grpSpPr>
            <a:xfrm>
              <a:off x="5060252" y="1902940"/>
              <a:ext cx="271675" cy="565863"/>
              <a:chOff x="5060252" y="1902940"/>
              <a:chExt cx="271675" cy="565863"/>
            </a:xfrm>
          </p:grpSpPr>
          <p:sp>
            <p:nvSpPr>
              <p:cNvPr id="239" name="Oval 238">
                <a:extLst>
                  <a:ext uri="{FF2B5EF4-FFF2-40B4-BE49-F238E27FC236}">
                    <a16:creationId xmlns:a16="http://schemas.microsoft.com/office/drawing/2014/main" id="{91B98A5B-A157-7F6E-B2D6-CC65D505FA58}"/>
                  </a:ext>
                </a:extLst>
              </p:cNvPr>
              <p:cNvSpPr/>
              <p:nvPr/>
            </p:nvSpPr>
            <p:spPr>
              <a:xfrm rot="10800000">
                <a:off x="5060252" y="1906750"/>
                <a:ext cx="203095" cy="56205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4B6F0A2D-8146-14CA-9623-6BDB1DFA42FD}"/>
                  </a:ext>
                </a:extLst>
              </p:cNvPr>
              <p:cNvSpPr/>
              <p:nvPr/>
            </p:nvSpPr>
            <p:spPr>
              <a:xfrm rot="10800000">
                <a:off x="5128832" y="1902940"/>
                <a:ext cx="203095" cy="56205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:endParaRPr lang="en-US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241" name="Ink 240">
                    <a:extLst>
                      <a:ext uri="{FF2B5EF4-FFF2-40B4-BE49-F238E27FC236}">
                        <a16:creationId xmlns:a16="http://schemas.microsoft.com/office/drawing/2014/main" id="{EE5159FA-0548-F0A3-EE06-F393610C75F9}"/>
                      </a:ext>
                    </a:extLst>
                  </p14:cNvPr>
                  <p14:cNvContentPartPr/>
                  <p14:nvPr/>
                </p14:nvContentPartPr>
                <p14:xfrm rot="10800000">
                  <a:off x="5083389" y="1926741"/>
                  <a:ext cx="86028" cy="524205"/>
                </p14:xfrm>
              </p:contentPart>
            </mc:Choice>
            <mc:Fallback xmlns="">
              <p:pic>
                <p:nvPicPr>
                  <p:cNvPr id="241" name="Ink 240">
                    <a:extLst>
                      <a:ext uri="{FF2B5EF4-FFF2-40B4-BE49-F238E27FC236}">
                        <a16:creationId xmlns:a16="http://schemas.microsoft.com/office/drawing/2014/main" id="{EE5159FA-0548-F0A3-EE06-F393610C75F9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 rot="10800000">
                    <a:off x="5065466" y="1908752"/>
                    <a:ext cx="121515" cy="5598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242" name="Ink 241">
                    <a:extLst>
                      <a:ext uri="{FF2B5EF4-FFF2-40B4-BE49-F238E27FC236}">
                        <a16:creationId xmlns:a16="http://schemas.microsoft.com/office/drawing/2014/main" id="{6274F8D9-A4F7-5F17-17FD-E369C440D548}"/>
                      </a:ext>
                    </a:extLst>
                  </p14:cNvPr>
                  <p14:cNvContentPartPr/>
                  <p14:nvPr/>
                </p14:nvContentPartPr>
                <p14:xfrm rot="10800000">
                  <a:off x="5076909" y="1962469"/>
                  <a:ext cx="78871" cy="475444"/>
                </p14:xfrm>
              </p:contentPart>
            </mc:Choice>
            <mc:Fallback xmlns="">
              <p:pic>
                <p:nvPicPr>
                  <p:cNvPr id="242" name="Ink 241">
                    <a:extLst>
                      <a:ext uri="{FF2B5EF4-FFF2-40B4-BE49-F238E27FC236}">
                        <a16:creationId xmlns:a16="http://schemas.microsoft.com/office/drawing/2014/main" id="{6274F8D9-A4F7-5F17-17FD-E369C440D548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 rot="10800000">
                    <a:off x="5058984" y="1944473"/>
                    <a:ext cx="114363" cy="5110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">
                <p14:nvContentPartPr>
                  <p14:cNvPr id="243" name="Ink 242">
                    <a:extLst>
                      <a:ext uri="{FF2B5EF4-FFF2-40B4-BE49-F238E27FC236}">
                        <a16:creationId xmlns:a16="http://schemas.microsoft.com/office/drawing/2014/main" id="{99C7C34F-9EF6-F582-F6FC-95B2DAAB1224}"/>
                      </a:ext>
                    </a:extLst>
                  </p14:cNvPr>
                  <p14:cNvContentPartPr/>
                  <p14:nvPr/>
                </p14:nvContentPartPr>
                <p14:xfrm rot="10800000">
                  <a:off x="5080224" y="2229614"/>
                  <a:ext cx="16331" cy="108833"/>
                </p14:xfrm>
              </p:contentPart>
            </mc:Choice>
            <mc:Fallback xmlns="">
              <p:pic>
                <p:nvPicPr>
                  <p:cNvPr id="243" name="Ink 242">
                    <a:extLst>
                      <a:ext uri="{FF2B5EF4-FFF2-40B4-BE49-F238E27FC236}">
                        <a16:creationId xmlns:a16="http://schemas.microsoft.com/office/drawing/2014/main" id="{99C7C34F-9EF6-F582-F6FC-95B2DAAB1224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 rot="10800000">
                    <a:off x="5062851" y="2211714"/>
                    <a:ext cx="50730" cy="1442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244" name="Ink 243">
                    <a:extLst>
                      <a:ext uri="{FF2B5EF4-FFF2-40B4-BE49-F238E27FC236}">
                        <a16:creationId xmlns:a16="http://schemas.microsoft.com/office/drawing/2014/main" id="{81AE7C72-57E7-64E3-0C7A-DB645C84A833}"/>
                      </a:ext>
                    </a:extLst>
                  </p14:cNvPr>
                  <p14:cNvContentPartPr/>
                  <p14:nvPr/>
                </p14:nvContentPartPr>
                <p14:xfrm rot="10800000">
                  <a:off x="5103348" y="2014683"/>
                  <a:ext cx="15976" cy="66274"/>
                </p14:xfrm>
              </p:contentPart>
            </mc:Choice>
            <mc:Fallback xmlns="">
              <p:pic>
                <p:nvPicPr>
                  <p:cNvPr id="244" name="Ink 243">
                    <a:extLst>
                      <a:ext uri="{FF2B5EF4-FFF2-40B4-BE49-F238E27FC236}">
                        <a16:creationId xmlns:a16="http://schemas.microsoft.com/office/drawing/2014/main" id="{81AE7C72-57E7-64E3-0C7A-DB645C84A833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 rot="10800000">
                    <a:off x="5085597" y="1996771"/>
                    <a:ext cx="51123" cy="1017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">
                <p14:nvContentPartPr>
                  <p14:cNvPr id="245" name="Ink 244">
                    <a:extLst>
                      <a:ext uri="{FF2B5EF4-FFF2-40B4-BE49-F238E27FC236}">
                        <a16:creationId xmlns:a16="http://schemas.microsoft.com/office/drawing/2014/main" id="{00620C08-E359-A5A6-1D0A-B934A4C4E8AD}"/>
                      </a:ext>
                    </a:extLst>
                  </p14:cNvPr>
                  <p14:cNvContentPartPr/>
                  <p14:nvPr/>
                </p14:nvContentPartPr>
                <p14:xfrm>
                  <a:off x="5223795" y="1923935"/>
                  <a:ext cx="87480" cy="524520"/>
                </p14:xfrm>
              </p:contentPart>
            </mc:Choice>
            <mc:Fallback xmlns="">
              <p:pic>
                <p:nvPicPr>
                  <p:cNvPr id="245" name="Ink 244">
                    <a:extLst>
                      <a:ext uri="{FF2B5EF4-FFF2-40B4-BE49-F238E27FC236}">
                        <a16:creationId xmlns:a16="http://schemas.microsoft.com/office/drawing/2014/main" id="{00620C08-E359-A5A6-1D0A-B934A4C4E8AD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5214795" y="1914935"/>
                    <a:ext cx="105120" cy="542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">
                <p14:nvContentPartPr>
                  <p14:cNvPr id="246" name="Ink 245">
                    <a:extLst>
                      <a:ext uri="{FF2B5EF4-FFF2-40B4-BE49-F238E27FC236}">
                        <a16:creationId xmlns:a16="http://schemas.microsoft.com/office/drawing/2014/main" id="{34EB2D08-32CE-7EDA-E44D-A8A211FE3947}"/>
                      </a:ext>
                    </a:extLst>
                  </p14:cNvPr>
                  <p14:cNvContentPartPr/>
                  <p14:nvPr/>
                </p14:nvContentPartPr>
                <p14:xfrm>
                  <a:off x="5257204" y="1945318"/>
                  <a:ext cx="60480" cy="479880"/>
                </p14:xfrm>
              </p:contentPart>
            </mc:Choice>
            <mc:Fallback xmlns="">
              <p:pic>
                <p:nvPicPr>
                  <p:cNvPr id="246" name="Ink 245">
                    <a:extLst>
                      <a:ext uri="{FF2B5EF4-FFF2-40B4-BE49-F238E27FC236}">
                        <a16:creationId xmlns:a16="http://schemas.microsoft.com/office/drawing/2014/main" id="{34EB2D08-32CE-7EDA-E44D-A8A211FE3947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5248204" y="1936318"/>
                    <a:ext cx="78120" cy="497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">
                <p14:nvContentPartPr>
                  <p14:cNvPr id="247" name="Ink 246">
                    <a:extLst>
                      <a:ext uri="{FF2B5EF4-FFF2-40B4-BE49-F238E27FC236}">
                        <a16:creationId xmlns:a16="http://schemas.microsoft.com/office/drawing/2014/main" id="{C75D5227-046C-7103-B7D7-F78217B12574}"/>
                      </a:ext>
                    </a:extLst>
                  </p14:cNvPr>
                  <p14:cNvContentPartPr/>
                  <p14:nvPr/>
                </p14:nvContentPartPr>
                <p14:xfrm>
                  <a:off x="5116571" y="1921558"/>
                  <a:ext cx="72360" cy="531000"/>
                </p14:xfrm>
              </p:contentPart>
            </mc:Choice>
            <mc:Fallback xmlns="">
              <p:pic>
                <p:nvPicPr>
                  <p:cNvPr id="247" name="Ink 246">
                    <a:extLst>
                      <a:ext uri="{FF2B5EF4-FFF2-40B4-BE49-F238E27FC236}">
                        <a16:creationId xmlns:a16="http://schemas.microsoft.com/office/drawing/2014/main" id="{C75D5227-046C-7103-B7D7-F78217B12574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5107571" y="1912558"/>
                    <a:ext cx="90000" cy="54864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3BB5197B-A8DA-B84A-7476-6C3FB8723285}"/>
              </a:ext>
            </a:extLst>
          </p:cNvPr>
          <p:cNvGrpSpPr/>
          <p:nvPr/>
        </p:nvGrpSpPr>
        <p:grpSpPr>
          <a:xfrm>
            <a:off x="6386158" y="1566560"/>
            <a:ext cx="1790070" cy="573388"/>
            <a:chOff x="5905567" y="1902257"/>
            <a:chExt cx="1790070" cy="573388"/>
          </a:xfrm>
        </p:grpSpPr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73BB75A6-5B40-92D3-355C-2929641F2DFB}"/>
                </a:ext>
              </a:extLst>
            </p:cNvPr>
            <p:cNvSpPr/>
            <p:nvPr/>
          </p:nvSpPr>
          <p:spPr>
            <a:xfrm rot="10800000">
              <a:off x="7492542" y="1909107"/>
              <a:ext cx="203095" cy="56205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65E291AC-1992-EA2C-1D14-7CE778815129}"/>
                </a:ext>
              </a:extLst>
            </p:cNvPr>
            <p:cNvSpPr/>
            <p:nvPr/>
          </p:nvSpPr>
          <p:spPr>
            <a:xfrm rot="10800000">
              <a:off x="7043844" y="1909107"/>
              <a:ext cx="203095" cy="56205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324636A6-5775-BAA4-0DDB-40D63D78318B}"/>
                </a:ext>
              </a:extLst>
            </p:cNvPr>
            <p:cNvSpPr/>
            <p:nvPr/>
          </p:nvSpPr>
          <p:spPr>
            <a:xfrm rot="10800000">
              <a:off x="6708501" y="1909107"/>
              <a:ext cx="203095" cy="56205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D881C725-7B7A-3A48-4712-CCB056F557A1}"/>
                </a:ext>
              </a:extLst>
            </p:cNvPr>
            <p:cNvSpPr/>
            <p:nvPr/>
          </p:nvSpPr>
          <p:spPr>
            <a:xfrm rot="10800000">
              <a:off x="5905567" y="1909108"/>
              <a:ext cx="203095" cy="56205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253" name="Straight Arrow Connector 252">
              <a:extLst>
                <a:ext uri="{FF2B5EF4-FFF2-40B4-BE49-F238E27FC236}">
                  <a16:creationId xmlns:a16="http://schemas.microsoft.com/office/drawing/2014/main" id="{C0A89147-8742-FA0B-3FCF-449A80936FC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002155" y="2464310"/>
              <a:ext cx="1589808" cy="11335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4" name="Straight Arrow Connector 253">
              <a:extLst>
                <a:ext uri="{FF2B5EF4-FFF2-40B4-BE49-F238E27FC236}">
                  <a16:creationId xmlns:a16="http://schemas.microsoft.com/office/drawing/2014/main" id="{1237521D-BBF7-F67B-7E22-DFD8B8561C3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006878" y="1902257"/>
              <a:ext cx="1589808" cy="11335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5" name="Straight Arrow Connector 254">
              <a:extLst>
                <a:ext uri="{FF2B5EF4-FFF2-40B4-BE49-F238E27FC236}">
                  <a16:creationId xmlns:a16="http://schemas.microsoft.com/office/drawing/2014/main" id="{BEAE9B5F-5F73-C1DB-29D1-0B927528584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717159" y="2230342"/>
              <a:ext cx="354330" cy="137160"/>
            </a:xfrm>
            <a:prstGeom prst="straightConnector1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6" name="Straight Arrow Connector 255">
              <a:extLst>
                <a:ext uri="{FF2B5EF4-FFF2-40B4-BE49-F238E27FC236}">
                  <a16:creationId xmlns:a16="http://schemas.microsoft.com/office/drawing/2014/main" id="{E0B1F7FF-9C31-459F-8B7A-56F7E1FEB92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17160" y="2058893"/>
              <a:ext cx="323850" cy="106680"/>
            </a:xfrm>
            <a:prstGeom prst="straightConnector1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7" name="Straight Arrow Connector 256">
              <a:extLst>
                <a:ext uri="{FF2B5EF4-FFF2-40B4-BE49-F238E27FC236}">
                  <a16:creationId xmlns:a16="http://schemas.microsoft.com/office/drawing/2014/main" id="{5AE169BC-F2B1-83FA-7B1B-5C7FD8FDA4F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880990" y="2340833"/>
              <a:ext cx="163830" cy="34290"/>
            </a:xfrm>
            <a:prstGeom prst="straightConnector1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8" name="Straight Arrow Connector 257">
              <a:extLst>
                <a:ext uri="{FF2B5EF4-FFF2-40B4-BE49-F238E27FC236}">
                  <a16:creationId xmlns:a16="http://schemas.microsoft.com/office/drawing/2014/main" id="{F5D32D46-D21F-CD8B-A473-5A24BB8D5C9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869560" y="1971263"/>
              <a:ext cx="171450" cy="68580"/>
            </a:xfrm>
            <a:prstGeom prst="straightConnector1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1AC1C8FE-B1C1-2B6F-3B00-3A1F4732E750}"/>
                </a:ext>
              </a:extLst>
            </p:cNvPr>
            <p:cNvSpPr/>
            <p:nvPr/>
          </p:nvSpPr>
          <p:spPr>
            <a:xfrm rot="10800000">
              <a:off x="6438967" y="1909109"/>
              <a:ext cx="203095" cy="56205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8C9A8C37-E67A-0840-C102-FDF44CBACDD6}"/>
                </a:ext>
              </a:extLst>
            </p:cNvPr>
            <p:cNvSpPr/>
            <p:nvPr/>
          </p:nvSpPr>
          <p:spPr>
            <a:xfrm rot="10800000">
              <a:off x="6507547" y="1905299"/>
              <a:ext cx="203095" cy="56205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FE5ADCD-57DA-EBFA-2EF6-4F63103A0E52}"/>
                    </a:ext>
                  </a:extLst>
                </p14:cNvPr>
                <p14:cNvContentPartPr/>
                <p14:nvPr/>
              </p14:nvContentPartPr>
              <p14:xfrm rot="10800000">
                <a:off x="6462104" y="1929100"/>
                <a:ext cx="86028" cy="524205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FE5ADCD-57DA-EBFA-2EF6-4F63103A0E5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 rot="10800000">
                  <a:off x="6444181" y="1911111"/>
                  <a:ext cx="121515" cy="5598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A3E28492-CDD2-B8CF-38B8-E90206C050A4}"/>
                    </a:ext>
                  </a:extLst>
                </p14:cNvPr>
                <p14:cNvContentPartPr/>
                <p14:nvPr/>
              </p14:nvContentPartPr>
              <p14:xfrm rot="10800000">
                <a:off x="6455624" y="1964828"/>
                <a:ext cx="78871" cy="475444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A3E28492-CDD2-B8CF-38B8-E90206C050A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 rot="10800000">
                  <a:off x="6437699" y="1946832"/>
                  <a:ext cx="114363" cy="5110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FFE8970-DBDE-1863-8FB3-91BAE2B9395D}"/>
                    </a:ext>
                  </a:extLst>
                </p14:cNvPr>
                <p14:cNvContentPartPr/>
                <p14:nvPr/>
              </p14:nvContentPartPr>
              <p14:xfrm rot="10800000">
                <a:off x="6458939" y="2231973"/>
                <a:ext cx="16331" cy="108833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FFE8970-DBDE-1863-8FB3-91BAE2B9395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 rot="10800000">
                  <a:off x="6441566" y="2214073"/>
                  <a:ext cx="50730" cy="1442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66C23E5-3FC1-2934-4337-84887C76B55A}"/>
                    </a:ext>
                  </a:extLst>
                </p14:cNvPr>
                <p14:cNvContentPartPr/>
                <p14:nvPr/>
              </p14:nvContentPartPr>
              <p14:xfrm rot="10800000">
                <a:off x="6482063" y="2017042"/>
                <a:ext cx="15976" cy="66274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66C23E5-3FC1-2934-4337-84887C76B55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 rot="10800000">
                  <a:off x="6464312" y="1999130"/>
                  <a:ext cx="51123" cy="1017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C9E28E5-20BF-8FBE-EC0A-381D740BFDD8}"/>
                    </a:ext>
                  </a:extLst>
                </p14:cNvPr>
                <p14:cNvContentPartPr/>
                <p14:nvPr/>
              </p14:nvContentPartPr>
              <p14:xfrm>
                <a:off x="6602510" y="1926294"/>
                <a:ext cx="87480" cy="5245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C9E28E5-20BF-8FBE-EC0A-381D740BFDD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93510" y="1917294"/>
                  <a:ext cx="10512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838EFD1-EDB2-64A6-6590-D93BBBDCF8F4}"/>
                    </a:ext>
                  </a:extLst>
                </p14:cNvPr>
                <p14:cNvContentPartPr/>
                <p14:nvPr/>
              </p14:nvContentPartPr>
              <p14:xfrm>
                <a:off x="6635919" y="1947677"/>
                <a:ext cx="60480" cy="4798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838EFD1-EDB2-64A6-6590-D93BBBDCF8F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26919" y="1938677"/>
                  <a:ext cx="7812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7B0FA02-3D1D-C081-31BE-E5416D6D4CB9}"/>
                    </a:ext>
                  </a:extLst>
                </p14:cNvPr>
                <p14:cNvContentPartPr/>
                <p14:nvPr/>
              </p14:nvContentPartPr>
              <p14:xfrm>
                <a:off x="6495286" y="1923917"/>
                <a:ext cx="72360" cy="5310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7B0FA02-3D1D-C081-31BE-E5416D6D4CB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86286" y="1914917"/>
                  <a:ext cx="90000" cy="54864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06E9C50F-B90A-9DB3-BE62-E49CCAA42408}"/>
                </a:ext>
              </a:extLst>
            </p:cNvPr>
            <p:cNvGrpSpPr/>
            <p:nvPr/>
          </p:nvGrpSpPr>
          <p:grpSpPr>
            <a:xfrm>
              <a:off x="7196976" y="1902257"/>
              <a:ext cx="271675" cy="565863"/>
              <a:chOff x="7196976" y="1902257"/>
              <a:chExt cx="271675" cy="565863"/>
            </a:xfrm>
          </p:grpSpPr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4A0EBE3A-3A91-127F-7D00-BCC25A7D8809}"/>
                  </a:ext>
                </a:extLst>
              </p:cNvPr>
              <p:cNvSpPr/>
              <p:nvPr/>
            </p:nvSpPr>
            <p:spPr>
              <a:xfrm rot="10800000">
                <a:off x="7196976" y="1906067"/>
                <a:ext cx="203095" cy="562053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368D6030-BDFD-70B4-28EE-0D86ECE04D60}"/>
                  </a:ext>
                </a:extLst>
              </p:cNvPr>
              <p:cNvSpPr/>
              <p:nvPr/>
            </p:nvSpPr>
            <p:spPr>
              <a:xfrm rot="10800000">
                <a:off x="7265556" y="1902257"/>
                <a:ext cx="203095" cy="562053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:endParaRPr lang="en-US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51">
                <p14:nvContentPartPr>
                  <p14:cNvPr id="271" name="Ink 270">
                    <a:extLst>
                      <a:ext uri="{FF2B5EF4-FFF2-40B4-BE49-F238E27FC236}">
                        <a16:creationId xmlns:a16="http://schemas.microsoft.com/office/drawing/2014/main" id="{00F31F3A-2F5E-EF84-1ACB-38C1AADE5A62}"/>
                      </a:ext>
                    </a:extLst>
                  </p14:cNvPr>
                  <p14:cNvContentPartPr/>
                  <p14:nvPr/>
                </p14:nvContentPartPr>
                <p14:xfrm rot="10800000">
                  <a:off x="7220113" y="1926058"/>
                  <a:ext cx="86028" cy="524205"/>
                </p14:xfrm>
              </p:contentPart>
            </mc:Choice>
            <mc:Fallback xmlns="">
              <p:pic>
                <p:nvPicPr>
                  <p:cNvPr id="271" name="Ink 270">
                    <a:extLst>
                      <a:ext uri="{FF2B5EF4-FFF2-40B4-BE49-F238E27FC236}">
                        <a16:creationId xmlns:a16="http://schemas.microsoft.com/office/drawing/2014/main" id="{00F31F3A-2F5E-EF84-1ACB-38C1AADE5A62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 rot="10800000">
                    <a:off x="7202190" y="1908069"/>
                    <a:ext cx="121515" cy="5598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2">
                <p14:nvContentPartPr>
                  <p14:cNvPr id="272" name="Ink 271">
                    <a:extLst>
                      <a:ext uri="{FF2B5EF4-FFF2-40B4-BE49-F238E27FC236}">
                        <a16:creationId xmlns:a16="http://schemas.microsoft.com/office/drawing/2014/main" id="{E15EFEC4-29E1-E6F2-6F45-A97A8DCEA46E}"/>
                      </a:ext>
                    </a:extLst>
                  </p14:cNvPr>
                  <p14:cNvContentPartPr/>
                  <p14:nvPr/>
                </p14:nvContentPartPr>
                <p14:xfrm rot="10800000">
                  <a:off x="7213633" y="1961786"/>
                  <a:ext cx="78871" cy="475444"/>
                </p14:xfrm>
              </p:contentPart>
            </mc:Choice>
            <mc:Fallback xmlns="">
              <p:pic>
                <p:nvPicPr>
                  <p:cNvPr id="272" name="Ink 271">
                    <a:extLst>
                      <a:ext uri="{FF2B5EF4-FFF2-40B4-BE49-F238E27FC236}">
                        <a16:creationId xmlns:a16="http://schemas.microsoft.com/office/drawing/2014/main" id="{E15EFEC4-29E1-E6F2-6F45-A97A8DCEA46E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 rot="10800000">
                    <a:off x="7195708" y="1943790"/>
                    <a:ext cx="114363" cy="5110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3">
                <p14:nvContentPartPr>
                  <p14:cNvPr id="273" name="Ink 272">
                    <a:extLst>
                      <a:ext uri="{FF2B5EF4-FFF2-40B4-BE49-F238E27FC236}">
                        <a16:creationId xmlns:a16="http://schemas.microsoft.com/office/drawing/2014/main" id="{7BD77C5E-AF66-1A26-63B0-EAEA6B2670F9}"/>
                      </a:ext>
                    </a:extLst>
                  </p14:cNvPr>
                  <p14:cNvContentPartPr/>
                  <p14:nvPr/>
                </p14:nvContentPartPr>
                <p14:xfrm rot="10800000">
                  <a:off x="7216948" y="2228931"/>
                  <a:ext cx="16331" cy="108833"/>
                </p14:xfrm>
              </p:contentPart>
            </mc:Choice>
            <mc:Fallback xmlns="">
              <p:pic>
                <p:nvPicPr>
                  <p:cNvPr id="273" name="Ink 272">
                    <a:extLst>
                      <a:ext uri="{FF2B5EF4-FFF2-40B4-BE49-F238E27FC236}">
                        <a16:creationId xmlns:a16="http://schemas.microsoft.com/office/drawing/2014/main" id="{7BD77C5E-AF66-1A26-63B0-EAEA6B2670F9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 rot="10800000">
                    <a:off x="7199575" y="2211031"/>
                    <a:ext cx="50730" cy="1442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4">
                <p14:nvContentPartPr>
                  <p14:cNvPr id="274" name="Ink 273">
                    <a:extLst>
                      <a:ext uri="{FF2B5EF4-FFF2-40B4-BE49-F238E27FC236}">
                        <a16:creationId xmlns:a16="http://schemas.microsoft.com/office/drawing/2014/main" id="{6124B6BE-22FE-B8A5-C836-773DF85D6A15}"/>
                      </a:ext>
                    </a:extLst>
                  </p14:cNvPr>
                  <p14:cNvContentPartPr/>
                  <p14:nvPr/>
                </p14:nvContentPartPr>
                <p14:xfrm rot="10800000">
                  <a:off x="7240072" y="2014000"/>
                  <a:ext cx="15976" cy="66274"/>
                </p14:xfrm>
              </p:contentPart>
            </mc:Choice>
            <mc:Fallback xmlns="">
              <p:pic>
                <p:nvPicPr>
                  <p:cNvPr id="274" name="Ink 273">
                    <a:extLst>
                      <a:ext uri="{FF2B5EF4-FFF2-40B4-BE49-F238E27FC236}">
                        <a16:creationId xmlns:a16="http://schemas.microsoft.com/office/drawing/2014/main" id="{6124B6BE-22FE-B8A5-C836-773DF85D6A15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 rot="10800000">
                    <a:off x="7222321" y="1996088"/>
                    <a:ext cx="51123" cy="1017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5">
                <p14:nvContentPartPr>
                  <p14:cNvPr id="275" name="Ink 274">
                    <a:extLst>
                      <a:ext uri="{FF2B5EF4-FFF2-40B4-BE49-F238E27FC236}">
                        <a16:creationId xmlns:a16="http://schemas.microsoft.com/office/drawing/2014/main" id="{A3FD2720-CAAA-AFC6-D324-7BD22C3B41E1}"/>
                      </a:ext>
                    </a:extLst>
                  </p14:cNvPr>
                  <p14:cNvContentPartPr/>
                  <p14:nvPr/>
                </p14:nvContentPartPr>
                <p14:xfrm>
                  <a:off x="7360519" y="1923252"/>
                  <a:ext cx="87480" cy="524520"/>
                </p14:xfrm>
              </p:contentPart>
            </mc:Choice>
            <mc:Fallback xmlns="">
              <p:pic>
                <p:nvPicPr>
                  <p:cNvPr id="275" name="Ink 274">
                    <a:extLst>
                      <a:ext uri="{FF2B5EF4-FFF2-40B4-BE49-F238E27FC236}">
                        <a16:creationId xmlns:a16="http://schemas.microsoft.com/office/drawing/2014/main" id="{A3FD2720-CAAA-AFC6-D324-7BD22C3B41E1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7351519" y="1914252"/>
                    <a:ext cx="105120" cy="542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6">
                <p14:nvContentPartPr>
                  <p14:cNvPr id="276" name="Ink 275">
                    <a:extLst>
                      <a:ext uri="{FF2B5EF4-FFF2-40B4-BE49-F238E27FC236}">
                        <a16:creationId xmlns:a16="http://schemas.microsoft.com/office/drawing/2014/main" id="{A03919F9-EDE8-3268-D468-5FF937A64023}"/>
                      </a:ext>
                    </a:extLst>
                  </p14:cNvPr>
                  <p14:cNvContentPartPr/>
                  <p14:nvPr/>
                </p14:nvContentPartPr>
                <p14:xfrm>
                  <a:off x="7393928" y="1944635"/>
                  <a:ext cx="60480" cy="479880"/>
                </p14:xfrm>
              </p:contentPart>
            </mc:Choice>
            <mc:Fallback xmlns="">
              <p:pic>
                <p:nvPicPr>
                  <p:cNvPr id="276" name="Ink 275">
                    <a:extLst>
                      <a:ext uri="{FF2B5EF4-FFF2-40B4-BE49-F238E27FC236}">
                        <a16:creationId xmlns:a16="http://schemas.microsoft.com/office/drawing/2014/main" id="{A03919F9-EDE8-3268-D468-5FF937A64023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7384928" y="1935635"/>
                    <a:ext cx="78120" cy="497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7">
                <p14:nvContentPartPr>
                  <p14:cNvPr id="277" name="Ink 276">
                    <a:extLst>
                      <a:ext uri="{FF2B5EF4-FFF2-40B4-BE49-F238E27FC236}">
                        <a16:creationId xmlns:a16="http://schemas.microsoft.com/office/drawing/2014/main" id="{07E612E8-2FB2-C74A-13DC-1F47B0A1E6AB}"/>
                      </a:ext>
                    </a:extLst>
                  </p14:cNvPr>
                  <p14:cNvContentPartPr/>
                  <p14:nvPr/>
                </p14:nvContentPartPr>
                <p14:xfrm>
                  <a:off x="7253295" y="1920875"/>
                  <a:ext cx="72360" cy="531000"/>
                </p14:xfrm>
              </p:contentPart>
            </mc:Choice>
            <mc:Fallback xmlns="">
              <p:pic>
                <p:nvPicPr>
                  <p:cNvPr id="277" name="Ink 276">
                    <a:extLst>
                      <a:ext uri="{FF2B5EF4-FFF2-40B4-BE49-F238E27FC236}">
                        <a16:creationId xmlns:a16="http://schemas.microsoft.com/office/drawing/2014/main" id="{07E612E8-2FB2-C74A-13DC-1F47B0A1E6AB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7244295" y="1911875"/>
                    <a:ext cx="90000" cy="54864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278" name="TextBox 91">
            <a:extLst>
              <a:ext uri="{FF2B5EF4-FFF2-40B4-BE49-F238E27FC236}">
                <a16:creationId xmlns:a16="http://schemas.microsoft.com/office/drawing/2014/main" id="{BA9FFB92-37F7-50A5-B619-4D51372E358C}"/>
              </a:ext>
            </a:extLst>
          </p:cNvPr>
          <p:cNvSpPr txBox="1"/>
          <p:nvPr/>
        </p:nvSpPr>
        <p:spPr>
          <a:xfrm>
            <a:off x="713084" y="1427744"/>
            <a:ext cx="11222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100"/>
              <a:t>Active/Pushing</a:t>
            </a:r>
          </a:p>
          <a:p>
            <a:r>
              <a:rPr lang="en-US" sz="1100"/>
              <a:t>Pulling</a:t>
            </a: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BD45A451-4777-3ECE-2DF3-B7E0F8956B58}"/>
              </a:ext>
            </a:extLst>
          </p:cNvPr>
          <p:cNvSpPr/>
          <p:nvPr/>
        </p:nvSpPr>
        <p:spPr>
          <a:xfrm>
            <a:off x="609760" y="1509806"/>
            <a:ext cx="89081" cy="7280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D677026C-BD4B-0AE4-BE22-5CE146E03E98}"/>
              </a:ext>
            </a:extLst>
          </p:cNvPr>
          <p:cNvSpPr/>
          <p:nvPr/>
        </p:nvSpPr>
        <p:spPr>
          <a:xfrm>
            <a:off x="610773" y="1692715"/>
            <a:ext cx="89081" cy="72803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107EF564-D69D-F7D5-53CA-6F00E31D3A4A}"/>
              </a:ext>
            </a:extLst>
          </p:cNvPr>
          <p:cNvSpPr txBox="1"/>
          <p:nvPr/>
        </p:nvSpPr>
        <p:spPr>
          <a:xfrm>
            <a:off x="1042978" y="3231203"/>
            <a:ext cx="3200432" cy="204671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333333"/>
              </a:buClr>
              <a:buFont typeface="Helvetica Neue"/>
            </a:pPr>
            <a:r>
              <a:rPr lang="en-US" sz="1300">
                <a:latin typeface="Helvetica Neue"/>
                <a:sym typeface="Helvetica Neue"/>
              </a:rPr>
              <a:t>Hexapod: </a:t>
            </a:r>
            <a:endParaRPr lang="en-US" sz="1300">
              <a:latin typeface="Helvetica Neue"/>
            </a:endParaRPr>
          </a:p>
          <a:p>
            <a:pPr marL="285750" indent="-285750">
              <a:buFont typeface="HGGothicE" panose="020B0909000000000000" pitchFamily="49" charset="-128"/>
              <a:buChar char="◢"/>
            </a:pPr>
            <a:r>
              <a:rPr lang="en-US" sz="1000">
                <a:latin typeface="Helvetica Neue"/>
                <a:sym typeface="Helvetica Neue"/>
              </a:rPr>
              <a:t>6 axis Stewart platform provides dig force as well as steering control</a:t>
            </a:r>
            <a:endParaRPr lang="en-US" sz="1000">
              <a:latin typeface="Helvetica Neue" panose="02000503000000020004"/>
            </a:endParaRPr>
          </a:p>
          <a:p>
            <a:pPr marL="285750" lvl="8" indent="-285750">
              <a:buFont typeface="HGGothicE" panose="020B0909000000000000" pitchFamily="49" charset="-128"/>
              <a:buChar char="◢"/>
            </a:pPr>
            <a:r>
              <a:rPr lang="en-US" sz="1000">
                <a:latin typeface="Helvetica Neue" panose="02000503000000020004"/>
              </a:rPr>
              <a:t>Encoders in each actuator to give a precise length measurement of each actuator for forward kinematics</a:t>
            </a:r>
          </a:p>
          <a:p>
            <a:pPr marL="285750" lvl="6" indent="-285750">
              <a:buFont typeface="HGGothicE" panose="020B0909000000000000" pitchFamily="49" charset="-128"/>
              <a:buChar char="◢"/>
            </a:pPr>
            <a:r>
              <a:rPr lang="en-US" sz="1000">
                <a:latin typeface="Helvetica Neue" panose="02000503000000020004"/>
              </a:rPr>
              <a:t>Angles between actuator joints are non-symmetrical to allow for better organization of internal components</a:t>
            </a:r>
          </a:p>
          <a:p>
            <a:pPr marL="285750" lvl="6" indent="-285750">
              <a:buFont typeface="HGGothicE" panose="020B0909000000000000" pitchFamily="49" charset="-128"/>
              <a:buChar char="◢"/>
            </a:pPr>
            <a:r>
              <a:rPr lang="en-US" sz="1000">
                <a:latin typeface="Helvetica Neue" panose="02000503000000020004"/>
              </a:rPr>
              <a:t>Base/Platform plates are cut with a waterjet to ease assembly and increase accuracy of angles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endParaRPr lang="en-US">
              <a:latin typeface="Helvetica Neue" panose="02000503000000020004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7D914EA8-5C50-B504-4E39-EF9506D11A14}"/>
              </a:ext>
            </a:extLst>
          </p:cNvPr>
          <p:cNvSpPr txBox="1"/>
          <p:nvPr/>
        </p:nvSpPr>
        <p:spPr>
          <a:xfrm>
            <a:off x="5417454" y="2501531"/>
            <a:ext cx="3645693" cy="250837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333333"/>
              </a:buClr>
              <a:buFont typeface="Helvetica Neue"/>
            </a:pPr>
            <a:r>
              <a:rPr lang="en-US" sz="1300">
                <a:latin typeface="Helvetica Neue"/>
                <a:sym typeface="Helvetica Neue"/>
              </a:rPr>
              <a:t>Grippers: </a:t>
            </a:r>
            <a:endParaRPr lang="en-US" sz="1300">
              <a:latin typeface="Helvetica Neue"/>
            </a:endParaRPr>
          </a:p>
          <a:p>
            <a:pPr marL="285750" indent="-285750">
              <a:buFont typeface="HGGothicE" panose="020B0909000000000000" pitchFamily="49" charset="-128"/>
              <a:buChar char="◢"/>
            </a:pPr>
            <a:r>
              <a:rPr lang="en-US" sz="1000">
                <a:solidFill>
                  <a:srgbClr val="000000"/>
                </a:solidFill>
                <a:latin typeface="Helvetica Neue"/>
              </a:rPr>
              <a:t>Grippers will be made from bicycle tire inner tubes covered by a puncture resistant material. </a:t>
            </a:r>
          </a:p>
          <a:p>
            <a:pPr marL="285750" indent="-285750">
              <a:buFont typeface="HGGothicE" panose="020B0909000000000000" pitchFamily="49" charset="-128"/>
              <a:buChar char="◢"/>
            </a:pPr>
            <a:r>
              <a:rPr lang="en-US" sz="1000">
                <a:solidFill>
                  <a:srgbClr val="000000"/>
                </a:solidFill>
                <a:latin typeface="Helvetica Neue"/>
              </a:rPr>
              <a:t>The inner tubes expand into the walls of the tunnel providing a frictional force to resist the thrust force needed to dig.</a:t>
            </a:r>
            <a:endParaRPr lang="en-US" sz="1000">
              <a:latin typeface="Helvetica Neue" panose="02000503000000020004"/>
            </a:endParaRPr>
          </a:p>
          <a:p>
            <a:pPr marL="285750" lvl="6" indent="-285750">
              <a:buFont typeface="HGGothicE" panose="020B0909000000000000" pitchFamily="49" charset="-128"/>
              <a:buChar char="◢"/>
            </a:pPr>
            <a:r>
              <a:rPr lang="en-US" sz="1000">
                <a:latin typeface="Helvetica Neue" panose="02000503000000020004"/>
              </a:rPr>
              <a:t>With a compressor on the surface, inflatable grippers help us save valuable space onboard the machine</a:t>
            </a:r>
          </a:p>
          <a:p>
            <a:pPr marL="285750" lvl="6" indent="-285750">
              <a:buFont typeface="HGGothicE" panose="020B0909000000000000" pitchFamily="49" charset="-128"/>
              <a:buChar char="◢"/>
            </a:pPr>
            <a:r>
              <a:rPr lang="en-US" sz="1000">
                <a:latin typeface="Helvetica Neue" panose="02000503000000020004"/>
              </a:rPr>
              <a:t>Inflatable grippers are intrinsically resistant to soil ingress</a:t>
            </a:r>
          </a:p>
          <a:p>
            <a:pPr marL="285750" lvl="6" indent="-285750">
              <a:buFont typeface="HGGothicE" panose="020B0909000000000000" pitchFamily="49" charset="-128"/>
              <a:buChar char="◢"/>
            </a:pPr>
            <a:r>
              <a:rPr lang="en-US" sz="1000">
                <a:latin typeface="Helvetica Neue" panose="02000503000000020004"/>
              </a:rPr>
              <a:t>Inflatable grippers help us distribute forces on soil better/more evenly</a:t>
            </a:r>
          </a:p>
          <a:p>
            <a:pPr marL="285750" lvl="6" indent="-285750">
              <a:buFont typeface="HGGothicE" panose="020B0909000000000000" pitchFamily="49" charset="-128"/>
              <a:buChar char="◢"/>
            </a:pPr>
            <a:r>
              <a:rPr lang="en-US" sz="1000">
                <a:latin typeface="Helvetica Neue" panose="02000503000000020004"/>
              </a:rPr>
              <a:t>Grippers surrounded by Grade 80 chain to transfer load into structure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endParaRPr lang="en-US">
              <a:latin typeface="Helvetica Neue" panose="02000503000000020004"/>
            </a:endParaRPr>
          </a:p>
        </p:txBody>
      </p:sp>
      <p:pic>
        <p:nvPicPr>
          <p:cNvPr id="1026" name="Picture 2" descr="A white cylinder with black mesh&#10;&#10;Description automatically generated with medium confidence">
            <a:extLst>
              <a:ext uri="{FF2B5EF4-FFF2-40B4-BE49-F238E27FC236}">
                <a16:creationId xmlns:a16="http://schemas.microsoft.com/office/drawing/2014/main" id="{8508327B-B11F-ECC4-B215-CDD459622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591" y="2142996"/>
            <a:ext cx="2089842" cy="167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black and white circular object&#10;&#10;Description automatically generated">
            <a:extLst>
              <a:ext uri="{FF2B5EF4-FFF2-40B4-BE49-F238E27FC236}">
                <a16:creationId xmlns:a16="http://schemas.microsoft.com/office/drawing/2014/main" id="{6EDE851F-2098-0A65-0C67-8A7B88A5A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5144" y="1597468"/>
            <a:ext cx="2758283" cy="2131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7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65C4-4136-8876-98B7-6091722B3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Hexapod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B2372-23E1-31AD-8E23-3BE68136C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040" y="918573"/>
            <a:ext cx="6208675" cy="572700"/>
          </a:xfrm>
        </p:spPr>
        <p:txBody>
          <a:bodyPr/>
          <a:lstStyle/>
          <a:p>
            <a:r>
              <a:rPr lang="en-US"/>
              <a:t>Thrust Force Analysis – How much force do we need from the hexapod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40CCFDF9-CA57-3763-70DE-1832C90B13C5}"/>
              </a:ext>
            </a:extLst>
          </p:cNvPr>
          <p:cNvGrpSpPr/>
          <p:nvPr/>
        </p:nvGrpSpPr>
        <p:grpSpPr>
          <a:xfrm>
            <a:off x="669407" y="1707525"/>
            <a:ext cx="2180088" cy="907741"/>
            <a:chOff x="705043" y="3355753"/>
            <a:chExt cx="2180088" cy="907741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3EAF00D8-E114-4D29-75FD-115B65A545CD}"/>
                </a:ext>
              </a:extLst>
            </p:cNvPr>
            <p:cNvGrpSpPr/>
            <p:nvPr/>
          </p:nvGrpSpPr>
          <p:grpSpPr>
            <a:xfrm>
              <a:off x="705043" y="3355753"/>
              <a:ext cx="1790070" cy="573388"/>
              <a:chOff x="761015" y="2230087"/>
              <a:chExt cx="1790070" cy="573388"/>
            </a:xfrm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5589C613-D1B3-4BD8-8E69-04449FFF2016}"/>
                  </a:ext>
                </a:extLst>
              </p:cNvPr>
              <p:cNvSpPr/>
              <p:nvPr/>
            </p:nvSpPr>
            <p:spPr>
              <a:xfrm rot="10800000">
                <a:off x="2347990" y="2236937"/>
                <a:ext cx="203095" cy="562053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7CE08BF2-E70A-43EF-5BA3-D5B92A0D4FDF}"/>
                  </a:ext>
                </a:extLst>
              </p:cNvPr>
              <p:cNvSpPr/>
              <p:nvPr/>
            </p:nvSpPr>
            <p:spPr>
              <a:xfrm rot="10800000">
                <a:off x="1899292" y="2236937"/>
                <a:ext cx="203095" cy="562053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761010FA-5B42-0421-F7F5-524B1B5E61F4}"/>
                  </a:ext>
                </a:extLst>
              </p:cNvPr>
              <p:cNvSpPr/>
              <p:nvPr/>
            </p:nvSpPr>
            <p:spPr>
              <a:xfrm rot="10800000">
                <a:off x="1563949" y="2236937"/>
                <a:ext cx="203095" cy="562053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62D2473E-CCFB-007F-8DA2-BC001F65BFDC}"/>
                  </a:ext>
                </a:extLst>
              </p:cNvPr>
              <p:cNvSpPr/>
              <p:nvPr/>
            </p:nvSpPr>
            <p:spPr>
              <a:xfrm rot="10800000">
                <a:off x="761015" y="2236938"/>
                <a:ext cx="203095" cy="562053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69268216-5A5F-46FD-D372-44A49791248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857603" y="2792140"/>
                <a:ext cx="1589808" cy="11335"/>
              </a:xfrm>
              <a:prstGeom prst="straightConnector1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E09089C0-ED52-4CB0-4DFD-316A69DFC13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862326" y="2230087"/>
                <a:ext cx="1589808" cy="11335"/>
              </a:xfrm>
              <a:prstGeom prst="straightConnector1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3BD6962F-2963-CAAD-BEB1-59247139D52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572607" y="2558172"/>
                <a:ext cx="354330" cy="137160"/>
              </a:xfrm>
              <a:prstGeom prst="straightConnector1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4ADFC8A9-1593-5D27-FD34-6FD4B78AED5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572608" y="2386723"/>
                <a:ext cx="323850" cy="106680"/>
              </a:xfrm>
              <a:prstGeom prst="straightConnector1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B3DB4151-7670-51DE-7400-36411923CC5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1736438" y="2668663"/>
                <a:ext cx="163830" cy="34290"/>
              </a:xfrm>
              <a:prstGeom prst="straightConnector1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D9D93D2B-4EE3-5F43-F036-E6B0192FDF3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725008" y="2299093"/>
                <a:ext cx="171450" cy="68580"/>
              </a:xfrm>
              <a:prstGeom prst="straightConnector1">
                <a:avLst/>
              </a:prstGeom>
              <a:ln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416E4AA-7764-0B7C-9904-8BAB4FFFC79D}"/>
                    </a:ext>
                  </a:extLst>
                </p14:cNvPr>
                <p14:cNvContentPartPr/>
                <p14:nvPr/>
              </p14:nvContentPartPr>
              <p14:xfrm>
                <a:off x="1944373" y="3983437"/>
                <a:ext cx="436553" cy="4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416E4AA-7764-0B7C-9904-8BAB4FFFC79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926378" y="3921437"/>
                  <a:ext cx="472183" cy="1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BA5004A-4C71-0AA7-F89C-59945183A16D}"/>
                    </a:ext>
                  </a:extLst>
                </p14:cNvPr>
                <p14:cNvContentPartPr/>
                <p14:nvPr/>
              </p14:nvContentPartPr>
              <p14:xfrm>
                <a:off x="1944365" y="3991374"/>
                <a:ext cx="62606" cy="43804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BA5004A-4C71-0AA7-F89C-59945183A16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26478" y="3973567"/>
                  <a:ext cx="98023" cy="79061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398AA2D4-A956-3372-F189-D6CFCB3F957D}"/>
                </a:ext>
              </a:extLst>
            </p:cNvPr>
            <p:cNvGrpSpPr/>
            <p:nvPr/>
          </p:nvGrpSpPr>
          <p:grpSpPr>
            <a:xfrm>
              <a:off x="2543645" y="3586752"/>
              <a:ext cx="301625" cy="107168"/>
              <a:chOff x="2137171" y="2405253"/>
              <a:chExt cx="301625" cy="107168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114" name="Ink 113">
                    <a:extLst>
                      <a:ext uri="{FF2B5EF4-FFF2-40B4-BE49-F238E27FC236}">
                        <a16:creationId xmlns:a16="http://schemas.microsoft.com/office/drawing/2014/main" id="{A2346330-5DC6-E2E6-EB4E-9593533E3595}"/>
                      </a:ext>
                    </a:extLst>
                  </p14:cNvPr>
                  <p14:cNvContentPartPr/>
                  <p14:nvPr/>
                </p14:nvContentPartPr>
                <p14:xfrm>
                  <a:off x="2140866" y="2452687"/>
                  <a:ext cx="297930" cy="10118"/>
                </p14:xfrm>
              </p:contentPart>
            </mc:Choice>
            <mc:Fallback xmlns="">
              <p:pic>
                <p:nvPicPr>
                  <p:cNvPr id="114" name="Ink 113">
                    <a:extLst>
                      <a:ext uri="{FF2B5EF4-FFF2-40B4-BE49-F238E27FC236}">
                        <a16:creationId xmlns:a16="http://schemas.microsoft.com/office/drawing/2014/main" id="{A2346330-5DC6-E2E6-EB4E-9593533E3595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2122875" y="2435242"/>
                    <a:ext cx="333552" cy="4465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15" name="Ink 114">
                    <a:extLst>
                      <a:ext uri="{FF2B5EF4-FFF2-40B4-BE49-F238E27FC236}">
                        <a16:creationId xmlns:a16="http://schemas.microsoft.com/office/drawing/2014/main" id="{CFACE7A5-A179-FBD4-C988-A754EBA1FF0A}"/>
                      </a:ext>
                    </a:extLst>
                  </p14:cNvPr>
                  <p14:cNvContentPartPr/>
                  <p14:nvPr/>
                </p14:nvContentPartPr>
                <p14:xfrm>
                  <a:off x="2141140" y="2468562"/>
                  <a:ext cx="90742" cy="43859"/>
                </p14:xfrm>
              </p:contentPart>
            </mc:Choice>
            <mc:Fallback xmlns="">
              <p:pic>
                <p:nvPicPr>
                  <p:cNvPr id="115" name="Ink 114">
                    <a:extLst>
                      <a:ext uri="{FF2B5EF4-FFF2-40B4-BE49-F238E27FC236}">
                        <a16:creationId xmlns:a16="http://schemas.microsoft.com/office/drawing/2014/main" id="{CFACE7A5-A179-FBD4-C988-A754EBA1FF0A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2123207" y="2450587"/>
                    <a:ext cx="126250" cy="7945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116" name="Ink 115">
                    <a:extLst>
                      <a:ext uri="{FF2B5EF4-FFF2-40B4-BE49-F238E27FC236}">
                        <a16:creationId xmlns:a16="http://schemas.microsoft.com/office/drawing/2014/main" id="{E270E829-08CE-72E5-985D-C31B621821AF}"/>
                      </a:ext>
                    </a:extLst>
                  </p14:cNvPr>
                  <p14:cNvContentPartPr/>
                  <p14:nvPr/>
                </p14:nvContentPartPr>
                <p14:xfrm>
                  <a:off x="2137171" y="2405253"/>
                  <a:ext cx="76687" cy="55371"/>
                </p14:xfrm>
              </p:contentPart>
            </mc:Choice>
            <mc:Fallback xmlns="">
              <p:pic>
                <p:nvPicPr>
                  <p:cNvPr id="116" name="Ink 115">
                    <a:extLst>
                      <a:ext uri="{FF2B5EF4-FFF2-40B4-BE49-F238E27FC236}">
                        <a16:creationId xmlns:a16="http://schemas.microsoft.com/office/drawing/2014/main" id="{E270E829-08CE-72E5-985D-C31B621821AF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2119253" y="2387391"/>
                    <a:ext cx="112164" cy="90737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C82AA75-1E0C-F64D-02C9-DD36A6356505}"/>
                    </a:ext>
                  </a:extLst>
                </p14:cNvPr>
                <p14:cNvContentPartPr/>
                <p14:nvPr/>
              </p14:nvContentPartPr>
              <p14:xfrm>
                <a:off x="1591145" y="3983688"/>
                <a:ext cx="291761" cy="7685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C82AA75-1E0C-F64D-02C9-DD36A635650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73157" y="3966222"/>
                  <a:ext cx="327377" cy="422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2C747DE-72CE-A642-4584-80E6B2233E24}"/>
                    </a:ext>
                  </a:extLst>
                </p14:cNvPr>
                <p14:cNvContentPartPr/>
                <p14:nvPr/>
              </p14:nvContentPartPr>
              <p14:xfrm>
                <a:off x="1801167" y="3991374"/>
                <a:ext cx="71760" cy="42642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2C747DE-72CE-A642-4584-80E6B2233E2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83316" y="3973457"/>
                  <a:ext cx="107104" cy="781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53766A07-F310-56BD-05F1-C7517ECA59A6}"/>
                    </a:ext>
                  </a:extLst>
                </p:cNvPr>
                <p:cNvSpPr txBox="1"/>
                <p:nvPr/>
              </p:nvSpPr>
              <p:spPr>
                <a:xfrm>
                  <a:off x="1548580" y="3939110"/>
                  <a:ext cx="279820" cy="3243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𝑟𝑒𝑞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53766A07-F310-56BD-05F1-C7517ECA59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8580" y="3939110"/>
                  <a:ext cx="279820" cy="324384"/>
                </a:xfrm>
                <a:prstGeom prst="rect">
                  <a:avLst/>
                </a:prstGeom>
                <a:blipFill>
                  <a:blip r:embed="rId17"/>
                  <a:stretch>
                    <a:fillRect r="-5217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E8FD6205-6894-823E-3390-343BBA949ECB}"/>
                    </a:ext>
                  </a:extLst>
                </p:cNvPr>
                <p:cNvSpPr txBox="1"/>
                <p:nvPr/>
              </p:nvSpPr>
              <p:spPr>
                <a:xfrm>
                  <a:off x="2003127" y="3941835"/>
                  <a:ext cx="38725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E8FD6205-6894-823E-3390-343BBA949E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3127" y="3941835"/>
                  <a:ext cx="387256" cy="307777"/>
                </a:xfrm>
                <a:prstGeom prst="rect">
                  <a:avLst/>
                </a:prstGeom>
                <a:blipFill>
                  <a:blip r:embed="rId18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8DA0B885-5B21-BBE6-C9F7-E69AE05A8544}"/>
                    </a:ext>
                  </a:extLst>
                </p:cNvPr>
                <p:cNvSpPr txBox="1"/>
                <p:nvPr/>
              </p:nvSpPr>
              <p:spPr>
                <a:xfrm>
                  <a:off x="2562448" y="3640424"/>
                  <a:ext cx="322683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𝑁𝑒𝑡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8DA0B885-5B21-BBE6-C9F7-E69AE05A85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2448" y="3640424"/>
                  <a:ext cx="322683" cy="307777"/>
                </a:xfrm>
                <a:prstGeom prst="rect">
                  <a:avLst/>
                </a:prstGeom>
                <a:blipFill>
                  <a:blip r:embed="rId19"/>
                  <a:stretch>
                    <a:fillRect r="-4038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DED666D8-5450-7F82-29BD-3C03A54F2512}"/>
                  </a:ext>
                </a:extLst>
              </p:cNvPr>
              <p:cNvSpPr txBox="1"/>
              <p:nvPr/>
            </p:nvSpPr>
            <p:spPr>
              <a:xfrm>
                <a:off x="3588748" y="1332725"/>
                <a:ext cx="2471432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𝑁𝑒𝑡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is the force required at cutting head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is the frictional force from weight and geostatic pressure</a:t>
                </a: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DED666D8-5450-7F82-29BD-3C03A54F2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748" y="1332725"/>
                <a:ext cx="2471432" cy="1169551"/>
              </a:xfrm>
              <a:prstGeom prst="rect">
                <a:avLst/>
              </a:prstGeom>
              <a:blipFill>
                <a:blip r:embed="rId20"/>
                <a:stretch>
                  <a:fillRect l="-741" t="-1047" b="-4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C2E100A3-AC87-2B07-81C6-90CFA29D0B53}"/>
                  </a:ext>
                </a:extLst>
              </p:cNvPr>
              <p:cNvSpPr txBox="1"/>
              <p:nvPr/>
            </p:nvSpPr>
            <p:spPr>
              <a:xfrm>
                <a:off x="1590286" y="4106951"/>
                <a:ext cx="1466994" cy="324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𝑟𝑒𝑞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𝑁𝑒𝑡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C2E100A3-AC87-2B07-81C6-90CFA29D0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286" y="4106951"/>
                <a:ext cx="1466994" cy="324384"/>
              </a:xfrm>
              <a:prstGeom prst="rect">
                <a:avLst/>
              </a:prstGeom>
              <a:blipFill>
                <a:blip r:embed="rId21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836994FB-7C58-368E-2F66-98819081A798}"/>
                  </a:ext>
                </a:extLst>
              </p:cNvPr>
              <p:cNvSpPr txBox="1"/>
              <p:nvPr/>
            </p:nvSpPr>
            <p:spPr>
              <a:xfrm>
                <a:off x="1620093" y="3716509"/>
                <a:ext cx="13145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=18.4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kN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𝑁𝑒𝑡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=21.1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𝑘𝑁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836994FB-7C58-368E-2F66-98819081A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093" y="3716509"/>
                <a:ext cx="1314548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6241480-9DE9-C2E3-EACF-8DCB77242FA6}"/>
                  </a:ext>
                </a:extLst>
              </p:cNvPr>
              <p:cNvSpPr txBox="1"/>
              <p:nvPr/>
            </p:nvSpPr>
            <p:spPr>
              <a:xfrm>
                <a:off x="3522669" y="4123558"/>
                <a:ext cx="146699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/>
                  <a:t>=</a:t>
                </a:r>
                <a:r>
                  <a:rPr lang="en-US" b="1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𝟑𝟗</m:t>
                    </m:r>
                    <m:r>
                      <a:rPr lang="en-US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𝟓𝐤𝐍</m:t>
                    </m:r>
                  </m:oMath>
                </a14:m>
                <a:r>
                  <a:rPr lang="en-US" b="1"/>
                  <a:t> Required</a:t>
                </a: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6241480-9DE9-C2E3-EACF-8DCB77242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669" y="4123558"/>
                <a:ext cx="1466994" cy="523220"/>
              </a:xfrm>
              <a:prstGeom prst="rect">
                <a:avLst/>
              </a:prstGeom>
              <a:blipFill>
                <a:blip r:embed="rId23"/>
                <a:stretch>
                  <a:fillRect l="-1245"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TextBox 130">
            <a:extLst>
              <a:ext uri="{FF2B5EF4-FFF2-40B4-BE49-F238E27FC236}">
                <a16:creationId xmlns:a16="http://schemas.microsoft.com/office/drawing/2014/main" id="{2C207B0A-2540-57A8-76E9-822AD511BCBF}"/>
              </a:ext>
            </a:extLst>
          </p:cNvPr>
          <p:cNvSpPr txBox="1"/>
          <p:nvPr/>
        </p:nvSpPr>
        <p:spPr>
          <a:xfrm>
            <a:off x="1423725" y="3097809"/>
            <a:ext cx="1466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At Max Depth: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57C01C0-A702-8B51-4678-DF8A9A7FDE44}"/>
              </a:ext>
            </a:extLst>
          </p:cNvPr>
          <p:cNvSpPr txBox="1"/>
          <p:nvPr/>
        </p:nvSpPr>
        <p:spPr>
          <a:xfrm>
            <a:off x="1699681" y="3481989"/>
            <a:ext cx="121849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Hand calcs:</a:t>
            </a:r>
          </a:p>
        </p:txBody>
      </p:sp>
      <p:pic>
        <p:nvPicPr>
          <p:cNvPr id="2050" name="Picture 2" descr="A black and white circular object&#10;&#10;Description automatically generated">
            <a:extLst>
              <a:ext uri="{FF2B5EF4-FFF2-40B4-BE49-F238E27FC236}">
                <a16:creationId xmlns:a16="http://schemas.microsoft.com/office/drawing/2014/main" id="{A1DF8B60-36C5-4675-EB3A-3C10FD1FE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2414" y="1189270"/>
            <a:ext cx="4276044" cy="3304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5462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20495-7D0A-B1B8-5E5A-FF5C7D0C2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Hexapod - Geometry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D8B9E-0026-975F-4AAB-A38AF3112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23875"/>
            <a:ext cx="8520600" cy="1284754"/>
          </a:xfrm>
        </p:spPr>
        <p:txBody>
          <a:bodyPr/>
          <a:lstStyle/>
          <a:p>
            <a:r>
              <a:rPr lang="en-US">
                <a:latin typeface="Helvetica Neue"/>
              </a:rPr>
              <a:t>Hexapod geometry – Want to distribute even pressure on the front section/cutting head, but also reduce slope from last year</a:t>
            </a:r>
          </a:p>
          <a:p>
            <a:pPr lvl="1"/>
            <a:r>
              <a:rPr lang="en-US"/>
              <a:t>Decrease angles on the back plate</a:t>
            </a:r>
            <a:r>
              <a:rPr lang="en-US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/>
          </a:p>
          <a:p>
            <a:pPr lvl="1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BD63E65-6704-BB6D-1032-610E7C43C777}"/>
              </a:ext>
            </a:extLst>
          </p:cNvPr>
          <p:cNvSpPr/>
          <p:nvPr/>
        </p:nvSpPr>
        <p:spPr>
          <a:xfrm>
            <a:off x="1380660" y="2138025"/>
            <a:ext cx="808892" cy="30948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9A735F-415D-0A94-6F78-D92C5FD1B31C}"/>
              </a:ext>
            </a:extLst>
          </p:cNvPr>
          <p:cNvSpPr/>
          <p:nvPr/>
        </p:nvSpPr>
        <p:spPr>
          <a:xfrm>
            <a:off x="1380660" y="2875991"/>
            <a:ext cx="808892" cy="30948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39F79D-A788-B9E8-144B-0354E2DBFA99}"/>
                  </a:ext>
                </a:extLst>
              </p:cNvPr>
              <p:cNvSpPr txBox="1"/>
              <p:nvPr/>
            </p:nvSpPr>
            <p:spPr>
              <a:xfrm>
                <a:off x="3005642" y="2154270"/>
                <a:ext cx="3233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39F79D-A788-B9E8-144B-0354E2DBF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5642" y="2154270"/>
                <a:ext cx="323380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F3079A-3570-4A7C-ED5E-A26FF9C77D6E}"/>
                  </a:ext>
                </a:extLst>
              </p:cNvPr>
              <p:cNvSpPr txBox="1"/>
              <p:nvPr/>
            </p:nvSpPr>
            <p:spPr>
              <a:xfrm>
                <a:off x="2558248" y="2596501"/>
                <a:ext cx="1001774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05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105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=10000 </m:t>
                      </m:r>
                      <m:r>
                        <a:rPr lang="en-US" sz="105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05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F3079A-3570-4A7C-ED5E-A26FF9C77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248" y="2596501"/>
                <a:ext cx="1001774" cy="253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F7716780-78EA-929C-93F5-13A05A15A314}"/>
              </a:ext>
            </a:extLst>
          </p:cNvPr>
          <p:cNvGrpSpPr/>
          <p:nvPr/>
        </p:nvGrpSpPr>
        <p:grpSpPr>
          <a:xfrm flipH="1">
            <a:off x="3403854" y="2396925"/>
            <a:ext cx="369348" cy="659196"/>
            <a:chOff x="7300296" y="3229636"/>
            <a:chExt cx="369348" cy="659196"/>
          </a:xfrm>
        </p:grpSpPr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64AD2CF2-DC1B-C2D2-AB92-4A830FAFD48C}"/>
                </a:ext>
              </a:extLst>
            </p:cNvPr>
            <p:cNvSpPr/>
            <p:nvPr/>
          </p:nvSpPr>
          <p:spPr>
            <a:xfrm>
              <a:off x="7300296" y="3229636"/>
              <a:ext cx="369348" cy="659196"/>
            </a:xfrm>
            <a:prstGeom prst="rt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F34530E-B4FA-7782-8E9C-0BA1E6568F25}"/>
                    </a:ext>
                  </a:extLst>
                </p14:cNvPr>
                <p14:cNvContentPartPr/>
                <p14:nvPr/>
              </p14:nvContentPartPr>
              <p14:xfrm>
                <a:off x="7315151" y="3428576"/>
                <a:ext cx="78840" cy="21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F34530E-B4FA-7782-8E9C-0BA1E6568F2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06151" y="3419576"/>
                  <a:ext cx="96480" cy="3960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E5FF19-6151-B02B-4D74-F511097E49E3}"/>
              </a:ext>
            </a:extLst>
          </p:cNvPr>
          <p:cNvCxnSpPr>
            <a:cxnSpLocks/>
          </p:cNvCxnSpPr>
          <p:nvPr/>
        </p:nvCxnSpPr>
        <p:spPr>
          <a:xfrm>
            <a:off x="3241949" y="2328379"/>
            <a:ext cx="365746" cy="232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AC4981A-9CBD-C5D9-B0D8-73685D0BB4D7}"/>
                  </a:ext>
                </a:extLst>
              </p:cNvPr>
              <p:cNvSpPr txBox="1"/>
              <p:nvPr/>
            </p:nvSpPr>
            <p:spPr>
              <a:xfrm>
                <a:off x="3607695" y="2613780"/>
                <a:ext cx="91440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𝑡ℎ𝑟𝑢𝑠𝑡</m:t>
                          </m:r>
                        </m:sub>
                      </m:sSub>
                    </m:oMath>
                  </m:oMathPara>
                </a14:m>
                <a:endParaRPr lang="en-US" sz="105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AC4981A-9CBD-C5D9-B0D8-73685D0BB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695" y="2613780"/>
                <a:ext cx="914400" cy="2539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AE26C44E-C39D-BFAD-306D-92D6909CF498}"/>
              </a:ext>
            </a:extLst>
          </p:cNvPr>
          <p:cNvSpPr txBox="1"/>
          <p:nvPr/>
        </p:nvSpPr>
        <p:spPr>
          <a:xfrm>
            <a:off x="3241949" y="3661664"/>
            <a:ext cx="2178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Including potential losses from friction ~15% :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FEBA414-616F-2D37-09D1-FA88CC2670DC}"/>
              </a:ext>
            </a:extLst>
          </p:cNvPr>
          <p:cNvCxnSpPr>
            <a:stCxn id="4" idx="3"/>
            <a:endCxn id="5" idx="4"/>
          </p:cNvCxnSpPr>
          <p:nvPr/>
        </p:nvCxnSpPr>
        <p:spPr>
          <a:xfrm>
            <a:off x="1499119" y="2402190"/>
            <a:ext cx="285987" cy="78328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582F317-5F85-0C0B-6A34-27D963948BDE}"/>
              </a:ext>
            </a:extLst>
          </p:cNvPr>
          <p:cNvCxnSpPr>
            <a:stCxn id="5" idx="4"/>
            <a:endCxn id="4" idx="5"/>
          </p:cNvCxnSpPr>
          <p:nvPr/>
        </p:nvCxnSpPr>
        <p:spPr>
          <a:xfrm flipV="1">
            <a:off x="1785106" y="2402190"/>
            <a:ext cx="285987" cy="78328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CE34680-4714-36EF-FD2B-BEC3786FFE1A}"/>
              </a:ext>
            </a:extLst>
          </p:cNvPr>
          <p:cNvCxnSpPr>
            <a:stCxn id="4" idx="6"/>
            <a:endCxn id="5" idx="7"/>
          </p:cNvCxnSpPr>
          <p:nvPr/>
        </p:nvCxnSpPr>
        <p:spPr>
          <a:xfrm flipH="1">
            <a:off x="2071093" y="2292769"/>
            <a:ext cx="118459" cy="62854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F97DA1-2127-2C9E-63D6-EABEC85A2D44}"/>
              </a:ext>
            </a:extLst>
          </p:cNvPr>
          <p:cNvCxnSpPr>
            <a:stCxn id="4" idx="7"/>
            <a:endCxn id="5" idx="7"/>
          </p:cNvCxnSpPr>
          <p:nvPr/>
        </p:nvCxnSpPr>
        <p:spPr>
          <a:xfrm>
            <a:off x="2071093" y="2183348"/>
            <a:ext cx="0" cy="73796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119CC4-3969-0F43-D81C-DCCAEDA6DB27}"/>
              </a:ext>
            </a:extLst>
          </p:cNvPr>
          <p:cNvCxnSpPr>
            <a:endCxn id="5" idx="1"/>
          </p:cNvCxnSpPr>
          <p:nvPr/>
        </p:nvCxnSpPr>
        <p:spPr>
          <a:xfrm flipH="1">
            <a:off x="1499119" y="2138025"/>
            <a:ext cx="285987" cy="78328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5F54B82-590E-A42E-BED4-F4C3670FA2A0}"/>
              </a:ext>
            </a:extLst>
          </p:cNvPr>
          <p:cNvCxnSpPr>
            <a:stCxn id="4" idx="2"/>
            <a:endCxn id="5" idx="1"/>
          </p:cNvCxnSpPr>
          <p:nvPr/>
        </p:nvCxnSpPr>
        <p:spPr>
          <a:xfrm>
            <a:off x="1380660" y="2292769"/>
            <a:ext cx="118459" cy="628545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C3B9E7-236B-D61E-44A8-F72C241170EE}"/>
                  </a:ext>
                </a:extLst>
              </p:cNvPr>
              <p:cNvSpPr txBox="1"/>
              <p:nvPr/>
            </p:nvSpPr>
            <p:spPr>
              <a:xfrm>
                <a:off x="5376264" y="3739431"/>
                <a:ext cx="1965101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𝒕𝒉𝒓𝒖𝒔𝒕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𝒌𝑵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C3B9E7-236B-D61E-44A8-F72C24117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264" y="3739431"/>
                <a:ext cx="1965101" cy="31720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ECC7A6-D7DC-7DBC-6E77-BD20F580FFFA}"/>
                  </a:ext>
                </a:extLst>
              </p:cNvPr>
              <p:cNvSpPr txBox="1"/>
              <p:nvPr/>
            </p:nvSpPr>
            <p:spPr>
              <a:xfrm>
                <a:off x="5824589" y="4056634"/>
                <a:ext cx="1397817" cy="327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𝒓𝒆𝒒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𝒌𝑵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ECC7A6-D7DC-7DBC-6E77-BD20F580F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589" y="4056634"/>
                <a:ext cx="1397817" cy="3271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7522A25-8F03-4C28-3AA0-F33F037025AA}"/>
                  </a:ext>
                </a:extLst>
              </p:cNvPr>
              <p:cNvSpPr txBox="1"/>
              <p:nvPr/>
            </p:nvSpPr>
            <p:spPr>
              <a:xfrm>
                <a:off x="4331189" y="4543736"/>
                <a:ext cx="280337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𝑷𝒆𝒓𝒇𝒐𝒓𝒎𝒂𝒏𝒄𝒆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𝑭𝒂𝒄𝒕𝒐𝒓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</m:oMath>
                  </m:oMathPara>
                </a14:m>
                <a:endParaRPr lang="en-US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7522A25-8F03-4C28-3AA0-F33F03702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189" y="4543736"/>
                <a:ext cx="2803379" cy="307777"/>
              </a:xfrm>
              <a:prstGeom prst="rect">
                <a:avLst/>
              </a:prstGeom>
              <a:blipFill>
                <a:blip r:embed="rId10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5D2911C-CEFB-058E-517F-8BE559E394CB}"/>
                  </a:ext>
                </a:extLst>
              </p14:cNvPr>
              <p14:cNvContentPartPr/>
              <p14:nvPr/>
            </p14:nvContentPartPr>
            <p14:xfrm>
              <a:off x="1924430" y="2450371"/>
              <a:ext cx="95760" cy="1008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5D2911C-CEFB-058E-517F-8BE559E394C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15430" y="2441371"/>
                <a:ext cx="113400" cy="118440"/>
              </a:xfrm>
              <a:prstGeom prst="rect">
                <a:avLst/>
              </a:prstGeom>
            </p:spPr>
          </p:pic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24AE2F6-A9BD-D74F-795C-64F135B0820D}"/>
              </a:ext>
            </a:extLst>
          </p:cNvPr>
          <p:cNvCxnSpPr>
            <a:cxnSpLocks/>
          </p:cNvCxnSpPr>
          <p:nvPr/>
        </p:nvCxnSpPr>
        <p:spPr>
          <a:xfrm flipH="1">
            <a:off x="2137253" y="2328379"/>
            <a:ext cx="854529" cy="116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217D9AA-03C1-E78F-881B-6F2AA969321A}"/>
              </a:ext>
            </a:extLst>
          </p:cNvPr>
          <p:cNvGrpSpPr/>
          <p:nvPr/>
        </p:nvGrpSpPr>
        <p:grpSpPr>
          <a:xfrm>
            <a:off x="4712323" y="2134087"/>
            <a:ext cx="3519253" cy="1014836"/>
            <a:chOff x="4246676" y="1985614"/>
            <a:chExt cx="3519253" cy="10148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18E2B32-B49C-0E6A-F2B7-66541B4AB498}"/>
                    </a:ext>
                  </a:extLst>
                </p:cNvPr>
                <p:cNvSpPr txBox="1"/>
                <p:nvPr/>
              </p:nvSpPr>
              <p:spPr>
                <a:xfrm>
                  <a:off x="5126991" y="1985614"/>
                  <a:ext cx="184614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𝑡ℎ𝑟𝑢𝑠𝑡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18E2B32-B49C-0E6A-F2B7-66541B4AB4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6991" y="1985614"/>
                  <a:ext cx="1846143" cy="307777"/>
                </a:xfrm>
                <a:prstGeom prst="rect">
                  <a:avLst/>
                </a:prstGeom>
                <a:blipFill>
                  <a:blip r:embed="rId13"/>
                  <a:stretch>
                    <a:fillRect b="-78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11C905F-538E-7961-FCEE-683E1EA006C2}"/>
                    </a:ext>
                  </a:extLst>
                </p:cNvPr>
                <p:cNvSpPr txBox="1"/>
                <p:nvPr/>
              </p:nvSpPr>
              <p:spPr>
                <a:xfrm>
                  <a:off x="4265943" y="2683247"/>
                  <a:ext cx="3499986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𝑡ℎ𝑟𝑢𝑠𝑡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  <m: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)(4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ℎ𝑟𝑢𝑠𝑡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𝑡ℎ𝑟𝑢𝑠𝑡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11C905F-538E-7961-FCEE-683E1EA006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5943" y="2683247"/>
                  <a:ext cx="3499986" cy="317203"/>
                </a:xfrm>
                <a:prstGeom prst="rect">
                  <a:avLst/>
                </a:prstGeom>
                <a:blipFill>
                  <a:blip r:embed="rId14"/>
                  <a:stretch>
                    <a:fillRect b="-57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B9E7D9F-34E7-85BF-171D-6B54B13D4FE7}"/>
                    </a:ext>
                  </a:extLst>
                </p:cNvPr>
                <p:cNvSpPr txBox="1"/>
                <p:nvPr/>
              </p:nvSpPr>
              <p:spPr>
                <a:xfrm>
                  <a:off x="6085491" y="2234695"/>
                  <a:ext cx="15776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=11.8</m:t>
                        </m:r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𝑑𝑒𝑔</m:t>
                        </m:r>
                      </m:oMath>
                    </m:oMathPara>
                  </a14:m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B9E7D9F-34E7-85BF-171D-6B54B13D4F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5491" y="2234695"/>
                  <a:ext cx="1577663" cy="307777"/>
                </a:xfrm>
                <a:prstGeom prst="rect">
                  <a:avLst/>
                </a:prstGeom>
                <a:blipFill>
                  <a:blip r:embed="rId15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CA58FE9-52AC-3DC6-14C9-07C4F76CD3AA}"/>
                    </a:ext>
                  </a:extLst>
                </p:cNvPr>
                <p:cNvSpPr txBox="1"/>
                <p:nvPr/>
              </p:nvSpPr>
              <p:spPr>
                <a:xfrm>
                  <a:off x="4380119" y="2234695"/>
                  <a:ext cx="15776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=14.1</m:t>
                        </m:r>
                        <m:r>
                          <a:rPr lang="en-US" sz="1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𝑑𝑒𝑔</m:t>
                        </m:r>
                      </m:oMath>
                    </m:oMathPara>
                  </a14:m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CA58FE9-52AC-3DC6-14C9-07C4F76CD3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0119" y="2234695"/>
                  <a:ext cx="1577663" cy="307777"/>
                </a:xfrm>
                <a:prstGeom prst="rect">
                  <a:avLst/>
                </a:prstGeom>
                <a:blipFill>
                  <a:blip r:embed="rId16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6168DF3-E853-91F3-E41D-F759B6A5E433}"/>
                    </a:ext>
                  </a:extLst>
                </p:cNvPr>
                <p:cNvSpPr txBox="1"/>
                <p:nvPr/>
              </p:nvSpPr>
              <p:spPr>
                <a:xfrm>
                  <a:off x="4246676" y="2433707"/>
                  <a:ext cx="1846143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𝑡ℎ𝑟𝑢𝑠𝑡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=9.70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𝑘𝑁</m:t>
                        </m:r>
                      </m:oMath>
                    </m:oMathPara>
                  </a14:m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6168DF3-E853-91F3-E41D-F759B6A5E4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6676" y="2433707"/>
                  <a:ext cx="1846143" cy="317203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E70BED8-7D8F-1EA1-CA4B-F9F1B7FAFAB9}"/>
                    </a:ext>
                  </a:extLst>
                </p:cNvPr>
                <p:cNvSpPr txBox="1"/>
                <p:nvPr/>
              </p:nvSpPr>
              <p:spPr>
                <a:xfrm>
                  <a:off x="5893401" y="2440624"/>
                  <a:ext cx="1846143" cy="3172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𝑡ℎ𝑟𝑢𝑠𝑡</m:t>
                            </m:r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=9.79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𝑘𝑁</m:t>
                        </m:r>
                      </m:oMath>
                    </m:oMathPara>
                  </a14:m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E70BED8-7D8F-1EA1-CA4B-F9F1B7FAFA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3401" y="2440624"/>
                  <a:ext cx="1846143" cy="317203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418899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6A18C-79D3-2C47-E063-B33874483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Hexapod Ball joints</a:t>
            </a:r>
          </a:p>
        </p:txBody>
      </p:sp>
      <p:pic>
        <p:nvPicPr>
          <p:cNvPr id="5" name="Picture 4" descr="A blue and grey sphere with holes&#10;&#10;Description automatically generated">
            <a:extLst>
              <a:ext uri="{FF2B5EF4-FFF2-40B4-BE49-F238E27FC236}">
                <a16:creationId xmlns:a16="http://schemas.microsoft.com/office/drawing/2014/main" id="{5CED62BF-AC69-4A46-D401-CEE3C730D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26" y="2999453"/>
            <a:ext cx="2835242" cy="1492297"/>
          </a:xfrm>
          <a:prstGeom prst="rect">
            <a:avLst/>
          </a:prstGeom>
        </p:spPr>
      </p:pic>
      <p:pic>
        <p:nvPicPr>
          <p:cNvPr id="7" name="Picture 6" descr="A blue sphere with holes&#10;&#10;Description automatically generated">
            <a:extLst>
              <a:ext uri="{FF2B5EF4-FFF2-40B4-BE49-F238E27FC236}">
                <a16:creationId xmlns:a16="http://schemas.microsoft.com/office/drawing/2014/main" id="{C39FF893-A420-29D5-7088-CCD150394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934" y="904729"/>
            <a:ext cx="3068689" cy="1615170"/>
          </a:xfrm>
          <a:prstGeom prst="rect">
            <a:avLst/>
          </a:prstGeom>
        </p:spPr>
      </p:pic>
      <p:pic>
        <p:nvPicPr>
          <p:cNvPr id="9" name="Picture 8" descr="A blue sphere with a hole in the middle&#10;&#10;Description automatically generated">
            <a:extLst>
              <a:ext uri="{FF2B5EF4-FFF2-40B4-BE49-F238E27FC236}">
                <a16:creationId xmlns:a16="http://schemas.microsoft.com/office/drawing/2014/main" id="{751070D4-43D8-0DB0-B1CC-712D5CAEA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646" y="3026380"/>
            <a:ext cx="2784081" cy="1465370"/>
          </a:xfrm>
          <a:prstGeom prst="rect">
            <a:avLst/>
          </a:prstGeom>
        </p:spPr>
      </p:pic>
      <p:pic>
        <p:nvPicPr>
          <p:cNvPr id="11" name="Picture 10" descr="A blue and grey object with holes&#10;&#10;Description automatically generated">
            <a:extLst>
              <a:ext uri="{FF2B5EF4-FFF2-40B4-BE49-F238E27FC236}">
                <a16:creationId xmlns:a16="http://schemas.microsoft.com/office/drawing/2014/main" id="{98B1EB17-B33C-ECBA-914E-E037D9E579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415" y="929567"/>
            <a:ext cx="3068689" cy="16151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648FD4-A5DC-3E95-6A94-FA90F9669245}"/>
              </a:ext>
            </a:extLst>
          </p:cNvPr>
          <p:cNvSpPr txBox="1"/>
          <p:nvPr/>
        </p:nvSpPr>
        <p:spPr>
          <a:xfrm>
            <a:off x="7343335" y="3874569"/>
            <a:ext cx="1048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FoS</a:t>
            </a:r>
            <a:r>
              <a:rPr lang="en-US"/>
              <a:t>: 2.34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857E3A-F9DD-F7A5-1032-7575BDE22C9E}"/>
              </a:ext>
            </a:extLst>
          </p:cNvPr>
          <p:cNvSpPr txBox="1"/>
          <p:nvPr/>
        </p:nvSpPr>
        <p:spPr>
          <a:xfrm>
            <a:off x="7343335" y="1786013"/>
            <a:ext cx="10480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FoS</a:t>
            </a:r>
            <a:r>
              <a:rPr lang="en-US"/>
              <a:t>: 4.24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0E56EC-4A83-8A0A-0734-7A9A6CFF6737}"/>
              </a:ext>
            </a:extLst>
          </p:cNvPr>
          <p:cNvSpPr txBox="1"/>
          <p:nvPr/>
        </p:nvSpPr>
        <p:spPr>
          <a:xfrm>
            <a:off x="7270705" y="961154"/>
            <a:ext cx="1460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Max Force: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67F6E1-2B10-9FDE-BCF7-8A8D2C2897AD}"/>
              </a:ext>
            </a:extLst>
          </p:cNvPr>
          <p:cNvSpPr txBox="1"/>
          <p:nvPr/>
        </p:nvSpPr>
        <p:spPr>
          <a:xfrm>
            <a:off x="7343335" y="3621602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Pull: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B63C37-32CD-E570-FADA-B17F82571BBD}"/>
              </a:ext>
            </a:extLst>
          </p:cNvPr>
          <p:cNvSpPr txBox="1"/>
          <p:nvPr/>
        </p:nvSpPr>
        <p:spPr>
          <a:xfrm>
            <a:off x="7350367" y="1538499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Push:</a:t>
            </a:r>
          </a:p>
        </p:txBody>
      </p:sp>
    </p:spTree>
    <p:extLst>
      <p:ext uri="{BB962C8B-B14F-4D97-AF65-F5344CB8AC3E}">
        <p14:creationId xmlns:p14="http://schemas.microsoft.com/office/powerpoint/2010/main" val="2213475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9A3EB-1B6F-9F4E-EFCC-3CFE0A15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Grippers - Pressures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DE78B-D852-699A-5361-105F56AA7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8081" y="3938451"/>
            <a:ext cx="3599118" cy="1589921"/>
          </a:xfrm>
        </p:spPr>
        <p:txBody>
          <a:bodyPr/>
          <a:lstStyle/>
          <a:p>
            <a:r>
              <a:rPr lang="en-US"/>
              <a:t>Rear gripper pressure is lower than front due to extra weight/surface area of back section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E5E6158-1B64-3F14-F1BA-F18198DC8DC1}"/>
              </a:ext>
            </a:extLst>
          </p:cNvPr>
          <p:cNvGrpSpPr/>
          <p:nvPr/>
        </p:nvGrpSpPr>
        <p:grpSpPr>
          <a:xfrm>
            <a:off x="183885" y="889362"/>
            <a:ext cx="2920251" cy="1430993"/>
            <a:chOff x="85411" y="3266802"/>
            <a:chExt cx="2920251" cy="143099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C560837-5E91-27FB-0EC0-F99A6294F2BB}"/>
                </a:ext>
              </a:extLst>
            </p:cNvPr>
            <p:cNvSpPr/>
            <p:nvPr/>
          </p:nvSpPr>
          <p:spPr>
            <a:xfrm rot="10800000">
              <a:off x="2094637" y="3711809"/>
              <a:ext cx="203095" cy="56205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BEBF74E-1C79-B0A7-FC68-2831AA54BB49}"/>
                </a:ext>
              </a:extLst>
            </p:cNvPr>
            <p:cNvSpPr/>
            <p:nvPr/>
          </p:nvSpPr>
          <p:spPr>
            <a:xfrm rot="10800000">
              <a:off x="1645939" y="3711809"/>
              <a:ext cx="203095" cy="56205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3174CDD-81F9-F176-D5AC-70F7103D854A}"/>
                </a:ext>
              </a:extLst>
            </p:cNvPr>
            <p:cNvSpPr/>
            <p:nvPr/>
          </p:nvSpPr>
          <p:spPr>
            <a:xfrm rot="10800000">
              <a:off x="1310596" y="3711809"/>
              <a:ext cx="203095" cy="56205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FB27AF1-B8A9-F70C-EA26-53A94463B8A1}"/>
                </a:ext>
              </a:extLst>
            </p:cNvPr>
            <p:cNvSpPr/>
            <p:nvPr/>
          </p:nvSpPr>
          <p:spPr>
            <a:xfrm rot="10800000">
              <a:off x="507662" y="3711810"/>
              <a:ext cx="203095" cy="56205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92E6E01-65C3-15FB-325B-64950C250D1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04250" y="4267012"/>
              <a:ext cx="1589808" cy="11335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69E99C7-F78C-5497-22CE-1E7E38FC07C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08973" y="3704959"/>
              <a:ext cx="1589808" cy="11335"/>
            </a:xfrm>
            <a:prstGeom prst="straightConnector1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2AD2B3A-4530-3511-3F43-655D29D1409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319254" y="4033044"/>
              <a:ext cx="354330" cy="137160"/>
            </a:xfrm>
            <a:prstGeom prst="straightConnector1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99C1928-BDB8-5EC7-28C0-7D1A0C97C56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319255" y="3861595"/>
              <a:ext cx="323850" cy="106680"/>
            </a:xfrm>
            <a:prstGeom prst="straightConnector1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3080292-A01E-C23D-8829-A8826B1BB98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483085" y="4143535"/>
              <a:ext cx="163830" cy="34290"/>
            </a:xfrm>
            <a:prstGeom prst="straightConnector1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4315F06-E0AD-966E-8770-44FC252F14C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471655" y="3773965"/>
              <a:ext cx="171450" cy="68580"/>
            </a:xfrm>
            <a:prstGeom prst="straightConnector1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E8DDDB2-87DF-4CDF-9674-F33E9E1EE9F1}"/>
                    </a:ext>
                  </a:extLst>
                </p14:cNvPr>
                <p14:cNvContentPartPr/>
                <p14:nvPr/>
              </p14:nvContentPartPr>
              <p14:xfrm rot="10800000">
                <a:off x="1401316" y="3648210"/>
                <a:ext cx="321798" cy="3835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E8DDDB2-87DF-4CDF-9674-F33E9E1EE9F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10800000">
                  <a:off x="1392327" y="3639494"/>
                  <a:ext cx="339416" cy="209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FC109F1-14AE-6426-E5D0-02DAE656CE7D}"/>
                    </a:ext>
                  </a:extLst>
                </p14:cNvPr>
                <p14:cNvContentPartPr/>
                <p14:nvPr/>
              </p14:nvContentPartPr>
              <p14:xfrm rot="10800000">
                <a:off x="1399265" y="3620606"/>
                <a:ext cx="63385" cy="31438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FC109F1-14AE-6426-E5D0-02DAE656CE7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 rot="10800000">
                  <a:off x="1390312" y="3611675"/>
                  <a:ext cx="80932" cy="48943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D436CC1-1437-FE8F-5DBE-7F2BDB56B071}"/>
                </a:ext>
              </a:extLst>
            </p:cNvPr>
            <p:cNvSpPr/>
            <p:nvPr/>
          </p:nvSpPr>
          <p:spPr>
            <a:xfrm rot="10800000">
              <a:off x="1041062" y="3711811"/>
              <a:ext cx="203095" cy="56205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A63DED8-0BC0-0DFD-83F6-96BA36567A8F}"/>
                </a:ext>
              </a:extLst>
            </p:cNvPr>
            <p:cNvSpPr/>
            <p:nvPr/>
          </p:nvSpPr>
          <p:spPr>
            <a:xfrm rot="10800000">
              <a:off x="1109642" y="3708001"/>
              <a:ext cx="203095" cy="56205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CCC2995-A1B6-3C31-7007-2F4E1FD95613}"/>
                    </a:ext>
                  </a:extLst>
                </p14:cNvPr>
                <p14:cNvContentPartPr/>
                <p14:nvPr/>
              </p14:nvContentPartPr>
              <p14:xfrm rot="10800000">
                <a:off x="1064199" y="3731802"/>
                <a:ext cx="86028" cy="524205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CCC2995-A1B6-3C31-7007-2F4E1FD9561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 rot="10800000">
                  <a:off x="1046276" y="3713813"/>
                  <a:ext cx="121515" cy="5598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225F525-68D4-6239-585C-D11204634E83}"/>
                    </a:ext>
                  </a:extLst>
                </p14:cNvPr>
                <p14:cNvContentPartPr/>
                <p14:nvPr/>
              </p14:nvContentPartPr>
              <p14:xfrm rot="10800000">
                <a:off x="1057719" y="3767530"/>
                <a:ext cx="78871" cy="475444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225F525-68D4-6239-585C-D11204634E8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 rot="10800000">
                  <a:off x="1039794" y="3749534"/>
                  <a:ext cx="114363" cy="5110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DB2CF91-9A64-B5F6-8207-AB4722B81D0A}"/>
                    </a:ext>
                  </a:extLst>
                </p14:cNvPr>
                <p14:cNvContentPartPr/>
                <p14:nvPr/>
              </p14:nvContentPartPr>
              <p14:xfrm rot="10800000">
                <a:off x="1061034" y="4034675"/>
                <a:ext cx="16331" cy="108833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DB2CF91-9A64-B5F6-8207-AB4722B81D0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 rot="10800000">
                  <a:off x="1043661" y="4016775"/>
                  <a:ext cx="50730" cy="1442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38AACA9-3E38-C1F0-2FE7-F873A993FA10}"/>
                    </a:ext>
                  </a:extLst>
                </p14:cNvPr>
                <p14:cNvContentPartPr/>
                <p14:nvPr/>
              </p14:nvContentPartPr>
              <p14:xfrm rot="10800000">
                <a:off x="1084158" y="3819744"/>
                <a:ext cx="15976" cy="66274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38AACA9-3E38-C1F0-2FE7-F873A993FA1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 rot="10800000">
                  <a:off x="1066407" y="3801832"/>
                  <a:ext cx="51123" cy="1017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A5C513F-DE39-10E6-2A3B-3899D6D0C77A}"/>
                    </a:ext>
                  </a:extLst>
                </p14:cNvPr>
                <p14:cNvContentPartPr/>
                <p14:nvPr/>
              </p14:nvContentPartPr>
              <p14:xfrm rot="10800000">
                <a:off x="1127158" y="3643082"/>
                <a:ext cx="105250" cy="3192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A5C513F-DE39-10E6-2A3B-3899D6D0C77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 rot="10800000">
                  <a:off x="1118178" y="3633107"/>
                  <a:ext cx="122852" cy="227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A7AEA90-A07D-5A3F-DA7C-BD4DE663BE29}"/>
                    </a:ext>
                  </a:extLst>
                </p14:cNvPr>
                <p14:cNvContentPartPr/>
                <p14:nvPr/>
              </p14:nvContentPartPr>
              <p14:xfrm rot="10800000">
                <a:off x="1202224" y="3623127"/>
                <a:ext cx="30294" cy="20446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A7AEA90-A07D-5A3F-DA7C-BD4DE663BE2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 rot="10800000">
                  <a:off x="1193314" y="3614314"/>
                  <a:ext cx="47758" cy="377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5A995EA-2C77-B250-1118-30601F4149B3}"/>
                    </a:ext>
                  </a:extLst>
                </p:cNvPr>
                <p:cNvSpPr txBox="1"/>
                <p:nvPr/>
              </p:nvSpPr>
              <p:spPr>
                <a:xfrm>
                  <a:off x="1329234" y="3322921"/>
                  <a:ext cx="1560356" cy="242695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1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800" b="1">
                      <a:solidFill>
                        <a:srgbClr val="FF0000"/>
                      </a:solidFill>
                    </a:rPr>
                    <a:t>Hexapod Thrust Force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5A995EA-2C77-B250-1118-30601F4149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9234" y="3322921"/>
                  <a:ext cx="1560356" cy="242695"/>
                </a:xfrm>
                <a:prstGeom prst="rect">
                  <a:avLst/>
                </a:prstGeom>
                <a:blipFill>
                  <a:blip r:embed="rId19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16C59ED-64ED-7528-3FCC-030A3C922664}"/>
                    </a:ext>
                  </a:extLst>
                </p14:cNvPr>
                <p14:cNvContentPartPr/>
                <p14:nvPr/>
              </p14:nvContentPartPr>
              <p14:xfrm>
                <a:off x="1204605" y="3728996"/>
                <a:ext cx="87480" cy="524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16C59ED-64ED-7528-3FCC-030A3C92266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95605" y="3719996"/>
                  <a:ext cx="10512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2F1CF17-8EA3-AC74-4396-1874BC740B06}"/>
                    </a:ext>
                  </a:extLst>
                </p14:cNvPr>
                <p14:cNvContentPartPr/>
                <p14:nvPr/>
              </p14:nvContentPartPr>
              <p14:xfrm>
                <a:off x="1238014" y="3750379"/>
                <a:ext cx="60480" cy="479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2F1CF17-8EA3-AC74-4396-1874BC740B0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29014" y="3741379"/>
                  <a:ext cx="7812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155D8E6-68D9-E0F7-1FF8-A2A5640FCA9C}"/>
                    </a:ext>
                  </a:extLst>
                </p14:cNvPr>
                <p14:cNvContentPartPr/>
                <p14:nvPr/>
              </p14:nvContentPartPr>
              <p14:xfrm>
                <a:off x="1097381" y="3726619"/>
                <a:ext cx="72360" cy="531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155D8E6-68D9-E0F7-1FF8-A2A5640FCA9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88381" y="3717619"/>
                  <a:ext cx="90000" cy="54864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D7CA01E-AA58-BBD6-B862-19943440BAA6}"/>
                </a:ext>
              </a:extLst>
            </p:cNvPr>
            <p:cNvGrpSpPr/>
            <p:nvPr/>
          </p:nvGrpSpPr>
          <p:grpSpPr>
            <a:xfrm>
              <a:off x="2338637" y="3710462"/>
              <a:ext cx="225000" cy="563400"/>
              <a:chOff x="2390505" y="3721095"/>
              <a:chExt cx="225000" cy="5634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29" name="Ink 28">
                    <a:extLst>
                      <a:ext uri="{FF2B5EF4-FFF2-40B4-BE49-F238E27FC236}">
                        <a16:creationId xmlns:a16="http://schemas.microsoft.com/office/drawing/2014/main" id="{E97E70A0-BD54-59CB-4858-7625A1AF1D1D}"/>
                      </a:ext>
                    </a:extLst>
                  </p14:cNvPr>
                  <p14:cNvContentPartPr/>
                  <p14:nvPr/>
                </p14:nvContentPartPr>
                <p14:xfrm>
                  <a:off x="2390505" y="3721095"/>
                  <a:ext cx="213840" cy="563400"/>
                </p14:xfrm>
              </p:contentPart>
            </mc:Choice>
            <mc:Fallback xmlns="">
              <p:pic>
                <p:nvPicPr>
                  <p:cNvPr id="29" name="Ink 28">
                    <a:extLst>
                      <a:ext uri="{FF2B5EF4-FFF2-40B4-BE49-F238E27FC236}">
                        <a16:creationId xmlns:a16="http://schemas.microsoft.com/office/drawing/2014/main" id="{E97E70A0-BD54-59CB-4858-7625A1AF1D1D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2381505" y="3712095"/>
                    <a:ext cx="231480" cy="581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30" name="Ink 29">
                    <a:extLst>
                      <a:ext uri="{FF2B5EF4-FFF2-40B4-BE49-F238E27FC236}">
                        <a16:creationId xmlns:a16="http://schemas.microsoft.com/office/drawing/2014/main" id="{73740746-7C6B-4A01-3E70-4B5B0A7B2AD2}"/>
                      </a:ext>
                    </a:extLst>
                  </p14:cNvPr>
                  <p14:cNvContentPartPr/>
                  <p14:nvPr/>
                </p14:nvContentPartPr>
                <p14:xfrm>
                  <a:off x="2546745" y="4166775"/>
                  <a:ext cx="68760" cy="60480"/>
                </p14:xfrm>
              </p:contentPart>
            </mc:Choice>
            <mc:Fallback xmlns="">
              <p:pic>
                <p:nvPicPr>
                  <p:cNvPr id="30" name="Ink 29">
                    <a:extLst>
                      <a:ext uri="{FF2B5EF4-FFF2-40B4-BE49-F238E27FC236}">
                        <a16:creationId xmlns:a16="http://schemas.microsoft.com/office/drawing/2014/main" id="{73740746-7C6B-4A01-3E70-4B5B0A7B2AD2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2537745" y="4157775"/>
                    <a:ext cx="86400" cy="7812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352ABF8-FE3B-8404-DFF7-B08313EE9166}"/>
                    </a:ext>
                  </a:extLst>
                </p:cNvPr>
                <p:cNvSpPr txBox="1"/>
                <p:nvPr/>
              </p:nvSpPr>
              <p:spPr>
                <a:xfrm>
                  <a:off x="2091262" y="4295791"/>
                  <a:ext cx="914400" cy="3658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1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800" b="1">
                      <a:solidFill>
                        <a:srgbClr val="FF0000"/>
                      </a:solidFill>
                    </a:rPr>
                    <a:t>Cutting Head Torque</a:t>
                  </a: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352ABF8-FE3B-8404-DFF7-B08313EE9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1262" y="4295791"/>
                  <a:ext cx="914400" cy="365806"/>
                </a:xfrm>
                <a:prstGeom prst="rect">
                  <a:avLst/>
                </a:prstGeom>
                <a:blipFill>
                  <a:blip r:embed="rId30"/>
                  <a:stretch>
                    <a:fillRect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6BBD4CC-749B-0C22-9CA5-D907FB49E0EB}"/>
                </a:ext>
              </a:extLst>
            </p:cNvPr>
            <p:cNvGrpSpPr/>
            <p:nvPr/>
          </p:nvGrpSpPr>
          <p:grpSpPr>
            <a:xfrm flipH="1">
              <a:off x="1081859" y="3722170"/>
              <a:ext cx="225000" cy="563400"/>
              <a:chOff x="2390505" y="3721095"/>
              <a:chExt cx="225000" cy="5634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D94AAA91-241C-9F8A-D208-686DDC929D52}"/>
                      </a:ext>
                    </a:extLst>
                  </p14:cNvPr>
                  <p14:cNvContentPartPr/>
                  <p14:nvPr/>
                </p14:nvContentPartPr>
                <p14:xfrm>
                  <a:off x="2390505" y="3721095"/>
                  <a:ext cx="213840" cy="563400"/>
                </p14:xfrm>
              </p:contentPart>
            </mc:Choice>
            <mc:Fallback xmlns="">
              <p:pic>
                <p:nvPicPr>
                  <p:cNvPr id="33" name="Ink 32">
                    <a:extLst>
                      <a:ext uri="{FF2B5EF4-FFF2-40B4-BE49-F238E27FC236}">
                        <a16:creationId xmlns:a16="http://schemas.microsoft.com/office/drawing/2014/main" id="{D94AAA91-241C-9F8A-D208-686DDC929D52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2381505" y="3712095"/>
                    <a:ext cx="231480" cy="581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FA4C0E78-FABF-9424-1BC4-735C6F0A24A7}"/>
                      </a:ext>
                    </a:extLst>
                  </p14:cNvPr>
                  <p14:cNvContentPartPr/>
                  <p14:nvPr/>
                </p14:nvContentPartPr>
                <p14:xfrm>
                  <a:off x="2546745" y="4166775"/>
                  <a:ext cx="68760" cy="60480"/>
                </p14:xfrm>
              </p:contentPart>
            </mc:Choice>
            <mc:Fallback xmlns=""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FA4C0E78-FABF-9424-1BC4-735C6F0A24A7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2537745" y="4157775"/>
                    <a:ext cx="86400" cy="7812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BB2EB60-252D-C214-66CD-DD78D878B559}"/>
                    </a:ext>
                  </a:extLst>
                </p14:cNvPr>
                <p14:cNvContentPartPr/>
                <p14:nvPr/>
              </p14:nvContentPartPr>
              <p14:xfrm>
                <a:off x="649882" y="4325004"/>
                <a:ext cx="766523" cy="4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BB2EB60-252D-C214-66CD-DD78D878B55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40525" y="4316407"/>
                  <a:ext cx="785236" cy="221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B32D097-7224-FE96-8BED-19CE924E0C5F}"/>
                    </a:ext>
                  </a:extLst>
                </p14:cNvPr>
                <p14:cNvContentPartPr/>
                <p14:nvPr/>
              </p14:nvContentPartPr>
              <p14:xfrm>
                <a:off x="1344678" y="4325937"/>
                <a:ext cx="75141" cy="40821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B32D097-7224-FE96-8BED-19CE924E0C5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335375" y="4316627"/>
                  <a:ext cx="93747" cy="594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7BC2D3F-B5B6-D1C3-3134-5F47F7A9D8B2}"/>
                    </a:ext>
                  </a:extLst>
                </p:cNvPr>
                <p:cNvSpPr txBox="1"/>
                <p:nvPr/>
              </p:nvSpPr>
              <p:spPr>
                <a:xfrm>
                  <a:off x="396725" y="4359241"/>
                  <a:ext cx="177141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sz="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800" b="1">
                      <a:solidFill>
                        <a:srgbClr val="7030A0"/>
                      </a:solidFill>
                    </a:rPr>
                    <a:t>Shell friction (rotational/translational)</a:t>
                  </a: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7BC2D3F-B5B6-D1C3-3134-5F47F7A9D8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725" y="4359241"/>
                  <a:ext cx="1771417" cy="338554"/>
                </a:xfrm>
                <a:prstGeom prst="rect">
                  <a:avLst/>
                </a:prstGeom>
                <a:blipFill>
                  <a:blip r:embed="rId39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EFAFFE3-85DA-2BD4-41EF-0EC83D046742}"/>
                </a:ext>
              </a:extLst>
            </p:cNvPr>
            <p:cNvGrpSpPr/>
            <p:nvPr/>
          </p:nvGrpSpPr>
          <p:grpSpPr>
            <a:xfrm flipH="1">
              <a:off x="776716" y="3710211"/>
              <a:ext cx="225000" cy="563400"/>
              <a:chOff x="2390505" y="3721095"/>
              <a:chExt cx="225000" cy="5634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39" name="Ink 38">
                    <a:extLst>
                      <a:ext uri="{FF2B5EF4-FFF2-40B4-BE49-F238E27FC236}">
                        <a16:creationId xmlns:a16="http://schemas.microsoft.com/office/drawing/2014/main" id="{E62D9EE0-AA11-9AC3-DC60-766F20ED9084}"/>
                      </a:ext>
                    </a:extLst>
                  </p14:cNvPr>
                  <p14:cNvContentPartPr/>
                  <p14:nvPr/>
                </p14:nvContentPartPr>
                <p14:xfrm>
                  <a:off x="2390505" y="3721095"/>
                  <a:ext cx="213840" cy="563400"/>
                </p14:xfrm>
              </p:contentPart>
            </mc:Choice>
            <mc:Fallback xmlns="">
              <p:pic>
                <p:nvPicPr>
                  <p:cNvPr id="39" name="Ink 38">
                    <a:extLst>
                      <a:ext uri="{FF2B5EF4-FFF2-40B4-BE49-F238E27FC236}">
                        <a16:creationId xmlns:a16="http://schemas.microsoft.com/office/drawing/2014/main" id="{E62D9EE0-AA11-9AC3-DC60-766F20ED9084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2381505" y="3712095"/>
                    <a:ext cx="231480" cy="581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">
                <p14:nvContentPartPr>
                  <p14:cNvPr id="40" name="Ink 39">
                    <a:extLst>
                      <a:ext uri="{FF2B5EF4-FFF2-40B4-BE49-F238E27FC236}">
                        <a16:creationId xmlns:a16="http://schemas.microsoft.com/office/drawing/2014/main" id="{283D9A09-EC39-A770-6C9C-700485003826}"/>
                      </a:ext>
                    </a:extLst>
                  </p14:cNvPr>
                  <p14:cNvContentPartPr/>
                  <p14:nvPr/>
                </p14:nvContentPartPr>
                <p14:xfrm>
                  <a:off x="2546745" y="4166775"/>
                  <a:ext cx="68760" cy="60480"/>
                </p14:xfrm>
              </p:contentPart>
            </mc:Choice>
            <mc:Fallback xmlns="">
              <p:pic>
                <p:nvPicPr>
                  <p:cNvPr id="40" name="Ink 39">
                    <a:extLst>
                      <a:ext uri="{FF2B5EF4-FFF2-40B4-BE49-F238E27FC236}">
                        <a16:creationId xmlns:a16="http://schemas.microsoft.com/office/drawing/2014/main" id="{283D9A09-EC39-A770-6C9C-700485003826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2537745" y="4157775"/>
                    <a:ext cx="86400" cy="7812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2D1DA54-8190-118C-0B01-171C97A8E6D7}"/>
                    </a:ext>
                  </a:extLst>
                </p:cNvPr>
                <p:cNvSpPr txBox="1"/>
                <p:nvPr/>
              </p:nvSpPr>
              <p:spPr>
                <a:xfrm>
                  <a:off x="85411" y="3266802"/>
                  <a:ext cx="1832610" cy="3502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lang="en-US" sz="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800" b="1">
                      <a:solidFill>
                        <a:srgbClr val="7030A0"/>
                      </a:solidFill>
                    </a:rPr>
                    <a:t>gripper friction (rotational/translational)</a:t>
                  </a:r>
                  <a:endParaRPr lang="en-US" sz="80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2D1DA54-8190-118C-0B01-171C97A8E6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411" y="3266802"/>
                  <a:ext cx="1832610" cy="350289"/>
                </a:xfrm>
                <a:prstGeom prst="rect">
                  <a:avLst/>
                </a:prstGeom>
                <a:blipFill>
                  <a:blip r:embed="rId42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25D6A6D-C010-E1EC-69CE-B8E1F826D445}"/>
                  </a:ext>
                </a:extLst>
              </p:cNvPr>
              <p:cNvSpPr txBox="1"/>
              <p:nvPr/>
            </p:nvSpPr>
            <p:spPr>
              <a:xfrm>
                <a:off x="6387352" y="866279"/>
                <a:ext cx="1989706" cy="325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aseline="-2500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25D6A6D-C010-E1EC-69CE-B8E1F826D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352" y="866279"/>
                <a:ext cx="1989706" cy="325282"/>
              </a:xfrm>
              <a:prstGeom prst="rect">
                <a:avLst/>
              </a:prstGeom>
              <a:blipFill>
                <a:blip r:embed="rId43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AB00179-3E0B-9E21-E5A0-6B8DA1004A3E}"/>
                  </a:ext>
                </a:extLst>
              </p:cNvPr>
              <p:cNvSpPr txBox="1"/>
              <p:nvPr/>
            </p:nvSpPr>
            <p:spPr>
              <a:xfrm>
                <a:off x="6090369" y="1111964"/>
                <a:ext cx="2583672" cy="325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AB00179-3E0B-9E21-E5A0-6B8DA1004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369" y="1111964"/>
                <a:ext cx="2583672" cy="325282"/>
              </a:xfrm>
              <a:prstGeom prst="rect">
                <a:avLst/>
              </a:prstGeom>
              <a:blipFill>
                <a:blip r:embed="rId44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55E4838-908B-674B-2992-1B1958C82620}"/>
                  </a:ext>
                </a:extLst>
              </p:cNvPr>
              <p:cNvSpPr txBox="1"/>
              <p:nvPr/>
            </p:nvSpPr>
            <p:spPr>
              <a:xfrm>
                <a:off x="3440785" y="867159"/>
                <a:ext cx="2491091" cy="19691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>
                    <a:solidFill>
                      <a:srgbClr val="000000"/>
                    </a:solidFill>
                    <a:latin typeface="Helvetica Neue" panose="020B0604020202020204" charset="0"/>
                    <a:cs typeface="Helvetica Neue" panose="020B0604020202020204" charset="0"/>
                  </a:rPr>
                  <a:t>Using: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 Neue" panose="020B0604020202020204" charset="0"/>
                      </a:rPr>
                      <m:t>𝐻</m:t>
                    </m:r>
                  </m:oMath>
                </a14:m>
                <a:r>
                  <a:rPr lang="en-US" sz="1200">
                    <a:solidFill>
                      <a:srgbClr val="000000"/>
                    </a:solidFill>
                    <a:latin typeface="Helvetica Neue" panose="020B0604020202020204" charset="0"/>
                    <a:cs typeface="Helvetica Neue" panose="020B0604020202020204" charset="0"/>
                  </a:rPr>
                  <a:t>=</a:t>
                </a:r>
                <a:r>
                  <a:rPr lang="en-US" sz="1200">
                    <a:latin typeface="Helvetica Neue" panose="020B0604020202020204" charset="0"/>
                    <a:cs typeface="Helvetica Neue" panose="020B0604020202020204" charset="0"/>
                  </a:rPr>
                  <a:t>13,448 </a:t>
                </a:r>
                <a:r>
                  <a:rPr lang="en-US" sz="1200" err="1">
                    <a:latin typeface="Helvetica Neue" panose="020B0604020202020204" charset="0"/>
                    <a:cs typeface="Helvetica Neue" panose="020B0604020202020204" charset="0"/>
                  </a:rPr>
                  <a:t>lbf</a:t>
                </a:r>
                <a:r>
                  <a:rPr lang="en-US" sz="1200">
                    <a:latin typeface="Helvetica Neue" panose="020B0604020202020204" charset="0"/>
                    <a:cs typeface="Helvetica Neue" panose="020B0604020202020204" charset="0"/>
                  </a:rPr>
                  <a:t> MAX</a:t>
                </a:r>
                <a:endParaRPr lang="en-US" sz="1200">
                  <a:solidFill>
                    <a:srgbClr val="000000"/>
                  </a:solidFill>
                  <a:latin typeface="Helvetica Neue" panose="020B0604020202020204" charset="0"/>
                  <a:cs typeface="Helvetica Neue" panose="020B060402020202020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 Neue" panose="020B0604020202020204" charset="0"/>
                      </a:rPr>
                      <m:t>𝑇</m:t>
                    </m:r>
                  </m:oMath>
                </a14:m>
                <a:r>
                  <a:rPr lang="en-US" sz="1200">
                    <a:solidFill>
                      <a:srgbClr val="000000"/>
                    </a:solidFill>
                    <a:latin typeface="Helvetica Neue" panose="020B0604020202020204" charset="0"/>
                    <a:cs typeface="Helvetica Neue" panose="020B0604020202020204" charset="0"/>
                  </a:rPr>
                  <a:t>=2028 </a:t>
                </a:r>
                <a:r>
                  <a:rPr lang="en-US" sz="1200" err="1">
                    <a:solidFill>
                      <a:srgbClr val="000000"/>
                    </a:solidFill>
                    <a:latin typeface="Helvetica Neue" panose="020B0604020202020204" charset="0"/>
                    <a:cs typeface="Helvetica Neue" panose="020B0604020202020204" charset="0"/>
                  </a:rPr>
                  <a:t>lb</a:t>
                </a:r>
                <a:r>
                  <a:rPr lang="en-US" sz="1200">
                    <a:solidFill>
                      <a:srgbClr val="000000"/>
                    </a:solidFill>
                    <a:latin typeface="Helvetica Neue" panose="020B0604020202020204" charset="0"/>
                    <a:cs typeface="Helvetica Neue" panose="020B0604020202020204" charset="0"/>
                  </a:rPr>
                  <a:t> ft</a:t>
                </a:r>
                <a:endParaRPr lang="en-US" sz="1200" i="1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>
                    <a:solidFill>
                      <a:srgbClr val="000000"/>
                    </a:solidFill>
                    <a:latin typeface="Helvetica Neue" panose="020B0604020202020204" charset="0"/>
                    <a:cs typeface="Helvetica Neue" panose="020B0604020202020204" charset="0"/>
                  </a:rPr>
                  <a:t>=Gripping area of tube=249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Helvetica Neue" panose="020B0604020202020204" charset="0"/>
                      </a:rPr>
                      <m:t>𝑖</m:t>
                    </m:r>
                    <m:sSup>
                      <m:sSupPr>
                        <m:ctrlPr>
                          <a:rPr lang="en-US" sz="12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 Neue" panose="020B0604020202020204" charset="0"/>
                          </a:rPr>
                        </m:ctrlPr>
                      </m:sSupPr>
                      <m:e>
                        <m:r>
                          <a:rPr lang="en-US" sz="12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 Neue" panose="020B0604020202020204" charset="0"/>
                          </a:rPr>
                          <m:t>𝑛</m:t>
                        </m:r>
                      </m:e>
                      <m:sup>
                        <m:r>
                          <a:rPr lang="en-US" sz="12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 Neue" panose="020B060402020202020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200">
                  <a:solidFill>
                    <a:srgbClr val="000000"/>
                  </a:solidFill>
                  <a:latin typeface="Helvetica Neue" panose="020B0604020202020204" charset="0"/>
                  <a:cs typeface="Helvetica Neue" panose="020B060402020202020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 Neue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 Neue" panose="020B0604020202020204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 Neue" panose="020B0604020202020204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1200" b="0" i="1">
                    <a:solidFill>
                      <a:srgbClr val="000000"/>
                    </a:solidFill>
                    <a:latin typeface="Helvetica Neue" panose="020B0604020202020204" charset="0"/>
                    <a:ea typeface="Cambria Math" panose="02040503050406030204" pitchFamily="18" charset="0"/>
                    <a:cs typeface="Helvetica Neue" panose="020B0604020202020204" charset="0"/>
                  </a:rPr>
                  <a:t>= </a:t>
                </a:r>
                <a:r>
                  <a:rPr lang="en-US" sz="1200" i="1">
                    <a:latin typeface="Helvetica Neue" panose="020B0604020202020204" charset="0"/>
                    <a:ea typeface="Cambria Math" panose="02040503050406030204" pitchFamily="18" charset="0"/>
                    <a:cs typeface="Helvetica Neue" panose="020B0604020202020204" charset="0"/>
                  </a:rPr>
                  <a:t>4606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panose="020B0604020202020204" charset="0"/>
                      </a:rPr>
                      <m:t>𝑖</m:t>
                    </m:r>
                    <m:sSup>
                      <m:sSupPr>
                        <m:ctrlP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panose="020B0604020202020204" charset="0"/>
                          </a:rPr>
                        </m:ctrlPr>
                      </m:sSup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panose="020B0604020202020204" charset="0"/>
                          </a:rPr>
                          <m:t>𝑛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panose="020B060402020202020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200" i="1">
                  <a:solidFill>
                    <a:srgbClr val="000000"/>
                  </a:solidFill>
                  <a:latin typeface="Helvetica Neue" panose="020B0604020202020204" charset="0"/>
                  <a:ea typeface="Cambria Math" panose="02040503050406030204" pitchFamily="18" charset="0"/>
                  <a:cs typeface="Helvetica Neue" panose="020B060402020202020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1200" b="0" i="1">
                    <a:solidFill>
                      <a:srgbClr val="000000"/>
                    </a:solidFill>
                    <a:latin typeface="Helvetica Neue" panose="020B0604020202020204" charset="0"/>
                    <a:ea typeface="Cambria Math" panose="02040503050406030204" pitchFamily="18" charset="0"/>
                    <a:cs typeface="Helvetica Neue" panose="020B0604020202020204" charset="0"/>
                  </a:rPr>
                  <a:t>= Geostatic Pressure = 1.9Psi 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200">
                    <a:solidFill>
                      <a:srgbClr val="000000"/>
                    </a:solidFill>
                    <a:latin typeface="Helvetica Neue" panose="020B0604020202020204" charset="0"/>
                    <a:cs typeface="Helvetica Neue" panose="020B0604020202020204" charset="0"/>
                  </a:rPr>
                  <a:t> = 0.55</a:t>
                </a:r>
              </a:p>
              <a:p>
                <a:endParaRPr lang="en-US" sz="1200">
                  <a:solidFill>
                    <a:srgbClr val="000000"/>
                  </a:solidFill>
                  <a:latin typeface="Helvetica Neue" panose="020B0604020202020204" charset="0"/>
                  <a:cs typeface="Helvetica Neue" panose="020B0604020202020204" charset="0"/>
                </a:endParaRPr>
              </a:p>
              <a:p>
                <a:r>
                  <a:rPr lang="en-US" sz="1200">
                    <a:solidFill>
                      <a:srgbClr val="000000"/>
                    </a:solidFill>
                    <a:latin typeface="Helvetica Neue" panose="020B0604020202020204" charset="0"/>
                    <a:cs typeface="Helvetica Neue" panose="020B0604020202020204" charset="0"/>
                  </a:rPr>
                  <a:t>Solving the system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𝑟𝑔</m:t>
                        </m:r>
                      </m:sub>
                    </m:sSub>
                  </m:oMath>
                </a14:m>
                <a:r>
                  <a:rPr lang="en-US" sz="1200">
                    <a:solidFill>
                      <a:srgbClr val="000000"/>
                    </a:solidFill>
                    <a:latin typeface="Helvetica Neue" panose="020B0604020202020204" charset="0"/>
                    <a:cs typeface="Helvetica Neue" panose="020B060402020202020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 Neue" panose="020B060402020202020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 Neue" panose="020B0604020202020204" charset="0"/>
                          </a:rPr>
                          <m:t>𝑃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 Neue" panose="020B0604020202020204" charset="0"/>
                          </a:rPr>
                          <m:t>𝑓𝑔</m:t>
                        </m:r>
                        <m:r>
                          <a:rPr lang="en-US" sz="1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Helvetica Neue" panose="020B0604020202020204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1200">
                    <a:solidFill>
                      <a:srgbClr val="000000"/>
                    </a:solidFill>
                    <a:latin typeface="Helvetica Neue" panose="020B0604020202020204" charset="0"/>
                    <a:cs typeface="Helvetica Neue" panose="020B0604020202020204" charset="0"/>
                  </a:rPr>
                  <a:t>if one gripper is used:</a:t>
                </a:r>
              </a:p>
              <a:p>
                <a:endParaRPr lang="en-US" sz="1200">
                  <a:solidFill>
                    <a:srgbClr val="000000"/>
                  </a:solidFill>
                  <a:latin typeface="Helvetica Neue" panose="020B0604020202020204" charset="0"/>
                  <a:cs typeface="Helvetica Neue" panose="020B0604020202020204" charset="0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55E4838-908B-674B-2992-1B1958C82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785" y="867159"/>
                <a:ext cx="2491091" cy="1969129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6DA9829-6D59-DE92-F4E1-AE1025FB57DE}"/>
                  </a:ext>
                </a:extLst>
              </p:cNvPr>
              <p:cNvSpPr txBox="1"/>
              <p:nvPr/>
            </p:nvSpPr>
            <p:spPr>
              <a:xfrm>
                <a:off x="3294276" y="2626511"/>
                <a:ext cx="2067303" cy="328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𝒓𝒈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𝟑𝟒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𝟐𝐩𝐬𝐢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6DA9829-6D59-DE92-F4E1-AE1025FB5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276" y="2626511"/>
                <a:ext cx="2067303" cy="328167"/>
              </a:xfrm>
              <a:prstGeom prst="rect">
                <a:avLst/>
              </a:prstGeom>
              <a:blipFill>
                <a:blip r:embed="rId46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B12BD59-1B8A-00E7-A645-6882052389F8}"/>
                  </a:ext>
                </a:extLst>
              </p:cNvPr>
              <p:cNvSpPr txBox="1"/>
              <p:nvPr/>
            </p:nvSpPr>
            <p:spPr>
              <a:xfrm>
                <a:off x="5797050" y="1350868"/>
                <a:ext cx="3329114" cy="359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B12BD59-1B8A-00E7-A645-688205238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7050" y="1350868"/>
                <a:ext cx="3329114" cy="359201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E05A164-B332-86AF-9A5A-1CB985F2900D}"/>
                  </a:ext>
                </a:extLst>
              </p:cNvPr>
              <p:cNvSpPr txBox="1"/>
              <p:nvPr/>
            </p:nvSpPr>
            <p:spPr>
              <a:xfrm>
                <a:off x="6338873" y="1702894"/>
                <a:ext cx="2261449" cy="325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𝝁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E05A164-B332-86AF-9A5A-1CB985F29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873" y="1702894"/>
                <a:ext cx="2261449" cy="325282"/>
              </a:xfrm>
              <a:prstGeom prst="rect">
                <a:avLst/>
              </a:prstGeom>
              <a:blipFill>
                <a:blip r:embed="rId48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C38B27DC-B29F-60DC-7DC5-DAF44A85EE62}"/>
              </a:ext>
            </a:extLst>
          </p:cNvPr>
          <p:cNvSpPr txBox="1"/>
          <p:nvPr/>
        </p:nvSpPr>
        <p:spPr>
          <a:xfrm>
            <a:off x="5182042" y="2603070"/>
            <a:ext cx="13815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(Rear Gripper)</a:t>
            </a:r>
          </a:p>
          <a:p>
            <a:endParaRPr lang="en-US" sz="1000"/>
          </a:p>
          <a:p>
            <a:r>
              <a:rPr lang="en-US" sz="1000"/>
              <a:t>(Front Gripper)</a:t>
            </a:r>
          </a:p>
        </p:txBody>
      </p:sp>
      <p:pic>
        <p:nvPicPr>
          <p:cNvPr id="64" name="Picture 63" descr="A white round object with a white pipe&#10;&#10;Description automatically generated">
            <a:extLst>
              <a:ext uri="{FF2B5EF4-FFF2-40B4-BE49-F238E27FC236}">
                <a16:creationId xmlns:a16="http://schemas.microsoft.com/office/drawing/2014/main" id="{676DC8E8-7EC4-4D18-BD63-F95FFEB1A8DA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-112576" y="2967529"/>
            <a:ext cx="3552098" cy="15854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641C376-5AFF-164E-5F33-8D0EEDC2BAED}"/>
                  </a:ext>
                </a:extLst>
              </p:cNvPr>
              <p:cNvSpPr txBox="1"/>
              <p:nvPr/>
            </p:nvSpPr>
            <p:spPr>
              <a:xfrm>
                <a:off x="6086387" y="2456531"/>
                <a:ext cx="31188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>
                    <a:latin typeface="Helvetica Neue" panose="020B0604020202020204" charset="0"/>
                  </a:rPr>
                  <a:t>Using: H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𝑀𝑎𝑥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𝑇ℎ𝑟𝑢𝑠𝑡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𝑓𝑜𝑟𝑐𝑒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200">
                    <a:latin typeface="Helvetica Neue" panose="020B0604020202020204" charset="0"/>
                  </a:rPr>
                  <a:t>8927.8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641C376-5AFF-164E-5F33-8D0EEDC2B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6387" y="2456531"/>
                <a:ext cx="3118803" cy="276999"/>
              </a:xfrm>
              <a:prstGeom prst="rect">
                <a:avLst/>
              </a:prstGeom>
              <a:blipFill>
                <a:blip r:embed="rId50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D02E2D8-4343-B1B4-9377-056CEED1BA0F}"/>
                  </a:ext>
                </a:extLst>
              </p:cNvPr>
              <p:cNvSpPr txBox="1"/>
              <p:nvPr/>
            </p:nvSpPr>
            <p:spPr>
              <a:xfrm>
                <a:off x="4936152" y="2612659"/>
                <a:ext cx="4819336" cy="328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𝒓𝒈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𝟏𝟑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𝐩𝐬𝐢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D02E2D8-4343-B1B4-9377-056CEED1B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152" y="2612659"/>
                <a:ext cx="4819336" cy="328167"/>
              </a:xfrm>
              <a:prstGeom prst="rect">
                <a:avLst/>
              </a:prstGeom>
              <a:blipFill>
                <a:blip r:embed="rId51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AA4131F-65CA-D1EF-2C40-3E4C8BC0CC74}"/>
                  </a:ext>
                </a:extLst>
              </p:cNvPr>
              <p:cNvSpPr txBox="1"/>
              <p:nvPr/>
            </p:nvSpPr>
            <p:spPr>
              <a:xfrm>
                <a:off x="6587115" y="2001598"/>
                <a:ext cx="1767535" cy="2329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)/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AA4131F-65CA-D1EF-2C40-3E4C8BC0C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115" y="2001598"/>
                <a:ext cx="1767535" cy="232949"/>
              </a:xfrm>
              <a:prstGeom prst="rect">
                <a:avLst/>
              </a:prstGeom>
              <a:blipFill>
                <a:blip r:embed="rId52"/>
                <a:stretch>
                  <a:fillRect l="-1724" r="-690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763B6A8-2009-ADA1-7FDA-18AE609B5E10}"/>
                  </a:ext>
                </a:extLst>
              </p:cNvPr>
              <p:cNvSpPr txBox="1"/>
              <p:nvPr/>
            </p:nvSpPr>
            <p:spPr>
              <a:xfrm>
                <a:off x="3622550" y="2881510"/>
                <a:ext cx="1382686" cy="2358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𝒇𝒈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𝟕𝟑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𝒑𝒔𝒊</m:t>
                      </m:r>
                    </m:oMath>
                  </m:oMathPara>
                </a14:m>
                <a:endParaRPr lang="en-US" b="1" i="1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763B6A8-2009-ADA1-7FDA-18AE609B5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550" y="2881510"/>
                <a:ext cx="1382686" cy="235834"/>
              </a:xfrm>
              <a:prstGeom prst="rect">
                <a:avLst/>
              </a:prstGeom>
              <a:blipFill>
                <a:blip r:embed="rId53"/>
                <a:stretch>
                  <a:fillRect l="-2203" r="-396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01660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6FE1A-2F55-126F-19BB-3480E5E51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Grippers – Soil Deformation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E481B-DA02-DDC2-58D0-5DB97681A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23874"/>
            <a:ext cx="3247426" cy="781555"/>
          </a:xfrm>
        </p:spPr>
        <p:txBody>
          <a:bodyPr/>
          <a:lstStyle/>
          <a:p>
            <a:r>
              <a:rPr lang="en-US"/>
              <a:t>Approximated from Geotechnical Report: </a:t>
            </a:r>
          </a:p>
          <a:p>
            <a:pPr marL="146050" indent="0">
              <a:buNone/>
            </a:pP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83E469-EFE2-C55C-27F0-911500E0632F}"/>
                  </a:ext>
                </a:extLst>
              </p:cNvPr>
              <p:cNvSpPr txBox="1"/>
              <p:nvPr/>
            </p:nvSpPr>
            <p:spPr>
              <a:xfrm>
                <a:off x="3573640" y="2334355"/>
                <a:ext cx="1350499" cy="49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83E469-EFE2-C55C-27F0-911500E06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640" y="2334355"/>
                <a:ext cx="1350499" cy="497059"/>
              </a:xfrm>
              <a:prstGeom prst="rect">
                <a:avLst/>
              </a:prstGeom>
              <a:blipFill>
                <a:blip r:embed="rId2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B5D7A9-339E-3B38-72D1-A17B06777148}"/>
                  </a:ext>
                </a:extLst>
              </p:cNvPr>
              <p:cNvSpPr txBox="1"/>
              <p:nvPr/>
            </p:nvSpPr>
            <p:spPr>
              <a:xfrm>
                <a:off x="5325855" y="1314651"/>
                <a:ext cx="1273126" cy="605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f>
                            <m:fPr>
                              <m:type m:val="skw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B5D7A9-339E-3B38-72D1-A17B06777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5855" y="1314651"/>
                <a:ext cx="1273126" cy="605935"/>
              </a:xfrm>
              <a:prstGeom prst="rect">
                <a:avLst/>
              </a:prstGeom>
              <a:blipFill>
                <a:blip r:embed="rId3"/>
                <a:stretch>
                  <a:fillRect t="-31313" r="-22967" b="-10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BCB844-6DC8-18F2-97A5-9A2AE843EB9D}"/>
                  </a:ext>
                </a:extLst>
              </p:cNvPr>
              <p:cNvSpPr txBox="1"/>
              <p:nvPr/>
            </p:nvSpPr>
            <p:spPr>
              <a:xfrm>
                <a:off x="6945924" y="1349887"/>
                <a:ext cx="1652954" cy="709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</m:oMath>
                  </m:oMathPara>
                </a14:m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BCB844-6DC8-18F2-97A5-9A2AE843E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924" y="1349887"/>
                <a:ext cx="1652954" cy="7096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A43BC2-E54F-2557-5B60-D1E7B41159EA}"/>
                  </a:ext>
                </a:extLst>
              </p:cNvPr>
              <p:cNvSpPr txBox="1"/>
              <p:nvPr/>
            </p:nvSpPr>
            <p:spPr>
              <a:xfrm>
                <a:off x="5858753" y="2362112"/>
                <a:ext cx="31645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𝑝𝑠𝑖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(inflation pressure)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ft</m:t>
                    </m:r>
                  </m:oMath>
                </a14:m>
                <a:r>
                  <a:rPr lang="en-US"/>
                  <a:t> (tunnel diameter)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A43BC2-E54F-2557-5B60-D1E7B4115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753" y="2362112"/>
                <a:ext cx="3164561" cy="523220"/>
              </a:xfrm>
              <a:prstGeom prst="rect">
                <a:avLst/>
              </a:prstGeom>
              <a:blipFill>
                <a:blip r:embed="rId5"/>
                <a:stretch>
                  <a:fillRect l="-578"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6731B0-69E8-0F1E-720A-D5D00B51C948}"/>
                  </a:ext>
                </a:extLst>
              </p:cNvPr>
              <p:cNvSpPr txBox="1"/>
              <p:nvPr/>
            </p:nvSpPr>
            <p:spPr>
              <a:xfrm>
                <a:off x="6598981" y="3373041"/>
                <a:ext cx="12871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𝟐𝟕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𝒄𝒎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6731B0-69E8-0F1E-720A-D5D00B51C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981" y="3373041"/>
                <a:ext cx="1287195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AF0CEDBB-CD55-2B30-4286-1D6790478C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439" y="1469535"/>
            <a:ext cx="3108190" cy="32581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DA2FA1-07FE-5612-9F41-70E8B424C755}"/>
                  </a:ext>
                </a:extLst>
              </p:cNvPr>
              <p:cNvSpPr txBox="1"/>
              <p:nvPr/>
            </p:nvSpPr>
            <p:spPr>
              <a:xfrm>
                <a:off x="3505200" y="3326859"/>
                <a:ext cx="2133600" cy="97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4605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=33.3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𝑝𝑠𝑖</m:t>
                      </m:r>
                    </m:oMath>
                  </m:oMathPara>
                </a14:m>
                <a:endParaRPr lang="en-US"/>
              </a:p>
              <a:p>
                <a:pPr marL="14605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=0.2%</m:t>
                      </m:r>
                    </m:oMath>
                  </m:oMathPara>
                </a14:m>
                <a:endParaRPr lang="en-US"/>
              </a:p>
              <a:p>
                <a:pPr marL="14605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=16650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𝑝𝑠𝑖</m:t>
                      </m:r>
                    </m:oMath>
                  </m:oMathPara>
                </a14:m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5DA2FA1-07FE-5612-9F41-70E8B424C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3326859"/>
                <a:ext cx="2133600" cy="97135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E9B8ACA-95A2-E1DF-CAAE-95100B9F7887}"/>
              </a:ext>
            </a:extLst>
          </p:cNvPr>
          <p:cNvCxnSpPr>
            <a:stCxn id="5" idx="3"/>
          </p:cNvCxnSpPr>
          <p:nvPr/>
        </p:nvCxnSpPr>
        <p:spPr>
          <a:xfrm flipV="1">
            <a:off x="6598981" y="1617618"/>
            <a:ext cx="592848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862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9E653F-F11F-B182-5E0E-5C252E776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4726" y="1428952"/>
            <a:ext cx="6657159" cy="38818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599FCF-6920-E2FC-32B7-6BF3DB622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Grippers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3B512D3-21CD-5314-66F3-AA95C342CFC1}"/>
              </a:ext>
            </a:extLst>
          </p:cNvPr>
          <p:cNvSpPr/>
          <p:nvPr/>
        </p:nvSpPr>
        <p:spPr>
          <a:xfrm>
            <a:off x="1636489" y="1551657"/>
            <a:ext cx="610028" cy="1284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48C4F7-721B-EFC4-390A-AE32AFC6ECE2}"/>
              </a:ext>
            </a:extLst>
          </p:cNvPr>
          <p:cNvSpPr/>
          <p:nvPr/>
        </p:nvSpPr>
        <p:spPr>
          <a:xfrm>
            <a:off x="773966" y="1213509"/>
            <a:ext cx="571500" cy="4944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EF52B3-82EB-EE78-95D4-4B393300B2C4}"/>
              </a:ext>
            </a:extLst>
          </p:cNvPr>
          <p:cNvSpPr txBox="1"/>
          <p:nvPr/>
        </p:nvSpPr>
        <p:spPr>
          <a:xfrm>
            <a:off x="1355338" y="1059112"/>
            <a:ext cx="74427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/>
              <a:t>Deflated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73B29D-C987-8A93-F839-41534048912A}"/>
              </a:ext>
            </a:extLst>
          </p:cNvPr>
          <p:cNvSpPr txBox="1"/>
          <p:nvPr/>
        </p:nvSpPr>
        <p:spPr>
          <a:xfrm>
            <a:off x="183173" y="1069210"/>
            <a:ext cx="104331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/>
              <a:t>Inflated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0611DAF-24C1-FE19-7563-666CE47C4CF6}"/>
                  </a:ext>
                </a:extLst>
              </p14:cNvPr>
              <p14:cNvContentPartPr/>
              <p14:nvPr/>
            </p14:nvContentPartPr>
            <p14:xfrm>
              <a:off x="2431167" y="1506116"/>
              <a:ext cx="190209" cy="2609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0611DAF-24C1-FE19-7563-666CE47C4C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22178" y="1440891"/>
                <a:ext cx="207828" cy="1304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F8B48FA-1621-3123-9CCC-36E0319054F6}"/>
                  </a:ext>
                </a:extLst>
              </p14:cNvPr>
              <p14:cNvContentPartPr/>
              <p14:nvPr/>
            </p14:nvContentPartPr>
            <p14:xfrm>
              <a:off x="2418119" y="1267212"/>
              <a:ext cx="203978" cy="2609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F8B48FA-1621-3123-9CCC-36E0319054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09125" y="1254167"/>
                <a:ext cx="221606" cy="28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9416EC0-799F-37FC-002A-D42C06820369}"/>
                  </a:ext>
                </a:extLst>
              </p14:cNvPr>
              <p14:cNvContentPartPr/>
              <p14:nvPr/>
            </p14:nvContentPartPr>
            <p14:xfrm>
              <a:off x="2514673" y="1268644"/>
              <a:ext cx="4513" cy="227187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9416EC0-799F-37FC-002A-D42C0682036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05994" y="1259657"/>
                <a:ext cx="21524" cy="244801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01B96D76-C07C-A07B-8958-4A820F2CED4F}"/>
              </a:ext>
            </a:extLst>
          </p:cNvPr>
          <p:cNvSpPr txBox="1"/>
          <p:nvPr/>
        </p:nvSpPr>
        <p:spPr>
          <a:xfrm>
            <a:off x="2644829" y="1190787"/>
            <a:ext cx="66095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b="1"/>
              <a:t>Actuation Distance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A040CF-CA7F-6CF4-143E-291456EC7D64}"/>
              </a:ext>
            </a:extLst>
          </p:cNvPr>
          <p:cNvSpPr txBox="1"/>
          <p:nvPr/>
        </p:nvSpPr>
        <p:spPr>
          <a:xfrm>
            <a:off x="3431424" y="1213509"/>
            <a:ext cx="398056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latin typeface="Helvetica Neue"/>
              </a:rPr>
              <a:t>Using a 3" inner tube with a gap of 1.41" gives:</a:t>
            </a:r>
          </a:p>
          <a:p>
            <a:r>
              <a:rPr lang="en-US" sz="1100">
                <a:latin typeface="Helvetica Neue"/>
              </a:rPr>
              <a:t>3”-1.41” = 4.03cm of potential gripper actuation distance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5EB94A9-2609-392E-8EF9-1B5F0461A0F2}"/>
              </a:ext>
            </a:extLst>
          </p:cNvPr>
          <p:cNvGrpSpPr/>
          <p:nvPr/>
        </p:nvGrpSpPr>
        <p:grpSpPr>
          <a:xfrm rot="14350247">
            <a:off x="3924946" y="2647352"/>
            <a:ext cx="92618" cy="100184"/>
            <a:chOff x="2043939" y="2875032"/>
            <a:chExt cx="203978" cy="24151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A61E31E-361A-90FA-D16B-8AAA1559BE51}"/>
                    </a:ext>
                  </a:extLst>
                </p14:cNvPr>
                <p14:cNvContentPartPr/>
                <p14:nvPr/>
              </p14:nvContentPartPr>
              <p14:xfrm>
                <a:off x="2056698" y="3113935"/>
                <a:ext cx="190498" cy="261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A61E31E-361A-90FA-D16B-8AAA1559BE5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36937" y="3048685"/>
                  <a:ext cx="229230" cy="1305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7193BD5-223B-DB1E-62ED-C8BB09DDAF44}"/>
                    </a:ext>
                  </a:extLst>
                </p14:cNvPr>
                <p14:cNvContentPartPr/>
                <p14:nvPr/>
              </p14:nvContentPartPr>
              <p14:xfrm>
                <a:off x="2043939" y="2875032"/>
                <a:ext cx="203978" cy="2609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7193BD5-223B-DB1E-62ED-C8BB09DDAF4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24174" y="2853290"/>
                  <a:ext cx="242718" cy="452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9C8A4C2-DDE3-8844-4DBE-2BD87C373EF4}"/>
                    </a:ext>
                  </a:extLst>
                </p14:cNvPr>
                <p14:cNvContentPartPr/>
                <p14:nvPr/>
              </p14:nvContentPartPr>
              <p14:xfrm>
                <a:off x="2140493" y="2876464"/>
                <a:ext cx="4513" cy="227187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9C8A4C2-DDE3-8844-4DBE-2BD87C373EF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121689" y="2854786"/>
                  <a:ext cx="41369" cy="269676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BABBE261-601C-11E9-9EDD-32A21AA5D6C8}"/>
              </a:ext>
            </a:extLst>
          </p:cNvPr>
          <p:cNvSpPr txBox="1"/>
          <p:nvPr/>
        </p:nvSpPr>
        <p:spPr>
          <a:xfrm>
            <a:off x="4360780" y="2381058"/>
            <a:ext cx="914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Overcut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BE4AF9-082C-BB45-03C6-D5FA20B3753F}"/>
              </a:ext>
            </a:extLst>
          </p:cNvPr>
          <p:cNvSpPr txBox="1"/>
          <p:nvPr/>
        </p:nvSpPr>
        <p:spPr>
          <a:xfrm>
            <a:off x="5669549" y="3536546"/>
            <a:ext cx="2680552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Effective actuation distance: potential – overcut =</a:t>
            </a:r>
          </a:p>
          <a:p>
            <a:r>
              <a:rPr lang="en-US"/>
              <a:t>4.03cm – 1.05cm = 2.98cm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5777245-A565-311F-2A91-71BE53398D43}"/>
              </a:ext>
            </a:extLst>
          </p:cNvPr>
          <p:cNvGrpSpPr/>
          <p:nvPr/>
        </p:nvGrpSpPr>
        <p:grpSpPr>
          <a:xfrm>
            <a:off x="7222967" y="1941734"/>
            <a:ext cx="677460" cy="889901"/>
            <a:chOff x="6199710" y="2130419"/>
            <a:chExt cx="677460" cy="889901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F320ACF-E9CF-E6B7-8BA7-1ABEE5B0016B}"/>
                </a:ext>
              </a:extLst>
            </p:cNvPr>
            <p:cNvSpPr/>
            <p:nvPr/>
          </p:nvSpPr>
          <p:spPr>
            <a:xfrm>
              <a:off x="6202136" y="2130419"/>
              <a:ext cx="668811" cy="5791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4DD9F12-D385-F5E9-0453-F38F7DD2841F}"/>
                    </a:ext>
                  </a:extLst>
                </p14:cNvPr>
                <p14:cNvContentPartPr/>
                <p14:nvPr/>
              </p14:nvContentPartPr>
              <p14:xfrm>
                <a:off x="6204330" y="2319330"/>
                <a:ext cx="20520" cy="90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4DD9F12-D385-F5E9-0453-F38F7DD2841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95330" y="2310294"/>
                  <a:ext cx="38160" cy="1084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452EBA0-98B5-9E77-B368-076B20BCDB1E}"/>
                    </a:ext>
                  </a:extLst>
                </p14:cNvPr>
                <p14:cNvContentPartPr/>
                <p14:nvPr/>
              </p14:nvContentPartPr>
              <p14:xfrm>
                <a:off x="6230970" y="2191890"/>
                <a:ext cx="104760" cy="113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452EBA0-98B5-9E77-B368-076B20BCDB1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221970" y="2182890"/>
                  <a:ext cx="122400" cy="13068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39033456-4152-D2CF-0343-80EA66DFA7BF}"/>
                </a:ext>
              </a:extLst>
            </p:cNvPr>
            <p:cNvGrpSpPr/>
            <p:nvPr/>
          </p:nvGrpSpPr>
          <p:grpSpPr>
            <a:xfrm>
              <a:off x="6343650" y="2131050"/>
              <a:ext cx="428040" cy="77760"/>
              <a:chOff x="6343650" y="2131050"/>
              <a:chExt cx="428040" cy="777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68" name="Ink 67">
                    <a:extLst>
                      <a:ext uri="{FF2B5EF4-FFF2-40B4-BE49-F238E27FC236}">
                        <a16:creationId xmlns:a16="http://schemas.microsoft.com/office/drawing/2014/main" id="{614DBEBF-7CD2-D103-3DFA-10DC5170C213}"/>
                      </a:ext>
                    </a:extLst>
                  </p14:cNvPr>
                  <p14:cNvContentPartPr/>
                  <p14:nvPr/>
                </p14:nvContentPartPr>
                <p14:xfrm>
                  <a:off x="6343650" y="2134290"/>
                  <a:ext cx="142200" cy="52920"/>
                </p14:xfrm>
              </p:contentPart>
            </mc:Choice>
            <mc:Fallback xmlns="">
              <p:pic>
                <p:nvPicPr>
                  <p:cNvPr id="68" name="Ink 67">
                    <a:extLst>
                      <a:ext uri="{FF2B5EF4-FFF2-40B4-BE49-F238E27FC236}">
                        <a16:creationId xmlns:a16="http://schemas.microsoft.com/office/drawing/2014/main" id="{614DBEBF-7CD2-D103-3DFA-10DC5170C213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334650" y="2125290"/>
                    <a:ext cx="159840" cy="70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69" name="Ink 68">
                    <a:extLst>
                      <a:ext uri="{FF2B5EF4-FFF2-40B4-BE49-F238E27FC236}">
                        <a16:creationId xmlns:a16="http://schemas.microsoft.com/office/drawing/2014/main" id="{0171E24F-4E05-FA86-D949-58C6C813F86B}"/>
                      </a:ext>
                    </a:extLst>
                  </p14:cNvPr>
                  <p14:cNvContentPartPr/>
                  <p14:nvPr/>
                </p14:nvContentPartPr>
                <p14:xfrm>
                  <a:off x="6490170" y="2131410"/>
                  <a:ext cx="360" cy="360"/>
                </p14:xfrm>
              </p:contentPart>
            </mc:Choice>
            <mc:Fallback xmlns="">
              <p:pic>
                <p:nvPicPr>
                  <p:cNvPr id="69" name="Ink 68">
                    <a:extLst>
                      <a:ext uri="{FF2B5EF4-FFF2-40B4-BE49-F238E27FC236}">
                        <a16:creationId xmlns:a16="http://schemas.microsoft.com/office/drawing/2014/main" id="{0171E24F-4E05-FA86-D949-58C6C813F86B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6481170" y="2122410"/>
                    <a:ext cx="18000" cy="1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70" name="Ink 69">
                    <a:extLst>
                      <a:ext uri="{FF2B5EF4-FFF2-40B4-BE49-F238E27FC236}">
                        <a16:creationId xmlns:a16="http://schemas.microsoft.com/office/drawing/2014/main" id="{E1C2FF46-AB22-E969-D6FF-98857FAD2A2F}"/>
                      </a:ext>
                    </a:extLst>
                  </p14:cNvPr>
                  <p14:cNvContentPartPr/>
                  <p14:nvPr/>
                </p14:nvContentPartPr>
                <p14:xfrm>
                  <a:off x="6490170" y="2131050"/>
                  <a:ext cx="281520" cy="77760"/>
                </p14:xfrm>
              </p:contentPart>
            </mc:Choice>
            <mc:Fallback xmlns="">
              <p:pic>
                <p:nvPicPr>
                  <p:cNvPr id="70" name="Ink 69">
                    <a:extLst>
                      <a:ext uri="{FF2B5EF4-FFF2-40B4-BE49-F238E27FC236}">
                        <a16:creationId xmlns:a16="http://schemas.microsoft.com/office/drawing/2014/main" id="{E1C2FF46-AB22-E969-D6FF-98857FAD2A2F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6481170" y="2122008"/>
                    <a:ext cx="299160" cy="95482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C292288-AA51-0AC1-B34F-530A1C7351BA}"/>
                    </a:ext>
                  </a:extLst>
                </p14:cNvPr>
                <p14:cNvContentPartPr/>
                <p14:nvPr/>
              </p14:nvContentPartPr>
              <p14:xfrm>
                <a:off x="6768450" y="2209530"/>
                <a:ext cx="108720" cy="219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C292288-AA51-0AC1-B34F-530A1C7351B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759450" y="2200530"/>
                  <a:ext cx="1263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E2DE6EB-0DC8-D2DC-F9D6-6666EA9DD25B}"/>
                    </a:ext>
                  </a:extLst>
                </p14:cNvPr>
                <p14:cNvContentPartPr/>
                <p14:nvPr/>
              </p14:nvContentPartPr>
              <p14:xfrm>
                <a:off x="6199710" y="2413000"/>
                <a:ext cx="3240" cy="47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E2DE6EB-0DC8-D2DC-F9D6-6666EA9DD25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193590" y="2406880"/>
                  <a:ext cx="15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B860C41-7247-9075-00C8-D4B77F5E2590}"/>
                    </a:ext>
                  </a:extLst>
                </p14:cNvPr>
                <p14:cNvContentPartPr/>
                <p14:nvPr/>
              </p14:nvContentPartPr>
              <p14:xfrm>
                <a:off x="6202950" y="2396080"/>
                <a:ext cx="380520" cy="583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B860C41-7247-9075-00C8-D4B77F5E259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193590" y="2386720"/>
                  <a:ext cx="399240" cy="6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0D4B2BD-006B-A3A7-0D5E-611A79923098}"/>
                    </a:ext>
                  </a:extLst>
                </p14:cNvPr>
                <p14:cNvContentPartPr/>
                <p14:nvPr/>
              </p14:nvContentPartPr>
              <p14:xfrm>
                <a:off x="6605070" y="2423080"/>
                <a:ext cx="268560" cy="597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0D4B2BD-006B-A3A7-0D5E-611A7992309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595710" y="2413720"/>
                  <a:ext cx="287280" cy="61596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A7AED2-853B-6AC6-EF0D-6A60B60CEAE5}"/>
              </a:ext>
            </a:extLst>
          </p:cNvPr>
          <p:cNvCxnSpPr>
            <a:cxnSpLocks/>
          </p:cNvCxnSpPr>
          <p:nvPr/>
        </p:nvCxnSpPr>
        <p:spPr>
          <a:xfrm flipH="1">
            <a:off x="4078514" y="2601686"/>
            <a:ext cx="424543" cy="7318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785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B6F26-9FFB-8B21-EE7E-8653279F3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Grippers - Shroud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6FFBC-EBC3-A0E9-04EF-062A5285F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095" y="871159"/>
            <a:ext cx="2558109" cy="1763055"/>
          </a:xfrm>
        </p:spPr>
        <p:txBody>
          <a:bodyPr/>
          <a:lstStyle/>
          <a:p>
            <a:r>
              <a:rPr lang="en-US"/>
              <a:t>Three Problems:</a:t>
            </a:r>
          </a:p>
          <a:p>
            <a:pPr lvl="1"/>
            <a:r>
              <a:rPr lang="en-US"/>
              <a:t>Punctures</a:t>
            </a:r>
          </a:p>
          <a:p>
            <a:pPr lvl="1"/>
            <a:r>
              <a:rPr lang="en-US"/>
              <a:t>Bulging</a:t>
            </a:r>
          </a:p>
          <a:p>
            <a:pPr lvl="1"/>
            <a:r>
              <a:rPr lang="en-US"/>
              <a:t>Force Transfer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EDBCD57-E22B-CAEC-9E65-16A86D8A8D30}"/>
              </a:ext>
            </a:extLst>
          </p:cNvPr>
          <p:cNvCxnSpPr>
            <a:cxnSpLocks/>
          </p:cNvCxnSpPr>
          <p:nvPr/>
        </p:nvCxnSpPr>
        <p:spPr>
          <a:xfrm>
            <a:off x="966910" y="4020849"/>
            <a:ext cx="0" cy="29127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0DCC7D-18AE-AF3E-15A7-4C8138AE2D99}"/>
              </a:ext>
            </a:extLst>
          </p:cNvPr>
          <p:cNvCxnSpPr>
            <a:cxnSpLocks/>
          </p:cNvCxnSpPr>
          <p:nvPr/>
        </p:nvCxnSpPr>
        <p:spPr>
          <a:xfrm>
            <a:off x="972299" y="4312119"/>
            <a:ext cx="97001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0D2227-4DE6-DC3B-1488-D0F6F57DBA91}"/>
              </a:ext>
            </a:extLst>
          </p:cNvPr>
          <p:cNvCxnSpPr>
            <a:cxnSpLocks/>
          </p:cNvCxnSpPr>
          <p:nvPr/>
        </p:nvCxnSpPr>
        <p:spPr>
          <a:xfrm flipV="1">
            <a:off x="1931537" y="4020849"/>
            <a:ext cx="0" cy="29127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1A1A955-BE22-1710-0FBE-BB738BDDC6AA}"/>
              </a:ext>
            </a:extLst>
          </p:cNvPr>
          <p:cNvSpPr/>
          <p:nvPr/>
        </p:nvSpPr>
        <p:spPr>
          <a:xfrm>
            <a:off x="1058531" y="3514039"/>
            <a:ext cx="781388" cy="7980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7DA4F4-BE98-787E-73D8-58E0EF9F8B74}"/>
              </a:ext>
            </a:extLst>
          </p:cNvPr>
          <p:cNvCxnSpPr>
            <a:cxnSpLocks/>
          </p:cNvCxnSpPr>
          <p:nvPr/>
        </p:nvCxnSpPr>
        <p:spPr>
          <a:xfrm>
            <a:off x="1058531" y="3514039"/>
            <a:ext cx="781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0AC8E5A-105A-5F88-76D5-0469C05525A3}"/>
              </a:ext>
            </a:extLst>
          </p:cNvPr>
          <p:cNvCxnSpPr>
            <a:cxnSpLocks/>
          </p:cNvCxnSpPr>
          <p:nvPr/>
        </p:nvCxnSpPr>
        <p:spPr>
          <a:xfrm flipH="1">
            <a:off x="1839919" y="3968420"/>
            <a:ext cx="5604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0F7C521-9C63-D06A-0644-3DDC311EE81F}"/>
              </a:ext>
            </a:extLst>
          </p:cNvPr>
          <p:cNvCxnSpPr>
            <a:cxnSpLocks/>
          </p:cNvCxnSpPr>
          <p:nvPr/>
        </p:nvCxnSpPr>
        <p:spPr>
          <a:xfrm>
            <a:off x="2626629" y="4032645"/>
            <a:ext cx="0" cy="2758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2B4E741-9EFD-9AC5-45C8-357B48258273}"/>
              </a:ext>
            </a:extLst>
          </p:cNvPr>
          <p:cNvCxnSpPr>
            <a:cxnSpLocks/>
          </p:cNvCxnSpPr>
          <p:nvPr/>
        </p:nvCxnSpPr>
        <p:spPr>
          <a:xfrm>
            <a:off x="2631800" y="4308495"/>
            <a:ext cx="93074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E539F3-6BED-FD52-0D03-65C42A77CD41}"/>
              </a:ext>
            </a:extLst>
          </p:cNvPr>
          <p:cNvCxnSpPr>
            <a:cxnSpLocks/>
          </p:cNvCxnSpPr>
          <p:nvPr/>
        </p:nvCxnSpPr>
        <p:spPr>
          <a:xfrm flipV="1">
            <a:off x="3552202" y="4032645"/>
            <a:ext cx="0" cy="2758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CD049037-2615-868D-F35C-9D07C3CA0173}"/>
              </a:ext>
            </a:extLst>
          </p:cNvPr>
          <p:cNvSpPr/>
          <p:nvPr/>
        </p:nvSpPr>
        <p:spPr>
          <a:xfrm>
            <a:off x="2714541" y="3552666"/>
            <a:ext cx="749752" cy="7558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8DC3A8E-4617-10C3-79E3-C043D3512EA0}"/>
                  </a:ext>
                </a:extLst>
              </p14:cNvPr>
              <p14:cNvContentPartPr/>
              <p14:nvPr/>
            </p14:nvContentPartPr>
            <p14:xfrm>
              <a:off x="2621307" y="3502599"/>
              <a:ext cx="994279" cy="376677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8DC3A8E-4617-10C3-79E3-C043D3512E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12307" y="3493605"/>
                <a:ext cx="1011918" cy="394306"/>
              </a:xfrm>
              <a:prstGeom prst="rect">
                <a:avLst/>
              </a:prstGeom>
            </p:spPr>
          </p:pic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2EBC96F-4CC2-19C0-2347-C70880898498}"/>
              </a:ext>
            </a:extLst>
          </p:cNvPr>
          <p:cNvCxnSpPr>
            <a:cxnSpLocks/>
          </p:cNvCxnSpPr>
          <p:nvPr/>
        </p:nvCxnSpPr>
        <p:spPr>
          <a:xfrm>
            <a:off x="5074234" y="4019277"/>
            <a:ext cx="0" cy="2905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80226C8-6A8C-3840-3FF0-BBC1142C2BED}"/>
              </a:ext>
            </a:extLst>
          </p:cNvPr>
          <p:cNvCxnSpPr>
            <a:cxnSpLocks/>
          </p:cNvCxnSpPr>
          <p:nvPr/>
        </p:nvCxnSpPr>
        <p:spPr>
          <a:xfrm>
            <a:off x="5079949" y="4309827"/>
            <a:ext cx="102860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C32C6BB-06C9-57BC-3331-6855FB9BA294}"/>
              </a:ext>
            </a:extLst>
          </p:cNvPr>
          <p:cNvCxnSpPr>
            <a:cxnSpLocks/>
          </p:cNvCxnSpPr>
          <p:nvPr/>
        </p:nvCxnSpPr>
        <p:spPr>
          <a:xfrm flipV="1">
            <a:off x="6097127" y="4019277"/>
            <a:ext cx="0" cy="2905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6136D023-DEEC-5428-DFE5-A43343773162}"/>
              </a:ext>
            </a:extLst>
          </p:cNvPr>
          <p:cNvSpPr/>
          <p:nvPr/>
        </p:nvSpPr>
        <p:spPr>
          <a:xfrm>
            <a:off x="5171388" y="3512389"/>
            <a:ext cx="828586" cy="796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D00686A-9300-3CAD-8330-67642C6BCB2A}"/>
                  </a:ext>
                </a:extLst>
              </p14:cNvPr>
              <p14:cNvContentPartPr/>
              <p14:nvPr/>
            </p14:nvContentPartPr>
            <p14:xfrm>
              <a:off x="5075644" y="3441282"/>
              <a:ext cx="1037989" cy="624271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D00686A-9300-3CAD-8330-67642C6BCB2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66643" y="3432282"/>
                <a:ext cx="1055631" cy="641912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5B06AF9E-68A9-EE32-E328-92A0EAEC3979}"/>
              </a:ext>
            </a:extLst>
          </p:cNvPr>
          <p:cNvGrpSpPr/>
          <p:nvPr/>
        </p:nvGrpSpPr>
        <p:grpSpPr>
          <a:xfrm>
            <a:off x="4999971" y="3616152"/>
            <a:ext cx="140680" cy="378607"/>
            <a:chOff x="5399680" y="3510100"/>
            <a:chExt cx="173160" cy="45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5FD592D-5F45-9390-D550-B25DA76F84D0}"/>
                    </a:ext>
                  </a:extLst>
                </p14:cNvPr>
                <p14:cNvContentPartPr/>
                <p14:nvPr/>
              </p14:nvContentPartPr>
              <p14:xfrm>
                <a:off x="5399680" y="3764260"/>
                <a:ext cx="51120" cy="204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5FD592D-5F45-9390-D550-B25DA76F84D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88567" y="3753379"/>
                  <a:ext cx="72902" cy="2254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CF005D9-F749-9088-7EAD-0869E16206F5}"/>
                    </a:ext>
                  </a:extLst>
                </p14:cNvPr>
                <p14:cNvContentPartPr/>
                <p14:nvPr/>
              </p14:nvContentPartPr>
              <p14:xfrm>
                <a:off x="5465920" y="3510100"/>
                <a:ext cx="106920" cy="157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CF005D9-F749-9088-7EAD-0869E16206F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54875" y="3499235"/>
                  <a:ext cx="128569" cy="17861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6BD3F7C-BA7A-FBC8-86A7-94E3EADCF0BD}"/>
                  </a:ext>
                </a:extLst>
              </p14:cNvPr>
              <p14:cNvContentPartPr/>
              <p14:nvPr/>
            </p14:nvContentPartPr>
            <p14:xfrm>
              <a:off x="5197976" y="3490346"/>
              <a:ext cx="118159" cy="80004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6BD3F7C-BA7A-FBC8-86A7-94E3EADCF0B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88970" y="3481377"/>
                <a:ext cx="135811" cy="975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3754C5E-D49D-B99B-EF3D-44A6BCB01B75}"/>
                  </a:ext>
                </a:extLst>
              </p14:cNvPr>
              <p14:cNvContentPartPr/>
              <p14:nvPr/>
            </p14:nvContentPartPr>
            <p14:xfrm>
              <a:off x="5370827" y="3427294"/>
              <a:ext cx="118744" cy="36582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3754C5E-D49D-B99B-EF3D-44A6BCB01B7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61831" y="3418328"/>
                <a:ext cx="136376" cy="54156"/>
              </a:xfrm>
              <a:prstGeom prst="rect">
                <a:avLst/>
              </a:prstGeom>
            </p:spPr>
          </p:pic>
        </mc:Fallback>
      </mc:AlternateContent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6248755-912A-3954-BCEF-EB3488E710B2}"/>
              </a:ext>
            </a:extLst>
          </p:cNvPr>
          <p:cNvCxnSpPr>
            <a:cxnSpLocks/>
          </p:cNvCxnSpPr>
          <p:nvPr/>
        </p:nvCxnSpPr>
        <p:spPr>
          <a:xfrm>
            <a:off x="3866610" y="2174435"/>
            <a:ext cx="0" cy="29127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0BAC651-B91E-91DF-CDF6-69F9FAE9E351}"/>
              </a:ext>
            </a:extLst>
          </p:cNvPr>
          <p:cNvCxnSpPr>
            <a:cxnSpLocks/>
          </p:cNvCxnSpPr>
          <p:nvPr/>
        </p:nvCxnSpPr>
        <p:spPr>
          <a:xfrm>
            <a:off x="3871999" y="2465705"/>
            <a:ext cx="97001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8B486AE-3DA2-3580-5017-7DBC53296BE6}"/>
              </a:ext>
            </a:extLst>
          </p:cNvPr>
          <p:cNvCxnSpPr>
            <a:cxnSpLocks/>
          </p:cNvCxnSpPr>
          <p:nvPr/>
        </p:nvCxnSpPr>
        <p:spPr>
          <a:xfrm flipV="1">
            <a:off x="4831237" y="2174435"/>
            <a:ext cx="0" cy="29127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41CC9697-2748-3D10-510E-C1A747A91B86}"/>
              </a:ext>
            </a:extLst>
          </p:cNvPr>
          <p:cNvSpPr/>
          <p:nvPr/>
        </p:nvSpPr>
        <p:spPr>
          <a:xfrm>
            <a:off x="3958231" y="1667625"/>
            <a:ext cx="781388" cy="7980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6A9A281-E7DA-B3C2-EA23-F735C0B8DE67}"/>
              </a:ext>
            </a:extLst>
          </p:cNvPr>
          <p:cNvCxnSpPr>
            <a:cxnSpLocks/>
          </p:cNvCxnSpPr>
          <p:nvPr/>
        </p:nvCxnSpPr>
        <p:spPr>
          <a:xfrm>
            <a:off x="5222281" y="2174435"/>
            <a:ext cx="0" cy="29127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C29FDFC-31F8-D264-7D92-F5A8C20E62DA}"/>
              </a:ext>
            </a:extLst>
          </p:cNvPr>
          <p:cNvCxnSpPr>
            <a:cxnSpLocks/>
          </p:cNvCxnSpPr>
          <p:nvPr/>
        </p:nvCxnSpPr>
        <p:spPr>
          <a:xfrm>
            <a:off x="5227670" y="2465705"/>
            <a:ext cx="970016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BF705D7-0BD6-118B-004A-A450BA5A66E8}"/>
              </a:ext>
            </a:extLst>
          </p:cNvPr>
          <p:cNvCxnSpPr>
            <a:cxnSpLocks/>
          </p:cNvCxnSpPr>
          <p:nvPr/>
        </p:nvCxnSpPr>
        <p:spPr>
          <a:xfrm flipV="1">
            <a:off x="6186908" y="2174435"/>
            <a:ext cx="0" cy="29127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6FA6893-026C-4FFA-FF29-F8C3F7212981}"/>
              </a:ext>
            </a:extLst>
          </p:cNvPr>
          <p:cNvCxnSpPr>
            <a:cxnSpLocks/>
          </p:cNvCxnSpPr>
          <p:nvPr/>
        </p:nvCxnSpPr>
        <p:spPr>
          <a:xfrm>
            <a:off x="3746448" y="1617462"/>
            <a:ext cx="1184910" cy="0"/>
          </a:xfrm>
          <a:prstGeom prst="line">
            <a:avLst/>
          </a:prstGeom>
          <a:ln w="76200">
            <a:solidFill>
              <a:srgbClr val="66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654941A-71C3-3616-BE97-17AD59B28D0D}"/>
              </a:ext>
            </a:extLst>
          </p:cNvPr>
          <p:cNvCxnSpPr>
            <a:cxnSpLocks/>
          </p:cNvCxnSpPr>
          <p:nvPr/>
        </p:nvCxnSpPr>
        <p:spPr>
          <a:xfrm>
            <a:off x="5171388" y="1621272"/>
            <a:ext cx="1145097" cy="0"/>
          </a:xfrm>
          <a:prstGeom prst="line">
            <a:avLst/>
          </a:prstGeom>
          <a:ln w="76200">
            <a:solidFill>
              <a:srgbClr val="66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5AF1BF66-3923-69AD-54BF-C0C6A94123D2}"/>
              </a:ext>
            </a:extLst>
          </p:cNvPr>
          <p:cNvSpPr/>
          <p:nvPr/>
        </p:nvSpPr>
        <p:spPr>
          <a:xfrm>
            <a:off x="5321984" y="1667625"/>
            <a:ext cx="781388" cy="7980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020921D-50C0-034B-8433-0FA54E760EE5}"/>
              </a:ext>
            </a:extLst>
          </p:cNvPr>
          <p:cNvCxnSpPr/>
          <p:nvPr/>
        </p:nvCxnSpPr>
        <p:spPr>
          <a:xfrm flipV="1">
            <a:off x="5819088" y="1918452"/>
            <a:ext cx="284284" cy="609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F838B79-C9F8-F710-7DF4-08410826CF97}"/>
              </a:ext>
            </a:extLst>
          </p:cNvPr>
          <p:cNvCxnSpPr>
            <a:cxnSpLocks/>
          </p:cNvCxnSpPr>
          <p:nvPr/>
        </p:nvCxnSpPr>
        <p:spPr>
          <a:xfrm flipH="1" flipV="1">
            <a:off x="5379728" y="1895635"/>
            <a:ext cx="296356" cy="95407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829DE67-3FAC-6E19-E6D8-2A1E722BB639}"/>
                  </a:ext>
                </a:extLst>
              </p14:cNvPr>
              <p14:cNvContentPartPr/>
              <p14:nvPr/>
            </p14:nvContentPartPr>
            <p14:xfrm>
              <a:off x="5131788" y="1659222"/>
              <a:ext cx="581040" cy="4950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829DE67-3FAC-6E19-E6D8-2A1E722BB63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22788" y="1650222"/>
                <a:ext cx="598680" cy="51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6A56257-5446-0F76-6166-AFE28BD0DB5D}"/>
              </a:ext>
            </a:extLst>
          </p:cNvPr>
          <p:cNvGrpSpPr/>
          <p:nvPr/>
        </p:nvGrpSpPr>
        <p:grpSpPr>
          <a:xfrm>
            <a:off x="5132148" y="1685862"/>
            <a:ext cx="418680" cy="385920"/>
            <a:chOff x="6376800" y="1359990"/>
            <a:chExt cx="418680" cy="38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927738E-F6EE-42D5-86FC-5FC12154F659}"/>
                    </a:ext>
                  </a:extLst>
                </p14:cNvPr>
                <p14:cNvContentPartPr/>
                <p14:nvPr/>
              </p14:nvContentPartPr>
              <p14:xfrm>
                <a:off x="6376800" y="1359990"/>
                <a:ext cx="85320" cy="900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927738E-F6EE-42D5-86FC-5FC12154F65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67800" y="1350954"/>
                  <a:ext cx="102960" cy="1077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42E0C2E-5ED0-98F4-7E60-CEBF2516CC3A}"/>
                    </a:ext>
                  </a:extLst>
                </p14:cNvPr>
                <p14:cNvContentPartPr/>
                <p14:nvPr/>
              </p14:nvContentPartPr>
              <p14:xfrm>
                <a:off x="6401640" y="1383030"/>
                <a:ext cx="117360" cy="159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42E0C2E-5ED0-98F4-7E60-CEBF2516CC3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92640" y="1374030"/>
                  <a:ext cx="1350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A5997FF-0346-1405-414F-9A30BE45F260}"/>
                    </a:ext>
                  </a:extLst>
                </p14:cNvPr>
                <p14:cNvContentPartPr/>
                <p14:nvPr/>
              </p14:nvContentPartPr>
              <p14:xfrm>
                <a:off x="6419640" y="1375470"/>
                <a:ext cx="225360" cy="231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A5997FF-0346-1405-414F-9A30BE45F26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10640" y="1366484"/>
                  <a:ext cx="243000" cy="2494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3A5AFCC-261B-9573-D9A5-E3A98F03C321}"/>
                    </a:ext>
                  </a:extLst>
                </p14:cNvPr>
                <p14:cNvContentPartPr/>
                <p14:nvPr/>
              </p14:nvContentPartPr>
              <p14:xfrm>
                <a:off x="6508200" y="1359990"/>
                <a:ext cx="224640" cy="3859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3A5AFCC-261B-9573-D9A5-E3A98F03C32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99200" y="1350990"/>
                  <a:ext cx="2422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86998C1-DA77-9DEC-DAC5-4B6487CD08D1}"/>
                    </a:ext>
                  </a:extLst>
                </p14:cNvPr>
                <p14:cNvContentPartPr/>
                <p14:nvPr/>
              </p14:nvContentPartPr>
              <p14:xfrm>
                <a:off x="6448440" y="1390590"/>
                <a:ext cx="207720" cy="3150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86998C1-DA77-9DEC-DAC5-4B6487CD08D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439440" y="1381590"/>
                  <a:ext cx="2253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F0AEC47-056E-7D4A-09A0-3CAA4D4655D8}"/>
                    </a:ext>
                  </a:extLst>
                </p14:cNvPr>
                <p14:cNvContentPartPr/>
                <p14:nvPr/>
              </p14:nvContentPartPr>
              <p14:xfrm>
                <a:off x="6431880" y="1359990"/>
                <a:ext cx="163440" cy="191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F0AEC47-056E-7D4A-09A0-3CAA4D4655D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22900" y="1350990"/>
                  <a:ext cx="181041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28E8CA8-BAC1-2C97-04F6-41AB27DA7436}"/>
                    </a:ext>
                  </a:extLst>
                </p14:cNvPr>
                <p14:cNvContentPartPr/>
                <p14:nvPr/>
              </p14:nvContentPartPr>
              <p14:xfrm>
                <a:off x="6777840" y="1371510"/>
                <a:ext cx="17640" cy="13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28E8CA8-BAC1-2C97-04F6-41AB27DA743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68652" y="1362510"/>
                  <a:ext cx="35648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AB7E68F-3EAC-FD80-4ED8-1B174F6B7DBB}"/>
                    </a:ext>
                  </a:extLst>
                </p14:cNvPr>
                <p14:cNvContentPartPr/>
                <p14:nvPr/>
              </p14:nvContentPartPr>
              <p14:xfrm>
                <a:off x="6690360" y="1359990"/>
                <a:ext cx="33840" cy="44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AB7E68F-3EAC-FD80-4ED8-1B174F6B7DB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81360" y="1350990"/>
                  <a:ext cx="514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C224703-A8B9-2C20-86E6-AF18672C50A0}"/>
                    </a:ext>
                  </a:extLst>
                </p14:cNvPr>
                <p14:cNvContentPartPr/>
                <p14:nvPr/>
              </p14:nvContentPartPr>
              <p14:xfrm>
                <a:off x="6633120" y="1371510"/>
                <a:ext cx="56160" cy="82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C224703-A8B9-2C20-86E6-AF18672C50A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24120" y="1362510"/>
                  <a:ext cx="738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343E791-1B26-D01A-0638-85B2CC424843}"/>
                    </a:ext>
                  </a:extLst>
                </p14:cNvPr>
                <p14:cNvContentPartPr/>
                <p14:nvPr/>
              </p14:nvContentPartPr>
              <p14:xfrm>
                <a:off x="6537720" y="1367550"/>
                <a:ext cx="117360" cy="123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343E791-1B26-D01A-0638-85B2CC42484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528692" y="1358524"/>
                  <a:ext cx="135054" cy="1415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8B90CC9-2CBC-FD73-7856-B3A90E071267}"/>
                    </a:ext>
                  </a:extLst>
                </p14:cNvPr>
                <p14:cNvContentPartPr/>
                <p14:nvPr/>
              </p14:nvContentPartPr>
              <p14:xfrm>
                <a:off x="6492000" y="1363950"/>
                <a:ext cx="118800" cy="192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8B90CC9-2CBC-FD73-7856-B3A90E07126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82973" y="1354950"/>
                  <a:ext cx="136494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5A6D142-E760-7962-A340-28B067E509D9}"/>
                    </a:ext>
                  </a:extLst>
                </p14:cNvPr>
                <p14:cNvContentPartPr/>
                <p14:nvPr/>
              </p14:nvContentPartPr>
              <p14:xfrm>
                <a:off x="6435120" y="1359990"/>
                <a:ext cx="169560" cy="283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5A6D142-E760-7962-A340-28B067E509D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26120" y="1350979"/>
                  <a:ext cx="187200" cy="3013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539344D-B055-14C0-1F14-CADCBC9E4046}"/>
                    </a:ext>
                  </a:extLst>
                </p14:cNvPr>
                <p14:cNvContentPartPr/>
                <p14:nvPr/>
              </p14:nvContentPartPr>
              <p14:xfrm>
                <a:off x="6389400" y="1436310"/>
                <a:ext cx="183240" cy="281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539344D-B055-14C0-1F14-CADCBC9E404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80400" y="1427310"/>
                  <a:ext cx="20088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1EED50F0-8B0C-81C2-8C8E-237C18FB45F4}"/>
              </a:ext>
            </a:extLst>
          </p:cNvPr>
          <p:cNvGrpSpPr/>
          <p:nvPr/>
        </p:nvGrpSpPr>
        <p:grpSpPr>
          <a:xfrm>
            <a:off x="5720028" y="1658502"/>
            <a:ext cx="657360" cy="587880"/>
            <a:chOff x="6964680" y="1332630"/>
            <a:chExt cx="657360" cy="58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A4AEB49-AE8F-AE48-DB09-89F51955D7F4}"/>
                    </a:ext>
                  </a:extLst>
                </p14:cNvPr>
                <p14:cNvContentPartPr/>
                <p14:nvPr/>
              </p14:nvContentPartPr>
              <p14:xfrm>
                <a:off x="6964680" y="1332630"/>
                <a:ext cx="657360" cy="520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A4AEB49-AE8F-AE48-DB09-89F51955D7F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55680" y="1323630"/>
                  <a:ext cx="67500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B89C0B8-4441-D258-EADB-0A7199B737A3}"/>
                    </a:ext>
                  </a:extLst>
                </p14:cNvPr>
                <p14:cNvContentPartPr/>
                <p14:nvPr/>
              </p14:nvContentPartPr>
              <p14:xfrm>
                <a:off x="7318920" y="1836270"/>
                <a:ext cx="57600" cy="842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B89C0B8-4441-D258-EADB-0A7199B737A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309920" y="1827270"/>
                  <a:ext cx="752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445C984-7D44-4CC2-44EE-D312B12CA8FC}"/>
                    </a:ext>
                  </a:extLst>
                </p14:cNvPr>
                <p14:cNvContentPartPr/>
                <p14:nvPr/>
              </p14:nvContentPartPr>
              <p14:xfrm>
                <a:off x="7100400" y="1352430"/>
                <a:ext cx="66600" cy="29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445C984-7D44-4CC2-44EE-D312B12CA8F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91400" y="1343430"/>
                  <a:ext cx="842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D8796DB-4067-104B-C3F0-2B11B4B2F0A3}"/>
                    </a:ext>
                  </a:extLst>
                </p14:cNvPr>
                <p14:cNvContentPartPr/>
                <p14:nvPr/>
              </p14:nvContentPartPr>
              <p14:xfrm>
                <a:off x="7149000" y="1359990"/>
                <a:ext cx="97920" cy="32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D8796DB-4067-104B-C3F0-2B11B4B2F0A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40000" y="1350990"/>
                  <a:ext cx="1155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7B9A44B-A55C-02CB-6363-469455180D11}"/>
                    </a:ext>
                  </a:extLst>
                </p14:cNvPr>
                <p14:cNvContentPartPr/>
                <p14:nvPr/>
              </p14:nvContentPartPr>
              <p14:xfrm>
                <a:off x="7192200" y="1352430"/>
                <a:ext cx="176760" cy="73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7B9A44B-A55C-02CB-6363-469455180D1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83200" y="1343386"/>
                  <a:ext cx="194400" cy="915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682FCCD-F033-EF2C-2D9B-CE9E561656C2}"/>
                    </a:ext>
                  </a:extLst>
                </p14:cNvPr>
                <p14:cNvContentPartPr/>
                <p14:nvPr/>
              </p14:nvContentPartPr>
              <p14:xfrm>
                <a:off x="7263120" y="1367550"/>
                <a:ext cx="223920" cy="939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682FCCD-F033-EF2C-2D9B-CE9E561656C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54120" y="1358550"/>
                  <a:ext cx="2415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27F661F-6A39-BCDF-B401-96D3CB9D8529}"/>
                    </a:ext>
                  </a:extLst>
                </p14:cNvPr>
                <p14:cNvContentPartPr/>
                <p14:nvPr/>
              </p14:nvContentPartPr>
              <p14:xfrm>
                <a:off x="7338720" y="1402110"/>
                <a:ext cx="212760" cy="1238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27F661F-6A39-BCDF-B401-96D3CB9D852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29720" y="1393110"/>
                  <a:ext cx="2304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9F84B4F-B6C8-A63A-412A-A33FF5F86A29}"/>
                    </a:ext>
                  </a:extLst>
                </p14:cNvPr>
                <p14:cNvContentPartPr/>
                <p14:nvPr/>
              </p14:nvContentPartPr>
              <p14:xfrm>
                <a:off x="7335480" y="1455390"/>
                <a:ext cx="258120" cy="171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9F84B4F-B6C8-A63A-412A-A33FF5F86A2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26480" y="1446390"/>
                  <a:ext cx="2757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F9B057B-CF2A-61DB-EECA-08033F9AAAE2}"/>
                    </a:ext>
                  </a:extLst>
                </p14:cNvPr>
                <p14:cNvContentPartPr/>
                <p14:nvPr/>
              </p14:nvContentPartPr>
              <p14:xfrm>
                <a:off x="7367160" y="1535310"/>
                <a:ext cx="245160" cy="159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F9B057B-CF2A-61DB-EECA-08033F9AAAE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58160" y="1526290"/>
                  <a:ext cx="262800" cy="1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E0600F8-40E7-ECAF-84CA-B0E8EBDB10B5}"/>
                    </a:ext>
                  </a:extLst>
                </p14:cNvPr>
                <p14:cNvContentPartPr/>
                <p14:nvPr/>
              </p14:nvContentPartPr>
              <p14:xfrm>
                <a:off x="7335480" y="1645830"/>
                <a:ext cx="246600" cy="146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E0600F8-40E7-ECAF-84CA-B0E8EBDB10B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26493" y="1636830"/>
                  <a:ext cx="264214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8AA2434-4553-EB69-CAAF-AC3C12C2F6EA}"/>
                    </a:ext>
                  </a:extLst>
                </p14:cNvPr>
                <p14:cNvContentPartPr/>
                <p14:nvPr/>
              </p14:nvContentPartPr>
              <p14:xfrm>
                <a:off x="7343040" y="1771470"/>
                <a:ext cx="117360" cy="43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8AA2434-4553-EB69-CAAF-AC3C12C2F6E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34040" y="1762396"/>
                  <a:ext cx="135000" cy="617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752844C-9138-900B-D582-3B5452212D22}"/>
                    </a:ext>
                  </a:extLst>
                </p14:cNvPr>
                <p14:cNvContentPartPr/>
                <p14:nvPr/>
              </p14:nvContentPartPr>
              <p14:xfrm>
                <a:off x="7170240" y="1340910"/>
                <a:ext cx="51840" cy="93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752844C-9138-900B-D582-3B5452212D2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61177" y="1331910"/>
                  <a:ext cx="69603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E8ECE8C-C09A-485D-145E-74782DE84348}"/>
                    </a:ext>
                  </a:extLst>
                </p14:cNvPr>
                <p14:cNvContentPartPr/>
                <p14:nvPr/>
              </p14:nvContentPartPr>
              <p14:xfrm>
                <a:off x="7242600" y="1348470"/>
                <a:ext cx="68400" cy="207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E8ECE8C-C09A-485D-145E-74782DE8434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33552" y="1339470"/>
                  <a:ext cx="86133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C3CEC5A-1479-D613-8E6B-61EFC8329D4A}"/>
                    </a:ext>
                  </a:extLst>
                </p14:cNvPr>
                <p14:cNvContentPartPr/>
                <p14:nvPr/>
              </p14:nvContentPartPr>
              <p14:xfrm>
                <a:off x="7307400" y="1356390"/>
                <a:ext cx="118080" cy="414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C3CEC5A-1479-D613-8E6B-61EFC8329D4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298400" y="1347390"/>
                  <a:ext cx="13572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D1F39DC-BD25-D724-1567-0310282293ED}"/>
                    </a:ext>
                  </a:extLst>
                </p14:cNvPr>
                <p14:cNvContentPartPr/>
                <p14:nvPr/>
              </p14:nvContentPartPr>
              <p14:xfrm>
                <a:off x="7353120" y="1363950"/>
                <a:ext cx="124920" cy="3708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D1F39DC-BD25-D724-1567-0310282293E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44094" y="1354950"/>
                  <a:ext cx="142611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6A17495-B71B-7C0F-253C-69112B4DD81B}"/>
                    </a:ext>
                  </a:extLst>
                </p14:cNvPr>
                <p14:cNvContentPartPr/>
                <p14:nvPr/>
              </p14:nvContentPartPr>
              <p14:xfrm>
                <a:off x="7402800" y="1344870"/>
                <a:ext cx="117000" cy="3448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6A17495-B71B-7C0F-253C-69112B4DD81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93800" y="1335870"/>
                  <a:ext cx="1346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621EF19-5664-97E2-AA5F-F8E3A64A5928}"/>
                    </a:ext>
                  </a:extLst>
                </p14:cNvPr>
                <p14:cNvContentPartPr/>
                <p14:nvPr/>
              </p14:nvContentPartPr>
              <p14:xfrm>
                <a:off x="7471200" y="1363950"/>
                <a:ext cx="79920" cy="2718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621EF19-5664-97E2-AA5F-F8E3A64A592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462159" y="1354950"/>
                  <a:ext cx="976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DAA1A52-EED7-B383-794E-6A6E14B4E815}"/>
                    </a:ext>
                  </a:extLst>
                </p14:cNvPr>
                <p14:cNvContentPartPr/>
                <p14:nvPr/>
              </p14:nvContentPartPr>
              <p14:xfrm>
                <a:off x="7528440" y="1398150"/>
                <a:ext cx="81000" cy="1944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DAA1A52-EED7-B383-794E-6A6E14B4E81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519400" y="1389133"/>
                  <a:ext cx="98719" cy="212073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6EB2B2CB-7739-571C-D479-0D4E8AE4685A}"/>
              </a:ext>
            </a:extLst>
          </p:cNvPr>
          <p:cNvCxnSpPr>
            <a:cxnSpLocks/>
          </p:cNvCxnSpPr>
          <p:nvPr/>
        </p:nvCxnSpPr>
        <p:spPr>
          <a:xfrm>
            <a:off x="7754211" y="2194383"/>
            <a:ext cx="0" cy="2905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6D93DF4-7764-A7DF-6855-E6F6D596CAD4}"/>
              </a:ext>
            </a:extLst>
          </p:cNvPr>
          <p:cNvCxnSpPr>
            <a:cxnSpLocks/>
          </p:cNvCxnSpPr>
          <p:nvPr/>
        </p:nvCxnSpPr>
        <p:spPr>
          <a:xfrm>
            <a:off x="7759926" y="2484933"/>
            <a:ext cx="102860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F0DE380B-4353-5404-F9E0-E791FCD592CF}"/>
              </a:ext>
            </a:extLst>
          </p:cNvPr>
          <p:cNvCxnSpPr>
            <a:cxnSpLocks/>
          </p:cNvCxnSpPr>
          <p:nvPr/>
        </p:nvCxnSpPr>
        <p:spPr>
          <a:xfrm flipV="1">
            <a:off x="8777104" y="2194383"/>
            <a:ext cx="0" cy="2905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Oval 127">
            <a:extLst>
              <a:ext uri="{FF2B5EF4-FFF2-40B4-BE49-F238E27FC236}">
                <a16:creationId xmlns:a16="http://schemas.microsoft.com/office/drawing/2014/main" id="{AB4585F9-1E87-D42B-31B4-5E70E3228FC8}"/>
              </a:ext>
            </a:extLst>
          </p:cNvPr>
          <p:cNvSpPr/>
          <p:nvPr/>
        </p:nvSpPr>
        <p:spPr>
          <a:xfrm>
            <a:off x="7851365" y="1687495"/>
            <a:ext cx="828586" cy="796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379CD9CF-6ADC-BA79-1C1A-A85856414941}"/>
                  </a:ext>
                </a:extLst>
              </p14:cNvPr>
              <p14:cNvContentPartPr/>
              <p14:nvPr/>
            </p14:nvContentPartPr>
            <p14:xfrm>
              <a:off x="7755621" y="1616388"/>
              <a:ext cx="1037989" cy="624271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379CD9CF-6ADC-BA79-1C1A-A858564149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46620" y="1607388"/>
                <a:ext cx="1055631" cy="641912"/>
              </a:xfrm>
              <a:prstGeom prst="rect">
                <a:avLst/>
              </a:prstGeom>
            </p:spPr>
          </p:pic>
        </mc:Fallback>
      </mc:AlternateContent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3D8A1E58-CC1D-F873-C431-6C6FCD7592A1}"/>
              </a:ext>
            </a:extLst>
          </p:cNvPr>
          <p:cNvCxnSpPr/>
          <p:nvPr/>
        </p:nvCxnSpPr>
        <p:spPr>
          <a:xfrm flipV="1">
            <a:off x="8333456" y="1843855"/>
            <a:ext cx="284284" cy="609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E35F864D-5ECB-67F2-0A33-CEE4AB5D5E4B}"/>
              </a:ext>
            </a:extLst>
          </p:cNvPr>
          <p:cNvCxnSpPr>
            <a:cxnSpLocks/>
          </p:cNvCxnSpPr>
          <p:nvPr/>
        </p:nvCxnSpPr>
        <p:spPr>
          <a:xfrm flipH="1" flipV="1">
            <a:off x="7894096" y="1821038"/>
            <a:ext cx="296356" cy="95407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0FD378FF-A713-CF2C-F166-D44DBAF5D631}"/>
              </a:ext>
            </a:extLst>
          </p:cNvPr>
          <p:cNvCxnSpPr/>
          <p:nvPr/>
        </p:nvCxnSpPr>
        <p:spPr>
          <a:xfrm>
            <a:off x="3866610" y="3826126"/>
            <a:ext cx="87300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CC237060-9514-82CF-0590-AA6AE4775993}"/>
              </a:ext>
            </a:extLst>
          </p:cNvPr>
          <p:cNvCxnSpPr/>
          <p:nvPr/>
        </p:nvCxnSpPr>
        <p:spPr>
          <a:xfrm>
            <a:off x="6551194" y="2096982"/>
            <a:ext cx="87300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276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AE9FA-CDA9-5958-DA32-082DA33E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137"/>
            <a:ext cx="8520600" cy="572700"/>
          </a:xfrm>
        </p:spPr>
        <p:txBody>
          <a:bodyPr/>
          <a:lstStyle/>
          <a:p>
            <a:r>
              <a:rPr lang="en-US"/>
              <a:t>Grippers - Structural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AE777A-8E91-088D-52D6-BE56367F8575}"/>
                  </a:ext>
                </a:extLst>
              </p:cNvPr>
              <p:cNvSpPr txBox="1"/>
              <p:nvPr/>
            </p:nvSpPr>
            <p:spPr>
              <a:xfrm>
                <a:off x="6748300" y="3306901"/>
                <a:ext cx="1770165" cy="13928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i="1">
                    <a:latin typeface="Cambria Math" panose="02040503050406030204" pitchFamily="18" charset="0"/>
                  </a:rPr>
                  <a:t>Tearout Failure: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𝑒𝑡</m:t>
                          </m:r>
                        </m:den>
                      </m:f>
                      <m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rad>
                            <m:radPr>
                              <m:degHide m:val="on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/>
              </a:p>
              <a:p>
                <a:endParaRPr lang="en-US" b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𝑚𝑖𝑛𝑖𝑚𝑢𝑚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=0.0408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</m:t>
                      </m:r>
                    </m:oMath>
                  </m:oMathPara>
                </a14:m>
                <a:endParaRPr lang="en-US" b="0" i="1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𝑑𝑒𝑠𝑖𝑔𝑛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</m:t>
                      </m:r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AE777A-8E91-088D-52D6-BE56367F8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300" y="3306901"/>
                <a:ext cx="1770165" cy="1392882"/>
              </a:xfrm>
              <a:prstGeom prst="rect">
                <a:avLst/>
              </a:prstGeom>
              <a:blipFill>
                <a:blip r:embed="rId3"/>
                <a:stretch>
                  <a:fillRect l="-6207" t="-4367" b="-3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3CC1033-4E72-0D6B-8F41-1FC17CC6D9EC}"/>
              </a:ext>
            </a:extLst>
          </p:cNvPr>
          <p:cNvSpPr txBox="1"/>
          <p:nvPr/>
        </p:nvSpPr>
        <p:spPr>
          <a:xfrm>
            <a:off x="7526013" y="3013516"/>
            <a:ext cx="65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b="0"/>
          </a:p>
          <a:p>
            <a:endParaRPr lang="en-US"/>
          </a:p>
        </p:txBody>
      </p:sp>
      <p:pic>
        <p:nvPicPr>
          <p:cNvPr id="7" name="Picture 6" descr="A bolt and nut with a black background&#10;&#10;Description automatically generated">
            <a:extLst>
              <a:ext uri="{FF2B5EF4-FFF2-40B4-BE49-F238E27FC236}">
                <a16:creationId xmlns:a16="http://schemas.microsoft.com/office/drawing/2014/main" id="{4CE6F4E8-5037-33CA-8301-5529EE944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901" y="1485900"/>
            <a:ext cx="2187399" cy="12562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2383C3-7BA1-4296-0D1E-698E664E8DC3}"/>
              </a:ext>
            </a:extLst>
          </p:cNvPr>
          <p:cNvSpPr txBox="1"/>
          <p:nvPr/>
        </p:nvSpPr>
        <p:spPr>
          <a:xfrm>
            <a:off x="7855676" y="2588288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619195-A810-87EE-6629-C3E63E3C23D6}"/>
              </a:ext>
            </a:extLst>
          </p:cNvPr>
          <p:cNvSpPr txBox="1"/>
          <p:nvPr/>
        </p:nvSpPr>
        <p:spPr>
          <a:xfrm>
            <a:off x="8759126" y="220982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</a:t>
            </a:r>
          </a:p>
        </p:txBody>
      </p:sp>
      <p:pic>
        <p:nvPicPr>
          <p:cNvPr id="3" name="Picture 2" descr="A diagram of a chain link&#10;&#10;Description automatically generated">
            <a:extLst>
              <a:ext uri="{FF2B5EF4-FFF2-40B4-BE49-F238E27FC236}">
                <a16:creationId xmlns:a16="http://schemas.microsoft.com/office/drawing/2014/main" id="{C2A0B2E2-3949-657F-971D-5E6EC8C6FF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712" y="964801"/>
            <a:ext cx="2117224" cy="20902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2FBF8E-1FEF-112D-2DB1-CF9B26D67087}"/>
              </a:ext>
            </a:extLst>
          </p:cNvPr>
          <p:cNvSpPr txBox="1"/>
          <p:nvPr/>
        </p:nvSpPr>
        <p:spPr>
          <a:xfrm>
            <a:off x="85133" y="3306901"/>
            <a:ext cx="2039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>
                <a:latin typeface="Cambria Math" panose="02040503050406030204" pitchFamily="18" charset="0"/>
                <a:ea typeface="Cambria Math" panose="02040503050406030204" pitchFamily="18" charset="0"/>
              </a:rPr>
              <a:t>Safety factor of the weld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EDF812A-FD03-6B72-79CC-AA7BA41ACEEC}"/>
                  </a:ext>
                </a:extLst>
              </p:cNvPr>
              <p:cNvSpPr txBox="1"/>
              <p:nvPr/>
            </p:nvSpPr>
            <p:spPr>
              <a:xfrm>
                <a:off x="176653" y="3726368"/>
                <a:ext cx="2026837" cy="4753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𝑓𝑙𝑐𝑜𝑠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(45°)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𝐹𝑐𝑜𝑠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=47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EDF812A-FD03-6B72-79CC-AA7BA41AC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53" y="3726368"/>
                <a:ext cx="2026837" cy="475323"/>
              </a:xfrm>
              <a:prstGeom prst="rect">
                <a:avLst/>
              </a:prstGeom>
              <a:blipFill>
                <a:blip r:embed="rId6"/>
                <a:stretch>
                  <a:fillRect l="-1205" t="-2564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 descr="A close-up of a machine&#10;&#10;Description automatically generated">
            <a:extLst>
              <a:ext uri="{FF2B5EF4-FFF2-40B4-BE49-F238E27FC236}">
                <a16:creationId xmlns:a16="http://schemas.microsoft.com/office/drawing/2014/main" id="{05121FDE-7C23-E7E5-77E4-5D69CBC021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3522" y="2810556"/>
            <a:ext cx="3816955" cy="2192719"/>
          </a:xfrm>
          <a:prstGeom prst="rect">
            <a:avLst/>
          </a:prstGeom>
        </p:spPr>
      </p:pic>
      <p:pic>
        <p:nvPicPr>
          <p:cNvPr id="24" name="Picture 23" descr="A diagram of a curved piece of metal&#10;&#10;Description automatically generated">
            <a:extLst>
              <a:ext uri="{FF2B5EF4-FFF2-40B4-BE49-F238E27FC236}">
                <a16:creationId xmlns:a16="http://schemas.microsoft.com/office/drawing/2014/main" id="{4F6BAB5A-34A8-05AB-035C-8639FA1D35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6280" y="759042"/>
            <a:ext cx="3251437" cy="21370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218B529-E679-1AD1-0599-D5EAA41B1645}"/>
              </a:ext>
            </a:extLst>
          </p:cNvPr>
          <p:cNvSpPr txBox="1"/>
          <p:nvPr/>
        </p:nvSpPr>
        <p:spPr>
          <a:xfrm>
            <a:off x="6197717" y="964801"/>
            <a:ext cx="1463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Load capacity of 1,400 </a:t>
            </a:r>
            <a:r>
              <a:rPr lang="en-US" err="1">
                <a:latin typeface="Cambria Math" panose="02040503050406030204" pitchFamily="18" charset="0"/>
                <a:ea typeface="Cambria Math" panose="02040503050406030204" pitchFamily="18" charset="0"/>
              </a:rPr>
              <a:t>lbs</a:t>
            </a:r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0CD1AF3-20C6-DBD8-9FE6-B3FD1296E9B9}"/>
              </a:ext>
            </a:extLst>
          </p:cNvPr>
          <p:cNvCxnSpPr>
            <a:cxnSpLocks/>
          </p:cNvCxnSpPr>
          <p:nvPr/>
        </p:nvCxnSpPr>
        <p:spPr>
          <a:xfrm flipH="1">
            <a:off x="6145254" y="1267225"/>
            <a:ext cx="104925" cy="218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07AB759-3292-0DA4-AC33-4425447E3639}"/>
              </a:ext>
            </a:extLst>
          </p:cNvPr>
          <p:cNvSpPr txBox="1"/>
          <p:nvPr/>
        </p:nvSpPr>
        <p:spPr>
          <a:xfrm>
            <a:off x="7660757" y="964801"/>
            <a:ext cx="1382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(Chain capacity 2100lbs)</a:t>
            </a:r>
          </a:p>
        </p:txBody>
      </p:sp>
    </p:spTree>
    <p:extLst>
      <p:ext uri="{BB962C8B-B14F-4D97-AF65-F5344CB8AC3E}">
        <p14:creationId xmlns:p14="http://schemas.microsoft.com/office/powerpoint/2010/main" val="30736744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B86C7-3E65-B992-9ADC-9B0115370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Helvetica Neue"/>
              </a:rPr>
              <a:t>Gripper Analysis</a:t>
            </a:r>
            <a:endParaRPr lang="en-US"/>
          </a:p>
        </p:txBody>
      </p:sp>
      <p:pic>
        <p:nvPicPr>
          <p:cNvPr id="3" name="Picture 2" descr="A blue and green circular object with holes&#10;&#10;Description automatically generated">
            <a:extLst>
              <a:ext uri="{FF2B5EF4-FFF2-40B4-BE49-F238E27FC236}">
                <a16:creationId xmlns:a16="http://schemas.microsoft.com/office/drawing/2014/main" id="{5B7206C2-B924-AAA8-32CC-CB80641E2B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05"/>
          <a:stretch/>
        </p:blipFill>
        <p:spPr>
          <a:xfrm>
            <a:off x="4016828" y="810733"/>
            <a:ext cx="2821235" cy="1478483"/>
          </a:xfrm>
          <a:prstGeom prst="rect">
            <a:avLst/>
          </a:prstGeom>
        </p:spPr>
      </p:pic>
      <p:pic>
        <p:nvPicPr>
          <p:cNvPr id="4" name="Picture 3" descr="A computer generated image of a circular object&#10;&#10;Description automatically generated">
            <a:extLst>
              <a:ext uri="{FF2B5EF4-FFF2-40B4-BE49-F238E27FC236}">
                <a16:creationId xmlns:a16="http://schemas.microsoft.com/office/drawing/2014/main" id="{89189E25-1B93-97B8-288F-C8597DCB07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05"/>
          <a:stretch/>
        </p:blipFill>
        <p:spPr>
          <a:xfrm>
            <a:off x="3984171" y="2523019"/>
            <a:ext cx="2851678" cy="1426271"/>
          </a:xfrm>
          <a:prstGeom prst="rect">
            <a:avLst/>
          </a:prstGeom>
        </p:spPr>
      </p:pic>
      <p:pic>
        <p:nvPicPr>
          <p:cNvPr id="5" name="Picture 4" descr="A computer generated image of a circular object&#10;&#10;Description automatically generated">
            <a:extLst>
              <a:ext uri="{FF2B5EF4-FFF2-40B4-BE49-F238E27FC236}">
                <a16:creationId xmlns:a16="http://schemas.microsoft.com/office/drawing/2014/main" id="{2D0C8200-51A7-7946-18E5-90870A8F7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95" y="2520803"/>
            <a:ext cx="2937245" cy="1422237"/>
          </a:xfrm>
          <a:prstGeom prst="rect">
            <a:avLst/>
          </a:prstGeom>
        </p:spPr>
      </p:pic>
      <p:pic>
        <p:nvPicPr>
          <p:cNvPr id="6" name="Picture 5" descr="A computer generated image of a steering wheel&#10;&#10;Description automatically generated">
            <a:extLst>
              <a:ext uri="{FF2B5EF4-FFF2-40B4-BE49-F238E27FC236}">
                <a16:creationId xmlns:a16="http://schemas.microsoft.com/office/drawing/2014/main" id="{332FBD93-EF7C-5FA4-FB86-560C70725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80" y="810733"/>
            <a:ext cx="2937245" cy="14751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34D4B8-F46B-183E-5114-2B17A7868F8C}"/>
              </a:ext>
            </a:extLst>
          </p:cNvPr>
          <p:cNvSpPr txBox="1"/>
          <p:nvPr/>
        </p:nvSpPr>
        <p:spPr>
          <a:xfrm>
            <a:off x="7309884" y="2704656"/>
            <a:ext cx="13822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Non-boundary FOS: 2.7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CF9B9A-D11E-0764-3F76-72795E3F71D8}"/>
              </a:ext>
            </a:extLst>
          </p:cNvPr>
          <p:cNvSpPr txBox="1"/>
          <p:nvPr/>
        </p:nvSpPr>
        <p:spPr>
          <a:xfrm>
            <a:off x="7309884" y="1023382"/>
            <a:ext cx="138223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Non-boundary FOS: 2.8</a:t>
            </a:r>
          </a:p>
        </p:txBody>
      </p:sp>
    </p:spTree>
    <p:extLst>
      <p:ext uri="{BB962C8B-B14F-4D97-AF65-F5344CB8AC3E}">
        <p14:creationId xmlns:p14="http://schemas.microsoft.com/office/powerpoint/2010/main" val="1682324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7E38E-3E05-9CD7-577E-45D85B05B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155" y="121497"/>
            <a:ext cx="8520600" cy="572700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Grippers – Pneumatics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808B0-699D-5247-AC18-84423454C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55" y="877065"/>
            <a:ext cx="8113574" cy="378907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Single compressor feeding parallel circuits for front and rear grippers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200">
                <a:solidFill>
                  <a:srgbClr val="000000"/>
                </a:solidFill>
              </a:rPr>
              <a:t>Compressor &amp; valves on surface exterior to TBM, running 120 PSI line to valves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200">
                <a:solidFill>
                  <a:srgbClr val="000000"/>
                </a:solidFill>
                <a:latin typeface="Helvetica Neue"/>
              </a:rPr>
              <a:t>Pressure transducers on board TBM to give most accurate pressure reading</a:t>
            </a:r>
          </a:p>
          <a:p>
            <a:pPr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Solenoid operated directional valve with piloting</a:t>
            </a:r>
          </a:p>
          <a:p>
            <a:pPr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Tubes have </a:t>
            </a:r>
            <a:r>
              <a:rPr lang="en-US" sz="1400">
                <a:latin typeface="Helvetica Neue"/>
              </a:rPr>
              <a:t>individual</a:t>
            </a:r>
            <a:r>
              <a:rPr lang="en-US" sz="1400">
                <a:solidFill>
                  <a:srgbClr val="000000"/>
                </a:solidFill>
                <a:latin typeface="Helvetica Neue"/>
              </a:rPr>
              <a:t> valves in case of puncture or control failure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200">
                <a:solidFill>
                  <a:srgbClr val="000000"/>
                </a:solidFill>
              </a:rPr>
              <a:t>Normally closed.</a:t>
            </a:r>
          </a:p>
          <a:p>
            <a:pPr>
              <a:lnSpc>
                <a:spcPct val="100000"/>
              </a:lnSpc>
            </a:pPr>
            <a:r>
              <a:rPr lang="en-US" sz="1400">
                <a:solidFill>
                  <a:srgbClr val="000000"/>
                </a:solidFill>
                <a:latin typeface="Helvetica Neue"/>
              </a:rPr>
              <a:t>Full State Table Below:</a:t>
            </a:r>
          </a:p>
          <a:p>
            <a:pPr lvl="1">
              <a:spcBef>
                <a:spcPts val="0"/>
              </a:spcBef>
            </a:pPr>
            <a:r>
              <a:rPr lang="en-US" sz="1000">
                <a:solidFill>
                  <a:srgbClr val="000000"/>
                </a:solidFill>
              </a:rPr>
              <a:t>Full Stroke Sequence: Dig Stroke, Transition, Return</a:t>
            </a:r>
            <a:endParaRPr lang="en-US" sz="1000">
              <a:solidFill>
                <a:srgbClr val="000000"/>
              </a:solidFill>
              <a:latin typeface="Helvetica Neue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95A31BE-AAB4-C239-D698-122C5A5E5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27867"/>
              </p:ext>
            </p:extLst>
          </p:nvPr>
        </p:nvGraphicFramePr>
        <p:xfrm>
          <a:off x="134901" y="2629276"/>
          <a:ext cx="3867674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648">
                  <a:extLst>
                    <a:ext uri="{9D8B030D-6E8A-4147-A177-3AD203B41FA5}">
                      <a16:colId xmlns:a16="http://schemas.microsoft.com/office/drawing/2014/main" val="1249958307"/>
                    </a:ext>
                  </a:extLst>
                </a:gridCol>
                <a:gridCol w="756338">
                  <a:extLst>
                    <a:ext uri="{9D8B030D-6E8A-4147-A177-3AD203B41FA5}">
                      <a16:colId xmlns:a16="http://schemas.microsoft.com/office/drawing/2014/main" val="3345176051"/>
                    </a:ext>
                  </a:extLst>
                </a:gridCol>
                <a:gridCol w="1152419">
                  <a:extLst>
                    <a:ext uri="{9D8B030D-6E8A-4147-A177-3AD203B41FA5}">
                      <a16:colId xmlns:a16="http://schemas.microsoft.com/office/drawing/2014/main" val="1752280153"/>
                    </a:ext>
                  </a:extLst>
                </a:gridCol>
                <a:gridCol w="1225269">
                  <a:extLst>
                    <a:ext uri="{9D8B030D-6E8A-4147-A177-3AD203B41FA5}">
                      <a16:colId xmlns:a16="http://schemas.microsoft.com/office/drawing/2014/main" val="2231722949"/>
                    </a:ext>
                  </a:extLst>
                </a:gridCol>
              </a:tblGrid>
              <a:tr h="20959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FDV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RDV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Hexapod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Outcome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846849"/>
                  </a:ext>
                </a:extLst>
              </a:tr>
              <a:tr h="20961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Pushing front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Dig stroke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755886"/>
                  </a:ext>
                </a:extLst>
              </a:tr>
              <a:tr h="20959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Pulling back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Return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033929"/>
                  </a:ext>
                </a:extLst>
              </a:tr>
              <a:tr h="20961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Transition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316744"/>
                  </a:ext>
                </a:extLst>
              </a:tr>
              <a:tr h="20961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No motion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06809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Pushing front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Reverse stroke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530805"/>
                  </a:ext>
                </a:extLst>
              </a:tr>
              <a:tr h="209594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Pulling back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Reverse return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071419"/>
                  </a:ext>
                </a:extLst>
              </a:tr>
            </a:tbl>
          </a:graphicData>
        </a:graphic>
      </p:graphicFrame>
      <p:sp>
        <p:nvSpPr>
          <p:cNvPr id="395" name="TextBox 394">
            <a:extLst>
              <a:ext uri="{FF2B5EF4-FFF2-40B4-BE49-F238E27FC236}">
                <a16:creationId xmlns:a16="http://schemas.microsoft.com/office/drawing/2014/main" id="{C614A094-FBD2-EE63-811D-9CB4E49619C6}"/>
              </a:ext>
            </a:extLst>
          </p:cNvPr>
          <p:cNvSpPr txBox="1"/>
          <p:nvPr/>
        </p:nvSpPr>
        <p:spPr>
          <a:xfrm>
            <a:off x="6722381" y="2632678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FDV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BC7B67A7-038C-7438-C5B9-258A82804BFD}"/>
              </a:ext>
            </a:extLst>
          </p:cNvPr>
          <p:cNvSpPr txBox="1"/>
          <p:nvPr/>
        </p:nvSpPr>
        <p:spPr>
          <a:xfrm>
            <a:off x="4175633" y="2638552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RDV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A4381-7B8F-2FD5-3C73-456E84029ECB}"/>
              </a:ext>
            </a:extLst>
          </p:cNvPr>
          <p:cNvSpPr txBox="1"/>
          <p:nvPr/>
        </p:nvSpPr>
        <p:spPr>
          <a:xfrm>
            <a:off x="3200400" y="2343150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8752A1-77B1-EEA3-7B44-3B20EDA2FE9F}"/>
              </a:ext>
            </a:extLst>
          </p:cNvPr>
          <p:cNvSpPr txBox="1"/>
          <p:nvPr/>
        </p:nvSpPr>
        <p:spPr>
          <a:xfrm>
            <a:off x="3200400" y="2343150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A38E478A-9859-F1E4-E8E4-6004A93FD1B9}"/>
              </a:ext>
            </a:extLst>
          </p:cNvPr>
          <p:cNvGrpSpPr/>
          <p:nvPr/>
        </p:nvGrpSpPr>
        <p:grpSpPr>
          <a:xfrm>
            <a:off x="3969148" y="1544377"/>
            <a:ext cx="5174849" cy="3435133"/>
            <a:chOff x="659602" y="-84201"/>
            <a:chExt cx="11532390" cy="6004506"/>
          </a:xfrm>
        </p:grpSpPr>
        <p:sp>
          <p:nvSpPr>
            <p:cNvPr id="471" name="Line 13">
              <a:extLst>
                <a:ext uri="{FF2B5EF4-FFF2-40B4-BE49-F238E27FC236}">
                  <a16:creationId xmlns:a16="http://schemas.microsoft.com/office/drawing/2014/main" id="{BEBECFF2-3C0B-13C4-2D54-FCCA7DAD03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7683" y="4424858"/>
              <a:ext cx="8831705" cy="2324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137160" tIns="68580" rIns="137160" bIns="68580" anchor="ctr"/>
            <a:lstStyle>
              <a:defPPr>
                <a:defRPr lang="en-US"/>
              </a:defPPr>
              <a:lvl1pPr marL="0" algn="l" defTabSz="766074" rtl="0" eaLnBrk="1" latinLnBrk="0" hangingPunct="1"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66074" algn="l" defTabSz="766074" rtl="0" eaLnBrk="1" latinLnBrk="0" hangingPunct="1"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532148" algn="l" defTabSz="766074" rtl="0" eaLnBrk="1" latinLnBrk="0" hangingPunct="1"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298222" algn="l" defTabSz="766074" rtl="0" eaLnBrk="1" latinLnBrk="0" hangingPunct="1"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64298" algn="l" defTabSz="766074" rtl="0" eaLnBrk="1" latinLnBrk="0" hangingPunct="1"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830373" algn="l" defTabSz="766074" rtl="0" eaLnBrk="1" latinLnBrk="0" hangingPunct="1"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596447" algn="l" defTabSz="766074" rtl="0" eaLnBrk="1" latinLnBrk="0" hangingPunct="1"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362521" algn="l" defTabSz="766074" rtl="0" eaLnBrk="1" latinLnBrk="0" hangingPunct="1"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128597" algn="l" defTabSz="766074" rtl="0" eaLnBrk="1" latinLnBrk="0" hangingPunct="1"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72" name="TextBox 15394">
              <a:extLst>
                <a:ext uri="{FF2B5EF4-FFF2-40B4-BE49-F238E27FC236}">
                  <a16:creationId xmlns:a16="http://schemas.microsoft.com/office/drawing/2014/main" id="{9BC7ABAC-22D6-8927-7325-40E1BE749EBE}"/>
                </a:ext>
              </a:extLst>
            </p:cNvPr>
            <p:cNvSpPr txBox="1"/>
            <p:nvPr/>
          </p:nvSpPr>
          <p:spPr>
            <a:xfrm>
              <a:off x="659602" y="4722860"/>
              <a:ext cx="2298717" cy="504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766074" rtl="0" eaLnBrk="1" latinLnBrk="0" hangingPunct="1"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66074" algn="l" defTabSz="766074" rtl="0" eaLnBrk="1" latinLnBrk="0" hangingPunct="1"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532148" algn="l" defTabSz="766074" rtl="0" eaLnBrk="1" latinLnBrk="0" hangingPunct="1"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298222" algn="l" defTabSz="766074" rtl="0" eaLnBrk="1" latinLnBrk="0" hangingPunct="1"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064298" algn="l" defTabSz="766074" rtl="0" eaLnBrk="1" latinLnBrk="0" hangingPunct="1"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830373" algn="l" defTabSz="766074" rtl="0" eaLnBrk="1" latinLnBrk="0" hangingPunct="1"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4596447" algn="l" defTabSz="766074" rtl="0" eaLnBrk="1" latinLnBrk="0" hangingPunct="1"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5362521" algn="l" defTabSz="766074" rtl="0" eaLnBrk="1" latinLnBrk="0" hangingPunct="1"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6128597" algn="l" defTabSz="766074" rtl="0" eaLnBrk="1" latinLnBrk="0" hangingPunct="1">
                <a:defRPr sz="3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/>
                <a:t>Compressor</a:t>
              </a:r>
              <a:endParaRPr lang="en-US" sz="1200"/>
            </a:p>
          </p:txBody>
        </p:sp>
        <p:grpSp>
          <p:nvGrpSpPr>
            <p:cNvPr id="473" name="Group 472">
              <a:extLst>
                <a:ext uri="{FF2B5EF4-FFF2-40B4-BE49-F238E27FC236}">
                  <a16:creationId xmlns:a16="http://schemas.microsoft.com/office/drawing/2014/main" id="{8699D7DA-C7C1-194B-0C7F-08485A8D74F4}"/>
                </a:ext>
              </a:extLst>
            </p:cNvPr>
            <p:cNvGrpSpPr/>
            <p:nvPr/>
          </p:nvGrpSpPr>
          <p:grpSpPr>
            <a:xfrm>
              <a:off x="960730" y="4221351"/>
              <a:ext cx="756954" cy="453496"/>
              <a:chOff x="812289" y="4859749"/>
              <a:chExt cx="756954" cy="453496"/>
            </a:xfrm>
          </p:grpSpPr>
          <p:sp>
            <p:nvSpPr>
              <p:cNvPr id="755" name="Flowchart: Extract 754">
                <a:extLst>
                  <a:ext uri="{FF2B5EF4-FFF2-40B4-BE49-F238E27FC236}">
                    <a16:creationId xmlns:a16="http://schemas.microsoft.com/office/drawing/2014/main" id="{248D2444-B6C7-3CB2-B50A-6A3766EEEE08}"/>
                  </a:ext>
                </a:extLst>
              </p:cNvPr>
              <p:cNvSpPr/>
              <p:nvPr/>
            </p:nvSpPr>
            <p:spPr>
              <a:xfrm rot="5400000">
                <a:off x="804091" y="4954365"/>
                <a:ext cx="280660" cy="264264"/>
              </a:xfrm>
              <a:prstGeom prst="flowChartExtra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766074" rtl="0" eaLnBrk="1" latinLnBrk="0" hangingPunct="1">
                  <a:defRPr sz="3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766074" algn="l" defTabSz="766074" rtl="0" eaLnBrk="1" latinLnBrk="0" hangingPunct="1">
                  <a:defRPr sz="3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532148" algn="l" defTabSz="766074" rtl="0" eaLnBrk="1" latinLnBrk="0" hangingPunct="1">
                  <a:defRPr sz="3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2298222" algn="l" defTabSz="766074" rtl="0" eaLnBrk="1" latinLnBrk="0" hangingPunct="1">
                  <a:defRPr sz="3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3064298" algn="l" defTabSz="766074" rtl="0" eaLnBrk="1" latinLnBrk="0" hangingPunct="1">
                  <a:defRPr sz="3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830373" algn="l" defTabSz="766074" rtl="0" eaLnBrk="1" latinLnBrk="0" hangingPunct="1">
                  <a:defRPr sz="3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4596447" algn="l" defTabSz="766074" rtl="0" eaLnBrk="1" latinLnBrk="0" hangingPunct="1">
                  <a:defRPr sz="3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5362521" algn="l" defTabSz="766074" rtl="0" eaLnBrk="1" latinLnBrk="0" hangingPunct="1">
                  <a:defRPr sz="3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6128597" algn="l" defTabSz="766074" rtl="0" eaLnBrk="1" latinLnBrk="0" hangingPunct="1">
                  <a:defRPr sz="30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pic>
            <p:nvPicPr>
              <p:cNvPr id="756" name="Picture 2" descr="A guide to common hydraulic symbols - EngineeringClicks">
                <a:extLst>
                  <a:ext uri="{FF2B5EF4-FFF2-40B4-BE49-F238E27FC236}">
                    <a16:creationId xmlns:a16="http://schemas.microsoft.com/office/drawing/2014/main" id="{2E8ECA84-C858-64B7-406B-30865C5A7C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81115" y="4859749"/>
                <a:ext cx="488128" cy="4534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74" name="TextBox 473">
              <a:extLst>
                <a:ext uri="{FF2B5EF4-FFF2-40B4-BE49-F238E27FC236}">
                  <a16:creationId xmlns:a16="http://schemas.microsoft.com/office/drawing/2014/main" id="{EADE4F28-7B10-80D2-E95A-A8105BA818F4}"/>
                </a:ext>
              </a:extLst>
            </p:cNvPr>
            <p:cNvSpPr txBox="1"/>
            <p:nvPr/>
          </p:nvSpPr>
          <p:spPr>
            <a:xfrm>
              <a:off x="942552" y="5068741"/>
              <a:ext cx="1046109" cy="851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/>
                <a:t>120psi</a:t>
              </a:r>
            </a:p>
          </p:txBody>
        </p:sp>
        <p:grpSp>
          <p:nvGrpSpPr>
            <p:cNvPr id="475" name="Group 474">
              <a:extLst>
                <a:ext uri="{FF2B5EF4-FFF2-40B4-BE49-F238E27FC236}">
                  <a16:creationId xmlns:a16="http://schemas.microsoft.com/office/drawing/2014/main" id="{FF27B6EE-99C0-4B1B-D096-D91D329B5A03}"/>
                </a:ext>
              </a:extLst>
            </p:cNvPr>
            <p:cNvGrpSpPr/>
            <p:nvPr/>
          </p:nvGrpSpPr>
          <p:grpSpPr>
            <a:xfrm>
              <a:off x="7488434" y="-84201"/>
              <a:ext cx="4703558" cy="4593647"/>
              <a:chOff x="6582941" y="-603588"/>
              <a:chExt cx="5611071" cy="5188129"/>
            </a:xfrm>
          </p:grpSpPr>
          <p:cxnSp>
            <p:nvCxnSpPr>
              <p:cNvPr id="616" name="Straight Connector 615">
                <a:extLst>
                  <a:ext uri="{FF2B5EF4-FFF2-40B4-BE49-F238E27FC236}">
                    <a16:creationId xmlns:a16="http://schemas.microsoft.com/office/drawing/2014/main" id="{83116809-87B1-7964-869D-242E94EC8C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10565" y="3141497"/>
                <a:ext cx="3612809" cy="148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7" name="Line 13">
                <a:extLst>
                  <a:ext uri="{FF2B5EF4-FFF2-40B4-BE49-F238E27FC236}">
                    <a16:creationId xmlns:a16="http://schemas.microsoft.com/office/drawing/2014/main" id="{FA64BDFA-95CD-1951-BF83-E98BC85669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508503" y="1408146"/>
                <a:ext cx="7593" cy="6042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137160" tIns="68580" rIns="137160" bIns="68580" anchor="ctr"/>
              <a:lstStyle>
                <a:defPPr>
                  <a:defRPr lang="en-US"/>
                </a:defPPr>
                <a:lvl1pPr marL="0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66074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32148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98222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64298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830373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96447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362521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128597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618" name="Line 13">
                <a:extLst>
                  <a:ext uri="{FF2B5EF4-FFF2-40B4-BE49-F238E27FC236}">
                    <a16:creationId xmlns:a16="http://schemas.microsoft.com/office/drawing/2014/main" id="{38D25F8D-5CDE-CDD5-D0EF-CC21ACB263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28376" y="1399641"/>
                <a:ext cx="9185" cy="59016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137160" tIns="68580" rIns="137160" bIns="68580" anchor="ctr"/>
              <a:lstStyle>
                <a:defPPr>
                  <a:defRPr lang="en-US"/>
                </a:defPPr>
                <a:lvl1pPr marL="0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66074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32148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98222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64298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830373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96447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362521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128597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cxnSp>
            <p:nvCxnSpPr>
              <p:cNvPr id="619" name="Straight Connector 618">
                <a:extLst>
                  <a:ext uri="{FF2B5EF4-FFF2-40B4-BE49-F238E27FC236}">
                    <a16:creationId xmlns:a16="http://schemas.microsoft.com/office/drawing/2014/main" id="{764218FA-595A-5FBE-B51D-E38F73745B3F}"/>
                  </a:ext>
                </a:extLst>
              </p:cNvPr>
              <p:cNvCxnSpPr>
                <a:cxnSpLocks/>
                <a:stCxn id="704" idx="3"/>
              </p:cNvCxnSpPr>
              <p:nvPr/>
            </p:nvCxnSpPr>
            <p:spPr>
              <a:xfrm>
                <a:off x="7734381" y="2824548"/>
                <a:ext cx="6957" cy="31386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" name="Straight Connector 619">
                <a:extLst>
                  <a:ext uri="{FF2B5EF4-FFF2-40B4-BE49-F238E27FC236}">
                    <a16:creationId xmlns:a16="http://schemas.microsoft.com/office/drawing/2014/main" id="{50FDCF77-795E-E596-9E0B-396E09A25B6B}"/>
                  </a:ext>
                </a:extLst>
              </p:cNvPr>
              <p:cNvCxnSpPr>
                <a:cxnSpLocks/>
                <a:stCxn id="729" idx="3"/>
              </p:cNvCxnSpPr>
              <p:nvPr/>
            </p:nvCxnSpPr>
            <p:spPr>
              <a:xfrm flipH="1">
                <a:off x="9491693" y="2851577"/>
                <a:ext cx="10727" cy="69847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" name="Straight Connector 620">
                <a:extLst>
                  <a:ext uri="{FF2B5EF4-FFF2-40B4-BE49-F238E27FC236}">
                    <a16:creationId xmlns:a16="http://schemas.microsoft.com/office/drawing/2014/main" id="{8FF74E78-154C-A63F-32F7-5E0AB4C571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3765" y="4176566"/>
                <a:ext cx="14738" cy="312461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622" name="Picture 6" descr="A guide to common hydraulic symbols - EngineeringClicks">
                <a:extLst>
                  <a:ext uri="{FF2B5EF4-FFF2-40B4-BE49-F238E27FC236}">
                    <a16:creationId xmlns:a16="http://schemas.microsoft.com/office/drawing/2014/main" id="{A067CBA4-02D3-0425-9B72-50832FD039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9137136" y="3593396"/>
                <a:ext cx="709114" cy="5458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623" name="Group 622">
                <a:extLst>
                  <a:ext uri="{FF2B5EF4-FFF2-40B4-BE49-F238E27FC236}">
                    <a16:creationId xmlns:a16="http://schemas.microsoft.com/office/drawing/2014/main" id="{5B6F8440-FC9B-B109-3CBE-5A85784F2242}"/>
                  </a:ext>
                </a:extLst>
              </p:cNvPr>
              <p:cNvGrpSpPr/>
              <p:nvPr/>
            </p:nvGrpSpPr>
            <p:grpSpPr>
              <a:xfrm>
                <a:off x="7669594" y="-603588"/>
                <a:ext cx="1029904" cy="2086834"/>
                <a:chOff x="2215502" y="-2389180"/>
                <a:chExt cx="1844895" cy="3786784"/>
              </a:xfrm>
            </p:grpSpPr>
            <p:grpSp>
              <p:nvGrpSpPr>
                <p:cNvPr id="746" name="Group 745">
                  <a:extLst>
                    <a:ext uri="{FF2B5EF4-FFF2-40B4-BE49-F238E27FC236}">
                      <a16:creationId xmlns:a16="http://schemas.microsoft.com/office/drawing/2014/main" id="{2D5186F8-F3A1-F86E-03AE-027021BB1B8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95904" y="-2389180"/>
                  <a:ext cx="1664493" cy="323"/>
                  <a:chOff x="3960" y="1217"/>
                  <a:chExt cx="699" cy="323"/>
                </a:xfrm>
              </p:grpSpPr>
              <p:sp>
                <p:nvSpPr>
                  <p:cNvPr id="751" name="Line 4">
                    <a:extLst>
                      <a:ext uri="{FF2B5EF4-FFF2-40B4-BE49-F238E27FC236}">
                        <a16:creationId xmlns:a16="http://schemas.microsoft.com/office/drawing/2014/main" id="{12E7DB7E-B975-A767-520E-8FCFE593B97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50" y="1344"/>
                    <a:ext cx="60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752" name="Line 5">
                    <a:extLst>
                      <a:ext uri="{FF2B5EF4-FFF2-40B4-BE49-F238E27FC236}">
                        <a16:creationId xmlns:a16="http://schemas.microsoft.com/office/drawing/2014/main" id="{5FC1ED00-0D3D-781C-BC6C-A0C6A58EA3F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50" y="1408"/>
                    <a:ext cx="60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753" name="Line 6">
                    <a:extLst>
                      <a:ext uri="{FF2B5EF4-FFF2-40B4-BE49-F238E27FC236}">
                        <a16:creationId xmlns:a16="http://schemas.microsoft.com/office/drawing/2014/main" id="{08E8EF7B-5748-0EE0-1F99-161CA70CA22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45" y="1217"/>
                    <a:ext cx="0" cy="32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754" name="Line 7">
                    <a:extLst>
                      <a:ext uri="{FF2B5EF4-FFF2-40B4-BE49-F238E27FC236}">
                        <a16:creationId xmlns:a16="http://schemas.microsoft.com/office/drawing/2014/main" id="{399FBE8F-AFA5-1C26-740E-422340F00BF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960" y="1217"/>
                    <a:ext cx="0" cy="32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</p:grpSp>
            <p:sp>
              <p:nvSpPr>
                <p:cNvPr id="747" name="Freeform 9">
                  <a:extLst>
                    <a:ext uri="{FF2B5EF4-FFF2-40B4-BE49-F238E27FC236}">
                      <a16:creationId xmlns:a16="http://schemas.microsoft.com/office/drawing/2014/main" id="{60FE249B-1E0D-7F15-736A-47D381BADF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5502" y="471297"/>
                  <a:ext cx="1574008" cy="771524"/>
                </a:xfrm>
                <a:custGeom>
                  <a:avLst/>
                  <a:gdLst/>
                  <a:ahLst/>
                  <a:cxnLst>
                    <a:cxn ang="0">
                      <a:pos x="660" y="128"/>
                    </a:cxn>
                    <a:cxn ang="0">
                      <a:pos x="660" y="0"/>
                    </a:cxn>
                    <a:cxn ang="0">
                      <a:pos x="0" y="0"/>
                    </a:cxn>
                    <a:cxn ang="0">
                      <a:pos x="0" y="323"/>
                    </a:cxn>
                    <a:cxn ang="0">
                      <a:pos x="660" y="323"/>
                    </a:cxn>
                    <a:cxn ang="0">
                      <a:pos x="660" y="197"/>
                    </a:cxn>
                  </a:cxnLst>
                  <a:rect l="0" t="0" r="r" b="b"/>
                  <a:pathLst>
                    <a:path w="661" h="324">
                      <a:moveTo>
                        <a:pt x="660" y="128"/>
                      </a:moveTo>
                      <a:lnTo>
                        <a:pt x="660" y="0"/>
                      </a:lnTo>
                      <a:lnTo>
                        <a:pt x="0" y="0"/>
                      </a:lnTo>
                      <a:lnTo>
                        <a:pt x="0" y="323"/>
                      </a:lnTo>
                      <a:lnTo>
                        <a:pt x="660" y="323"/>
                      </a:lnTo>
                      <a:lnTo>
                        <a:pt x="660" y="19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48" name="Freeform 10">
                  <a:extLst>
                    <a:ext uri="{FF2B5EF4-FFF2-40B4-BE49-F238E27FC236}">
                      <a16:creationId xmlns:a16="http://schemas.microsoft.com/office/drawing/2014/main" id="{1A719A5C-56E6-CF8C-D3A9-68EEA2846E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17684" y="537615"/>
                  <a:ext cx="1090613" cy="652461"/>
                </a:xfrm>
                <a:custGeom>
                  <a:avLst/>
                  <a:gdLst/>
                  <a:ahLst/>
                  <a:cxnLst>
                    <a:cxn ang="0">
                      <a:pos x="457" y="174"/>
                    </a:cxn>
                    <a:cxn ang="0">
                      <a:pos x="431" y="273"/>
                    </a:cxn>
                    <a:cxn ang="0">
                      <a:pos x="350" y="0"/>
                    </a:cxn>
                    <a:cxn ang="0">
                      <a:pos x="269" y="273"/>
                    </a:cxn>
                    <a:cxn ang="0">
                      <a:pos x="188" y="0"/>
                    </a:cxn>
                    <a:cxn ang="0">
                      <a:pos x="107" y="273"/>
                    </a:cxn>
                    <a:cxn ang="0">
                      <a:pos x="26" y="0"/>
                    </a:cxn>
                    <a:cxn ang="0">
                      <a:pos x="0" y="137"/>
                    </a:cxn>
                  </a:cxnLst>
                  <a:rect l="0" t="0" r="r" b="b"/>
                  <a:pathLst>
                    <a:path w="458" h="274">
                      <a:moveTo>
                        <a:pt x="457" y="174"/>
                      </a:moveTo>
                      <a:lnTo>
                        <a:pt x="431" y="273"/>
                      </a:lnTo>
                      <a:lnTo>
                        <a:pt x="350" y="0"/>
                      </a:lnTo>
                      <a:lnTo>
                        <a:pt x="269" y="273"/>
                      </a:lnTo>
                      <a:lnTo>
                        <a:pt x="188" y="0"/>
                      </a:lnTo>
                      <a:lnTo>
                        <a:pt x="107" y="273"/>
                      </a:lnTo>
                      <a:lnTo>
                        <a:pt x="26" y="0"/>
                      </a:lnTo>
                      <a:lnTo>
                        <a:pt x="0" y="13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49" name="Freeform 11">
                  <a:extLst>
                    <a:ext uri="{FF2B5EF4-FFF2-40B4-BE49-F238E27FC236}">
                      <a16:creationId xmlns:a16="http://schemas.microsoft.com/office/drawing/2014/main" id="{98E2299B-2523-0F8E-2766-44DBAD112A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4077" y="1085659"/>
                  <a:ext cx="157162" cy="154780"/>
                </a:xfrm>
                <a:custGeom>
                  <a:avLst/>
                  <a:gdLst/>
                  <a:ahLst/>
                  <a:cxnLst>
                    <a:cxn ang="0">
                      <a:pos x="0" y="64"/>
                    </a:cxn>
                    <a:cxn ang="0">
                      <a:pos x="32" y="0"/>
                    </a:cxn>
                    <a:cxn ang="0">
                      <a:pos x="65" y="64"/>
                    </a:cxn>
                  </a:cxnLst>
                  <a:rect l="0" t="0" r="r" b="b"/>
                  <a:pathLst>
                    <a:path w="66" h="65">
                      <a:moveTo>
                        <a:pt x="0" y="64"/>
                      </a:moveTo>
                      <a:lnTo>
                        <a:pt x="32" y="0"/>
                      </a:lnTo>
                      <a:lnTo>
                        <a:pt x="65" y="64"/>
                      </a:lnTo>
                    </a:path>
                  </a:pathLst>
                </a:custGeom>
                <a:noFill/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50" name="Freeform 12">
                  <a:extLst>
                    <a:ext uri="{FF2B5EF4-FFF2-40B4-BE49-F238E27FC236}">
                      <a16:creationId xmlns:a16="http://schemas.microsoft.com/office/drawing/2014/main" id="{8EEE215E-F653-2AD5-1EAC-947384B830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8532" y="1235679"/>
                  <a:ext cx="164306" cy="1619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3" y="67"/>
                    </a:cxn>
                    <a:cxn ang="0">
                      <a:pos x="68" y="0"/>
                    </a:cxn>
                  </a:cxnLst>
                  <a:rect l="0" t="0" r="r" b="b"/>
                  <a:pathLst>
                    <a:path w="69" h="68">
                      <a:moveTo>
                        <a:pt x="0" y="0"/>
                      </a:moveTo>
                      <a:lnTo>
                        <a:pt x="33" y="67"/>
                      </a:lnTo>
                      <a:lnTo>
                        <a:pt x="68" y="0"/>
                      </a:lnTo>
                    </a:path>
                  </a:pathLst>
                </a:custGeom>
                <a:noFill/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</p:grpSp>
          <p:grpSp>
            <p:nvGrpSpPr>
              <p:cNvPr id="624" name="Group 623">
                <a:extLst>
                  <a:ext uri="{FF2B5EF4-FFF2-40B4-BE49-F238E27FC236}">
                    <a16:creationId xmlns:a16="http://schemas.microsoft.com/office/drawing/2014/main" id="{44E9B124-45C6-0BE8-031D-7976A3B9D0B4}"/>
                  </a:ext>
                </a:extLst>
              </p:cNvPr>
              <p:cNvGrpSpPr/>
              <p:nvPr/>
            </p:nvGrpSpPr>
            <p:grpSpPr>
              <a:xfrm>
                <a:off x="9456830" y="-600283"/>
                <a:ext cx="1029904" cy="2086834"/>
                <a:chOff x="2215502" y="-2389180"/>
                <a:chExt cx="1844895" cy="3786784"/>
              </a:xfrm>
            </p:grpSpPr>
            <p:grpSp>
              <p:nvGrpSpPr>
                <p:cNvPr id="737" name="Group 736">
                  <a:extLst>
                    <a:ext uri="{FF2B5EF4-FFF2-40B4-BE49-F238E27FC236}">
                      <a16:creationId xmlns:a16="http://schemas.microsoft.com/office/drawing/2014/main" id="{39678A0C-D604-48F7-A096-1172B17832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95904" y="-2389180"/>
                  <a:ext cx="1664493" cy="323"/>
                  <a:chOff x="3960" y="1217"/>
                  <a:chExt cx="699" cy="323"/>
                </a:xfrm>
              </p:grpSpPr>
              <p:sp>
                <p:nvSpPr>
                  <p:cNvPr id="742" name="Line 4">
                    <a:extLst>
                      <a:ext uri="{FF2B5EF4-FFF2-40B4-BE49-F238E27FC236}">
                        <a16:creationId xmlns:a16="http://schemas.microsoft.com/office/drawing/2014/main" id="{914CCACD-D5A3-C387-8B5B-4AC36B18B11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50" y="1344"/>
                    <a:ext cx="60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743" name="Line 5">
                    <a:extLst>
                      <a:ext uri="{FF2B5EF4-FFF2-40B4-BE49-F238E27FC236}">
                        <a16:creationId xmlns:a16="http://schemas.microsoft.com/office/drawing/2014/main" id="{D6B05009-B0E3-F3CA-E493-16D424943F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50" y="1408"/>
                    <a:ext cx="60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744" name="Line 6">
                    <a:extLst>
                      <a:ext uri="{FF2B5EF4-FFF2-40B4-BE49-F238E27FC236}">
                        <a16:creationId xmlns:a16="http://schemas.microsoft.com/office/drawing/2014/main" id="{2E14E325-6E25-6A3E-0038-7DCC6D8F9BD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45" y="1217"/>
                    <a:ext cx="0" cy="32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745" name="Line 7">
                    <a:extLst>
                      <a:ext uri="{FF2B5EF4-FFF2-40B4-BE49-F238E27FC236}">
                        <a16:creationId xmlns:a16="http://schemas.microsoft.com/office/drawing/2014/main" id="{85FB1CD3-0681-E2A5-C1DF-0194119C69D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960" y="1217"/>
                    <a:ext cx="0" cy="32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</p:grpSp>
            <p:sp>
              <p:nvSpPr>
                <p:cNvPr id="738" name="Freeform 9">
                  <a:extLst>
                    <a:ext uri="{FF2B5EF4-FFF2-40B4-BE49-F238E27FC236}">
                      <a16:creationId xmlns:a16="http://schemas.microsoft.com/office/drawing/2014/main" id="{60954D7D-D830-C634-6190-3219129421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5502" y="471297"/>
                  <a:ext cx="1574008" cy="771524"/>
                </a:xfrm>
                <a:custGeom>
                  <a:avLst/>
                  <a:gdLst/>
                  <a:ahLst/>
                  <a:cxnLst>
                    <a:cxn ang="0">
                      <a:pos x="660" y="128"/>
                    </a:cxn>
                    <a:cxn ang="0">
                      <a:pos x="660" y="0"/>
                    </a:cxn>
                    <a:cxn ang="0">
                      <a:pos x="0" y="0"/>
                    </a:cxn>
                    <a:cxn ang="0">
                      <a:pos x="0" y="323"/>
                    </a:cxn>
                    <a:cxn ang="0">
                      <a:pos x="660" y="323"/>
                    </a:cxn>
                    <a:cxn ang="0">
                      <a:pos x="660" y="197"/>
                    </a:cxn>
                  </a:cxnLst>
                  <a:rect l="0" t="0" r="r" b="b"/>
                  <a:pathLst>
                    <a:path w="661" h="324">
                      <a:moveTo>
                        <a:pt x="660" y="128"/>
                      </a:moveTo>
                      <a:lnTo>
                        <a:pt x="660" y="0"/>
                      </a:lnTo>
                      <a:lnTo>
                        <a:pt x="0" y="0"/>
                      </a:lnTo>
                      <a:lnTo>
                        <a:pt x="0" y="323"/>
                      </a:lnTo>
                      <a:lnTo>
                        <a:pt x="660" y="323"/>
                      </a:lnTo>
                      <a:lnTo>
                        <a:pt x="660" y="19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39" name="Freeform 10">
                  <a:extLst>
                    <a:ext uri="{FF2B5EF4-FFF2-40B4-BE49-F238E27FC236}">
                      <a16:creationId xmlns:a16="http://schemas.microsoft.com/office/drawing/2014/main" id="{4751F7F7-E0A2-9DBA-0C58-D6AE8EBF5F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17684" y="537615"/>
                  <a:ext cx="1090613" cy="652461"/>
                </a:xfrm>
                <a:custGeom>
                  <a:avLst/>
                  <a:gdLst/>
                  <a:ahLst/>
                  <a:cxnLst>
                    <a:cxn ang="0">
                      <a:pos x="457" y="174"/>
                    </a:cxn>
                    <a:cxn ang="0">
                      <a:pos x="431" y="273"/>
                    </a:cxn>
                    <a:cxn ang="0">
                      <a:pos x="350" y="0"/>
                    </a:cxn>
                    <a:cxn ang="0">
                      <a:pos x="269" y="273"/>
                    </a:cxn>
                    <a:cxn ang="0">
                      <a:pos x="188" y="0"/>
                    </a:cxn>
                    <a:cxn ang="0">
                      <a:pos x="107" y="273"/>
                    </a:cxn>
                    <a:cxn ang="0">
                      <a:pos x="26" y="0"/>
                    </a:cxn>
                    <a:cxn ang="0">
                      <a:pos x="0" y="137"/>
                    </a:cxn>
                  </a:cxnLst>
                  <a:rect l="0" t="0" r="r" b="b"/>
                  <a:pathLst>
                    <a:path w="458" h="274">
                      <a:moveTo>
                        <a:pt x="457" y="174"/>
                      </a:moveTo>
                      <a:lnTo>
                        <a:pt x="431" y="273"/>
                      </a:lnTo>
                      <a:lnTo>
                        <a:pt x="350" y="0"/>
                      </a:lnTo>
                      <a:lnTo>
                        <a:pt x="269" y="273"/>
                      </a:lnTo>
                      <a:lnTo>
                        <a:pt x="188" y="0"/>
                      </a:lnTo>
                      <a:lnTo>
                        <a:pt x="107" y="273"/>
                      </a:lnTo>
                      <a:lnTo>
                        <a:pt x="26" y="0"/>
                      </a:lnTo>
                      <a:lnTo>
                        <a:pt x="0" y="13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40" name="Freeform 11">
                  <a:extLst>
                    <a:ext uri="{FF2B5EF4-FFF2-40B4-BE49-F238E27FC236}">
                      <a16:creationId xmlns:a16="http://schemas.microsoft.com/office/drawing/2014/main" id="{920241DE-2C70-5325-A9F8-582B17DBCE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4077" y="1085659"/>
                  <a:ext cx="157162" cy="154780"/>
                </a:xfrm>
                <a:custGeom>
                  <a:avLst/>
                  <a:gdLst/>
                  <a:ahLst/>
                  <a:cxnLst>
                    <a:cxn ang="0">
                      <a:pos x="0" y="64"/>
                    </a:cxn>
                    <a:cxn ang="0">
                      <a:pos x="32" y="0"/>
                    </a:cxn>
                    <a:cxn ang="0">
                      <a:pos x="65" y="64"/>
                    </a:cxn>
                  </a:cxnLst>
                  <a:rect l="0" t="0" r="r" b="b"/>
                  <a:pathLst>
                    <a:path w="66" h="65">
                      <a:moveTo>
                        <a:pt x="0" y="64"/>
                      </a:moveTo>
                      <a:lnTo>
                        <a:pt x="32" y="0"/>
                      </a:lnTo>
                      <a:lnTo>
                        <a:pt x="65" y="64"/>
                      </a:lnTo>
                    </a:path>
                  </a:pathLst>
                </a:custGeom>
                <a:noFill/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41" name="Freeform 12">
                  <a:extLst>
                    <a:ext uri="{FF2B5EF4-FFF2-40B4-BE49-F238E27FC236}">
                      <a16:creationId xmlns:a16="http://schemas.microsoft.com/office/drawing/2014/main" id="{C1EA0883-3B58-5F7D-BA7C-C1874D2CDC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8532" y="1235679"/>
                  <a:ext cx="164306" cy="1619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3" y="67"/>
                    </a:cxn>
                    <a:cxn ang="0">
                      <a:pos x="68" y="0"/>
                    </a:cxn>
                  </a:cxnLst>
                  <a:rect l="0" t="0" r="r" b="b"/>
                  <a:pathLst>
                    <a:path w="69" h="68">
                      <a:moveTo>
                        <a:pt x="0" y="0"/>
                      </a:moveTo>
                      <a:lnTo>
                        <a:pt x="33" y="67"/>
                      </a:lnTo>
                      <a:lnTo>
                        <a:pt x="68" y="0"/>
                      </a:lnTo>
                    </a:path>
                  </a:pathLst>
                </a:custGeom>
                <a:noFill/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</p:grpSp>
          <p:grpSp>
            <p:nvGrpSpPr>
              <p:cNvPr id="625" name="Group 624">
                <a:extLst>
                  <a:ext uri="{FF2B5EF4-FFF2-40B4-BE49-F238E27FC236}">
                    <a16:creationId xmlns:a16="http://schemas.microsoft.com/office/drawing/2014/main" id="{B82A2996-FD65-4B83-807A-BFC1553960DF}"/>
                  </a:ext>
                </a:extLst>
              </p:cNvPr>
              <p:cNvGrpSpPr/>
              <p:nvPr/>
            </p:nvGrpSpPr>
            <p:grpSpPr>
              <a:xfrm>
                <a:off x="8350980" y="2022889"/>
                <a:ext cx="1666235" cy="828692"/>
                <a:chOff x="3382142" y="4777026"/>
                <a:chExt cx="2940359" cy="1473993"/>
              </a:xfrm>
            </p:grpSpPr>
            <p:sp>
              <p:nvSpPr>
                <p:cNvPr id="712" name="Line 14">
                  <a:extLst>
                    <a:ext uri="{FF2B5EF4-FFF2-40B4-BE49-F238E27FC236}">
                      <a16:creationId xmlns:a16="http://schemas.microsoft.com/office/drawing/2014/main" id="{B8964BFE-7534-DB21-B231-15C821C755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412076" y="5531881"/>
                  <a:ext cx="12695" cy="41727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13" name="Line 15">
                  <a:extLst>
                    <a:ext uri="{FF2B5EF4-FFF2-40B4-BE49-F238E27FC236}">
                      <a16:creationId xmlns:a16="http://schemas.microsoft.com/office/drawing/2014/main" id="{99A26603-F92B-0B37-F254-FFC4C7DA97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81870" y="5531881"/>
                  <a:ext cx="2381" cy="37623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14" name="Line 16">
                  <a:extLst>
                    <a:ext uri="{FF2B5EF4-FFF2-40B4-BE49-F238E27FC236}">
                      <a16:creationId xmlns:a16="http://schemas.microsoft.com/office/drawing/2014/main" id="{3296AD65-85A9-A37D-F743-11EEC96519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24771" y="5322331"/>
                  <a:ext cx="2381" cy="22145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15" name="Line 17">
                  <a:extLst>
                    <a:ext uri="{FF2B5EF4-FFF2-40B4-BE49-F238E27FC236}">
                      <a16:creationId xmlns:a16="http://schemas.microsoft.com/office/drawing/2014/main" id="{1757649D-A896-8826-8443-C2E99AE355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15233" y="5322331"/>
                  <a:ext cx="219074" cy="238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16" name="Line 18">
                  <a:extLst>
                    <a:ext uri="{FF2B5EF4-FFF2-40B4-BE49-F238E27FC236}">
                      <a16:creationId xmlns:a16="http://schemas.microsoft.com/office/drawing/2014/main" id="{1981E540-E9F2-AA28-281F-ABEC04FCD1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10332" y="5322331"/>
                  <a:ext cx="219074" cy="238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17" name="Line 19">
                  <a:extLst>
                    <a:ext uri="{FF2B5EF4-FFF2-40B4-BE49-F238E27FC236}">
                      <a16:creationId xmlns:a16="http://schemas.microsoft.com/office/drawing/2014/main" id="{FB345606-9BF6-3CEE-3B7C-B854FDB848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2251" y="5322331"/>
                  <a:ext cx="2382" cy="22145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18" name="Freeform 20">
                  <a:extLst>
                    <a:ext uri="{FF2B5EF4-FFF2-40B4-BE49-F238E27FC236}">
                      <a16:creationId xmlns:a16="http://schemas.microsoft.com/office/drawing/2014/main" id="{59590EFB-E602-ED20-D3DA-8302C95686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2764" y="4800840"/>
                  <a:ext cx="107157" cy="221455"/>
                </a:xfrm>
                <a:custGeom>
                  <a:avLst/>
                  <a:gdLst/>
                  <a:ahLst/>
                  <a:cxnLst>
                    <a:cxn ang="0">
                      <a:pos x="21" y="0"/>
                    </a:cxn>
                    <a:cxn ang="0">
                      <a:pos x="0" y="92"/>
                    </a:cxn>
                    <a:cxn ang="0">
                      <a:pos x="44" y="89"/>
                    </a:cxn>
                    <a:cxn ang="0">
                      <a:pos x="21" y="0"/>
                    </a:cxn>
                  </a:cxnLst>
                  <a:rect l="0" t="0" r="r" b="b"/>
                  <a:pathLst>
                    <a:path w="45" h="93">
                      <a:moveTo>
                        <a:pt x="21" y="0"/>
                      </a:moveTo>
                      <a:lnTo>
                        <a:pt x="0" y="92"/>
                      </a:lnTo>
                      <a:lnTo>
                        <a:pt x="44" y="89"/>
                      </a:lnTo>
                      <a:lnTo>
                        <a:pt x="21" y="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19" name="Freeform 21">
                  <a:extLst>
                    <a:ext uri="{FF2B5EF4-FFF2-40B4-BE49-F238E27FC236}">
                      <a16:creationId xmlns:a16="http://schemas.microsoft.com/office/drawing/2014/main" id="{2247A071-FBCC-2F71-14F1-424DD73B9F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1870" y="5308044"/>
                  <a:ext cx="159543" cy="228600"/>
                </a:xfrm>
                <a:custGeom>
                  <a:avLst/>
                  <a:gdLst/>
                  <a:ahLst/>
                  <a:cxnLst>
                    <a:cxn ang="0">
                      <a:pos x="0" y="95"/>
                    </a:cxn>
                    <a:cxn ang="0">
                      <a:pos x="0" y="92"/>
                    </a:cxn>
                    <a:cxn ang="0">
                      <a:pos x="15" y="0"/>
                    </a:cxn>
                    <a:cxn ang="0">
                      <a:pos x="66" y="21"/>
                    </a:cxn>
                    <a:cxn ang="0">
                      <a:pos x="0" y="95"/>
                    </a:cxn>
                  </a:cxnLst>
                  <a:rect l="0" t="0" r="r" b="b"/>
                  <a:pathLst>
                    <a:path w="67" h="96">
                      <a:moveTo>
                        <a:pt x="0" y="95"/>
                      </a:moveTo>
                      <a:lnTo>
                        <a:pt x="0" y="92"/>
                      </a:lnTo>
                      <a:lnTo>
                        <a:pt x="15" y="0"/>
                      </a:lnTo>
                      <a:lnTo>
                        <a:pt x="66" y="21"/>
                      </a:lnTo>
                      <a:lnTo>
                        <a:pt x="0" y="95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20" name="Rectangle 719">
                  <a:extLst>
                    <a:ext uri="{FF2B5EF4-FFF2-40B4-BE49-F238E27FC236}">
                      <a16:creationId xmlns:a16="http://schemas.microsoft.com/office/drawing/2014/main" id="{184DC498-7FEA-33F5-37A6-939761143E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5557" y="4786551"/>
                  <a:ext cx="1512093" cy="747711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21" name="Line 23">
                  <a:extLst>
                    <a:ext uri="{FF2B5EF4-FFF2-40B4-BE49-F238E27FC236}">
                      <a16:creationId xmlns:a16="http://schemas.microsoft.com/office/drawing/2014/main" id="{FF318BE1-6FAB-212E-616B-37631D20C8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60413" y="4777026"/>
                  <a:ext cx="2382" cy="76676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22" name="Line 24">
                  <a:extLst>
                    <a:ext uri="{FF2B5EF4-FFF2-40B4-BE49-F238E27FC236}">
                      <a16:creationId xmlns:a16="http://schemas.microsoft.com/office/drawing/2014/main" id="{157A78DC-991B-4A2A-5FEE-4C9030A4BB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081870" y="4788931"/>
                  <a:ext cx="345281" cy="7548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23" name="Line 25">
                  <a:extLst>
                    <a:ext uri="{FF2B5EF4-FFF2-40B4-BE49-F238E27FC236}">
                      <a16:creationId xmlns:a16="http://schemas.microsoft.com/office/drawing/2014/main" id="{A579FB95-E954-E733-97AC-70418BC820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60389" y="4788931"/>
                  <a:ext cx="2382" cy="7548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29" name="AutoShape 31">
                  <a:extLst>
                    <a:ext uri="{FF2B5EF4-FFF2-40B4-BE49-F238E27FC236}">
                      <a16:creationId xmlns:a16="http://schemas.microsoft.com/office/drawing/2014/main" id="{2E8DC575-F686-4DB5-BC05-04694EDDBE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19983" y="5927168"/>
                  <a:ext cx="388143" cy="323849"/>
                </a:xfrm>
                <a:prstGeom prst="triangle">
                  <a:avLst>
                    <a:gd name="adj" fmla="val 49995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30" name="AutoShape 32">
                  <a:extLst>
                    <a:ext uri="{FF2B5EF4-FFF2-40B4-BE49-F238E27FC236}">
                      <a16:creationId xmlns:a16="http://schemas.microsoft.com/office/drawing/2014/main" id="{032675DC-DC3F-FC97-40C2-2D558386AB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4886608" y="5927170"/>
                  <a:ext cx="388143" cy="323849"/>
                </a:xfrm>
                <a:prstGeom prst="triangle">
                  <a:avLst>
                    <a:gd name="adj" fmla="val 49995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31" name="Freeform 33">
                  <a:extLst>
                    <a:ext uri="{FF2B5EF4-FFF2-40B4-BE49-F238E27FC236}">
                      <a16:creationId xmlns:a16="http://schemas.microsoft.com/office/drawing/2014/main" id="{E1ABDDEB-DEB1-E61A-F4A1-3BB514F517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2413" y="5100883"/>
                  <a:ext cx="700088" cy="416717"/>
                </a:xfrm>
                <a:custGeom>
                  <a:avLst/>
                  <a:gdLst/>
                  <a:ahLst/>
                  <a:cxnLst>
                    <a:cxn ang="0">
                      <a:pos x="293" y="87"/>
                    </a:cxn>
                    <a:cxn ang="0">
                      <a:pos x="275" y="174"/>
                    </a:cxn>
                    <a:cxn ang="0">
                      <a:pos x="224" y="0"/>
                    </a:cxn>
                    <a:cxn ang="0">
                      <a:pos x="172" y="174"/>
                    </a:cxn>
                    <a:cxn ang="0">
                      <a:pos x="120" y="0"/>
                    </a:cxn>
                    <a:cxn ang="0">
                      <a:pos x="68" y="174"/>
                    </a:cxn>
                    <a:cxn ang="0">
                      <a:pos x="17" y="0"/>
                    </a:cxn>
                    <a:cxn ang="0">
                      <a:pos x="0" y="87"/>
                    </a:cxn>
                  </a:cxnLst>
                  <a:rect l="0" t="0" r="r" b="b"/>
                  <a:pathLst>
                    <a:path w="294" h="175">
                      <a:moveTo>
                        <a:pt x="293" y="87"/>
                      </a:moveTo>
                      <a:lnTo>
                        <a:pt x="275" y="174"/>
                      </a:lnTo>
                      <a:lnTo>
                        <a:pt x="224" y="0"/>
                      </a:lnTo>
                      <a:lnTo>
                        <a:pt x="172" y="174"/>
                      </a:lnTo>
                      <a:lnTo>
                        <a:pt x="120" y="0"/>
                      </a:lnTo>
                      <a:lnTo>
                        <a:pt x="68" y="174"/>
                      </a:lnTo>
                      <a:lnTo>
                        <a:pt x="17" y="0"/>
                      </a:lnTo>
                      <a:lnTo>
                        <a:pt x="0" y="8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grpSp>
              <p:nvGrpSpPr>
                <p:cNvPr id="732" name="Group 731">
                  <a:extLst>
                    <a:ext uri="{FF2B5EF4-FFF2-40B4-BE49-F238E27FC236}">
                      <a16:creationId xmlns:a16="http://schemas.microsoft.com/office/drawing/2014/main" id="{DD173085-83F5-D98A-536E-E5294B090B3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82142" y="5010173"/>
                  <a:ext cx="729371" cy="312169"/>
                  <a:chOff x="4593" y="3132"/>
                  <a:chExt cx="313" cy="191"/>
                </a:xfrm>
              </p:grpSpPr>
              <p:sp>
                <p:nvSpPr>
                  <p:cNvPr id="733" name="Freeform 90">
                    <a:extLst>
                      <a:ext uri="{FF2B5EF4-FFF2-40B4-BE49-F238E27FC236}">
                        <a16:creationId xmlns:a16="http://schemas.microsoft.com/office/drawing/2014/main" id="{26D6FE47-5B33-AB00-6F0D-FC4E4064185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67" y="3132"/>
                    <a:ext cx="139" cy="191"/>
                  </a:xfrm>
                  <a:custGeom>
                    <a:avLst/>
                    <a:gdLst/>
                    <a:ahLst/>
                    <a:cxnLst>
                      <a:cxn ang="0">
                        <a:pos x="154" y="0"/>
                      </a:cxn>
                      <a:cxn ang="0">
                        <a:pos x="0" y="0"/>
                      </a:cxn>
                      <a:cxn ang="0">
                        <a:pos x="0" y="231"/>
                      </a:cxn>
                      <a:cxn ang="0">
                        <a:pos x="154" y="231"/>
                      </a:cxn>
                    </a:cxnLst>
                    <a:rect l="0" t="0" r="r" b="b"/>
                    <a:pathLst>
                      <a:path w="155" h="232">
                        <a:moveTo>
                          <a:pt x="154" y="0"/>
                        </a:moveTo>
                        <a:lnTo>
                          <a:pt x="0" y="0"/>
                        </a:lnTo>
                        <a:lnTo>
                          <a:pt x="0" y="231"/>
                        </a:lnTo>
                        <a:lnTo>
                          <a:pt x="154" y="231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734" name="Freeform 91">
                    <a:extLst>
                      <a:ext uri="{FF2B5EF4-FFF2-40B4-BE49-F238E27FC236}">
                        <a16:creationId xmlns:a16="http://schemas.microsoft.com/office/drawing/2014/main" id="{9B86B1C3-7E1B-322B-A505-B3D52C9866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93" y="3132"/>
                    <a:ext cx="175" cy="64"/>
                  </a:xfrm>
                  <a:custGeom>
                    <a:avLst/>
                    <a:gdLst/>
                    <a:ahLst/>
                    <a:cxnLst>
                      <a:cxn ang="0">
                        <a:pos x="194" y="0"/>
                      </a:cxn>
                      <a:cxn ang="0">
                        <a:pos x="0" y="0"/>
                      </a:cxn>
                      <a:cxn ang="0">
                        <a:pos x="0" y="77"/>
                      </a:cxn>
                      <a:cxn ang="0">
                        <a:pos x="194" y="77"/>
                      </a:cxn>
                    </a:cxnLst>
                    <a:rect l="0" t="0" r="r" b="b"/>
                    <a:pathLst>
                      <a:path w="195" h="78">
                        <a:moveTo>
                          <a:pt x="194" y="0"/>
                        </a:moveTo>
                        <a:lnTo>
                          <a:pt x="0" y="0"/>
                        </a:lnTo>
                        <a:lnTo>
                          <a:pt x="0" y="77"/>
                        </a:lnTo>
                        <a:lnTo>
                          <a:pt x="194" y="7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735" name="Line 92">
                    <a:extLst>
                      <a:ext uri="{FF2B5EF4-FFF2-40B4-BE49-F238E27FC236}">
                        <a16:creationId xmlns:a16="http://schemas.microsoft.com/office/drawing/2014/main" id="{C0743C88-13DF-EAF9-CFD3-14FADFFDF25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28" y="3132"/>
                    <a:ext cx="34" cy="6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736" name="Freeform 93">
                    <a:extLst>
                      <a:ext uri="{FF2B5EF4-FFF2-40B4-BE49-F238E27FC236}">
                        <a16:creationId xmlns:a16="http://schemas.microsoft.com/office/drawing/2014/main" id="{D3BDDF52-C1D6-2270-E5B3-16DF428E24C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97" y="3132"/>
                    <a:ext cx="60" cy="64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77"/>
                      </a:cxn>
                      <a:cxn ang="0">
                        <a:pos x="66" y="39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67" h="78">
                        <a:moveTo>
                          <a:pt x="0" y="0"/>
                        </a:moveTo>
                        <a:lnTo>
                          <a:pt x="0" y="77"/>
                        </a:lnTo>
                        <a:lnTo>
                          <a:pt x="66" y="39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</p:grpSp>
          </p:grpSp>
          <p:grpSp>
            <p:nvGrpSpPr>
              <p:cNvPr id="626" name="Group 625">
                <a:extLst>
                  <a:ext uri="{FF2B5EF4-FFF2-40B4-BE49-F238E27FC236}">
                    <a16:creationId xmlns:a16="http://schemas.microsoft.com/office/drawing/2014/main" id="{0D99442B-D9FE-EB9A-1F4A-0B74164E4145}"/>
                  </a:ext>
                </a:extLst>
              </p:cNvPr>
              <p:cNvGrpSpPr/>
              <p:nvPr/>
            </p:nvGrpSpPr>
            <p:grpSpPr>
              <a:xfrm>
                <a:off x="6582941" y="1995860"/>
                <a:ext cx="1666235" cy="828692"/>
                <a:chOff x="3382142" y="4777026"/>
                <a:chExt cx="2940359" cy="1473993"/>
              </a:xfrm>
            </p:grpSpPr>
            <p:sp>
              <p:nvSpPr>
                <p:cNvPr id="687" name="Line 14">
                  <a:extLst>
                    <a:ext uri="{FF2B5EF4-FFF2-40B4-BE49-F238E27FC236}">
                      <a16:creationId xmlns:a16="http://schemas.microsoft.com/office/drawing/2014/main" id="{B4B909E9-538E-3A10-189A-BE81CFCC7F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412076" y="5531881"/>
                  <a:ext cx="12695" cy="41727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88" name="Line 15">
                  <a:extLst>
                    <a:ext uri="{FF2B5EF4-FFF2-40B4-BE49-F238E27FC236}">
                      <a16:creationId xmlns:a16="http://schemas.microsoft.com/office/drawing/2014/main" id="{367832BA-BD47-0D96-1C2C-A4812E7897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81870" y="5531881"/>
                  <a:ext cx="2381" cy="37623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89" name="Line 16">
                  <a:extLst>
                    <a:ext uri="{FF2B5EF4-FFF2-40B4-BE49-F238E27FC236}">
                      <a16:creationId xmlns:a16="http://schemas.microsoft.com/office/drawing/2014/main" id="{5183DC77-9CC4-7087-3F03-AFAB1E3C6A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24771" y="5322331"/>
                  <a:ext cx="2381" cy="22145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90" name="Line 17">
                  <a:extLst>
                    <a:ext uri="{FF2B5EF4-FFF2-40B4-BE49-F238E27FC236}">
                      <a16:creationId xmlns:a16="http://schemas.microsoft.com/office/drawing/2014/main" id="{2B955C01-D11F-BC9E-71E4-5C91556356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15233" y="5322331"/>
                  <a:ext cx="219074" cy="238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91" name="Line 18">
                  <a:extLst>
                    <a:ext uri="{FF2B5EF4-FFF2-40B4-BE49-F238E27FC236}">
                      <a16:creationId xmlns:a16="http://schemas.microsoft.com/office/drawing/2014/main" id="{D59E61E3-83EF-1231-E8DF-33CB88AE1D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10332" y="5322331"/>
                  <a:ext cx="219074" cy="238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92" name="Line 19">
                  <a:extLst>
                    <a:ext uri="{FF2B5EF4-FFF2-40B4-BE49-F238E27FC236}">
                      <a16:creationId xmlns:a16="http://schemas.microsoft.com/office/drawing/2014/main" id="{CD09B1A8-74C6-1D18-B7A2-118CFCD19F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2251" y="5322331"/>
                  <a:ext cx="2382" cy="22145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93" name="Freeform 20">
                  <a:extLst>
                    <a:ext uri="{FF2B5EF4-FFF2-40B4-BE49-F238E27FC236}">
                      <a16:creationId xmlns:a16="http://schemas.microsoft.com/office/drawing/2014/main" id="{056E1FDB-0A21-8E44-2C82-D5715ED1D0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2764" y="4800840"/>
                  <a:ext cx="107157" cy="221455"/>
                </a:xfrm>
                <a:custGeom>
                  <a:avLst/>
                  <a:gdLst/>
                  <a:ahLst/>
                  <a:cxnLst>
                    <a:cxn ang="0">
                      <a:pos x="21" y="0"/>
                    </a:cxn>
                    <a:cxn ang="0">
                      <a:pos x="0" y="92"/>
                    </a:cxn>
                    <a:cxn ang="0">
                      <a:pos x="44" y="89"/>
                    </a:cxn>
                    <a:cxn ang="0">
                      <a:pos x="21" y="0"/>
                    </a:cxn>
                  </a:cxnLst>
                  <a:rect l="0" t="0" r="r" b="b"/>
                  <a:pathLst>
                    <a:path w="45" h="93">
                      <a:moveTo>
                        <a:pt x="21" y="0"/>
                      </a:moveTo>
                      <a:lnTo>
                        <a:pt x="0" y="92"/>
                      </a:lnTo>
                      <a:lnTo>
                        <a:pt x="44" y="89"/>
                      </a:lnTo>
                      <a:lnTo>
                        <a:pt x="21" y="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94" name="Freeform 21">
                  <a:extLst>
                    <a:ext uri="{FF2B5EF4-FFF2-40B4-BE49-F238E27FC236}">
                      <a16:creationId xmlns:a16="http://schemas.microsoft.com/office/drawing/2014/main" id="{A8E82D89-4DC5-578A-039F-0EE7E192F6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1870" y="5308044"/>
                  <a:ext cx="159543" cy="228600"/>
                </a:xfrm>
                <a:custGeom>
                  <a:avLst/>
                  <a:gdLst/>
                  <a:ahLst/>
                  <a:cxnLst>
                    <a:cxn ang="0">
                      <a:pos x="0" y="95"/>
                    </a:cxn>
                    <a:cxn ang="0">
                      <a:pos x="0" y="92"/>
                    </a:cxn>
                    <a:cxn ang="0">
                      <a:pos x="15" y="0"/>
                    </a:cxn>
                    <a:cxn ang="0">
                      <a:pos x="66" y="21"/>
                    </a:cxn>
                    <a:cxn ang="0">
                      <a:pos x="0" y="95"/>
                    </a:cxn>
                  </a:cxnLst>
                  <a:rect l="0" t="0" r="r" b="b"/>
                  <a:pathLst>
                    <a:path w="67" h="96">
                      <a:moveTo>
                        <a:pt x="0" y="95"/>
                      </a:moveTo>
                      <a:lnTo>
                        <a:pt x="0" y="92"/>
                      </a:lnTo>
                      <a:lnTo>
                        <a:pt x="15" y="0"/>
                      </a:lnTo>
                      <a:lnTo>
                        <a:pt x="66" y="21"/>
                      </a:lnTo>
                      <a:lnTo>
                        <a:pt x="0" y="95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95" name="Rectangle 694">
                  <a:extLst>
                    <a:ext uri="{FF2B5EF4-FFF2-40B4-BE49-F238E27FC236}">
                      <a16:creationId xmlns:a16="http://schemas.microsoft.com/office/drawing/2014/main" id="{A3B5A159-D53C-F01D-BA12-B792D89BF9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5557" y="4786551"/>
                  <a:ext cx="1512093" cy="747711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96" name="Line 23">
                  <a:extLst>
                    <a:ext uri="{FF2B5EF4-FFF2-40B4-BE49-F238E27FC236}">
                      <a16:creationId xmlns:a16="http://schemas.microsoft.com/office/drawing/2014/main" id="{B7BB1209-AF38-0175-F9B5-E1CB518CFC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60413" y="4777026"/>
                  <a:ext cx="2382" cy="76676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97" name="Line 24">
                  <a:extLst>
                    <a:ext uri="{FF2B5EF4-FFF2-40B4-BE49-F238E27FC236}">
                      <a16:creationId xmlns:a16="http://schemas.microsoft.com/office/drawing/2014/main" id="{A6B52728-5040-B1D6-7B83-266C4AC70C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081870" y="4788931"/>
                  <a:ext cx="345281" cy="7548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98" name="Line 25">
                  <a:extLst>
                    <a:ext uri="{FF2B5EF4-FFF2-40B4-BE49-F238E27FC236}">
                      <a16:creationId xmlns:a16="http://schemas.microsoft.com/office/drawing/2014/main" id="{FE2D2455-13A7-8193-265E-74BC2FB11E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60389" y="4788931"/>
                  <a:ext cx="2382" cy="7548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04" name="AutoShape 31">
                  <a:extLst>
                    <a:ext uri="{FF2B5EF4-FFF2-40B4-BE49-F238E27FC236}">
                      <a16:creationId xmlns:a16="http://schemas.microsoft.com/office/drawing/2014/main" id="{F7C32223-A079-FC10-B735-8E48F80D63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19983" y="5927168"/>
                  <a:ext cx="388143" cy="323849"/>
                </a:xfrm>
                <a:prstGeom prst="triangle">
                  <a:avLst>
                    <a:gd name="adj" fmla="val 49995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05" name="AutoShape 32">
                  <a:extLst>
                    <a:ext uri="{FF2B5EF4-FFF2-40B4-BE49-F238E27FC236}">
                      <a16:creationId xmlns:a16="http://schemas.microsoft.com/office/drawing/2014/main" id="{D4D03DC7-718D-F410-804D-CDA16E9998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4886608" y="5927170"/>
                  <a:ext cx="388143" cy="323849"/>
                </a:xfrm>
                <a:prstGeom prst="triangle">
                  <a:avLst>
                    <a:gd name="adj" fmla="val 49995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06" name="Freeform 33">
                  <a:extLst>
                    <a:ext uri="{FF2B5EF4-FFF2-40B4-BE49-F238E27FC236}">
                      <a16:creationId xmlns:a16="http://schemas.microsoft.com/office/drawing/2014/main" id="{CD0997C7-B85B-109D-7E5E-61A3C6922A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2413" y="5100883"/>
                  <a:ext cx="700088" cy="416717"/>
                </a:xfrm>
                <a:custGeom>
                  <a:avLst/>
                  <a:gdLst/>
                  <a:ahLst/>
                  <a:cxnLst>
                    <a:cxn ang="0">
                      <a:pos x="293" y="87"/>
                    </a:cxn>
                    <a:cxn ang="0">
                      <a:pos x="275" y="174"/>
                    </a:cxn>
                    <a:cxn ang="0">
                      <a:pos x="224" y="0"/>
                    </a:cxn>
                    <a:cxn ang="0">
                      <a:pos x="172" y="174"/>
                    </a:cxn>
                    <a:cxn ang="0">
                      <a:pos x="120" y="0"/>
                    </a:cxn>
                    <a:cxn ang="0">
                      <a:pos x="68" y="174"/>
                    </a:cxn>
                    <a:cxn ang="0">
                      <a:pos x="17" y="0"/>
                    </a:cxn>
                    <a:cxn ang="0">
                      <a:pos x="0" y="87"/>
                    </a:cxn>
                  </a:cxnLst>
                  <a:rect l="0" t="0" r="r" b="b"/>
                  <a:pathLst>
                    <a:path w="294" h="175">
                      <a:moveTo>
                        <a:pt x="293" y="87"/>
                      </a:moveTo>
                      <a:lnTo>
                        <a:pt x="275" y="174"/>
                      </a:lnTo>
                      <a:lnTo>
                        <a:pt x="224" y="0"/>
                      </a:lnTo>
                      <a:lnTo>
                        <a:pt x="172" y="174"/>
                      </a:lnTo>
                      <a:lnTo>
                        <a:pt x="120" y="0"/>
                      </a:lnTo>
                      <a:lnTo>
                        <a:pt x="68" y="174"/>
                      </a:lnTo>
                      <a:lnTo>
                        <a:pt x="17" y="0"/>
                      </a:lnTo>
                      <a:lnTo>
                        <a:pt x="0" y="8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grpSp>
              <p:nvGrpSpPr>
                <p:cNvPr id="707" name="Group 706">
                  <a:extLst>
                    <a:ext uri="{FF2B5EF4-FFF2-40B4-BE49-F238E27FC236}">
                      <a16:creationId xmlns:a16="http://schemas.microsoft.com/office/drawing/2014/main" id="{A3D3047A-FE3A-4EA2-53C2-A28B2874889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82142" y="5010173"/>
                  <a:ext cx="729371" cy="312169"/>
                  <a:chOff x="4593" y="3132"/>
                  <a:chExt cx="313" cy="191"/>
                </a:xfrm>
              </p:grpSpPr>
              <p:sp>
                <p:nvSpPr>
                  <p:cNvPr id="708" name="Freeform 90">
                    <a:extLst>
                      <a:ext uri="{FF2B5EF4-FFF2-40B4-BE49-F238E27FC236}">
                        <a16:creationId xmlns:a16="http://schemas.microsoft.com/office/drawing/2014/main" id="{D70E68A6-F345-B5A0-8AB3-5528D9076B1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67" y="3132"/>
                    <a:ext cx="139" cy="191"/>
                  </a:xfrm>
                  <a:custGeom>
                    <a:avLst/>
                    <a:gdLst/>
                    <a:ahLst/>
                    <a:cxnLst>
                      <a:cxn ang="0">
                        <a:pos x="154" y="0"/>
                      </a:cxn>
                      <a:cxn ang="0">
                        <a:pos x="0" y="0"/>
                      </a:cxn>
                      <a:cxn ang="0">
                        <a:pos x="0" y="231"/>
                      </a:cxn>
                      <a:cxn ang="0">
                        <a:pos x="154" y="231"/>
                      </a:cxn>
                    </a:cxnLst>
                    <a:rect l="0" t="0" r="r" b="b"/>
                    <a:pathLst>
                      <a:path w="155" h="232">
                        <a:moveTo>
                          <a:pt x="154" y="0"/>
                        </a:moveTo>
                        <a:lnTo>
                          <a:pt x="0" y="0"/>
                        </a:lnTo>
                        <a:lnTo>
                          <a:pt x="0" y="231"/>
                        </a:lnTo>
                        <a:lnTo>
                          <a:pt x="154" y="231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709" name="Freeform 91">
                    <a:extLst>
                      <a:ext uri="{FF2B5EF4-FFF2-40B4-BE49-F238E27FC236}">
                        <a16:creationId xmlns:a16="http://schemas.microsoft.com/office/drawing/2014/main" id="{03BDFF92-36FA-177A-51B6-5D617CE1B39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93" y="3132"/>
                    <a:ext cx="175" cy="64"/>
                  </a:xfrm>
                  <a:custGeom>
                    <a:avLst/>
                    <a:gdLst/>
                    <a:ahLst/>
                    <a:cxnLst>
                      <a:cxn ang="0">
                        <a:pos x="194" y="0"/>
                      </a:cxn>
                      <a:cxn ang="0">
                        <a:pos x="0" y="0"/>
                      </a:cxn>
                      <a:cxn ang="0">
                        <a:pos x="0" y="77"/>
                      </a:cxn>
                      <a:cxn ang="0">
                        <a:pos x="194" y="77"/>
                      </a:cxn>
                    </a:cxnLst>
                    <a:rect l="0" t="0" r="r" b="b"/>
                    <a:pathLst>
                      <a:path w="195" h="78">
                        <a:moveTo>
                          <a:pt x="194" y="0"/>
                        </a:moveTo>
                        <a:lnTo>
                          <a:pt x="0" y="0"/>
                        </a:lnTo>
                        <a:lnTo>
                          <a:pt x="0" y="77"/>
                        </a:lnTo>
                        <a:lnTo>
                          <a:pt x="194" y="7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710" name="Line 92">
                    <a:extLst>
                      <a:ext uri="{FF2B5EF4-FFF2-40B4-BE49-F238E27FC236}">
                        <a16:creationId xmlns:a16="http://schemas.microsoft.com/office/drawing/2014/main" id="{FCFC9B9E-E25A-B451-CC81-4F67419E29F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28" y="3132"/>
                    <a:ext cx="34" cy="6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711" name="Freeform 93">
                    <a:extLst>
                      <a:ext uri="{FF2B5EF4-FFF2-40B4-BE49-F238E27FC236}">
                        <a16:creationId xmlns:a16="http://schemas.microsoft.com/office/drawing/2014/main" id="{3DB3C671-84D2-CC75-6D34-CB9C27A626D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97" y="3132"/>
                    <a:ext cx="60" cy="64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77"/>
                      </a:cxn>
                      <a:cxn ang="0">
                        <a:pos x="66" y="39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67" h="78">
                        <a:moveTo>
                          <a:pt x="0" y="0"/>
                        </a:moveTo>
                        <a:lnTo>
                          <a:pt x="0" y="77"/>
                        </a:lnTo>
                        <a:lnTo>
                          <a:pt x="66" y="39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</p:grpSp>
          </p:grpSp>
          <p:cxnSp>
            <p:nvCxnSpPr>
              <p:cNvPr id="627" name="Straight Connector 626">
                <a:extLst>
                  <a:ext uri="{FF2B5EF4-FFF2-40B4-BE49-F238E27FC236}">
                    <a16:creationId xmlns:a16="http://schemas.microsoft.com/office/drawing/2014/main" id="{8F10ADEE-2D5A-ED7B-C605-E5912AF56C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89031" y="2125649"/>
                <a:ext cx="979" cy="234288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8" name="TextBox 627">
                <a:extLst>
                  <a:ext uri="{FF2B5EF4-FFF2-40B4-BE49-F238E27FC236}">
                    <a16:creationId xmlns:a16="http://schemas.microsoft.com/office/drawing/2014/main" id="{96174AB7-9D7C-A242-883A-16C5AA981D93}"/>
                  </a:ext>
                </a:extLst>
              </p:cNvPr>
              <p:cNvSpPr txBox="1"/>
              <p:nvPr/>
            </p:nvSpPr>
            <p:spPr>
              <a:xfrm>
                <a:off x="8457729" y="3622768"/>
                <a:ext cx="1039327" cy="961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/>
                  <a:t>20psi</a:t>
                </a:r>
              </a:p>
            </p:txBody>
          </p:sp>
          <p:grpSp>
            <p:nvGrpSpPr>
              <p:cNvPr id="629" name="Group 628">
                <a:extLst>
                  <a:ext uri="{FF2B5EF4-FFF2-40B4-BE49-F238E27FC236}">
                    <a16:creationId xmlns:a16="http://schemas.microsoft.com/office/drawing/2014/main" id="{53A4464E-24A1-AC8B-0C2A-9345EFD138C5}"/>
                  </a:ext>
                </a:extLst>
              </p:cNvPr>
              <p:cNvGrpSpPr/>
              <p:nvPr/>
            </p:nvGrpSpPr>
            <p:grpSpPr>
              <a:xfrm>
                <a:off x="8238198" y="2155827"/>
                <a:ext cx="526119" cy="2312704"/>
                <a:chOff x="6793883" y="1842403"/>
                <a:chExt cx="526119" cy="2286613"/>
              </a:xfrm>
            </p:grpSpPr>
            <p:cxnSp>
              <p:nvCxnSpPr>
                <p:cNvPr id="684" name="Straight Connector 683">
                  <a:extLst>
                    <a:ext uri="{FF2B5EF4-FFF2-40B4-BE49-F238E27FC236}">
                      <a16:creationId xmlns:a16="http://schemas.microsoft.com/office/drawing/2014/main" id="{5512A076-E673-ADA9-9FC2-B3F0F0438F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36694" y="1842403"/>
                  <a:ext cx="7309" cy="8436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5" name="Arc 684">
                  <a:extLst>
                    <a:ext uri="{FF2B5EF4-FFF2-40B4-BE49-F238E27FC236}">
                      <a16:creationId xmlns:a16="http://schemas.microsoft.com/office/drawing/2014/main" id="{0BF33FCB-B106-BB11-9B80-49227B65AD8C}"/>
                    </a:ext>
                  </a:extLst>
                </p:cNvPr>
                <p:cNvSpPr/>
                <p:nvPr/>
              </p:nvSpPr>
              <p:spPr>
                <a:xfrm rot="15998016">
                  <a:off x="6842194" y="2633542"/>
                  <a:ext cx="429498" cy="526119"/>
                </a:xfrm>
                <a:prstGeom prst="arc">
                  <a:avLst>
                    <a:gd name="adj1" fmla="val 11435942"/>
                    <a:gd name="adj2" fmla="val 0"/>
                  </a:avLst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86" name="Straight Connector 685">
                  <a:extLst>
                    <a:ext uri="{FF2B5EF4-FFF2-40B4-BE49-F238E27FC236}">
                      <a16:creationId xmlns:a16="http://schemas.microsoft.com/office/drawing/2014/main" id="{4BE1311E-D918-8C27-C410-DB0C47E0E3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36694" y="3119018"/>
                  <a:ext cx="0" cy="100999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30" name="Group 629">
                <a:extLst>
                  <a:ext uri="{FF2B5EF4-FFF2-40B4-BE49-F238E27FC236}">
                    <a16:creationId xmlns:a16="http://schemas.microsoft.com/office/drawing/2014/main" id="{B602E927-CF41-8C31-C23F-0D0B866F481C}"/>
                  </a:ext>
                </a:extLst>
              </p:cNvPr>
              <p:cNvGrpSpPr/>
              <p:nvPr/>
            </p:nvGrpSpPr>
            <p:grpSpPr>
              <a:xfrm rot="16017150">
                <a:off x="7461409" y="1462479"/>
                <a:ext cx="194675" cy="361664"/>
                <a:chOff x="4884008" y="2949755"/>
                <a:chExt cx="534392" cy="848570"/>
              </a:xfrm>
            </p:grpSpPr>
            <p:sp>
              <p:nvSpPr>
                <p:cNvPr id="681" name="Oval 680">
                  <a:extLst>
                    <a:ext uri="{FF2B5EF4-FFF2-40B4-BE49-F238E27FC236}">
                      <a16:creationId xmlns:a16="http://schemas.microsoft.com/office/drawing/2014/main" id="{F1821CDE-4873-89C8-4298-26E5E8DB9FEA}"/>
                    </a:ext>
                  </a:extLst>
                </p:cNvPr>
                <p:cNvSpPr/>
                <p:nvPr/>
              </p:nvSpPr>
              <p:spPr>
                <a:xfrm>
                  <a:off x="4884008" y="2949755"/>
                  <a:ext cx="534392" cy="4889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82" name="Straight Arrow Connector 681">
                  <a:extLst>
                    <a:ext uri="{FF2B5EF4-FFF2-40B4-BE49-F238E27FC236}">
                      <a16:creationId xmlns:a16="http://schemas.microsoft.com/office/drawing/2014/main" id="{D192B55F-EB8F-81BB-E8A7-D7E22D8058A7}"/>
                    </a:ext>
                  </a:extLst>
                </p:cNvPr>
                <p:cNvCxnSpPr>
                  <a:stCxn id="681" idx="5"/>
                  <a:endCxn id="681" idx="1"/>
                </p:cNvCxnSpPr>
                <p:nvPr/>
              </p:nvCxnSpPr>
              <p:spPr>
                <a:xfrm flipH="1" flipV="1">
                  <a:off x="4962274" y="3021356"/>
                  <a:ext cx="377872" cy="34571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3" name="Straight Connector 682">
                  <a:extLst>
                    <a:ext uri="{FF2B5EF4-FFF2-40B4-BE49-F238E27FC236}">
                      <a16:creationId xmlns:a16="http://schemas.microsoft.com/office/drawing/2014/main" id="{E2DFEF5B-8BCC-E5E9-E015-F695628F3FF6}"/>
                    </a:ext>
                  </a:extLst>
                </p:cNvPr>
                <p:cNvCxnSpPr>
                  <a:stCxn id="681" idx="4"/>
                </p:cNvCxnSpPr>
                <p:nvPr/>
              </p:nvCxnSpPr>
              <p:spPr>
                <a:xfrm flipH="1">
                  <a:off x="5146065" y="3438680"/>
                  <a:ext cx="5405" cy="35964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31" name="Group 630">
                <a:extLst>
                  <a:ext uri="{FF2B5EF4-FFF2-40B4-BE49-F238E27FC236}">
                    <a16:creationId xmlns:a16="http://schemas.microsoft.com/office/drawing/2014/main" id="{04AA3D58-8A4D-DA96-BD35-40EA94CE16D1}"/>
                  </a:ext>
                </a:extLst>
              </p:cNvPr>
              <p:cNvGrpSpPr/>
              <p:nvPr/>
            </p:nvGrpSpPr>
            <p:grpSpPr>
              <a:xfrm rot="16017150">
                <a:off x="9233012" y="1475388"/>
                <a:ext cx="194675" cy="361664"/>
                <a:chOff x="4884008" y="2949755"/>
                <a:chExt cx="534392" cy="848570"/>
              </a:xfrm>
            </p:grpSpPr>
            <p:sp>
              <p:nvSpPr>
                <p:cNvPr id="678" name="Oval 677">
                  <a:extLst>
                    <a:ext uri="{FF2B5EF4-FFF2-40B4-BE49-F238E27FC236}">
                      <a16:creationId xmlns:a16="http://schemas.microsoft.com/office/drawing/2014/main" id="{E5F1CDC9-66D1-1FCF-CD33-6EE59BCFFB57}"/>
                    </a:ext>
                  </a:extLst>
                </p:cNvPr>
                <p:cNvSpPr/>
                <p:nvPr/>
              </p:nvSpPr>
              <p:spPr>
                <a:xfrm>
                  <a:off x="4884008" y="2949755"/>
                  <a:ext cx="534392" cy="4889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79" name="Straight Arrow Connector 678">
                  <a:extLst>
                    <a:ext uri="{FF2B5EF4-FFF2-40B4-BE49-F238E27FC236}">
                      <a16:creationId xmlns:a16="http://schemas.microsoft.com/office/drawing/2014/main" id="{60367EB8-58E7-D089-324E-83A2D1C660FA}"/>
                    </a:ext>
                  </a:extLst>
                </p:cNvPr>
                <p:cNvCxnSpPr>
                  <a:stCxn id="678" idx="5"/>
                  <a:endCxn id="678" idx="1"/>
                </p:cNvCxnSpPr>
                <p:nvPr/>
              </p:nvCxnSpPr>
              <p:spPr>
                <a:xfrm flipH="1" flipV="1">
                  <a:off x="4962274" y="3021356"/>
                  <a:ext cx="377872" cy="34571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0" name="Straight Connector 679">
                  <a:extLst>
                    <a:ext uri="{FF2B5EF4-FFF2-40B4-BE49-F238E27FC236}">
                      <a16:creationId xmlns:a16="http://schemas.microsoft.com/office/drawing/2014/main" id="{C3DC114E-D280-4008-1535-62C93F7364AF}"/>
                    </a:ext>
                  </a:extLst>
                </p:cNvPr>
                <p:cNvCxnSpPr>
                  <a:stCxn id="678" idx="4"/>
                </p:cNvCxnSpPr>
                <p:nvPr/>
              </p:nvCxnSpPr>
              <p:spPr>
                <a:xfrm flipH="1">
                  <a:off x="5146065" y="3438680"/>
                  <a:ext cx="5405" cy="35964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32" name="Line 13">
                <a:extLst>
                  <a:ext uri="{FF2B5EF4-FFF2-40B4-BE49-F238E27FC236}">
                    <a16:creationId xmlns:a16="http://schemas.microsoft.com/office/drawing/2014/main" id="{98D93148-DB67-4EE7-1C2F-3A5A489944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215781" y="1405255"/>
                <a:ext cx="7593" cy="6042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137160" tIns="68580" rIns="137160" bIns="68580" anchor="ctr"/>
              <a:lstStyle>
                <a:defPPr>
                  <a:defRPr lang="en-US"/>
                </a:defPPr>
                <a:lvl1pPr marL="0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66074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32148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98222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64298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830373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96447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362521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128597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grpSp>
            <p:nvGrpSpPr>
              <p:cNvPr id="633" name="Group 632">
                <a:extLst>
                  <a:ext uri="{FF2B5EF4-FFF2-40B4-BE49-F238E27FC236}">
                    <a16:creationId xmlns:a16="http://schemas.microsoft.com/office/drawing/2014/main" id="{406733B2-5ECB-A6CE-25E1-F2F90BE7687A}"/>
                  </a:ext>
                </a:extLst>
              </p:cNvPr>
              <p:cNvGrpSpPr/>
              <p:nvPr/>
            </p:nvGrpSpPr>
            <p:grpSpPr>
              <a:xfrm>
                <a:off x="11164108" y="-603174"/>
                <a:ext cx="1029904" cy="2086834"/>
                <a:chOff x="2215502" y="-2389180"/>
                <a:chExt cx="1844895" cy="3786784"/>
              </a:xfrm>
            </p:grpSpPr>
            <p:grpSp>
              <p:nvGrpSpPr>
                <p:cNvPr id="669" name="Group 668">
                  <a:extLst>
                    <a:ext uri="{FF2B5EF4-FFF2-40B4-BE49-F238E27FC236}">
                      <a16:creationId xmlns:a16="http://schemas.microsoft.com/office/drawing/2014/main" id="{61C74818-34E0-AEF5-5BE0-385DCABDACE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95904" y="-2389180"/>
                  <a:ext cx="1664493" cy="323"/>
                  <a:chOff x="3960" y="1217"/>
                  <a:chExt cx="699" cy="323"/>
                </a:xfrm>
              </p:grpSpPr>
              <p:sp>
                <p:nvSpPr>
                  <p:cNvPr id="674" name="Line 4">
                    <a:extLst>
                      <a:ext uri="{FF2B5EF4-FFF2-40B4-BE49-F238E27FC236}">
                        <a16:creationId xmlns:a16="http://schemas.microsoft.com/office/drawing/2014/main" id="{27F88C30-51D8-5567-A399-C78270D3333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50" y="1344"/>
                    <a:ext cx="60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675" name="Line 5">
                    <a:extLst>
                      <a:ext uri="{FF2B5EF4-FFF2-40B4-BE49-F238E27FC236}">
                        <a16:creationId xmlns:a16="http://schemas.microsoft.com/office/drawing/2014/main" id="{EB83C718-FD29-F293-CC30-F6EC866B888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50" y="1408"/>
                    <a:ext cx="60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676" name="Line 6">
                    <a:extLst>
                      <a:ext uri="{FF2B5EF4-FFF2-40B4-BE49-F238E27FC236}">
                        <a16:creationId xmlns:a16="http://schemas.microsoft.com/office/drawing/2014/main" id="{74F75B2B-1293-122A-CC3B-868DD8F1492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45" y="1217"/>
                    <a:ext cx="0" cy="32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677" name="Line 7">
                    <a:extLst>
                      <a:ext uri="{FF2B5EF4-FFF2-40B4-BE49-F238E27FC236}">
                        <a16:creationId xmlns:a16="http://schemas.microsoft.com/office/drawing/2014/main" id="{039B87F1-A41A-2251-6379-81D2D1232F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960" y="1217"/>
                    <a:ext cx="0" cy="32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</p:grpSp>
            <p:sp>
              <p:nvSpPr>
                <p:cNvPr id="670" name="Freeform 9">
                  <a:extLst>
                    <a:ext uri="{FF2B5EF4-FFF2-40B4-BE49-F238E27FC236}">
                      <a16:creationId xmlns:a16="http://schemas.microsoft.com/office/drawing/2014/main" id="{ACBFFB5B-3E41-744B-1859-CE9A9977AB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5502" y="471297"/>
                  <a:ext cx="1574008" cy="771524"/>
                </a:xfrm>
                <a:custGeom>
                  <a:avLst/>
                  <a:gdLst/>
                  <a:ahLst/>
                  <a:cxnLst>
                    <a:cxn ang="0">
                      <a:pos x="660" y="128"/>
                    </a:cxn>
                    <a:cxn ang="0">
                      <a:pos x="660" y="0"/>
                    </a:cxn>
                    <a:cxn ang="0">
                      <a:pos x="0" y="0"/>
                    </a:cxn>
                    <a:cxn ang="0">
                      <a:pos x="0" y="323"/>
                    </a:cxn>
                    <a:cxn ang="0">
                      <a:pos x="660" y="323"/>
                    </a:cxn>
                    <a:cxn ang="0">
                      <a:pos x="660" y="197"/>
                    </a:cxn>
                  </a:cxnLst>
                  <a:rect l="0" t="0" r="r" b="b"/>
                  <a:pathLst>
                    <a:path w="661" h="324">
                      <a:moveTo>
                        <a:pt x="660" y="128"/>
                      </a:moveTo>
                      <a:lnTo>
                        <a:pt x="660" y="0"/>
                      </a:lnTo>
                      <a:lnTo>
                        <a:pt x="0" y="0"/>
                      </a:lnTo>
                      <a:lnTo>
                        <a:pt x="0" y="323"/>
                      </a:lnTo>
                      <a:lnTo>
                        <a:pt x="660" y="323"/>
                      </a:lnTo>
                      <a:lnTo>
                        <a:pt x="660" y="19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71" name="Freeform 10">
                  <a:extLst>
                    <a:ext uri="{FF2B5EF4-FFF2-40B4-BE49-F238E27FC236}">
                      <a16:creationId xmlns:a16="http://schemas.microsoft.com/office/drawing/2014/main" id="{5CE4279F-53A9-3C41-F0E6-B169C3693C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17684" y="537615"/>
                  <a:ext cx="1090613" cy="652461"/>
                </a:xfrm>
                <a:custGeom>
                  <a:avLst/>
                  <a:gdLst/>
                  <a:ahLst/>
                  <a:cxnLst>
                    <a:cxn ang="0">
                      <a:pos x="457" y="174"/>
                    </a:cxn>
                    <a:cxn ang="0">
                      <a:pos x="431" y="273"/>
                    </a:cxn>
                    <a:cxn ang="0">
                      <a:pos x="350" y="0"/>
                    </a:cxn>
                    <a:cxn ang="0">
                      <a:pos x="269" y="273"/>
                    </a:cxn>
                    <a:cxn ang="0">
                      <a:pos x="188" y="0"/>
                    </a:cxn>
                    <a:cxn ang="0">
                      <a:pos x="107" y="273"/>
                    </a:cxn>
                    <a:cxn ang="0">
                      <a:pos x="26" y="0"/>
                    </a:cxn>
                    <a:cxn ang="0">
                      <a:pos x="0" y="137"/>
                    </a:cxn>
                  </a:cxnLst>
                  <a:rect l="0" t="0" r="r" b="b"/>
                  <a:pathLst>
                    <a:path w="458" h="274">
                      <a:moveTo>
                        <a:pt x="457" y="174"/>
                      </a:moveTo>
                      <a:lnTo>
                        <a:pt x="431" y="273"/>
                      </a:lnTo>
                      <a:lnTo>
                        <a:pt x="350" y="0"/>
                      </a:lnTo>
                      <a:lnTo>
                        <a:pt x="269" y="273"/>
                      </a:lnTo>
                      <a:lnTo>
                        <a:pt x="188" y="0"/>
                      </a:lnTo>
                      <a:lnTo>
                        <a:pt x="107" y="273"/>
                      </a:lnTo>
                      <a:lnTo>
                        <a:pt x="26" y="0"/>
                      </a:lnTo>
                      <a:lnTo>
                        <a:pt x="0" y="13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72" name="Freeform 11">
                  <a:extLst>
                    <a:ext uri="{FF2B5EF4-FFF2-40B4-BE49-F238E27FC236}">
                      <a16:creationId xmlns:a16="http://schemas.microsoft.com/office/drawing/2014/main" id="{35F232A0-3680-522E-7497-FDD33EFA99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4077" y="1085659"/>
                  <a:ext cx="157162" cy="154780"/>
                </a:xfrm>
                <a:custGeom>
                  <a:avLst/>
                  <a:gdLst/>
                  <a:ahLst/>
                  <a:cxnLst>
                    <a:cxn ang="0">
                      <a:pos x="0" y="64"/>
                    </a:cxn>
                    <a:cxn ang="0">
                      <a:pos x="32" y="0"/>
                    </a:cxn>
                    <a:cxn ang="0">
                      <a:pos x="65" y="64"/>
                    </a:cxn>
                  </a:cxnLst>
                  <a:rect l="0" t="0" r="r" b="b"/>
                  <a:pathLst>
                    <a:path w="66" h="65">
                      <a:moveTo>
                        <a:pt x="0" y="64"/>
                      </a:moveTo>
                      <a:lnTo>
                        <a:pt x="32" y="0"/>
                      </a:lnTo>
                      <a:lnTo>
                        <a:pt x="65" y="64"/>
                      </a:lnTo>
                    </a:path>
                  </a:pathLst>
                </a:custGeom>
                <a:noFill/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73" name="Freeform 12">
                  <a:extLst>
                    <a:ext uri="{FF2B5EF4-FFF2-40B4-BE49-F238E27FC236}">
                      <a16:creationId xmlns:a16="http://schemas.microsoft.com/office/drawing/2014/main" id="{C02BE9DB-6BD2-F3E1-29E2-EE586CB3D5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8532" y="1235679"/>
                  <a:ext cx="164306" cy="1619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3" y="67"/>
                    </a:cxn>
                    <a:cxn ang="0">
                      <a:pos x="68" y="0"/>
                    </a:cxn>
                  </a:cxnLst>
                  <a:rect l="0" t="0" r="r" b="b"/>
                  <a:pathLst>
                    <a:path w="69" h="68">
                      <a:moveTo>
                        <a:pt x="0" y="0"/>
                      </a:moveTo>
                      <a:lnTo>
                        <a:pt x="33" y="67"/>
                      </a:lnTo>
                      <a:lnTo>
                        <a:pt x="68" y="0"/>
                      </a:lnTo>
                    </a:path>
                  </a:pathLst>
                </a:custGeom>
                <a:noFill/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</p:grpSp>
          <p:grpSp>
            <p:nvGrpSpPr>
              <p:cNvPr id="634" name="Group 633">
                <a:extLst>
                  <a:ext uri="{FF2B5EF4-FFF2-40B4-BE49-F238E27FC236}">
                    <a16:creationId xmlns:a16="http://schemas.microsoft.com/office/drawing/2014/main" id="{680D80C2-D9C5-1538-C9F4-A5E3D4B459D0}"/>
                  </a:ext>
                </a:extLst>
              </p:cNvPr>
              <p:cNvGrpSpPr/>
              <p:nvPr/>
            </p:nvGrpSpPr>
            <p:grpSpPr>
              <a:xfrm>
                <a:off x="10058258" y="2019998"/>
                <a:ext cx="1666235" cy="828692"/>
                <a:chOff x="3382142" y="4777026"/>
                <a:chExt cx="2940359" cy="1473993"/>
              </a:xfrm>
            </p:grpSpPr>
            <p:sp>
              <p:nvSpPr>
                <p:cNvPr id="644" name="Line 14">
                  <a:extLst>
                    <a:ext uri="{FF2B5EF4-FFF2-40B4-BE49-F238E27FC236}">
                      <a16:creationId xmlns:a16="http://schemas.microsoft.com/office/drawing/2014/main" id="{D3BB770B-7F2C-88C3-E330-55ED5A3D35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412076" y="5531881"/>
                  <a:ext cx="12695" cy="41727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45" name="Line 15">
                  <a:extLst>
                    <a:ext uri="{FF2B5EF4-FFF2-40B4-BE49-F238E27FC236}">
                      <a16:creationId xmlns:a16="http://schemas.microsoft.com/office/drawing/2014/main" id="{33D901DC-715E-D136-C993-DA0105F8B8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81870" y="5531881"/>
                  <a:ext cx="2381" cy="37623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46" name="Line 16">
                  <a:extLst>
                    <a:ext uri="{FF2B5EF4-FFF2-40B4-BE49-F238E27FC236}">
                      <a16:creationId xmlns:a16="http://schemas.microsoft.com/office/drawing/2014/main" id="{DD03A054-16FE-4DDE-DBD3-73E311A152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24771" y="5322331"/>
                  <a:ext cx="2381" cy="22145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47" name="Line 17">
                  <a:extLst>
                    <a:ext uri="{FF2B5EF4-FFF2-40B4-BE49-F238E27FC236}">
                      <a16:creationId xmlns:a16="http://schemas.microsoft.com/office/drawing/2014/main" id="{745707E2-4DA6-C9C4-8B27-69222C65D7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15233" y="5322331"/>
                  <a:ext cx="219074" cy="238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48" name="Line 18">
                  <a:extLst>
                    <a:ext uri="{FF2B5EF4-FFF2-40B4-BE49-F238E27FC236}">
                      <a16:creationId xmlns:a16="http://schemas.microsoft.com/office/drawing/2014/main" id="{2CE85C59-9A77-E55E-930D-C571A55F10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10332" y="5322331"/>
                  <a:ext cx="219074" cy="238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49" name="Line 19">
                  <a:extLst>
                    <a:ext uri="{FF2B5EF4-FFF2-40B4-BE49-F238E27FC236}">
                      <a16:creationId xmlns:a16="http://schemas.microsoft.com/office/drawing/2014/main" id="{821D7442-73C4-9B48-711D-70ABA502BB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2251" y="5322331"/>
                  <a:ext cx="2382" cy="22145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50" name="Freeform 20">
                  <a:extLst>
                    <a:ext uri="{FF2B5EF4-FFF2-40B4-BE49-F238E27FC236}">
                      <a16:creationId xmlns:a16="http://schemas.microsoft.com/office/drawing/2014/main" id="{F3489BD3-5243-2D71-1E6E-DF2AEF2E8F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2764" y="4800840"/>
                  <a:ext cx="107157" cy="221455"/>
                </a:xfrm>
                <a:custGeom>
                  <a:avLst/>
                  <a:gdLst/>
                  <a:ahLst/>
                  <a:cxnLst>
                    <a:cxn ang="0">
                      <a:pos x="21" y="0"/>
                    </a:cxn>
                    <a:cxn ang="0">
                      <a:pos x="0" y="92"/>
                    </a:cxn>
                    <a:cxn ang="0">
                      <a:pos x="44" y="89"/>
                    </a:cxn>
                    <a:cxn ang="0">
                      <a:pos x="21" y="0"/>
                    </a:cxn>
                  </a:cxnLst>
                  <a:rect l="0" t="0" r="r" b="b"/>
                  <a:pathLst>
                    <a:path w="45" h="93">
                      <a:moveTo>
                        <a:pt x="21" y="0"/>
                      </a:moveTo>
                      <a:lnTo>
                        <a:pt x="0" y="92"/>
                      </a:lnTo>
                      <a:lnTo>
                        <a:pt x="44" y="89"/>
                      </a:lnTo>
                      <a:lnTo>
                        <a:pt x="21" y="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51" name="Freeform 21">
                  <a:extLst>
                    <a:ext uri="{FF2B5EF4-FFF2-40B4-BE49-F238E27FC236}">
                      <a16:creationId xmlns:a16="http://schemas.microsoft.com/office/drawing/2014/main" id="{56FE5283-714E-EAC4-E15B-5735551970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1870" y="5308044"/>
                  <a:ext cx="159543" cy="228600"/>
                </a:xfrm>
                <a:custGeom>
                  <a:avLst/>
                  <a:gdLst/>
                  <a:ahLst/>
                  <a:cxnLst>
                    <a:cxn ang="0">
                      <a:pos x="0" y="95"/>
                    </a:cxn>
                    <a:cxn ang="0">
                      <a:pos x="0" y="92"/>
                    </a:cxn>
                    <a:cxn ang="0">
                      <a:pos x="15" y="0"/>
                    </a:cxn>
                    <a:cxn ang="0">
                      <a:pos x="66" y="21"/>
                    </a:cxn>
                    <a:cxn ang="0">
                      <a:pos x="0" y="95"/>
                    </a:cxn>
                  </a:cxnLst>
                  <a:rect l="0" t="0" r="r" b="b"/>
                  <a:pathLst>
                    <a:path w="67" h="96">
                      <a:moveTo>
                        <a:pt x="0" y="95"/>
                      </a:moveTo>
                      <a:lnTo>
                        <a:pt x="0" y="92"/>
                      </a:lnTo>
                      <a:lnTo>
                        <a:pt x="15" y="0"/>
                      </a:lnTo>
                      <a:lnTo>
                        <a:pt x="66" y="21"/>
                      </a:lnTo>
                      <a:lnTo>
                        <a:pt x="0" y="95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52" name="Rectangle 651">
                  <a:extLst>
                    <a:ext uri="{FF2B5EF4-FFF2-40B4-BE49-F238E27FC236}">
                      <a16:creationId xmlns:a16="http://schemas.microsoft.com/office/drawing/2014/main" id="{80E1DCA0-7514-0E70-CA78-29CAD5FD9D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5557" y="4786551"/>
                  <a:ext cx="1512093" cy="747711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53" name="Line 23">
                  <a:extLst>
                    <a:ext uri="{FF2B5EF4-FFF2-40B4-BE49-F238E27FC236}">
                      <a16:creationId xmlns:a16="http://schemas.microsoft.com/office/drawing/2014/main" id="{4FE71182-8D19-2D94-DEE3-44F5855A5E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60413" y="4777026"/>
                  <a:ext cx="2382" cy="76676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54" name="Line 24">
                  <a:extLst>
                    <a:ext uri="{FF2B5EF4-FFF2-40B4-BE49-F238E27FC236}">
                      <a16:creationId xmlns:a16="http://schemas.microsoft.com/office/drawing/2014/main" id="{7EC6AF76-1315-29C6-8F5C-F60F324583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081870" y="4788931"/>
                  <a:ext cx="345281" cy="7548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55" name="Line 25">
                  <a:extLst>
                    <a:ext uri="{FF2B5EF4-FFF2-40B4-BE49-F238E27FC236}">
                      <a16:creationId xmlns:a16="http://schemas.microsoft.com/office/drawing/2014/main" id="{4156BDB4-A81A-D09E-9267-450BBD4805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60389" y="4788931"/>
                  <a:ext cx="2382" cy="7548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61" name="AutoShape 31">
                  <a:extLst>
                    <a:ext uri="{FF2B5EF4-FFF2-40B4-BE49-F238E27FC236}">
                      <a16:creationId xmlns:a16="http://schemas.microsoft.com/office/drawing/2014/main" id="{B6CBBCC5-D1D2-6CB2-AA08-B40E2B431F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19983" y="5927168"/>
                  <a:ext cx="388143" cy="323849"/>
                </a:xfrm>
                <a:prstGeom prst="triangle">
                  <a:avLst>
                    <a:gd name="adj" fmla="val 49995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62" name="AutoShape 32">
                  <a:extLst>
                    <a:ext uri="{FF2B5EF4-FFF2-40B4-BE49-F238E27FC236}">
                      <a16:creationId xmlns:a16="http://schemas.microsoft.com/office/drawing/2014/main" id="{7E71DF19-2BDB-D3A0-CE97-04D42B92AF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4886608" y="5927170"/>
                  <a:ext cx="388143" cy="323849"/>
                </a:xfrm>
                <a:prstGeom prst="triangle">
                  <a:avLst>
                    <a:gd name="adj" fmla="val 49995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63" name="Freeform 33">
                  <a:extLst>
                    <a:ext uri="{FF2B5EF4-FFF2-40B4-BE49-F238E27FC236}">
                      <a16:creationId xmlns:a16="http://schemas.microsoft.com/office/drawing/2014/main" id="{88729D5E-0947-D71A-A10D-CBDDD6321B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2413" y="5100883"/>
                  <a:ext cx="700088" cy="416717"/>
                </a:xfrm>
                <a:custGeom>
                  <a:avLst/>
                  <a:gdLst/>
                  <a:ahLst/>
                  <a:cxnLst>
                    <a:cxn ang="0">
                      <a:pos x="293" y="87"/>
                    </a:cxn>
                    <a:cxn ang="0">
                      <a:pos x="275" y="174"/>
                    </a:cxn>
                    <a:cxn ang="0">
                      <a:pos x="224" y="0"/>
                    </a:cxn>
                    <a:cxn ang="0">
                      <a:pos x="172" y="174"/>
                    </a:cxn>
                    <a:cxn ang="0">
                      <a:pos x="120" y="0"/>
                    </a:cxn>
                    <a:cxn ang="0">
                      <a:pos x="68" y="174"/>
                    </a:cxn>
                    <a:cxn ang="0">
                      <a:pos x="17" y="0"/>
                    </a:cxn>
                    <a:cxn ang="0">
                      <a:pos x="0" y="87"/>
                    </a:cxn>
                  </a:cxnLst>
                  <a:rect l="0" t="0" r="r" b="b"/>
                  <a:pathLst>
                    <a:path w="294" h="175">
                      <a:moveTo>
                        <a:pt x="293" y="87"/>
                      </a:moveTo>
                      <a:lnTo>
                        <a:pt x="275" y="174"/>
                      </a:lnTo>
                      <a:lnTo>
                        <a:pt x="224" y="0"/>
                      </a:lnTo>
                      <a:lnTo>
                        <a:pt x="172" y="174"/>
                      </a:lnTo>
                      <a:lnTo>
                        <a:pt x="120" y="0"/>
                      </a:lnTo>
                      <a:lnTo>
                        <a:pt x="68" y="174"/>
                      </a:lnTo>
                      <a:lnTo>
                        <a:pt x="17" y="0"/>
                      </a:lnTo>
                      <a:lnTo>
                        <a:pt x="0" y="8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grpSp>
              <p:nvGrpSpPr>
                <p:cNvPr id="664" name="Group 663">
                  <a:extLst>
                    <a:ext uri="{FF2B5EF4-FFF2-40B4-BE49-F238E27FC236}">
                      <a16:creationId xmlns:a16="http://schemas.microsoft.com/office/drawing/2014/main" id="{FD2EA94F-FCD4-7F73-4482-C5C42FD86DE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82142" y="5010173"/>
                  <a:ext cx="729371" cy="312169"/>
                  <a:chOff x="4593" y="3132"/>
                  <a:chExt cx="313" cy="191"/>
                </a:xfrm>
              </p:grpSpPr>
              <p:sp>
                <p:nvSpPr>
                  <p:cNvPr id="665" name="Freeform 90">
                    <a:extLst>
                      <a:ext uri="{FF2B5EF4-FFF2-40B4-BE49-F238E27FC236}">
                        <a16:creationId xmlns:a16="http://schemas.microsoft.com/office/drawing/2014/main" id="{30D25FC3-265F-BD48-F222-441BC9CF59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67" y="3132"/>
                    <a:ext cx="139" cy="191"/>
                  </a:xfrm>
                  <a:custGeom>
                    <a:avLst/>
                    <a:gdLst/>
                    <a:ahLst/>
                    <a:cxnLst>
                      <a:cxn ang="0">
                        <a:pos x="154" y="0"/>
                      </a:cxn>
                      <a:cxn ang="0">
                        <a:pos x="0" y="0"/>
                      </a:cxn>
                      <a:cxn ang="0">
                        <a:pos x="0" y="231"/>
                      </a:cxn>
                      <a:cxn ang="0">
                        <a:pos x="154" y="231"/>
                      </a:cxn>
                    </a:cxnLst>
                    <a:rect l="0" t="0" r="r" b="b"/>
                    <a:pathLst>
                      <a:path w="155" h="232">
                        <a:moveTo>
                          <a:pt x="154" y="0"/>
                        </a:moveTo>
                        <a:lnTo>
                          <a:pt x="0" y="0"/>
                        </a:lnTo>
                        <a:lnTo>
                          <a:pt x="0" y="231"/>
                        </a:lnTo>
                        <a:lnTo>
                          <a:pt x="154" y="231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666" name="Freeform 91">
                    <a:extLst>
                      <a:ext uri="{FF2B5EF4-FFF2-40B4-BE49-F238E27FC236}">
                        <a16:creationId xmlns:a16="http://schemas.microsoft.com/office/drawing/2014/main" id="{C465E5F5-47D0-4084-23E9-8A7D2CD10C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93" y="3132"/>
                    <a:ext cx="175" cy="64"/>
                  </a:xfrm>
                  <a:custGeom>
                    <a:avLst/>
                    <a:gdLst/>
                    <a:ahLst/>
                    <a:cxnLst>
                      <a:cxn ang="0">
                        <a:pos x="194" y="0"/>
                      </a:cxn>
                      <a:cxn ang="0">
                        <a:pos x="0" y="0"/>
                      </a:cxn>
                      <a:cxn ang="0">
                        <a:pos x="0" y="77"/>
                      </a:cxn>
                      <a:cxn ang="0">
                        <a:pos x="194" y="77"/>
                      </a:cxn>
                    </a:cxnLst>
                    <a:rect l="0" t="0" r="r" b="b"/>
                    <a:pathLst>
                      <a:path w="195" h="78">
                        <a:moveTo>
                          <a:pt x="194" y="0"/>
                        </a:moveTo>
                        <a:lnTo>
                          <a:pt x="0" y="0"/>
                        </a:lnTo>
                        <a:lnTo>
                          <a:pt x="0" y="77"/>
                        </a:lnTo>
                        <a:lnTo>
                          <a:pt x="194" y="7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667" name="Line 92">
                    <a:extLst>
                      <a:ext uri="{FF2B5EF4-FFF2-40B4-BE49-F238E27FC236}">
                        <a16:creationId xmlns:a16="http://schemas.microsoft.com/office/drawing/2014/main" id="{89462941-4E8A-BC70-56D4-D1C4EAF1F1C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28" y="3132"/>
                    <a:ext cx="34" cy="6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668" name="Freeform 93">
                    <a:extLst>
                      <a:ext uri="{FF2B5EF4-FFF2-40B4-BE49-F238E27FC236}">
                        <a16:creationId xmlns:a16="http://schemas.microsoft.com/office/drawing/2014/main" id="{355B72FA-6563-CFC6-735D-10C5FCAEF3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97" y="3132"/>
                    <a:ext cx="60" cy="64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77"/>
                      </a:cxn>
                      <a:cxn ang="0">
                        <a:pos x="66" y="39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67" h="78">
                        <a:moveTo>
                          <a:pt x="0" y="0"/>
                        </a:moveTo>
                        <a:lnTo>
                          <a:pt x="0" y="77"/>
                        </a:lnTo>
                        <a:lnTo>
                          <a:pt x="66" y="39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</p:grpSp>
          </p:grpSp>
          <p:grpSp>
            <p:nvGrpSpPr>
              <p:cNvPr id="635" name="Group 634">
                <a:extLst>
                  <a:ext uri="{FF2B5EF4-FFF2-40B4-BE49-F238E27FC236}">
                    <a16:creationId xmlns:a16="http://schemas.microsoft.com/office/drawing/2014/main" id="{0CCA27E5-A85C-2360-8955-A5DE1F74F5C2}"/>
                  </a:ext>
                </a:extLst>
              </p:cNvPr>
              <p:cNvGrpSpPr/>
              <p:nvPr/>
            </p:nvGrpSpPr>
            <p:grpSpPr>
              <a:xfrm rot="16017150">
                <a:off x="10940290" y="1472497"/>
                <a:ext cx="194675" cy="361664"/>
                <a:chOff x="4884008" y="2949755"/>
                <a:chExt cx="534392" cy="848570"/>
              </a:xfrm>
            </p:grpSpPr>
            <p:sp>
              <p:nvSpPr>
                <p:cNvPr id="641" name="Oval 640">
                  <a:extLst>
                    <a:ext uri="{FF2B5EF4-FFF2-40B4-BE49-F238E27FC236}">
                      <a16:creationId xmlns:a16="http://schemas.microsoft.com/office/drawing/2014/main" id="{69F9E8B3-1E3B-57AE-94B5-7EDAF9AE2DDC}"/>
                    </a:ext>
                  </a:extLst>
                </p:cNvPr>
                <p:cNvSpPr/>
                <p:nvPr/>
              </p:nvSpPr>
              <p:spPr>
                <a:xfrm>
                  <a:off x="4884008" y="2949755"/>
                  <a:ext cx="534392" cy="4889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42" name="Straight Arrow Connector 641">
                  <a:extLst>
                    <a:ext uri="{FF2B5EF4-FFF2-40B4-BE49-F238E27FC236}">
                      <a16:creationId xmlns:a16="http://schemas.microsoft.com/office/drawing/2014/main" id="{B4EC059F-DA61-DA17-0555-3415A3EA0744}"/>
                    </a:ext>
                  </a:extLst>
                </p:cNvPr>
                <p:cNvCxnSpPr>
                  <a:stCxn id="641" idx="5"/>
                  <a:endCxn id="641" idx="1"/>
                </p:cNvCxnSpPr>
                <p:nvPr/>
              </p:nvCxnSpPr>
              <p:spPr>
                <a:xfrm flipH="1" flipV="1">
                  <a:off x="4962274" y="3021356"/>
                  <a:ext cx="377872" cy="34571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3" name="Straight Connector 642">
                  <a:extLst>
                    <a:ext uri="{FF2B5EF4-FFF2-40B4-BE49-F238E27FC236}">
                      <a16:creationId xmlns:a16="http://schemas.microsoft.com/office/drawing/2014/main" id="{5A5361F4-412D-7A4E-EB73-AC7557F641C7}"/>
                    </a:ext>
                  </a:extLst>
                </p:cNvPr>
                <p:cNvCxnSpPr>
                  <a:stCxn id="641" idx="4"/>
                </p:cNvCxnSpPr>
                <p:nvPr/>
              </p:nvCxnSpPr>
              <p:spPr>
                <a:xfrm flipH="1">
                  <a:off x="5146065" y="3438680"/>
                  <a:ext cx="5405" cy="35964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36" name="Straight Connector 635">
                <a:extLst>
                  <a:ext uri="{FF2B5EF4-FFF2-40B4-BE49-F238E27FC236}">
                    <a16:creationId xmlns:a16="http://schemas.microsoft.com/office/drawing/2014/main" id="{763020F6-79C0-CB36-E4BA-12125E9EA59B}"/>
                  </a:ext>
                </a:extLst>
              </p:cNvPr>
              <p:cNvCxnSpPr>
                <a:cxnSpLocks/>
                <a:stCxn id="661" idx="3"/>
              </p:cNvCxnSpPr>
              <p:nvPr/>
            </p:nvCxnSpPr>
            <p:spPr>
              <a:xfrm>
                <a:off x="11209698" y="2848686"/>
                <a:ext cx="0" cy="28680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37" name="Group 636">
                <a:extLst>
                  <a:ext uri="{FF2B5EF4-FFF2-40B4-BE49-F238E27FC236}">
                    <a16:creationId xmlns:a16="http://schemas.microsoft.com/office/drawing/2014/main" id="{72CD2EAC-CE92-B432-434C-3B6407C69C3D}"/>
                  </a:ext>
                </a:extLst>
              </p:cNvPr>
              <p:cNvGrpSpPr/>
              <p:nvPr/>
            </p:nvGrpSpPr>
            <p:grpSpPr>
              <a:xfrm>
                <a:off x="9975326" y="2208960"/>
                <a:ext cx="526119" cy="2306314"/>
                <a:chOff x="6793883" y="1842403"/>
                <a:chExt cx="526119" cy="2286613"/>
              </a:xfrm>
            </p:grpSpPr>
            <p:cxnSp>
              <p:nvCxnSpPr>
                <p:cNvPr id="638" name="Straight Connector 637">
                  <a:extLst>
                    <a:ext uri="{FF2B5EF4-FFF2-40B4-BE49-F238E27FC236}">
                      <a16:creationId xmlns:a16="http://schemas.microsoft.com/office/drawing/2014/main" id="{E5EE6304-B928-CAE6-68BA-3C359A2BE8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36694" y="1842403"/>
                  <a:ext cx="7309" cy="8436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9" name="Arc 638">
                  <a:extLst>
                    <a:ext uri="{FF2B5EF4-FFF2-40B4-BE49-F238E27FC236}">
                      <a16:creationId xmlns:a16="http://schemas.microsoft.com/office/drawing/2014/main" id="{E8234367-1DF2-6277-FDB4-FC3AAAB4CA46}"/>
                    </a:ext>
                  </a:extLst>
                </p:cNvPr>
                <p:cNvSpPr/>
                <p:nvPr/>
              </p:nvSpPr>
              <p:spPr>
                <a:xfrm rot="15998016">
                  <a:off x="6842194" y="2633542"/>
                  <a:ext cx="429498" cy="526119"/>
                </a:xfrm>
                <a:prstGeom prst="arc">
                  <a:avLst>
                    <a:gd name="adj1" fmla="val 11435942"/>
                    <a:gd name="adj2" fmla="val 0"/>
                  </a:avLst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40" name="Straight Connector 639">
                  <a:extLst>
                    <a:ext uri="{FF2B5EF4-FFF2-40B4-BE49-F238E27FC236}">
                      <a16:creationId xmlns:a16="http://schemas.microsoft.com/office/drawing/2014/main" id="{BB5C83F8-18EB-53D6-293A-E1BE8B528E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36694" y="3119018"/>
                  <a:ext cx="0" cy="100999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id="{0761BA14-B583-C813-60B0-CCBAF6592D35}"/>
                </a:ext>
              </a:extLst>
            </p:cNvPr>
            <p:cNvGrpSpPr/>
            <p:nvPr/>
          </p:nvGrpSpPr>
          <p:grpSpPr>
            <a:xfrm>
              <a:off x="2040044" y="-72393"/>
              <a:ext cx="4703558" cy="4532317"/>
              <a:chOff x="6582941" y="-603588"/>
              <a:chExt cx="5611071" cy="5118862"/>
            </a:xfrm>
          </p:grpSpPr>
          <p:cxnSp>
            <p:nvCxnSpPr>
              <p:cNvPr id="477" name="Straight Connector 476">
                <a:extLst>
                  <a:ext uri="{FF2B5EF4-FFF2-40B4-BE49-F238E27FC236}">
                    <a16:creationId xmlns:a16="http://schemas.microsoft.com/office/drawing/2014/main" id="{C339512A-E734-3A7C-E09B-A80082EC2C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10565" y="3141497"/>
                <a:ext cx="3612809" cy="1481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8" name="Line 13">
                <a:extLst>
                  <a:ext uri="{FF2B5EF4-FFF2-40B4-BE49-F238E27FC236}">
                    <a16:creationId xmlns:a16="http://schemas.microsoft.com/office/drawing/2014/main" id="{BB749EA6-7E05-4AED-4560-2EC5000055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508503" y="1408146"/>
                <a:ext cx="7593" cy="6042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137160" tIns="68580" rIns="137160" bIns="68580" anchor="ctr"/>
              <a:lstStyle>
                <a:defPPr>
                  <a:defRPr lang="en-US"/>
                </a:defPPr>
                <a:lvl1pPr marL="0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66074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32148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98222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64298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830373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96447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362521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128597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479" name="Line 13">
                <a:extLst>
                  <a:ext uri="{FF2B5EF4-FFF2-40B4-BE49-F238E27FC236}">
                    <a16:creationId xmlns:a16="http://schemas.microsoft.com/office/drawing/2014/main" id="{59329566-59BF-A9D1-4E87-53787C8E3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28376" y="1399641"/>
                <a:ext cx="9185" cy="59016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137160" tIns="68580" rIns="137160" bIns="68580" anchor="ctr"/>
              <a:lstStyle>
                <a:defPPr>
                  <a:defRPr lang="en-US"/>
                </a:defPPr>
                <a:lvl1pPr marL="0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66074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32148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98222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64298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830373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96447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362521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128597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cxnSp>
            <p:nvCxnSpPr>
              <p:cNvPr id="480" name="Straight Connector 479">
                <a:extLst>
                  <a:ext uri="{FF2B5EF4-FFF2-40B4-BE49-F238E27FC236}">
                    <a16:creationId xmlns:a16="http://schemas.microsoft.com/office/drawing/2014/main" id="{998CB80A-3341-78FD-DB25-396C5BF1DC94}"/>
                  </a:ext>
                </a:extLst>
              </p:cNvPr>
              <p:cNvCxnSpPr>
                <a:cxnSpLocks/>
                <a:stCxn id="565" idx="3"/>
              </p:cNvCxnSpPr>
              <p:nvPr/>
            </p:nvCxnSpPr>
            <p:spPr>
              <a:xfrm>
                <a:off x="7734381" y="2824548"/>
                <a:ext cx="6957" cy="31386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" name="Straight Connector 480">
                <a:extLst>
                  <a:ext uri="{FF2B5EF4-FFF2-40B4-BE49-F238E27FC236}">
                    <a16:creationId xmlns:a16="http://schemas.microsoft.com/office/drawing/2014/main" id="{FA43EEAE-8F23-9597-94AD-2D893F452869}"/>
                  </a:ext>
                </a:extLst>
              </p:cNvPr>
              <p:cNvCxnSpPr>
                <a:cxnSpLocks/>
                <a:stCxn id="590" idx="3"/>
              </p:cNvCxnSpPr>
              <p:nvPr/>
            </p:nvCxnSpPr>
            <p:spPr>
              <a:xfrm flipH="1">
                <a:off x="9491693" y="2851577"/>
                <a:ext cx="10727" cy="69847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2" name="Straight Connector 481">
                <a:extLst>
                  <a:ext uri="{FF2B5EF4-FFF2-40B4-BE49-F238E27FC236}">
                    <a16:creationId xmlns:a16="http://schemas.microsoft.com/office/drawing/2014/main" id="{C5AA96E0-BDE4-A3B7-8FF1-3E5A25C2CA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3765" y="4176566"/>
                <a:ext cx="14738" cy="312461"/>
              </a:xfrm>
              <a:prstGeom prst="line">
                <a:avLst/>
              </a:prstGeom>
              <a:ln w="127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483" name="Picture 6" descr="A guide to common hydraulic symbols - EngineeringClicks">
                <a:extLst>
                  <a:ext uri="{FF2B5EF4-FFF2-40B4-BE49-F238E27FC236}">
                    <a16:creationId xmlns:a16="http://schemas.microsoft.com/office/drawing/2014/main" id="{60922986-29EA-4E37-F6F7-D1ED0F2271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9137136" y="3593396"/>
                <a:ext cx="709114" cy="5458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484" name="Group 483">
                <a:extLst>
                  <a:ext uri="{FF2B5EF4-FFF2-40B4-BE49-F238E27FC236}">
                    <a16:creationId xmlns:a16="http://schemas.microsoft.com/office/drawing/2014/main" id="{511621EC-988E-6B01-49B4-08A5166D0C46}"/>
                  </a:ext>
                </a:extLst>
              </p:cNvPr>
              <p:cNvGrpSpPr/>
              <p:nvPr/>
            </p:nvGrpSpPr>
            <p:grpSpPr>
              <a:xfrm>
                <a:off x="7669594" y="-603588"/>
                <a:ext cx="1029904" cy="2086834"/>
                <a:chOff x="2215502" y="-2389180"/>
                <a:chExt cx="1844895" cy="3786784"/>
              </a:xfrm>
            </p:grpSpPr>
            <p:grpSp>
              <p:nvGrpSpPr>
                <p:cNvPr id="607" name="Group 606">
                  <a:extLst>
                    <a:ext uri="{FF2B5EF4-FFF2-40B4-BE49-F238E27FC236}">
                      <a16:creationId xmlns:a16="http://schemas.microsoft.com/office/drawing/2014/main" id="{CABAE21A-A0FE-6B66-387D-84B4CF7E58F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95904" y="-2389180"/>
                  <a:ext cx="1664493" cy="323"/>
                  <a:chOff x="3960" y="1217"/>
                  <a:chExt cx="699" cy="323"/>
                </a:xfrm>
              </p:grpSpPr>
              <p:sp>
                <p:nvSpPr>
                  <p:cNvPr id="612" name="Line 4">
                    <a:extLst>
                      <a:ext uri="{FF2B5EF4-FFF2-40B4-BE49-F238E27FC236}">
                        <a16:creationId xmlns:a16="http://schemas.microsoft.com/office/drawing/2014/main" id="{55DD9362-172C-73F2-3AFC-2F4460D297F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50" y="1344"/>
                    <a:ext cx="60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613" name="Line 5">
                    <a:extLst>
                      <a:ext uri="{FF2B5EF4-FFF2-40B4-BE49-F238E27FC236}">
                        <a16:creationId xmlns:a16="http://schemas.microsoft.com/office/drawing/2014/main" id="{22CDF13F-9552-6BFB-7B77-0D438C5E1A5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50" y="1408"/>
                    <a:ext cx="60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614" name="Line 6">
                    <a:extLst>
                      <a:ext uri="{FF2B5EF4-FFF2-40B4-BE49-F238E27FC236}">
                        <a16:creationId xmlns:a16="http://schemas.microsoft.com/office/drawing/2014/main" id="{C4B1AE02-E39B-9E7F-0BFF-2726439584A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45" y="1217"/>
                    <a:ext cx="0" cy="32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615" name="Line 7">
                    <a:extLst>
                      <a:ext uri="{FF2B5EF4-FFF2-40B4-BE49-F238E27FC236}">
                        <a16:creationId xmlns:a16="http://schemas.microsoft.com/office/drawing/2014/main" id="{1AE003F5-37E0-BB34-1CDF-FE92AAB5C7D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960" y="1217"/>
                    <a:ext cx="0" cy="32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</p:grpSp>
            <p:sp>
              <p:nvSpPr>
                <p:cNvPr id="608" name="Freeform 9">
                  <a:extLst>
                    <a:ext uri="{FF2B5EF4-FFF2-40B4-BE49-F238E27FC236}">
                      <a16:creationId xmlns:a16="http://schemas.microsoft.com/office/drawing/2014/main" id="{86E3191E-E341-8DBF-30E5-A619297249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5502" y="471297"/>
                  <a:ext cx="1574008" cy="771524"/>
                </a:xfrm>
                <a:custGeom>
                  <a:avLst/>
                  <a:gdLst/>
                  <a:ahLst/>
                  <a:cxnLst>
                    <a:cxn ang="0">
                      <a:pos x="660" y="128"/>
                    </a:cxn>
                    <a:cxn ang="0">
                      <a:pos x="660" y="0"/>
                    </a:cxn>
                    <a:cxn ang="0">
                      <a:pos x="0" y="0"/>
                    </a:cxn>
                    <a:cxn ang="0">
                      <a:pos x="0" y="323"/>
                    </a:cxn>
                    <a:cxn ang="0">
                      <a:pos x="660" y="323"/>
                    </a:cxn>
                    <a:cxn ang="0">
                      <a:pos x="660" y="197"/>
                    </a:cxn>
                  </a:cxnLst>
                  <a:rect l="0" t="0" r="r" b="b"/>
                  <a:pathLst>
                    <a:path w="661" h="324">
                      <a:moveTo>
                        <a:pt x="660" y="128"/>
                      </a:moveTo>
                      <a:lnTo>
                        <a:pt x="660" y="0"/>
                      </a:lnTo>
                      <a:lnTo>
                        <a:pt x="0" y="0"/>
                      </a:lnTo>
                      <a:lnTo>
                        <a:pt x="0" y="323"/>
                      </a:lnTo>
                      <a:lnTo>
                        <a:pt x="660" y="323"/>
                      </a:lnTo>
                      <a:lnTo>
                        <a:pt x="660" y="19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09" name="Freeform 10">
                  <a:extLst>
                    <a:ext uri="{FF2B5EF4-FFF2-40B4-BE49-F238E27FC236}">
                      <a16:creationId xmlns:a16="http://schemas.microsoft.com/office/drawing/2014/main" id="{8522BDE1-BDAC-CD3F-65CC-9F4CD640FF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17684" y="537615"/>
                  <a:ext cx="1090613" cy="652461"/>
                </a:xfrm>
                <a:custGeom>
                  <a:avLst/>
                  <a:gdLst/>
                  <a:ahLst/>
                  <a:cxnLst>
                    <a:cxn ang="0">
                      <a:pos x="457" y="174"/>
                    </a:cxn>
                    <a:cxn ang="0">
                      <a:pos x="431" y="273"/>
                    </a:cxn>
                    <a:cxn ang="0">
                      <a:pos x="350" y="0"/>
                    </a:cxn>
                    <a:cxn ang="0">
                      <a:pos x="269" y="273"/>
                    </a:cxn>
                    <a:cxn ang="0">
                      <a:pos x="188" y="0"/>
                    </a:cxn>
                    <a:cxn ang="0">
                      <a:pos x="107" y="273"/>
                    </a:cxn>
                    <a:cxn ang="0">
                      <a:pos x="26" y="0"/>
                    </a:cxn>
                    <a:cxn ang="0">
                      <a:pos x="0" y="137"/>
                    </a:cxn>
                  </a:cxnLst>
                  <a:rect l="0" t="0" r="r" b="b"/>
                  <a:pathLst>
                    <a:path w="458" h="274">
                      <a:moveTo>
                        <a:pt x="457" y="174"/>
                      </a:moveTo>
                      <a:lnTo>
                        <a:pt x="431" y="273"/>
                      </a:lnTo>
                      <a:lnTo>
                        <a:pt x="350" y="0"/>
                      </a:lnTo>
                      <a:lnTo>
                        <a:pt x="269" y="273"/>
                      </a:lnTo>
                      <a:lnTo>
                        <a:pt x="188" y="0"/>
                      </a:lnTo>
                      <a:lnTo>
                        <a:pt x="107" y="273"/>
                      </a:lnTo>
                      <a:lnTo>
                        <a:pt x="26" y="0"/>
                      </a:lnTo>
                      <a:lnTo>
                        <a:pt x="0" y="13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10" name="Freeform 11">
                  <a:extLst>
                    <a:ext uri="{FF2B5EF4-FFF2-40B4-BE49-F238E27FC236}">
                      <a16:creationId xmlns:a16="http://schemas.microsoft.com/office/drawing/2014/main" id="{3EBC3370-15D3-7359-3DF2-1E0894BF31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4077" y="1085659"/>
                  <a:ext cx="157162" cy="154780"/>
                </a:xfrm>
                <a:custGeom>
                  <a:avLst/>
                  <a:gdLst/>
                  <a:ahLst/>
                  <a:cxnLst>
                    <a:cxn ang="0">
                      <a:pos x="0" y="64"/>
                    </a:cxn>
                    <a:cxn ang="0">
                      <a:pos x="32" y="0"/>
                    </a:cxn>
                    <a:cxn ang="0">
                      <a:pos x="65" y="64"/>
                    </a:cxn>
                  </a:cxnLst>
                  <a:rect l="0" t="0" r="r" b="b"/>
                  <a:pathLst>
                    <a:path w="66" h="65">
                      <a:moveTo>
                        <a:pt x="0" y="64"/>
                      </a:moveTo>
                      <a:lnTo>
                        <a:pt x="32" y="0"/>
                      </a:lnTo>
                      <a:lnTo>
                        <a:pt x="65" y="64"/>
                      </a:lnTo>
                    </a:path>
                  </a:pathLst>
                </a:custGeom>
                <a:noFill/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11" name="Freeform 12">
                  <a:extLst>
                    <a:ext uri="{FF2B5EF4-FFF2-40B4-BE49-F238E27FC236}">
                      <a16:creationId xmlns:a16="http://schemas.microsoft.com/office/drawing/2014/main" id="{EB863424-A872-A145-85C6-4D5EECED8A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8532" y="1235679"/>
                  <a:ext cx="164306" cy="1619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3" y="67"/>
                    </a:cxn>
                    <a:cxn ang="0">
                      <a:pos x="68" y="0"/>
                    </a:cxn>
                  </a:cxnLst>
                  <a:rect l="0" t="0" r="r" b="b"/>
                  <a:pathLst>
                    <a:path w="69" h="68">
                      <a:moveTo>
                        <a:pt x="0" y="0"/>
                      </a:moveTo>
                      <a:lnTo>
                        <a:pt x="33" y="67"/>
                      </a:lnTo>
                      <a:lnTo>
                        <a:pt x="68" y="0"/>
                      </a:lnTo>
                    </a:path>
                  </a:pathLst>
                </a:custGeom>
                <a:noFill/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</p:grpSp>
          <p:grpSp>
            <p:nvGrpSpPr>
              <p:cNvPr id="485" name="Group 484">
                <a:extLst>
                  <a:ext uri="{FF2B5EF4-FFF2-40B4-BE49-F238E27FC236}">
                    <a16:creationId xmlns:a16="http://schemas.microsoft.com/office/drawing/2014/main" id="{FB12CC67-E8CE-1798-8D97-518AD0CF7F15}"/>
                  </a:ext>
                </a:extLst>
              </p:cNvPr>
              <p:cNvGrpSpPr/>
              <p:nvPr/>
            </p:nvGrpSpPr>
            <p:grpSpPr>
              <a:xfrm>
                <a:off x="9456830" y="-600283"/>
                <a:ext cx="1029904" cy="2086834"/>
                <a:chOff x="2215502" y="-2389180"/>
                <a:chExt cx="1844895" cy="3786784"/>
              </a:xfrm>
            </p:grpSpPr>
            <p:grpSp>
              <p:nvGrpSpPr>
                <p:cNvPr id="598" name="Group 597">
                  <a:extLst>
                    <a:ext uri="{FF2B5EF4-FFF2-40B4-BE49-F238E27FC236}">
                      <a16:creationId xmlns:a16="http://schemas.microsoft.com/office/drawing/2014/main" id="{9E602C88-42DF-FE69-5B79-D5F4829122A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95904" y="-2389180"/>
                  <a:ext cx="1664493" cy="323"/>
                  <a:chOff x="3960" y="1217"/>
                  <a:chExt cx="699" cy="323"/>
                </a:xfrm>
              </p:grpSpPr>
              <p:sp>
                <p:nvSpPr>
                  <p:cNvPr id="603" name="Line 4">
                    <a:extLst>
                      <a:ext uri="{FF2B5EF4-FFF2-40B4-BE49-F238E27FC236}">
                        <a16:creationId xmlns:a16="http://schemas.microsoft.com/office/drawing/2014/main" id="{AA43732B-FD8C-47E0-9A6B-3197808796C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50" y="1344"/>
                    <a:ext cx="60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604" name="Line 5">
                    <a:extLst>
                      <a:ext uri="{FF2B5EF4-FFF2-40B4-BE49-F238E27FC236}">
                        <a16:creationId xmlns:a16="http://schemas.microsoft.com/office/drawing/2014/main" id="{FDACD2BB-3602-B7C9-BF18-09D7CAA29C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50" y="1408"/>
                    <a:ext cx="60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605" name="Line 6">
                    <a:extLst>
                      <a:ext uri="{FF2B5EF4-FFF2-40B4-BE49-F238E27FC236}">
                        <a16:creationId xmlns:a16="http://schemas.microsoft.com/office/drawing/2014/main" id="{BB6C8C4E-2623-C209-226A-4A85B068087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45" y="1217"/>
                    <a:ext cx="0" cy="32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606" name="Line 7">
                    <a:extLst>
                      <a:ext uri="{FF2B5EF4-FFF2-40B4-BE49-F238E27FC236}">
                        <a16:creationId xmlns:a16="http://schemas.microsoft.com/office/drawing/2014/main" id="{73DB8F47-D172-E1B2-8114-38C86D90499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960" y="1217"/>
                    <a:ext cx="0" cy="32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</p:grpSp>
            <p:sp>
              <p:nvSpPr>
                <p:cNvPr id="599" name="Freeform 9">
                  <a:extLst>
                    <a:ext uri="{FF2B5EF4-FFF2-40B4-BE49-F238E27FC236}">
                      <a16:creationId xmlns:a16="http://schemas.microsoft.com/office/drawing/2014/main" id="{16C9863C-F7B3-ED84-A81A-79AB12714B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5502" y="471297"/>
                  <a:ext cx="1574008" cy="771524"/>
                </a:xfrm>
                <a:custGeom>
                  <a:avLst/>
                  <a:gdLst/>
                  <a:ahLst/>
                  <a:cxnLst>
                    <a:cxn ang="0">
                      <a:pos x="660" y="128"/>
                    </a:cxn>
                    <a:cxn ang="0">
                      <a:pos x="660" y="0"/>
                    </a:cxn>
                    <a:cxn ang="0">
                      <a:pos x="0" y="0"/>
                    </a:cxn>
                    <a:cxn ang="0">
                      <a:pos x="0" y="323"/>
                    </a:cxn>
                    <a:cxn ang="0">
                      <a:pos x="660" y="323"/>
                    </a:cxn>
                    <a:cxn ang="0">
                      <a:pos x="660" y="197"/>
                    </a:cxn>
                  </a:cxnLst>
                  <a:rect l="0" t="0" r="r" b="b"/>
                  <a:pathLst>
                    <a:path w="661" h="324">
                      <a:moveTo>
                        <a:pt x="660" y="128"/>
                      </a:moveTo>
                      <a:lnTo>
                        <a:pt x="660" y="0"/>
                      </a:lnTo>
                      <a:lnTo>
                        <a:pt x="0" y="0"/>
                      </a:lnTo>
                      <a:lnTo>
                        <a:pt x="0" y="323"/>
                      </a:lnTo>
                      <a:lnTo>
                        <a:pt x="660" y="323"/>
                      </a:lnTo>
                      <a:lnTo>
                        <a:pt x="660" y="19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00" name="Freeform 10">
                  <a:extLst>
                    <a:ext uri="{FF2B5EF4-FFF2-40B4-BE49-F238E27FC236}">
                      <a16:creationId xmlns:a16="http://schemas.microsoft.com/office/drawing/2014/main" id="{34B932F7-B5A7-B857-D70A-7EFD33DECE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17684" y="537615"/>
                  <a:ext cx="1090613" cy="652461"/>
                </a:xfrm>
                <a:custGeom>
                  <a:avLst/>
                  <a:gdLst/>
                  <a:ahLst/>
                  <a:cxnLst>
                    <a:cxn ang="0">
                      <a:pos x="457" y="174"/>
                    </a:cxn>
                    <a:cxn ang="0">
                      <a:pos x="431" y="273"/>
                    </a:cxn>
                    <a:cxn ang="0">
                      <a:pos x="350" y="0"/>
                    </a:cxn>
                    <a:cxn ang="0">
                      <a:pos x="269" y="273"/>
                    </a:cxn>
                    <a:cxn ang="0">
                      <a:pos x="188" y="0"/>
                    </a:cxn>
                    <a:cxn ang="0">
                      <a:pos x="107" y="273"/>
                    </a:cxn>
                    <a:cxn ang="0">
                      <a:pos x="26" y="0"/>
                    </a:cxn>
                    <a:cxn ang="0">
                      <a:pos x="0" y="137"/>
                    </a:cxn>
                  </a:cxnLst>
                  <a:rect l="0" t="0" r="r" b="b"/>
                  <a:pathLst>
                    <a:path w="458" h="274">
                      <a:moveTo>
                        <a:pt x="457" y="174"/>
                      </a:moveTo>
                      <a:lnTo>
                        <a:pt x="431" y="273"/>
                      </a:lnTo>
                      <a:lnTo>
                        <a:pt x="350" y="0"/>
                      </a:lnTo>
                      <a:lnTo>
                        <a:pt x="269" y="273"/>
                      </a:lnTo>
                      <a:lnTo>
                        <a:pt x="188" y="0"/>
                      </a:lnTo>
                      <a:lnTo>
                        <a:pt x="107" y="273"/>
                      </a:lnTo>
                      <a:lnTo>
                        <a:pt x="26" y="0"/>
                      </a:lnTo>
                      <a:lnTo>
                        <a:pt x="0" y="13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01" name="Freeform 11">
                  <a:extLst>
                    <a:ext uri="{FF2B5EF4-FFF2-40B4-BE49-F238E27FC236}">
                      <a16:creationId xmlns:a16="http://schemas.microsoft.com/office/drawing/2014/main" id="{EDC8717E-EB22-4625-D041-FCF5314951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4077" y="1085659"/>
                  <a:ext cx="157162" cy="154780"/>
                </a:xfrm>
                <a:custGeom>
                  <a:avLst/>
                  <a:gdLst/>
                  <a:ahLst/>
                  <a:cxnLst>
                    <a:cxn ang="0">
                      <a:pos x="0" y="64"/>
                    </a:cxn>
                    <a:cxn ang="0">
                      <a:pos x="32" y="0"/>
                    </a:cxn>
                    <a:cxn ang="0">
                      <a:pos x="65" y="64"/>
                    </a:cxn>
                  </a:cxnLst>
                  <a:rect l="0" t="0" r="r" b="b"/>
                  <a:pathLst>
                    <a:path w="66" h="65">
                      <a:moveTo>
                        <a:pt x="0" y="64"/>
                      </a:moveTo>
                      <a:lnTo>
                        <a:pt x="32" y="0"/>
                      </a:lnTo>
                      <a:lnTo>
                        <a:pt x="65" y="64"/>
                      </a:lnTo>
                    </a:path>
                  </a:pathLst>
                </a:custGeom>
                <a:noFill/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02" name="Freeform 12">
                  <a:extLst>
                    <a:ext uri="{FF2B5EF4-FFF2-40B4-BE49-F238E27FC236}">
                      <a16:creationId xmlns:a16="http://schemas.microsoft.com/office/drawing/2014/main" id="{668E53EB-CAFE-27D2-D614-D6ADE29D2C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8532" y="1235679"/>
                  <a:ext cx="164306" cy="1619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3" y="67"/>
                    </a:cxn>
                    <a:cxn ang="0">
                      <a:pos x="68" y="0"/>
                    </a:cxn>
                  </a:cxnLst>
                  <a:rect l="0" t="0" r="r" b="b"/>
                  <a:pathLst>
                    <a:path w="69" h="68">
                      <a:moveTo>
                        <a:pt x="0" y="0"/>
                      </a:moveTo>
                      <a:lnTo>
                        <a:pt x="33" y="67"/>
                      </a:lnTo>
                      <a:lnTo>
                        <a:pt x="68" y="0"/>
                      </a:lnTo>
                    </a:path>
                  </a:pathLst>
                </a:custGeom>
                <a:noFill/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</p:grpSp>
          <p:grpSp>
            <p:nvGrpSpPr>
              <p:cNvPr id="486" name="Group 485">
                <a:extLst>
                  <a:ext uri="{FF2B5EF4-FFF2-40B4-BE49-F238E27FC236}">
                    <a16:creationId xmlns:a16="http://schemas.microsoft.com/office/drawing/2014/main" id="{C51C261B-6F52-426D-6D01-AB89EA758858}"/>
                  </a:ext>
                </a:extLst>
              </p:cNvPr>
              <p:cNvGrpSpPr/>
              <p:nvPr/>
            </p:nvGrpSpPr>
            <p:grpSpPr>
              <a:xfrm>
                <a:off x="8350980" y="2022889"/>
                <a:ext cx="1666235" cy="828692"/>
                <a:chOff x="3382142" y="4777026"/>
                <a:chExt cx="2940359" cy="1473993"/>
              </a:xfrm>
            </p:grpSpPr>
            <p:sp>
              <p:nvSpPr>
                <p:cNvPr id="573" name="Line 14">
                  <a:extLst>
                    <a:ext uri="{FF2B5EF4-FFF2-40B4-BE49-F238E27FC236}">
                      <a16:creationId xmlns:a16="http://schemas.microsoft.com/office/drawing/2014/main" id="{19E281C5-0311-9E6E-D82A-1C43339634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412076" y="5531881"/>
                  <a:ext cx="12695" cy="41727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74" name="Line 15">
                  <a:extLst>
                    <a:ext uri="{FF2B5EF4-FFF2-40B4-BE49-F238E27FC236}">
                      <a16:creationId xmlns:a16="http://schemas.microsoft.com/office/drawing/2014/main" id="{22F49D84-FC57-B71A-4852-697CAFD9B7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81870" y="5531881"/>
                  <a:ext cx="2381" cy="37623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75" name="Line 16">
                  <a:extLst>
                    <a:ext uri="{FF2B5EF4-FFF2-40B4-BE49-F238E27FC236}">
                      <a16:creationId xmlns:a16="http://schemas.microsoft.com/office/drawing/2014/main" id="{5F0CBEC7-69FF-42D7-38E2-996CDAFFBA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24771" y="5322331"/>
                  <a:ext cx="2381" cy="22145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76" name="Line 17">
                  <a:extLst>
                    <a:ext uri="{FF2B5EF4-FFF2-40B4-BE49-F238E27FC236}">
                      <a16:creationId xmlns:a16="http://schemas.microsoft.com/office/drawing/2014/main" id="{26FDF471-9638-1D38-99D8-8CAE3606C6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15233" y="5322331"/>
                  <a:ext cx="219074" cy="238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77" name="Line 18">
                  <a:extLst>
                    <a:ext uri="{FF2B5EF4-FFF2-40B4-BE49-F238E27FC236}">
                      <a16:creationId xmlns:a16="http://schemas.microsoft.com/office/drawing/2014/main" id="{B1ECADA7-E53E-D227-DF44-3931F8142D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10332" y="5322331"/>
                  <a:ext cx="219074" cy="238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78" name="Line 19">
                  <a:extLst>
                    <a:ext uri="{FF2B5EF4-FFF2-40B4-BE49-F238E27FC236}">
                      <a16:creationId xmlns:a16="http://schemas.microsoft.com/office/drawing/2014/main" id="{0FA6D345-DA2D-97CC-9C3C-82AE49CD4A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2251" y="5322331"/>
                  <a:ext cx="2382" cy="22145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79" name="Freeform 20">
                  <a:extLst>
                    <a:ext uri="{FF2B5EF4-FFF2-40B4-BE49-F238E27FC236}">
                      <a16:creationId xmlns:a16="http://schemas.microsoft.com/office/drawing/2014/main" id="{7E844512-59C6-75EF-C428-5D8AE3390A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2764" y="4800840"/>
                  <a:ext cx="107157" cy="221455"/>
                </a:xfrm>
                <a:custGeom>
                  <a:avLst/>
                  <a:gdLst/>
                  <a:ahLst/>
                  <a:cxnLst>
                    <a:cxn ang="0">
                      <a:pos x="21" y="0"/>
                    </a:cxn>
                    <a:cxn ang="0">
                      <a:pos x="0" y="92"/>
                    </a:cxn>
                    <a:cxn ang="0">
                      <a:pos x="44" y="89"/>
                    </a:cxn>
                    <a:cxn ang="0">
                      <a:pos x="21" y="0"/>
                    </a:cxn>
                  </a:cxnLst>
                  <a:rect l="0" t="0" r="r" b="b"/>
                  <a:pathLst>
                    <a:path w="45" h="93">
                      <a:moveTo>
                        <a:pt x="21" y="0"/>
                      </a:moveTo>
                      <a:lnTo>
                        <a:pt x="0" y="92"/>
                      </a:lnTo>
                      <a:lnTo>
                        <a:pt x="44" y="89"/>
                      </a:lnTo>
                      <a:lnTo>
                        <a:pt x="21" y="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80" name="Freeform 21">
                  <a:extLst>
                    <a:ext uri="{FF2B5EF4-FFF2-40B4-BE49-F238E27FC236}">
                      <a16:creationId xmlns:a16="http://schemas.microsoft.com/office/drawing/2014/main" id="{260A0CCB-330E-B2E4-9F03-9080924A8C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1870" y="5308044"/>
                  <a:ext cx="159543" cy="228600"/>
                </a:xfrm>
                <a:custGeom>
                  <a:avLst/>
                  <a:gdLst/>
                  <a:ahLst/>
                  <a:cxnLst>
                    <a:cxn ang="0">
                      <a:pos x="0" y="95"/>
                    </a:cxn>
                    <a:cxn ang="0">
                      <a:pos x="0" y="92"/>
                    </a:cxn>
                    <a:cxn ang="0">
                      <a:pos x="15" y="0"/>
                    </a:cxn>
                    <a:cxn ang="0">
                      <a:pos x="66" y="21"/>
                    </a:cxn>
                    <a:cxn ang="0">
                      <a:pos x="0" y="95"/>
                    </a:cxn>
                  </a:cxnLst>
                  <a:rect l="0" t="0" r="r" b="b"/>
                  <a:pathLst>
                    <a:path w="67" h="96">
                      <a:moveTo>
                        <a:pt x="0" y="95"/>
                      </a:moveTo>
                      <a:lnTo>
                        <a:pt x="0" y="92"/>
                      </a:lnTo>
                      <a:lnTo>
                        <a:pt x="15" y="0"/>
                      </a:lnTo>
                      <a:lnTo>
                        <a:pt x="66" y="21"/>
                      </a:lnTo>
                      <a:lnTo>
                        <a:pt x="0" y="95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81" name="Rectangle 580">
                  <a:extLst>
                    <a:ext uri="{FF2B5EF4-FFF2-40B4-BE49-F238E27FC236}">
                      <a16:creationId xmlns:a16="http://schemas.microsoft.com/office/drawing/2014/main" id="{06D53484-545C-A157-FF81-3B40ECBB48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5557" y="4786551"/>
                  <a:ext cx="1512093" cy="747711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82" name="Line 23">
                  <a:extLst>
                    <a:ext uri="{FF2B5EF4-FFF2-40B4-BE49-F238E27FC236}">
                      <a16:creationId xmlns:a16="http://schemas.microsoft.com/office/drawing/2014/main" id="{3B005268-C6A0-D4BA-514D-22DE2EB139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60413" y="4777026"/>
                  <a:ext cx="2382" cy="76676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83" name="Line 24">
                  <a:extLst>
                    <a:ext uri="{FF2B5EF4-FFF2-40B4-BE49-F238E27FC236}">
                      <a16:creationId xmlns:a16="http://schemas.microsoft.com/office/drawing/2014/main" id="{97BFCAFD-B372-ACF2-BA14-FD5C4849AC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081870" y="4788931"/>
                  <a:ext cx="345281" cy="7548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84" name="Line 25">
                  <a:extLst>
                    <a:ext uri="{FF2B5EF4-FFF2-40B4-BE49-F238E27FC236}">
                      <a16:creationId xmlns:a16="http://schemas.microsoft.com/office/drawing/2014/main" id="{0D13E19B-1B93-7A80-EEAA-3E93F002F1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60389" y="4788931"/>
                  <a:ext cx="2382" cy="7548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90" name="AutoShape 31">
                  <a:extLst>
                    <a:ext uri="{FF2B5EF4-FFF2-40B4-BE49-F238E27FC236}">
                      <a16:creationId xmlns:a16="http://schemas.microsoft.com/office/drawing/2014/main" id="{4A9669E5-216D-6151-88A0-665B654602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19983" y="5927168"/>
                  <a:ext cx="388143" cy="323849"/>
                </a:xfrm>
                <a:prstGeom prst="triangle">
                  <a:avLst>
                    <a:gd name="adj" fmla="val 49995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91" name="AutoShape 32">
                  <a:extLst>
                    <a:ext uri="{FF2B5EF4-FFF2-40B4-BE49-F238E27FC236}">
                      <a16:creationId xmlns:a16="http://schemas.microsoft.com/office/drawing/2014/main" id="{E9676EB3-873D-F69D-4608-BAF8B67E82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4886608" y="5927170"/>
                  <a:ext cx="388143" cy="323849"/>
                </a:xfrm>
                <a:prstGeom prst="triangle">
                  <a:avLst>
                    <a:gd name="adj" fmla="val 49995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92" name="Freeform 33">
                  <a:extLst>
                    <a:ext uri="{FF2B5EF4-FFF2-40B4-BE49-F238E27FC236}">
                      <a16:creationId xmlns:a16="http://schemas.microsoft.com/office/drawing/2014/main" id="{CF82D7AF-916B-120D-EA20-655E1A9129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2413" y="5100883"/>
                  <a:ext cx="700088" cy="416717"/>
                </a:xfrm>
                <a:custGeom>
                  <a:avLst/>
                  <a:gdLst/>
                  <a:ahLst/>
                  <a:cxnLst>
                    <a:cxn ang="0">
                      <a:pos x="293" y="87"/>
                    </a:cxn>
                    <a:cxn ang="0">
                      <a:pos x="275" y="174"/>
                    </a:cxn>
                    <a:cxn ang="0">
                      <a:pos x="224" y="0"/>
                    </a:cxn>
                    <a:cxn ang="0">
                      <a:pos x="172" y="174"/>
                    </a:cxn>
                    <a:cxn ang="0">
                      <a:pos x="120" y="0"/>
                    </a:cxn>
                    <a:cxn ang="0">
                      <a:pos x="68" y="174"/>
                    </a:cxn>
                    <a:cxn ang="0">
                      <a:pos x="17" y="0"/>
                    </a:cxn>
                    <a:cxn ang="0">
                      <a:pos x="0" y="87"/>
                    </a:cxn>
                  </a:cxnLst>
                  <a:rect l="0" t="0" r="r" b="b"/>
                  <a:pathLst>
                    <a:path w="294" h="175">
                      <a:moveTo>
                        <a:pt x="293" y="87"/>
                      </a:moveTo>
                      <a:lnTo>
                        <a:pt x="275" y="174"/>
                      </a:lnTo>
                      <a:lnTo>
                        <a:pt x="224" y="0"/>
                      </a:lnTo>
                      <a:lnTo>
                        <a:pt x="172" y="174"/>
                      </a:lnTo>
                      <a:lnTo>
                        <a:pt x="120" y="0"/>
                      </a:lnTo>
                      <a:lnTo>
                        <a:pt x="68" y="174"/>
                      </a:lnTo>
                      <a:lnTo>
                        <a:pt x="17" y="0"/>
                      </a:lnTo>
                      <a:lnTo>
                        <a:pt x="0" y="8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grpSp>
              <p:nvGrpSpPr>
                <p:cNvPr id="593" name="Group 592">
                  <a:extLst>
                    <a:ext uri="{FF2B5EF4-FFF2-40B4-BE49-F238E27FC236}">
                      <a16:creationId xmlns:a16="http://schemas.microsoft.com/office/drawing/2014/main" id="{4EC6DD6A-F66E-5C72-60E3-CF4786145F3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82142" y="5010173"/>
                  <a:ext cx="729371" cy="312169"/>
                  <a:chOff x="4593" y="3132"/>
                  <a:chExt cx="313" cy="191"/>
                </a:xfrm>
              </p:grpSpPr>
              <p:sp>
                <p:nvSpPr>
                  <p:cNvPr id="594" name="Freeform 90">
                    <a:extLst>
                      <a:ext uri="{FF2B5EF4-FFF2-40B4-BE49-F238E27FC236}">
                        <a16:creationId xmlns:a16="http://schemas.microsoft.com/office/drawing/2014/main" id="{A4916542-6B81-AE49-4B57-86E50F2BDF1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67" y="3132"/>
                    <a:ext cx="139" cy="191"/>
                  </a:xfrm>
                  <a:custGeom>
                    <a:avLst/>
                    <a:gdLst/>
                    <a:ahLst/>
                    <a:cxnLst>
                      <a:cxn ang="0">
                        <a:pos x="154" y="0"/>
                      </a:cxn>
                      <a:cxn ang="0">
                        <a:pos x="0" y="0"/>
                      </a:cxn>
                      <a:cxn ang="0">
                        <a:pos x="0" y="231"/>
                      </a:cxn>
                      <a:cxn ang="0">
                        <a:pos x="154" y="231"/>
                      </a:cxn>
                    </a:cxnLst>
                    <a:rect l="0" t="0" r="r" b="b"/>
                    <a:pathLst>
                      <a:path w="155" h="232">
                        <a:moveTo>
                          <a:pt x="154" y="0"/>
                        </a:moveTo>
                        <a:lnTo>
                          <a:pt x="0" y="0"/>
                        </a:lnTo>
                        <a:lnTo>
                          <a:pt x="0" y="231"/>
                        </a:lnTo>
                        <a:lnTo>
                          <a:pt x="154" y="231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595" name="Freeform 91">
                    <a:extLst>
                      <a:ext uri="{FF2B5EF4-FFF2-40B4-BE49-F238E27FC236}">
                        <a16:creationId xmlns:a16="http://schemas.microsoft.com/office/drawing/2014/main" id="{F2940BCB-22CD-0B92-D31C-BACB54C1272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93" y="3132"/>
                    <a:ext cx="175" cy="64"/>
                  </a:xfrm>
                  <a:custGeom>
                    <a:avLst/>
                    <a:gdLst/>
                    <a:ahLst/>
                    <a:cxnLst>
                      <a:cxn ang="0">
                        <a:pos x="194" y="0"/>
                      </a:cxn>
                      <a:cxn ang="0">
                        <a:pos x="0" y="0"/>
                      </a:cxn>
                      <a:cxn ang="0">
                        <a:pos x="0" y="77"/>
                      </a:cxn>
                      <a:cxn ang="0">
                        <a:pos x="194" y="77"/>
                      </a:cxn>
                    </a:cxnLst>
                    <a:rect l="0" t="0" r="r" b="b"/>
                    <a:pathLst>
                      <a:path w="195" h="78">
                        <a:moveTo>
                          <a:pt x="194" y="0"/>
                        </a:moveTo>
                        <a:lnTo>
                          <a:pt x="0" y="0"/>
                        </a:lnTo>
                        <a:lnTo>
                          <a:pt x="0" y="77"/>
                        </a:lnTo>
                        <a:lnTo>
                          <a:pt x="194" y="7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596" name="Line 92">
                    <a:extLst>
                      <a:ext uri="{FF2B5EF4-FFF2-40B4-BE49-F238E27FC236}">
                        <a16:creationId xmlns:a16="http://schemas.microsoft.com/office/drawing/2014/main" id="{D6215A5F-7F8D-96E8-D7B5-3D723C5D9A9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28" y="3132"/>
                    <a:ext cx="34" cy="6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597" name="Freeform 93">
                    <a:extLst>
                      <a:ext uri="{FF2B5EF4-FFF2-40B4-BE49-F238E27FC236}">
                        <a16:creationId xmlns:a16="http://schemas.microsoft.com/office/drawing/2014/main" id="{360AC86E-73DE-8EEA-38CE-B5D92775A99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97" y="3132"/>
                    <a:ext cx="60" cy="64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77"/>
                      </a:cxn>
                      <a:cxn ang="0">
                        <a:pos x="66" y="39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67" h="78">
                        <a:moveTo>
                          <a:pt x="0" y="0"/>
                        </a:moveTo>
                        <a:lnTo>
                          <a:pt x="0" y="77"/>
                        </a:lnTo>
                        <a:lnTo>
                          <a:pt x="66" y="39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</p:grpSp>
          </p:grpSp>
          <p:grpSp>
            <p:nvGrpSpPr>
              <p:cNvPr id="487" name="Group 486">
                <a:extLst>
                  <a:ext uri="{FF2B5EF4-FFF2-40B4-BE49-F238E27FC236}">
                    <a16:creationId xmlns:a16="http://schemas.microsoft.com/office/drawing/2014/main" id="{3E48BAF9-1EDF-6608-ECD2-848DFE62DC82}"/>
                  </a:ext>
                </a:extLst>
              </p:cNvPr>
              <p:cNvGrpSpPr/>
              <p:nvPr/>
            </p:nvGrpSpPr>
            <p:grpSpPr>
              <a:xfrm>
                <a:off x="6582941" y="1995854"/>
                <a:ext cx="1666235" cy="909105"/>
                <a:chOff x="3382142" y="4777026"/>
                <a:chExt cx="2940359" cy="1617024"/>
              </a:xfrm>
            </p:grpSpPr>
            <p:sp>
              <p:nvSpPr>
                <p:cNvPr id="548" name="Line 14">
                  <a:extLst>
                    <a:ext uri="{FF2B5EF4-FFF2-40B4-BE49-F238E27FC236}">
                      <a16:creationId xmlns:a16="http://schemas.microsoft.com/office/drawing/2014/main" id="{C576A649-F25B-7EEC-D2CF-A73C899FDC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412076" y="5531881"/>
                  <a:ext cx="12695" cy="41727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49" name="Line 15">
                  <a:extLst>
                    <a:ext uri="{FF2B5EF4-FFF2-40B4-BE49-F238E27FC236}">
                      <a16:creationId xmlns:a16="http://schemas.microsoft.com/office/drawing/2014/main" id="{AB6D1209-68FE-2136-15AA-9FD8C3C70E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81870" y="5531881"/>
                  <a:ext cx="2381" cy="37623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50" name="Line 16">
                  <a:extLst>
                    <a:ext uri="{FF2B5EF4-FFF2-40B4-BE49-F238E27FC236}">
                      <a16:creationId xmlns:a16="http://schemas.microsoft.com/office/drawing/2014/main" id="{9F129E46-2F36-84F8-424F-332B398D64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24771" y="5322331"/>
                  <a:ext cx="2381" cy="22145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51" name="Line 17">
                  <a:extLst>
                    <a:ext uri="{FF2B5EF4-FFF2-40B4-BE49-F238E27FC236}">
                      <a16:creationId xmlns:a16="http://schemas.microsoft.com/office/drawing/2014/main" id="{5FD1780F-B264-EB48-0D64-6CFF0408D9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15233" y="5322331"/>
                  <a:ext cx="219074" cy="238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52" name="Line 18">
                  <a:extLst>
                    <a:ext uri="{FF2B5EF4-FFF2-40B4-BE49-F238E27FC236}">
                      <a16:creationId xmlns:a16="http://schemas.microsoft.com/office/drawing/2014/main" id="{4F8ECC7D-3A9E-90F7-C1ED-A6051884D5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10332" y="5322331"/>
                  <a:ext cx="219074" cy="238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53" name="Line 19">
                  <a:extLst>
                    <a:ext uri="{FF2B5EF4-FFF2-40B4-BE49-F238E27FC236}">
                      <a16:creationId xmlns:a16="http://schemas.microsoft.com/office/drawing/2014/main" id="{AA29EE51-C33C-909D-BD8B-C3C50DA9B7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2251" y="5322331"/>
                  <a:ext cx="2382" cy="22145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54" name="Freeform 20">
                  <a:extLst>
                    <a:ext uri="{FF2B5EF4-FFF2-40B4-BE49-F238E27FC236}">
                      <a16:creationId xmlns:a16="http://schemas.microsoft.com/office/drawing/2014/main" id="{B0A59D30-56A3-F657-23AE-0F1C206D2F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2764" y="4800840"/>
                  <a:ext cx="107157" cy="221455"/>
                </a:xfrm>
                <a:custGeom>
                  <a:avLst/>
                  <a:gdLst/>
                  <a:ahLst/>
                  <a:cxnLst>
                    <a:cxn ang="0">
                      <a:pos x="21" y="0"/>
                    </a:cxn>
                    <a:cxn ang="0">
                      <a:pos x="0" y="92"/>
                    </a:cxn>
                    <a:cxn ang="0">
                      <a:pos x="44" y="89"/>
                    </a:cxn>
                    <a:cxn ang="0">
                      <a:pos x="21" y="0"/>
                    </a:cxn>
                  </a:cxnLst>
                  <a:rect l="0" t="0" r="r" b="b"/>
                  <a:pathLst>
                    <a:path w="45" h="93">
                      <a:moveTo>
                        <a:pt x="21" y="0"/>
                      </a:moveTo>
                      <a:lnTo>
                        <a:pt x="0" y="92"/>
                      </a:lnTo>
                      <a:lnTo>
                        <a:pt x="44" y="89"/>
                      </a:lnTo>
                      <a:lnTo>
                        <a:pt x="21" y="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55" name="Freeform 21">
                  <a:extLst>
                    <a:ext uri="{FF2B5EF4-FFF2-40B4-BE49-F238E27FC236}">
                      <a16:creationId xmlns:a16="http://schemas.microsoft.com/office/drawing/2014/main" id="{40589FB8-C125-34B7-DA65-E5E5BB4138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1870" y="5308044"/>
                  <a:ext cx="159543" cy="228600"/>
                </a:xfrm>
                <a:custGeom>
                  <a:avLst/>
                  <a:gdLst/>
                  <a:ahLst/>
                  <a:cxnLst>
                    <a:cxn ang="0">
                      <a:pos x="0" y="95"/>
                    </a:cxn>
                    <a:cxn ang="0">
                      <a:pos x="0" y="92"/>
                    </a:cxn>
                    <a:cxn ang="0">
                      <a:pos x="15" y="0"/>
                    </a:cxn>
                    <a:cxn ang="0">
                      <a:pos x="66" y="21"/>
                    </a:cxn>
                    <a:cxn ang="0">
                      <a:pos x="0" y="95"/>
                    </a:cxn>
                  </a:cxnLst>
                  <a:rect l="0" t="0" r="r" b="b"/>
                  <a:pathLst>
                    <a:path w="67" h="96">
                      <a:moveTo>
                        <a:pt x="0" y="95"/>
                      </a:moveTo>
                      <a:lnTo>
                        <a:pt x="0" y="92"/>
                      </a:lnTo>
                      <a:lnTo>
                        <a:pt x="15" y="0"/>
                      </a:lnTo>
                      <a:lnTo>
                        <a:pt x="66" y="21"/>
                      </a:lnTo>
                      <a:lnTo>
                        <a:pt x="0" y="95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56" name="Rectangle 555">
                  <a:extLst>
                    <a:ext uri="{FF2B5EF4-FFF2-40B4-BE49-F238E27FC236}">
                      <a16:creationId xmlns:a16="http://schemas.microsoft.com/office/drawing/2014/main" id="{A110CB67-9A9D-0060-A675-76F0CACFB3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5557" y="4786551"/>
                  <a:ext cx="1512093" cy="747711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57" name="Line 23">
                  <a:extLst>
                    <a:ext uri="{FF2B5EF4-FFF2-40B4-BE49-F238E27FC236}">
                      <a16:creationId xmlns:a16="http://schemas.microsoft.com/office/drawing/2014/main" id="{BB9DAA34-1F7B-CAB1-0752-D0EFCC6781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60413" y="4777026"/>
                  <a:ext cx="2382" cy="76676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58" name="Line 24">
                  <a:extLst>
                    <a:ext uri="{FF2B5EF4-FFF2-40B4-BE49-F238E27FC236}">
                      <a16:creationId xmlns:a16="http://schemas.microsoft.com/office/drawing/2014/main" id="{3244D1EB-547C-4BD2-DD40-96AA41DBFC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081870" y="4788931"/>
                  <a:ext cx="345281" cy="7548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59" name="Line 25">
                  <a:extLst>
                    <a:ext uri="{FF2B5EF4-FFF2-40B4-BE49-F238E27FC236}">
                      <a16:creationId xmlns:a16="http://schemas.microsoft.com/office/drawing/2014/main" id="{44C8B177-01C7-655A-21B0-321CB84851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60389" y="4788931"/>
                  <a:ext cx="2382" cy="7548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62" name="Rectangle 561">
                  <a:extLst>
                    <a:ext uri="{FF2B5EF4-FFF2-40B4-BE49-F238E27FC236}">
                      <a16:creationId xmlns:a16="http://schemas.microsoft.com/office/drawing/2014/main" id="{BD07FCE5-4DAC-CBE5-1CDA-BE31C38295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42250" y="5472019"/>
                  <a:ext cx="1308847" cy="9220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138113" tIns="69057" rIns="138113" bIns="69057">
                  <a:spAutoFit/>
                </a:bodyPr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1143000"/>
                  <a:endParaRPr lang="en-US" sz="800"/>
                </a:p>
              </p:txBody>
            </p:sp>
            <p:sp>
              <p:nvSpPr>
                <p:cNvPr id="565" name="AutoShape 31">
                  <a:extLst>
                    <a:ext uri="{FF2B5EF4-FFF2-40B4-BE49-F238E27FC236}">
                      <a16:creationId xmlns:a16="http://schemas.microsoft.com/office/drawing/2014/main" id="{AF103E30-3862-1323-93FB-6232C535DB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19983" y="5927168"/>
                  <a:ext cx="388143" cy="323849"/>
                </a:xfrm>
                <a:prstGeom prst="triangle">
                  <a:avLst>
                    <a:gd name="adj" fmla="val 49995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66" name="AutoShape 32">
                  <a:extLst>
                    <a:ext uri="{FF2B5EF4-FFF2-40B4-BE49-F238E27FC236}">
                      <a16:creationId xmlns:a16="http://schemas.microsoft.com/office/drawing/2014/main" id="{90A8F0D3-D5DC-F7B8-1382-C80C61CDCA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4886608" y="5927170"/>
                  <a:ext cx="388143" cy="323849"/>
                </a:xfrm>
                <a:prstGeom prst="triangle">
                  <a:avLst>
                    <a:gd name="adj" fmla="val 49995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67" name="Freeform 33">
                  <a:extLst>
                    <a:ext uri="{FF2B5EF4-FFF2-40B4-BE49-F238E27FC236}">
                      <a16:creationId xmlns:a16="http://schemas.microsoft.com/office/drawing/2014/main" id="{6708FE80-C077-23FF-5534-AE9E0DDD7F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2413" y="5100883"/>
                  <a:ext cx="700088" cy="416717"/>
                </a:xfrm>
                <a:custGeom>
                  <a:avLst/>
                  <a:gdLst/>
                  <a:ahLst/>
                  <a:cxnLst>
                    <a:cxn ang="0">
                      <a:pos x="293" y="87"/>
                    </a:cxn>
                    <a:cxn ang="0">
                      <a:pos x="275" y="174"/>
                    </a:cxn>
                    <a:cxn ang="0">
                      <a:pos x="224" y="0"/>
                    </a:cxn>
                    <a:cxn ang="0">
                      <a:pos x="172" y="174"/>
                    </a:cxn>
                    <a:cxn ang="0">
                      <a:pos x="120" y="0"/>
                    </a:cxn>
                    <a:cxn ang="0">
                      <a:pos x="68" y="174"/>
                    </a:cxn>
                    <a:cxn ang="0">
                      <a:pos x="17" y="0"/>
                    </a:cxn>
                    <a:cxn ang="0">
                      <a:pos x="0" y="87"/>
                    </a:cxn>
                  </a:cxnLst>
                  <a:rect l="0" t="0" r="r" b="b"/>
                  <a:pathLst>
                    <a:path w="294" h="175">
                      <a:moveTo>
                        <a:pt x="293" y="87"/>
                      </a:moveTo>
                      <a:lnTo>
                        <a:pt x="275" y="174"/>
                      </a:lnTo>
                      <a:lnTo>
                        <a:pt x="224" y="0"/>
                      </a:lnTo>
                      <a:lnTo>
                        <a:pt x="172" y="174"/>
                      </a:lnTo>
                      <a:lnTo>
                        <a:pt x="120" y="0"/>
                      </a:lnTo>
                      <a:lnTo>
                        <a:pt x="68" y="174"/>
                      </a:lnTo>
                      <a:lnTo>
                        <a:pt x="17" y="0"/>
                      </a:lnTo>
                      <a:lnTo>
                        <a:pt x="0" y="8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grpSp>
              <p:nvGrpSpPr>
                <p:cNvPr id="568" name="Group 567">
                  <a:extLst>
                    <a:ext uri="{FF2B5EF4-FFF2-40B4-BE49-F238E27FC236}">
                      <a16:creationId xmlns:a16="http://schemas.microsoft.com/office/drawing/2014/main" id="{572E8509-33D3-5BA1-4254-44E0C2D0162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82142" y="5010173"/>
                  <a:ext cx="729371" cy="312169"/>
                  <a:chOff x="4593" y="3132"/>
                  <a:chExt cx="313" cy="191"/>
                </a:xfrm>
              </p:grpSpPr>
              <p:sp>
                <p:nvSpPr>
                  <p:cNvPr id="569" name="Freeform 90">
                    <a:extLst>
                      <a:ext uri="{FF2B5EF4-FFF2-40B4-BE49-F238E27FC236}">
                        <a16:creationId xmlns:a16="http://schemas.microsoft.com/office/drawing/2014/main" id="{A75DBCAB-9346-DE1D-C870-D6F998A86C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67" y="3132"/>
                    <a:ext cx="139" cy="191"/>
                  </a:xfrm>
                  <a:custGeom>
                    <a:avLst/>
                    <a:gdLst/>
                    <a:ahLst/>
                    <a:cxnLst>
                      <a:cxn ang="0">
                        <a:pos x="154" y="0"/>
                      </a:cxn>
                      <a:cxn ang="0">
                        <a:pos x="0" y="0"/>
                      </a:cxn>
                      <a:cxn ang="0">
                        <a:pos x="0" y="231"/>
                      </a:cxn>
                      <a:cxn ang="0">
                        <a:pos x="154" y="231"/>
                      </a:cxn>
                    </a:cxnLst>
                    <a:rect l="0" t="0" r="r" b="b"/>
                    <a:pathLst>
                      <a:path w="155" h="232">
                        <a:moveTo>
                          <a:pt x="154" y="0"/>
                        </a:moveTo>
                        <a:lnTo>
                          <a:pt x="0" y="0"/>
                        </a:lnTo>
                        <a:lnTo>
                          <a:pt x="0" y="231"/>
                        </a:lnTo>
                        <a:lnTo>
                          <a:pt x="154" y="231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570" name="Freeform 91">
                    <a:extLst>
                      <a:ext uri="{FF2B5EF4-FFF2-40B4-BE49-F238E27FC236}">
                        <a16:creationId xmlns:a16="http://schemas.microsoft.com/office/drawing/2014/main" id="{3BDFDD35-49FA-5A2F-34CC-3E80A8478C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93" y="3132"/>
                    <a:ext cx="175" cy="64"/>
                  </a:xfrm>
                  <a:custGeom>
                    <a:avLst/>
                    <a:gdLst/>
                    <a:ahLst/>
                    <a:cxnLst>
                      <a:cxn ang="0">
                        <a:pos x="194" y="0"/>
                      </a:cxn>
                      <a:cxn ang="0">
                        <a:pos x="0" y="0"/>
                      </a:cxn>
                      <a:cxn ang="0">
                        <a:pos x="0" y="77"/>
                      </a:cxn>
                      <a:cxn ang="0">
                        <a:pos x="194" y="77"/>
                      </a:cxn>
                    </a:cxnLst>
                    <a:rect l="0" t="0" r="r" b="b"/>
                    <a:pathLst>
                      <a:path w="195" h="78">
                        <a:moveTo>
                          <a:pt x="194" y="0"/>
                        </a:moveTo>
                        <a:lnTo>
                          <a:pt x="0" y="0"/>
                        </a:lnTo>
                        <a:lnTo>
                          <a:pt x="0" y="77"/>
                        </a:lnTo>
                        <a:lnTo>
                          <a:pt x="194" y="7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571" name="Line 92">
                    <a:extLst>
                      <a:ext uri="{FF2B5EF4-FFF2-40B4-BE49-F238E27FC236}">
                        <a16:creationId xmlns:a16="http://schemas.microsoft.com/office/drawing/2014/main" id="{58145C49-EF2B-532A-AA74-70DDF68E420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28" y="3132"/>
                    <a:ext cx="34" cy="6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572" name="Freeform 93">
                    <a:extLst>
                      <a:ext uri="{FF2B5EF4-FFF2-40B4-BE49-F238E27FC236}">
                        <a16:creationId xmlns:a16="http://schemas.microsoft.com/office/drawing/2014/main" id="{7A5BF732-4B92-7A8E-A63F-FC52258BB5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97" y="3132"/>
                    <a:ext cx="60" cy="64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77"/>
                      </a:cxn>
                      <a:cxn ang="0">
                        <a:pos x="66" y="39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67" h="78">
                        <a:moveTo>
                          <a:pt x="0" y="0"/>
                        </a:moveTo>
                        <a:lnTo>
                          <a:pt x="0" y="77"/>
                        </a:lnTo>
                        <a:lnTo>
                          <a:pt x="66" y="39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</p:grpSp>
          </p:grpSp>
          <p:cxnSp>
            <p:nvCxnSpPr>
              <p:cNvPr id="488" name="Straight Connector 487">
                <a:extLst>
                  <a:ext uri="{FF2B5EF4-FFF2-40B4-BE49-F238E27FC236}">
                    <a16:creationId xmlns:a16="http://schemas.microsoft.com/office/drawing/2014/main" id="{FF542778-9CBF-9288-E239-E9D15919518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89031" y="2125649"/>
                <a:ext cx="979" cy="234288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9" name="TextBox 488">
                <a:extLst>
                  <a:ext uri="{FF2B5EF4-FFF2-40B4-BE49-F238E27FC236}">
                    <a16:creationId xmlns:a16="http://schemas.microsoft.com/office/drawing/2014/main" id="{DD27359A-3F36-1C41-6820-3FB023F3F24F}"/>
                  </a:ext>
                </a:extLst>
              </p:cNvPr>
              <p:cNvSpPr txBox="1"/>
              <p:nvPr/>
            </p:nvSpPr>
            <p:spPr>
              <a:xfrm>
                <a:off x="8409532" y="3505257"/>
                <a:ext cx="1050197" cy="997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/>
                  <a:t>20psi</a:t>
                </a:r>
              </a:p>
            </p:txBody>
          </p:sp>
          <p:grpSp>
            <p:nvGrpSpPr>
              <p:cNvPr id="490" name="Group 489">
                <a:extLst>
                  <a:ext uri="{FF2B5EF4-FFF2-40B4-BE49-F238E27FC236}">
                    <a16:creationId xmlns:a16="http://schemas.microsoft.com/office/drawing/2014/main" id="{506020E2-B38A-13D6-6443-B4AF12C47E5A}"/>
                  </a:ext>
                </a:extLst>
              </p:cNvPr>
              <p:cNvGrpSpPr/>
              <p:nvPr/>
            </p:nvGrpSpPr>
            <p:grpSpPr>
              <a:xfrm>
                <a:off x="8238198" y="2155827"/>
                <a:ext cx="526119" cy="2312704"/>
                <a:chOff x="6793883" y="1842403"/>
                <a:chExt cx="526119" cy="2286613"/>
              </a:xfrm>
            </p:grpSpPr>
            <p:cxnSp>
              <p:nvCxnSpPr>
                <p:cNvPr id="545" name="Straight Connector 544">
                  <a:extLst>
                    <a:ext uri="{FF2B5EF4-FFF2-40B4-BE49-F238E27FC236}">
                      <a16:creationId xmlns:a16="http://schemas.microsoft.com/office/drawing/2014/main" id="{ED2FC314-D6DB-41FF-5CC0-7D5569DF3D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36694" y="1842403"/>
                  <a:ext cx="7309" cy="8436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6" name="Arc 545">
                  <a:extLst>
                    <a:ext uri="{FF2B5EF4-FFF2-40B4-BE49-F238E27FC236}">
                      <a16:creationId xmlns:a16="http://schemas.microsoft.com/office/drawing/2014/main" id="{F0F941E9-14AE-A83C-5454-5A097C955C83}"/>
                    </a:ext>
                  </a:extLst>
                </p:cNvPr>
                <p:cNvSpPr/>
                <p:nvPr/>
              </p:nvSpPr>
              <p:spPr>
                <a:xfrm rot="15998016">
                  <a:off x="6842194" y="2633542"/>
                  <a:ext cx="429498" cy="526119"/>
                </a:xfrm>
                <a:prstGeom prst="arc">
                  <a:avLst>
                    <a:gd name="adj1" fmla="val 11435942"/>
                    <a:gd name="adj2" fmla="val 0"/>
                  </a:avLst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47" name="Straight Connector 546">
                  <a:extLst>
                    <a:ext uri="{FF2B5EF4-FFF2-40B4-BE49-F238E27FC236}">
                      <a16:creationId xmlns:a16="http://schemas.microsoft.com/office/drawing/2014/main" id="{4FA7EC67-30A0-293D-4CA0-639F1F2ED8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36694" y="3119018"/>
                  <a:ext cx="0" cy="100999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1" name="Group 490">
                <a:extLst>
                  <a:ext uri="{FF2B5EF4-FFF2-40B4-BE49-F238E27FC236}">
                    <a16:creationId xmlns:a16="http://schemas.microsoft.com/office/drawing/2014/main" id="{61F117B1-36F0-6433-F615-052AF7603C34}"/>
                  </a:ext>
                </a:extLst>
              </p:cNvPr>
              <p:cNvGrpSpPr/>
              <p:nvPr/>
            </p:nvGrpSpPr>
            <p:grpSpPr>
              <a:xfrm rot="16017150">
                <a:off x="7461409" y="1462479"/>
                <a:ext cx="194675" cy="361664"/>
                <a:chOff x="4884008" y="2949755"/>
                <a:chExt cx="534392" cy="848570"/>
              </a:xfrm>
            </p:grpSpPr>
            <p:sp>
              <p:nvSpPr>
                <p:cNvPr id="542" name="Oval 541">
                  <a:extLst>
                    <a:ext uri="{FF2B5EF4-FFF2-40B4-BE49-F238E27FC236}">
                      <a16:creationId xmlns:a16="http://schemas.microsoft.com/office/drawing/2014/main" id="{68C5F52D-C1E1-7B40-1BBA-FC1961B53AD8}"/>
                    </a:ext>
                  </a:extLst>
                </p:cNvPr>
                <p:cNvSpPr/>
                <p:nvPr/>
              </p:nvSpPr>
              <p:spPr>
                <a:xfrm>
                  <a:off x="4884008" y="2949755"/>
                  <a:ext cx="534392" cy="4889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43" name="Straight Arrow Connector 542">
                  <a:extLst>
                    <a:ext uri="{FF2B5EF4-FFF2-40B4-BE49-F238E27FC236}">
                      <a16:creationId xmlns:a16="http://schemas.microsoft.com/office/drawing/2014/main" id="{34CCB931-B86E-A49D-955F-3D1713AF154C}"/>
                    </a:ext>
                  </a:extLst>
                </p:cNvPr>
                <p:cNvCxnSpPr>
                  <a:stCxn id="542" idx="5"/>
                  <a:endCxn id="542" idx="1"/>
                </p:cNvCxnSpPr>
                <p:nvPr/>
              </p:nvCxnSpPr>
              <p:spPr>
                <a:xfrm flipH="1" flipV="1">
                  <a:off x="4962274" y="3021356"/>
                  <a:ext cx="377872" cy="34571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" name="Straight Connector 543">
                  <a:extLst>
                    <a:ext uri="{FF2B5EF4-FFF2-40B4-BE49-F238E27FC236}">
                      <a16:creationId xmlns:a16="http://schemas.microsoft.com/office/drawing/2014/main" id="{0E464C35-348C-3F72-8EAD-7EAA7790FC90}"/>
                    </a:ext>
                  </a:extLst>
                </p:cNvPr>
                <p:cNvCxnSpPr>
                  <a:stCxn id="542" idx="4"/>
                </p:cNvCxnSpPr>
                <p:nvPr/>
              </p:nvCxnSpPr>
              <p:spPr>
                <a:xfrm flipH="1">
                  <a:off x="5146065" y="3438680"/>
                  <a:ext cx="5405" cy="35964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2" name="Group 491">
                <a:extLst>
                  <a:ext uri="{FF2B5EF4-FFF2-40B4-BE49-F238E27FC236}">
                    <a16:creationId xmlns:a16="http://schemas.microsoft.com/office/drawing/2014/main" id="{A6F4D041-900B-66EE-08AE-0F1D8C0ECD24}"/>
                  </a:ext>
                </a:extLst>
              </p:cNvPr>
              <p:cNvGrpSpPr/>
              <p:nvPr/>
            </p:nvGrpSpPr>
            <p:grpSpPr>
              <a:xfrm rot="16017150">
                <a:off x="9233012" y="1475388"/>
                <a:ext cx="194675" cy="361664"/>
                <a:chOff x="4884008" y="2949755"/>
                <a:chExt cx="534392" cy="848570"/>
              </a:xfrm>
            </p:grpSpPr>
            <p:sp>
              <p:nvSpPr>
                <p:cNvPr id="539" name="Oval 538">
                  <a:extLst>
                    <a:ext uri="{FF2B5EF4-FFF2-40B4-BE49-F238E27FC236}">
                      <a16:creationId xmlns:a16="http://schemas.microsoft.com/office/drawing/2014/main" id="{60B2E583-6BA1-18D7-C6ED-2011B7D06BE3}"/>
                    </a:ext>
                  </a:extLst>
                </p:cNvPr>
                <p:cNvSpPr/>
                <p:nvPr/>
              </p:nvSpPr>
              <p:spPr>
                <a:xfrm>
                  <a:off x="4884008" y="2949755"/>
                  <a:ext cx="534392" cy="4889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40" name="Straight Arrow Connector 539">
                  <a:extLst>
                    <a:ext uri="{FF2B5EF4-FFF2-40B4-BE49-F238E27FC236}">
                      <a16:creationId xmlns:a16="http://schemas.microsoft.com/office/drawing/2014/main" id="{13D9EB14-1BC7-B73C-F175-DB2424F7DEB3}"/>
                    </a:ext>
                  </a:extLst>
                </p:cNvPr>
                <p:cNvCxnSpPr>
                  <a:stCxn id="539" idx="5"/>
                  <a:endCxn id="539" idx="1"/>
                </p:cNvCxnSpPr>
                <p:nvPr/>
              </p:nvCxnSpPr>
              <p:spPr>
                <a:xfrm flipH="1" flipV="1">
                  <a:off x="4962274" y="3021356"/>
                  <a:ext cx="377872" cy="34571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" name="Straight Connector 540">
                  <a:extLst>
                    <a:ext uri="{FF2B5EF4-FFF2-40B4-BE49-F238E27FC236}">
                      <a16:creationId xmlns:a16="http://schemas.microsoft.com/office/drawing/2014/main" id="{54CBD909-A612-863F-CFDC-B75B107CA648}"/>
                    </a:ext>
                  </a:extLst>
                </p:cNvPr>
                <p:cNvCxnSpPr>
                  <a:stCxn id="539" idx="4"/>
                </p:cNvCxnSpPr>
                <p:nvPr/>
              </p:nvCxnSpPr>
              <p:spPr>
                <a:xfrm flipH="1">
                  <a:off x="5146065" y="3438680"/>
                  <a:ext cx="5405" cy="35964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3" name="Line 13">
                <a:extLst>
                  <a:ext uri="{FF2B5EF4-FFF2-40B4-BE49-F238E27FC236}">
                    <a16:creationId xmlns:a16="http://schemas.microsoft.com/office/drawing/2014/main" id="{358D57B0-0BFF-6AAA-A50C-C85D96B910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215781" y="1405255"/>
                <a:ext cx="7593" cy="6042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lIns="137160" tIns="68580" rIns="137160" bIns="68580" anchor="ctr"/>
              <a:lstStyle>
                <a:defPPr>
                  <a:defRPr lang="en-US"/>
                </a:defPPr>
                <a:lvl1pPr marL="0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66074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32148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298222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064298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830373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596447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5362521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6128597" algn="l" defTabSz="766074" rtl="0" eaLnBrk="1" latinLnBrk="0" hangingPunct="1">
                  <a:defRPr sz="3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grpSp>
            <p:nvGrpSpPr>
              <p:cNvPr id="494" name="Group 493">
                <a:extLst>
                  <a:ext uri="{FF2B5EF4-FFF2-40B4-BE49-F238E27FC236}">
                    <a16:creationId xmlns:a16="http://schemas.microsoft.com/office/drawing/2014/main" id="{A5527358-F3FC-37C3-7F3B-8900834D93FA}"/>
                  </a:ext>
                </a:extLst>
              </p:cNvPr>
              <p:cNvGrpSpPr/>
              <p:nvPr/>
            </p:nvGrpSpPr>
            <p:grpSpPr>
              <a:xfrm>
                <a:off x="11164108" y="-603174"/>
                <a:ext cx="1029904" cy="2086834"/>
                <a:chOff x="2215502" y="-2389180"/>
                <a:chExt cx="1844895" cy="3786784"/>
              </a:xfrm>
            </p:grpSpPr>
            <p:grpSp>
              <p:nvGrpSpPr>
                <p:cNvPr id="530" name="Group 529">
                  <a:extLst>
                    <a:ext uri="{FF2B5EF4-FFF2-40B4-BE49-F238E27FC236}">
                      <a16:creationId xmlns:a16="http://schemas.microsoft.com/office/drawing/2014/main" id="{AB79C0F0-B858-512A-F3AB-E3653D12764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95904" y="-2389180"/>
                  <a:ext cx="1664493" cy="323"/>
                  <a:chOff x="3960" y="1217"/>
                  <a:chExt cx="699" cy="323"/>
                </a:xfrm>
              </p:grpSpPr>
              <p:sp>
                <p:nvSpPr>
                  <p:cNvPr id="535" name="Line 4">
                    <a:extLst>
                      <a:ext uri="{FF2B5EF4-FFF2-40B4-BE49-F238E27FC236}">
                        <a16:creationId xmlns:a16="http://schemas.microsoft.com/office/drawing/2014/main" id="{4FDBDEE9-E579-6920-A2CF-8FA9D2BDCFE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50" y="1344"/>
                    <a:ext cx="60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536" name="Line 5">
                    <a:extLst>
                      <a:ext uri="{FF2B5EF4-FFF2-40B4-BE49-F238E27FC236}">
                        <a16:creationId xmlns:a16="http://schemas.microsoft.com/office/drawing/2014/main" id="{E4788AE3-B3A9-BB42-405E-6634B8603EE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50" y="1408"/>
                    <a:ext cx="609" cy="0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537" name="Line 6">
                    <a:extLst>
                      <a:ext uri="{FF2B5EF4-FFF2-40B4-BE49-F238E27FC236}">
                        <a16:creationId xmlns:a16="http://schemas.microsoft.com/office/drawing/2014/main" id="{3E7A3129-76EF-6A55-4CD8-4E591F2A3E7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45" y="1217"/>
                    <a:ext cx="0" cy="32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538" name="Line 7">
                    <a:extLst>
                      <a:ext uri="{FF2B5EF4-FFF2-40B4-BE49-F238E27FC236}">
                        <a16:creationId xmlns:a16="http://schemas.microsoft.com/office/drawing/2014/main" id="{3F7993AC-4A98-2AEE-1522-A7D465E3823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960" y="1217"/>
                    <a:ext cx="0" cy="32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</p:grpSp>
            <p:sp>
              <p:nvSpPr>
                <p:cNvPr id="531" name="Freeform 9">
                  <a:extLst>
                    <a:ext uri="{FF2B5EF4-FFF2-40B4-BE49-F238E27FC236}">
                      <a16:creationId xmlns:a16="http://schemas.microsoft.com/office/drawing/2014/main" id="{57D1983E-B08D-8B2F-651F-98678F5623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5502" y="471297"/>
                  <a:ext cx="1574008" cy="771524"/>
                </a:xfrm>
                <a:custGeom>
                  <a:avLst/>
                  <a:gdLst/>
                  <a:ahLst/>
                  <a:cxnLst>
                    <a:cxn ang="0">
                      <a:pos x="660" y="128"/>
                    </a:cxn>
                    <a:cxn ang="0">
                      <a:pos x="660" y="0"/>
                    </a:cxn>
                    <a:cxn ang="0">
                      <a:pos x="0" y="0"/>
                    </a:cxn>
                    <a:cxn ang="0">
                      <a:pos x="0" y="323"/>
                    </a:cxn>
                    <a:cxn ang="0">
                      <a:pos x="660" y="323"/>
                    </a:cxn>
                    <a:cxn ang="0">
                      <a:pos x="660" y="197"/>
                    </a:cxn>
                  </a:cxnLst>
                  <a:rect l="0" t="0" r="r" b="b"/>
                  <a:pathLst>
                    <a:path w="661" h="324">
                      <a:moveTo>
                        <a:pt x="660" y="128"/>
                      </a:moveTo>
                      <a:lnTo>
                        <a:pt x="660" y="0"/>
                      </a:lnTo>
                      <a:lnTo>
                        <a:pt x="0" y="0"/>
                      </a:lnTo>
                      <a:lnTo>
                        <a:pt x="0" y="323"/>
                      </a:lnTo>
                      <a:lnTo>
                        <a:pt x="660" y="323"/>
                      </a:lnTo>
                      <a:lnTo>
                        <a:pt x="660" y="19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32" name="Freeform 10">
                  <a:extLst>
                    <a:ext uri="{FF2B5EF4-FFF2-40B4-BE49-F238E27FC236}">
                      <a16:creationId xmlns:a16="http://schemas.microsoft.com/office/drawing/2014/main" id="{DDCE3C94-B2FA-255D-B14C-F60CB87019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17684" y="537615"/>
                  <a:ext cx="1090613" cy="652461"/>
                </a:xfrm>
                <a:custGeom>
                  <a:avLst/>
                  <a:gdLst/>
                  <a:ahLst/>
                  <a:cxnLst>
                    <a:cxn ang="0">
                      <a:pos x="457" y="174"/>
                    </a:cxn>
                    <a:cxn ang="0">
                      <a:pos x="431" y="273"/>
                    </a:cxn>
                    <a:cxn ang="0">
                      <a:pos x="350" y="0"/>
                    </a:cxn>
                    <a:cxn ang="0">
                      <a:pos x="269" y="273"/>
                    </a:cxn>
                    <a:cxn ang="0">
                      <a:pos x="188" y="0"/>
                    </a:cxn>
                    <a:cxn ang="0">
                      <a:pos x="107" y="273"/>
                    </a:cxn>
                    <a:cxn ang="0">
                      <a:pos x="26" y="0"/>
                    </a:cxn>
                    <a:cxn ang="0">
                      <a:pos x="0" y="137"/>
                    </a:cxn>
                  </a:cxnLst>
                  <a:rect l="0" t="0" r="r" b="b"/>
                  <a:pathLst>
                    <a:path w="458" h="274">
                      <a:moveTo>
                        <a:pt x="457" y="174"/>
                      </a:moveTo>
                      <a:lnTo>
                        <a:pt x="431" y="273"/>
                      </a:lnTo>
                      <a:lnTo>
                        <a:pt x="350" y="0"/>
                      </a:lnTo>
                      <a:lnTo>
                        <a:pt x="269" y="273"/>
                      </a:lnTo>
                      <a:lnTo>
                        <a:pt x="188" y="0"/>
                      </a:lnTo>
                      <a:lnTo>
                        <a:pt x="107" y="273"/>
                      </a:lnTo>
                      <a:lnTo>
                        <a:pt x="26" y="0"/>
                      </a:lnTo>
                      <a:lnTo>
                        <a:pt x="0" y="13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33" name="Freeform 11">
                  <a:extLst>
                    <a:ext uri="{FF2B5EF4-FFF2-40B4-BE49-F238E27FC236}">
                      <a16:creationId xmlns:a16="http://schemas.microsoft.com/office/drawing/2014/main" id="{73092B40-5B7B-7D0F-31CC-99BB302876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4077" y="1085659"/>
                  <a:ext cx="157162" cy="154780"/>
                </a:xfrm>
                <a:custGeom>
                  <a:avLst/>
                  <a:gdLst/>
                  <a:ahLst/>
                  <a:cxnLst>
                    <a:cxn ang="0">
                      <a:pos x="0" y="64"/>
                    </a:cxn>
                    <a:cxn ang="0">
                      <a:pos x="32" y="0"/>
                    </a:cxn>
                    <a:cxn ang="0">
                      <a:pos x="65" y="64"/>
                    </a:cxn>
                  </a:cxnLst>
                  <a:rect l="0" t="0" r="r" b="b"/>
                  <a:pathLst>
                    <a:path w="66" h="65">
                      <a:moveTo>
                        <a:pt x="0" y="64"/>
                      </a:moveTo>
                      <a:lnTo>
                        <a:pt x="32" y="0"/>
                      </a:lnTo>
                      <a:lnTo>
                        <a:pt x="65" y="64"/>
                      </a:lnTo>
                    </a:path>
                  </a:pathLst>
                </a:custGeom>
                <a:noFill/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34" name="Freeform 12">
                  <a:extLst>
                    <a:ext uri="{FF2B5EF4-FFF2-40B4-BE49-F238E27FC236}">
                      <a16:creationId xmlns:a16="http://schemas.microsoft.com/office/drawing/2014/main" id="{8C3D2C88-85C4-1BCC-0CAB-94D96F4CF1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8532" y="1235679"/>
                  <a:ext cx="164306" cy="1619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3" y="67"/>
                    </a:cxn>
                    <a:cxn ang="0">
                      <a:pos x="68" y="0"/>
                    </a:cxn>
                  </a:cxnLst>
                  <a:rect l="0" t="0" r="r" b="b"/>
                  <a:pathLst>
                    <a:path w="69" h="68">
                      <a:moveTo>
                        <a:pt x="0" y="0"/>
                      </a:moveTo>
                      <a:lnTo>
                        <a:pt x="33" y="67"/>
                      </a:lnTo>
                      <a:lnTo>
                        <a:pt x="68" y="0"/>
                      </a:lnTo>
                    </a:path>
                  </a:pathLst>
                </a:custGeom>
                <a:noFill/>
                <a:ln w="12700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</p:grpSp>
          <p:grpSp>
            <p:nvGrpSpPr>
              <p:cNvPr id="495" name="Group 494">
                <a:extLst>
                  <a:ext uri="{FF2B5EF4-FFF2-40B4-BE49-F238E27FC236}">
                    <a16:creationId xmlns:a16="http://schemas.microsoft.com/office/drawing/2014/main" id="{A4F209B1-E781-8219-7EE7-6E772872F7C3}"/>
                  </a:ext>
                </a:extLst>
              </p:cNvPr>
              <p:cNvGrpSpPr/>
              <p:nvPr/>
            </p:nvGrpSpPr>
            <p:grpSpPr>
              <a:xfrm>
                <a:off x="10058258" y="2019998"/>
                <a:ext cx="1666235" cy="828692"/>
                <a:chOff x="3382142" y="4777026"/>
                <a:chExt cx="2940359" cy="1473993"/>
              </a:xfrm>
            </p:grpSpPr>
            <p:sp>
              <p:nvSpPr>
                <p:cNvPr id="505" name="Line 14">
                  <a:extLst>
                    <a:ext uri="{FF2B5EF4-FFF2-40B4-BE49-F238E27FC236}">
                      <a16:creationId xmlns:a16="http://schemas.microsoft.com/office/drawing/2014/main" id="{7788FEC1-AEB0-5B2B-8FC3-36C0942D0F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412076" y="5531881"/>
                  <a:ext cx="12695" cy="417279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06" name="Line 15">
                  <a:extLst>
                    <a:ext uri="{FF2B5EF4-FFF2-40B4-BE49-F238E27FC236}">
                      <a16:creationId xmlns:a16="http://schemas.microsoft.com/office/drawing/2014/main" id="{F911B9E3-7479-6024-61CE-58F8C04706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81870" y="5531881"/>
                  <a:ext cx="2381" cy="37623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07" name="Line 16">
                  <a:extLst>
                    <a:ext uri="{FF2B5EF4-FFF2-40B4-BE49-F238E27FC236}">
                      <a16:creationId xmlns:a16="http://schemas.microsoft.com/office/drawing/2014/main" id="{50EBF914-5E4D-4FC0-4D11-A2C52FD038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24771" y="5322331"/>
                  <a:ext cx="2381" cy="22145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08" name="Line 17">
                  <a:extLst>
                    <a:ext uri="{FF2B5EF4-FFF2-40B4-BE49-F238E27FC236}">
                      <a16:creationId xmlns:a16="http://schemas.microsoft.com/office/drawing/2014/main" id="{93447E74-CC3F-25B8-B4FD-B717A91886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15233" y="5322331"/>
                  <a:ext cx="219074" cy="238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09" name="Line 18">
                  <a:extLst>
                    <a:ext uri="{FF2B5EF4-FFF2-40B4-BE49-F238E27FC236}">
                      <a16:creationId xmlns:a16="http://schemas.microsoft.com/office/drawing/2014/main" id="{17F7AC28-0EAA-CF5A-6E55-3436160019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10332" y="5322331"/>
                  <a:ext cx="219074" cy="238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10" name="Line 19">
                  <a:extLst>
                    <a:ext uri="{FF2B5EF4-FFF2-40B4-BE49-F238E27FC236}">
                      <a16:creationId xmlns:a16="http://schemas.microsoft.com/office/drawing/2014/main" id="{6FC8DA03-C411-FF4B-46A7-CAA2384CDA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22251" y="5322331"/>
                  <a:ext cx="2382" cy="221457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11" name="Freeform 20">
                  <a:extLst>
                    <a:ext uri="{FF2B5EF4-FFF2-40B4-BE49-F238E27FC236}">
                      <a16:creationId xmlns:a16="http://schemas.microsoft.com/office/drawing/2014/main" id="{0B54E054-1679-D468-F372-46AD4247F6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12764" y="4800840"/>
                  <a:ext cx="107157" cy="221455"/>
                </a:xfrm>
                <a:custGeom>
                  <a:avLst/>
                  <a:gdLst/>
                  <a:ahLst/>
                  <a:cxnLst>
                    <a:cxn ang="0">
                      <a:pos x="21" y="0"/>
                    </a:cxn>
                    <a:cxn ang="0">
                      <a:pos x="0" y="92"/>
                    </a:cxn>
                    <a:cxn ang="0">
                      <a:pos x="44" y="89"/>
                    </a:cxn>
                    <a:cxn ang="0">
                      <a:pos x="21" y="0"/>
                    </a:cxn>
                  </a:cxnLst>
                  <a:rect l="0" t="0" r="r" b="b"/>
                  <a:pathLst>
                    <a:path w="45" h="93">
                      <a:moveTo>
                        <a:pt x="21" y="0"/>
                      </a:moveTo>
                      <a:lnTo>
                        <a:pt x="0" y="92"/>
                      </a:lnTo>
                      <a:lnTo>
                        <a:pt x="44" y="89"/>
                      </a:lnTo>
                      <a:lnTo>
                        <a:pt x="21" y="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12" name="Freeform 21">
                  <a:extLst>
                    <a:ext uri="{FF2B5EF4-FFF2-40B4-BE49-F238E27FC236}">
                      <a16:creationId xmlns:a16="http://schemas.microsoft.com/office/drawing/2014/main" id="{1F4C198C-C46A-6976-2916-98329F9481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1870" y="5308044"/>
                  <a:ext cx="159543" cy="228600"/>
                </a:xfrm>
                <a:custGeom>
                  <a:avLst/>
                  <a:gdLst/>
                  <a:ahLst/>
                  <a:cxnLst>
                    <a:cxn ang="0">
                      <a:pos x="0" y="95"/>
                    </a:cxn>
                    <a:cxn ang="0">
                      <a:pos x="0" y="92"/>
                    </a:cxn>
                    <a:cxn ang="0">
                      <a:pos x="15" y="0"/>
                    </a:cxn>
                    <a:cxn ang="0">
                      <a:pos x="66" y="21"/>
                    </a:cxn>
                    <a:cxn ang="0">
                      <a:pos x="0" y="95"/>
                    </a:cxn>
                  </a:cxnLst>
                  <a:rect l="0" t="0" r="r" b="b"/>
                  <a:pathLst>
                    <a:path w="67" h="96">
                      <a:moveTo>
                        <a:pt x="0" y="95"/>
                      </a:moveTo>
                      <a:lnTo>
                        <a:pt x="0" y="92"/>
                      </a:lnTo>
                      <a:lnTo>
                        <a:pt x="15" y="0"/>
                      </a:lnTo>
                      <a:lnTo>
                        <a:pt x="66" y="21"/>
                      </a:lnTo>
                      <a:lnTo>
                        <a:pt x="0" y="95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13" name="Rectangle 512">
                  <a:extLst>
                    <a:ext uri="{FF2B5EF4-FFF2-40B4-BE49-F238E27FC236}">
                      <a16:creationId xmlns:a16="http://schemas.microsoft.com/office/drawing/2014/main" id="{6DE6AC67-3301-5C93-4939-9BCCF87931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05557" y="4786551"/>
                  <a:ext cx="1512093" cy="747711"/>
                </a:xfrm>
                <a:prstGeom prst="rect">
                  <a:avLst/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14" name="Line 23">
                  <a:extLst>
                    <a:ext uri="{FF2B5EF4-FFF2-40B4-BE49-F238E27FC236}">
                      <a16:creationId xmlns:a16="http://schemas.microsoft.com/office/drawing/2014/main" id="{36CFFB54-9C05-68EC-5260-14E1EAB89E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60413" y="4777026"/>
                  <a:ext cx="2382" cy="76676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15" name="Line 24">
                  <a:extLst>
                    <a:ext uri="{FF2B5EF4-FFF2-40B4-BE49-F238E27FC236}">
                      <a16:creationId xmlns:a16="http://schemas.microsoft.com/office/drawing/2014/main" id="{01805418-3EF5-FEE6-7994-D6098FE0A1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081870" y="4788931"/>
                  <a:ext cx="345281" cy="7548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16" name="Line 25">
                  <a:extLst>
                    <a:ext uri="{FF2B5EF4-FFF2-40B4-BE49-F238E27FC236}">
                      <a16:creationId xmlns:a16="http://schemas.microsoft.com/office/drawing/2014/main" id="{E0DBB9C4-C2A5-F842-50B4-7ADFEB965E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60389" y="4788931"/>
                  <a:ext cx="2382" cy="7548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22" name="AutoShape 31">
                  <a:extLst>
                    <a:ext uri="{FF2B5EF4-FFF2-40B4-BE49-F238E27FC236}">
                      <a16:creationId xmlns:a16="http://schemas.microsoft.com/office/drawing/2014/main" id="{495E9B7A-2241-EA02-308C-BC97B34B3D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19983" y="5927168"/>
                  <a:ext cx="388143" cy="323849"/>
                </a:xfrm>
                <a:prstGeom prst="triangle">
                  <a:avLst>
                    <a:gd name="adj" fmla="val 49995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23" name="AutoShape 32">
                  <a:extLst>
                    <a:ext uri="{FF2B5EF4-FFF2-40B4-BE49-F238E27FC236}">
                      <a16:creationId xmlns:a16="http://schemas.microsoft.com/office/drawing/2014/main" id="{24F6C30F-78CD-685B-5710-0B0D90A878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4886608" y="5927170"/>
                  <a:ext cx="388143" cy="323849"/>
                </a:xfrm>
                <a:prstGeom prst="triangle">
                  <a:avLst>
                    <a:gd name="adj" fmla="val 49995"/>
                  </a:avLst>
                </a:prstGeom>
                <a:noFill/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137160" tIns="68580" rIns="137160" bIns="68580" anchor="ctr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524" name="Freeform 33">
                  <a:extLst>
                    <a:ext uri="{FF2B5EF4-FFF2-40B4-BE49-F238E27FC236}">
                      <a16:creationId xmlns:a16="http://schemas.microsoft.com/office/drawing/2014/main" id="{C89F0554-FC44-45D8-1712-F0D317F22F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22413" y="5100883"/>
                  <a:ext cx="700088" cy="416717"/>
                </a:xfrm>
                <a:custGeom>
                  <a:avLst/>
                  <a:gdLst/>
                  <a:ahLst/>
                  <a:cxnLst>
                    <a:cxn ang="0">
                      <a:pos x="293" y="87"/>
                    </a:cxn>
                    <a:cxn ang="0">
                      <a:pos x="275" y="174"/>
                    </a:cxn>
                    <a:cxn ang="0">
                      <a:pos x="224" y="0"/>
                    </a:cxn>
                    <a:cxn ang="0">
                      <a:pos x="172" y="174"/>
                    </a:cxn>
                    <a:cxn ang="0">
                      <a:pos x="120" y="0"/>
                    </a:cxn>
                    <a:cxn ang="0">
                      <a:pos x="68" y="174"/>
                    </a:cxn>
                    <a:cxn ang="0">
                      <a:pos x="17" y="0"/>
                    </a:cxn>
                    <a:cxn ang="0">
                      <a:pos x="0" y="87"/>
                    </a:cxn>
                  </a:cxnLst>
                  <a:rect l="0" t="0" r="r" b="b"/>
                  <a:pathLst>
                    <a:path w="294" h="175">
                      <a:moveTo>
                        <a:pt x="293" y="87"/>
                      </a:moveTo>
                      <a:lnTo>
                        <a:pt x="275" y="174"/>
                      </a:lnTo>
                      <a:lnTo>
                        <a:pt x="224" y="0"/>
                      </a:lnTo>
                      <a:lnTo>
                        <a:pt x="172" y="174"/>
                      </a:lnTo>
                      <a:lnTo>
                        <a:pt x="120" y="0"/>
                      </a:lnTo>
                      <a:lnTo>
                        <a:pt x="68" y="174"/>
                      </a:lnTo>
                      <a:lnTo>
                        <a:pt x="17" y="0"/>
                      </a:lnTo>
                      <a:lnTo>
                        <a:pt x="0" y="87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lIns="137160" tIns="68580" rIns="137160" bIns="68580"/>
                <a:lstStyle>
                  <a:defPPr>
                    <a:defRPr lang="en-US"/>
                  </a:defPPr>
                  <a:lvl1pPr marL="0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66074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53214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2298222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3064298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3830373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459644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5362521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6128597" algn="l" defTabSz="766074" rtl="0" eaLnBrk="1" latinLnBrk="0" hangingPunct="1">
                    <a:defRPr sz="3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/>
                </a:p>
              </p:txBody>
            </p:sp>
            <p:grpSp>
              <p:nvGrpSpPr>
                <p:cNvPr id="525" name="Group 524">
                  <a:extLst>
                    <a:ext uri="{FF2B5EF4-FFF2-40B4-BE49-F238E27FC236}">
                      <a16:creationId xmlns:a16="http://schemas.microsoft.com/office/drawing/2014/main" id="{2D931879-2983-85E1-314F-63CD0D5F1A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82142" y="5010173"/>
                  <a:ext cx="729371" cy="312169"/>
                  <a:chOff x="4593" y="3132"/>
                  <a:chExt cx="313" cy="191"/>
                </a:xfrm>
              </p:grpSpPr>
              <p:sp>
                <p:nvSpPr>
                  <p:cNvPr id="526" name="Freeform 90">
                    <a:extLst>
                      <a:ext uri="{FF2B5EF4-FFF2-40B4-BE49-F238E27FC236}">
                        <a16:creationId xmlns:a16="http://schemas.microsoft.com/office/drawing/2014/main" id="{D947F4BD-9D6C-C5C3-C5B4-8737C1665E0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67" y="3132"/>
                    <a:ext cx="139" cy="191"/>
                  </a:xfrm>
                  <a:custGeom>
                    <a:avLst/>
                    <a:gdLst/>
                    <a:ahLst/>
                    <a:cxnLst>
                      <a:cxn ang="0">
                        <a:pos x="154" y="0"/>
                      </a:cxn>
                      <a:cxn ang="0">
                        <a:pos x="0" y="0"/>
                      </a:cxn>
                      <a:cxn ang="0">
                        <a:pos x="0" y="231"/>
                      </a:cxn>
                      <a:cxn ang="0">
                        <a:pos x="154" y="231"/>
                      </a:cxn>
                    </a:cxnLst>
                    <a:rect l="0" t="0" r="r" b="b"/>
                    <a:pathLst>
                      <a:path w="155" h="232">
                        <a:moveTo>
                          <a:pt x="154" y="0"/>
                        </a:moveTo>
                        <a:lnTo>
                          <a:pt x="0" y="0"/>
                        </a:lnTo>
                        <a:lnTo>
                          <a:pt x="0" y="231"/>
                        </a:lnTo>
                        <a:lnTo>
                          <a:pt x="154" y="231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527" name="Freeform 91">
                    <a:extLst>
                      <a:ext uri="{FF2B5EF4-FFF2-40B4-BE49-F238E27FC236}">
                        <a16:creationId xmlns:a16="http://schemas.microsoft.com/office/drawing/2014/main" id="{589901A7-3672-F3BA-24BC-CAFEA0F309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93" y="3132"/>
                    <a:ext cx="175" cy="64"/>
                  </a:xfrm>
                  <a:custGeom>
                    <a:avLst/>
                    <a:gdLst/>
                    <a:ahLst/>
                    <a:cxnLst>
                      <a:cxn ang="0">
                        <a:pos x="194" y="0"/>
                      </a:cxn>
                      <a:cxn ang="0">
                        <a:pos x="0" y="0"/>
                      </a:cxn>
                      <a:cxn ang="0">
                        <a:pos x="0" y="77"/>
                      </a:cxn>
                      <a:cxn ang="0">
                        <a:pos x="194" y="77"/>
                      </a:cxn>
                    </a:cxnLst>
                    <a:rect l="0" t="0" r="r" b="b"/>
                    <a:pathLst>
                      <a:path w="195" h="78">
                        <a:moveTo>
                          <a:pt x="194" y="0"/>
                        </a:moveTo>
                        <a:lnTo>
                          <a:pt x="0" y="0"/>
                        </a:lnTo>
                        <a:lnTo>
                          <a:pt x="0" y="77"/>
                        </a:lnTo>
                        <a:lnTo>
                          <a:pt x="194" y="7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528" name="Line 92">
                    <a:extLst>
                      <a:ext uri="{FF2B5EF4-FFF2-40B4-BE49-F238E27FC236}">
                        <a16:creationId xmlns:a16="http://schemas.microsoft.com/office/drawing/2014/main" id="{AA5A8022-C0C7-F482-465A-9005828C756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28" y="3132"/>
                    <a:ext cx="34" cy="63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  <p:sp>
                <p:nvSpPr>
                  <p:cNvPr id="529" name="Freeform 93">
                    <a:extLst>
                      <a:ext uri="{FF2B5EF4-FFF2-40B4-BE49-F238E27FC236}">
                        <a16:creationId xmlns:a16="http://schemas.microsoft.com/office/drawing/2014/main" id="{D7E94EF4-0155-E093-0112-E50D56406A2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97" y="3132"/>
                    <a:ext cx="60" cy="64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77"/>
                      </a:cxn>
                      <a:cxn ang="0">
                        <a:pos x="66" y="39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67" h="78">
                        <a:moveTo>
                          <a:pt x="0" y="0"/>
                        </a:moveTo>
                        <a:lnTo>
                          <a:pt x="0" y="77"/>
                        </a:lnTo>
                        <a:lnTo>
                          <a:pt x="66" y="39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>
                    <a:defPPr>
                      <a:defRPr lang="en-US"/>
                    </a:defPPr>
                    <a:lvl1pPr marL="0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66074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53214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2298222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3064298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3830373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459644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5362521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6128597" algn="l" defTabSz="766074" rtl="0" eaLnBrk="1" latinLnBrk="0" hangingPunct="1">
                      <a:defRPr sz="3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/>
                  </a:p>
                </p:txBody>
              </p:sp>
            </p:grpSp>
          </p:grpSp>
          <p:grpSp>
            <p:nvGrpSpPr>
              <p:cNvPr id="496" name="Group 495">
                <a:extLst>
                  <a:ext uri="{FF2B5EF4-FFF2-40B4-BE49-F238E27FC236}">
                    <a16:creationId xmlns:a16="http://schemas.microsoft.com/office/drawing/2014/main" id="{6BC17A05-1D18-CDF1-D19C-65CBD064AC82}"/>
                  </a:ext>
                </a:extLst>
              </p:cNvPr>
              <p:cNvGrpSpPr/>
              <p:nvPr/>
            </p:nvGrpSpPr>
            <p:grpSpPr>
              <a:xfrm rot="16017150">
                <a:off x="10940290" y="1472497"/>
                <a:ext cx="194675" cy="361664"/>
                <a:chOff x="4884008" y="2949755"/>
                <a:chExt cx="534392" cy="848570"/>
              </a:xfrm>
            </p:grpSpPr>
            <p:sp>
              <p:nvSpPr>
                <p:cNvPr id="502" name="Oval 501">
                  <a:extLst>
                    <a:ext uri="{FF2B5EF4-FFF2-40B4-BE49-F238E27FC236}">
                      <a16:creationId xmlns:a16="http://schemas.microsoft.com/office/drawing/2014/main" id="{A10FFD49-081E-94B1-B1A3-CDFA67C171EE}"/>
                    </a:ext>
                  </a:extLst>
                </p:cNvPr>
                <p:cNvSpPr/>
                <p:nvPr/>
              </p:nvSpPr>
              <p:spPr>
                <a:xfrm>
                  <a:off x="4884008" y="2949755"/>
                  <a:ext cx="534392" cy="48891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03" name="Straight Arrow Connector 502">
                  <a:extLst>
                    <a:ext uri="{FF2B5EF4-FFF2-40B4-BE49-F238E27FC236}">
                      <a16:creationId xmlns:a16="http://schemas.microsoft.com/office/drawing/2014/main" id="{312BC54B-F24A-6F8D-DFCD-8329F6EFF762}"/>
                    </a:ext>
                  </a:extLst>
                </p:cNvPr>
                <p:cNvCxnSpPr>
                  <a:stCxn id="502" idx="5"/>
                  <a:endCxn id="502" idx="1"/>
                </p:cNvCxnSpPr>
                <p:nvPr/>
              </p:nvCxnSpPr>
              <p:spPr>
                <a:xfrm flipH="1" flipV="1">
                  <a:off x="4962274" y="3021356"/>
                  <a:ext cx="377872" cy="34571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4" name="Straight Connector 503">
                  <a:extLst>
                    <a:ext uri="{FF2B5EF4-FFF2-40B4-BE49-F238E27FC236}">
                      <a16:creationId xmlns:a16="http://schemas.microsoft.com/office/drawing/2014/main" id="{07B9F7B0-8D49-6DB6-23F2-5BA8D8BD6B10}"/>
                    </a:ext>
                  </a:extLst>
                </p:cNvPr>
                <p:cNvCxnSpPr>
                  <a:stCxn id="502" idx="4"/>
                </p:cNvCxnSpPr>
                <p:nvPr/>
              </p:nvCxnSpPr>
              <p:spPr>
                <a:xfrm flipH="1">
                  <a:off x="5146065" y="3438680"/>
                  <a:ext cx="5405" cy="35964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7" name="Straight Connector 496">
                <a:extLst>
                  <a:ext uri="{FF2B5EF4-FFF2-40B4-BE49-F238E27FC236}">
                    <a16:creationId xmlns:a16="http://schemas.microsoft.com/office/drawing/2014/main" id="{2469752B-49E4-F65E-0967-5D46080D68E9}"/>
                  </a:ext>
                </a:extLst>
              </p:cNvPr>
              <p:cNvCxnSpPr>
                <a:cxnSpLocks/>
                <a:stCxn id="522" idx="3"/>
              </p:cNvCxnSpPr>
              <p:nvPr/>
            </p:nvCxnSpPr>
            <p:spPr>
              <a:xfrm>
                <a:off x="11209698" y="2848686"/>
                <a:ext cx="0" cy="28680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8" name="Group 497">
                <a:extLst>
                  <a:ext uri="{FF2B5EF4-FFF2-40B4-BE49-F238E27FC236}">
                    <a16:creationId xmlns:a16="http://schemas.microsoft.com/office/drawing/2014/main" id="{2FA97AFE-E45C-3452-98E4-2DE1E762F882}"/>
                  </a:ext>
                </a:extLst>
              </p:cNvPr>
              <p:cNvGrpSpPr/>
              <p:nvPr/>
            </p:nvGrpSpPr>
            <p:grpSpPr>
              <a:xfrm>
                <a:off x="9975326" y="2208960"/>
                <a:ext cx="526119" cy="2306314"/>
                <a:chOff x="6793883" y="1842403"/>
                <a:chExt cx="526119" cy="2286613"/>
              </a:xfrm>
            </p:grpSpPr>
            <p:cxnSp>
              <p:nvCxnSpPr>
                <p:cNvPr id="499" name="Straight Connector 498">
                  <a:extLst>
                    <a:ext uri="{FF2B5EF4-FFF2-40B4-BE49-F238E27FC236}">
                      <a16:creationId xmlns:a16="http://schemas.microsoft.com/office/drawing/2014/main" id="{5A98CDC1-D18D-8315-4EC7-00464162C4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36694" y="1842403"/>
                  <a:ext cx="7309" cy="8436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0" name="Arc 499">
                  <a:extLst>
                    <a:ext uri="{FF2B5EF4-FFF2-40B4-BE49-F238E27FC236}">
                      <a16:creationId xmlns:a16="http://schemas.microsoft.com/office/drawing/2014/main" id="{87140952-567E-D797-6E21-39D4F8794E94}"/>
                    </a:ext>
                  </a:extLst>
                </p:cNvPr>
                <p:cNvSpPr/>
                <p:nvPr/>
              </p:nvSpPr>
              <p:spPr>
                <a:xfrm rot="15998016">
                  <a:off x="6842194" y="2633542"/>
                  <a:ext cx="429498" cy="526119"/>
                </a:xfrm>
                <a:prstGeom prst="arc">
                  <a:avLst>
                    <a:gd name="adj1" fmla="val 11435942"/>
                    <a:gd name="adj2" fmla="val 0"/>
                  </a:avLst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01" name="Straight Connector 500">
                  <a:extLst>
                    <a:ext uri="{FF2B5EF4-FFF2-40B4-BE49-F238E27FC236}">
                      <a16:creationId xmlns:a16="http://schemas.microsoft.com/office/drawing/2014/main" id="{5D2DB747-2A0B-E621-0A03-BFD9822B7C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36694" y="3119018"/>
                  <a:ext cx="0" cy="100999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3977893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7C970-61F1-D0CD-79BB-D80DAA6A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D9554-B1FB-1D7E-F874-CF55819E9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53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99B9B0-57D8-1432-E6B9-E02FD895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  <a:latin typeface="Helvetica Neue"/>
              </a:rPr>
              <a:t>OUTLINE</a:t>
            </a:r>
            <a:endParaRPr lang="en-US" b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F9F2B8-1B73-2B51-D91A-795AF11D5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3119" y="480961"/>
            <a:ext cx="8520600" cy="3789075"/>
          </a:xfrm>
        </p:spPr>
        <p:txBody>
          <a:bodyPr/>
          <a:lstStyle/>
          <a:p>
            <a:r>
              <a:rPr lang="en-US" sz="1100">
                <a:latin typeface="Helvetica Neue"/>
              </a:rPr>
              <a:t>General overview: </a:t>
            </a:r>
            <a:br>
              <a:rPr lang="en-US" sz="1100">
                <a:latin typeface="Helvetica Neue"/>
              </a:rPr>
            </a:br>
            <a:r>
              <a:rPr lang="en-US" sz="1100">
                <a:latin typeface="Helvetica Neue"/>
              </a:rPr>
              <a:t>system</a:t>
            </a:r>
            <a:br>
              <a:rPr lang="en-US" sz="1100">
                <a:latin typeface="Helvetica Neue"/>
              </a:rPr>
            </a:br>
            <a:r>
              <a:rPr lang="en-US" sz="1100">
                <a:latin typeface="Helvetica Neue"/>
              </a:rPr>
              <a:t>Hexapod – mama &amp; papa shell, model</a:t>
            </a:r>
            <a:br>
              <a:rPr lang="en-US" sz="1100"/>
            </a:br>
            <a:r>
              <a:rPr lang="en-US" sz="1100">
                <a:latin typeface="Helvetica Neue"/>
              </a:rPr>
              <a:t>Grippers – why inflatables</a:t>
            </a:r>
          </a:p>
          <a:p>
            <a:pPr>
              <a:lnSpc>
                <a:spcPct val="114999"/>
              </a:lnSpc>
            </a:pPr>
            <a:r>
              <a:rPr lang="en-US" sz="1100">
                <a:latin typeface="Helvetica Neue"/>
              </a:rPr>
              <a:t>Hexapod:</a:t>
            </a:r>
            <a:br>
              <a:rPr lang="en-US" sz="1100">
                <a:latin typeface="Helvetica Neue"/>
              </a:rPr>
            </a:br>
            <a:r>
              <a:rPr lang="en-US" sz="1100">
                <a:latin typeface="Helvetica Neue"/>
              </a:rPr>
              <a:t>Thrust force FBD/analysis</a:t>
            </a:r>
            <a:br>
              <a:rPr lang="en-US" sz="1100">
                <a:latin typeface="Helvetica Neue"/>
              </a:rPr>
            </a:br>
            <a:r>
              <a:rPr lang="en-US" sz="1100">
                <a:latin typeface="Helvetica Neue"/>
              </a:rPr>
              <a:t>Geometry – reduce slop, even forwards pressure on cutting head</a:t>
            </a:r>
            <a:br>
              <a:rPr lang="en-US" sz="1100">
                <a:latin typeface="Helvetica Neue"/>
              </a:rPr>
            </a:br>
            <a:r>
              <a:rPr lang="en-US" sz="1100">
                <a:latin typeface="Helvetica Neue"/>
              </a:rPr>
              <a:t>Hexapod forces – given geometry, FEM, friction (</a:t>
            </a:r>
            <a:r>
              <a:rPr lang="en-US" sz="1100" b="1">
                <a:solidFill>
                  <a:srgbClr val="FF0000"/>
                </a:solidFill>
                <a:latin typeface="Helvetica Neue"/>
              </a:rPr>
              <a:t>GREASE IN BALL JOINTS</a:t>
            </a:r>
            <a:r>
              <a:rPr lang="en-US" sz="1100">
                <a:latin typeface="Helvetica Neue"/>
              </a:rPr>
              <a:t>), </a:t>
            </a:r>
            <a:r>
              <a:rPr lang="en-US" sz="1100" b="1">
                <a:solidFill>
                  <a:srgbClr val="FF0000"/>
                </a:solidFill>
                <a:latin typeface="Helvetica Neue"/>
              </a:rPr>
              <a:t>DO SHEAR ANALYSIS ON PLATES/WELDS ON SOCKETS</a:t>
            </a:r>
            <a:endParaRPr lang="en-US" sz="1100"/>
          </a:p>
          <a:p>
            <a:pPr>
              <a:lnSpc>
                <a:spcPct val="114999"/>
              </a:lnSpc>
            </a:pPr>
            <a:r>
              <a:rPr lang="en-US" sz="1100">
                <a:latin typeface="Helvetica Neue"/>
              </a:rPr>
              <a:t>Grippers:</a:t>
            </a:r>
            <a:br>
              <a:rPr lang="en-US" sz="1100">
                <a:latin typeface="Helvetica Neue"/>
              </a:rPr>
            </a:br>
            <a:r>
              <a:rPr lang="en-US" sz="1100">
                <a:latin typeface="Helvetica Neue"/>
              </a:rPr>
              <a:t>Geometry analysis – overcut vs expansion, inner tube deflation, expected soil deformation: shroud length</a:t>
            </a:r>
            <a:br>
              <a:rPr lang="en-US" sz="1100">
                <a:latin typeface="Helvetica Neue"/>
              </a:rPr>
            </a:br>
            <a:r>
              <a:rPr lang="en-US" sz="1100">
                <a:latin typeface="Helvetica Neue"/>
              </a:rPr>
              <a:t>f     two tubes + compartmentalization</a:t>
            </a:r>
            <a:br>
              <a:rPr lang="en-US" sz="1100">
                <a:latin typeface="Helvetica Neue"/>
              </a:rPr>
            </a:br>
            <a:r>
              <a:rPr lang="en-US" sz="1100">
                <a:latin typeface="Helvetica Neue"/>
              </a:rPr>
              <a:t>Thrust Force analysis – surface area assumptions, introduce bulging problem; shroud + testing results</a:t>
            </a:r>
            <a:br>
              <a:rPr lang="en-US" sz="1100"/>
            </a:br>
            <a:r>
              <a:rPr lang="en-US" sz="1100">
                <a:latin typeface="Helvetica Neue"/>
              </a:rPr>
              <a:t>Load path</a:t>
            </a:r>
            <a:br>
              <a:rPr lang="en-US" sz="1100">
                <a:latin typeface="Helvetica Neue"/>
              </a:rPr>
            </a:br>
            <a:r>
              <a:rPr lang="en-US" sz="1100">
                <a:latin typeface="Helvetica Neue"/>
              </a:rPr>
              <a:t>Structural Force analysis – Worst case scenario calcs (bearing, </a:t>
            </a:r>
            <a:r>
              <a:rPr lang="en-US" sz="1100" err="1">
                <a:latin typeface="Helvetica Neue"/>
              </a:rPr>
              <a:t>tearout</a:t>
            </a:r>
            <a:r>
              <a:rPr lang="en-US" sz="1100">
                <a:latin typeface="Helvetica Neue"/>
              </a:rPr>
              <a:t>, bolt shear, gripper plate </a:t>
            </a:r>
            <a:r>
              <a:rPr lang="en-US" sz="1100" err="1">
                <a:latin typeface="Helvetica Neue"/>
              </a:rPr>
              <a:t>tearout</a:t>
            </a:r>
            <a:r>
              <a:rPr lang="en-US" sz="1100">
                <a:latin typeface="Helvetica Neue"/>
              </a:rPr>
              <a:t>) (</a:t>
            </a:r>
            <a:r>
              <a:rPr lang="en-US" sz="1100" b="1">
                <a:solidFill>
                  <a:srgbClr val="FF0000"/>
                </a:solidFill>
                <a:latin typeface="Helvetica Neue"/>
              </a:rPr>
              <a:t>FEM?)</a:t>
            </a:r>
            <a:br>
              <a:rPr lang="en-US" sz="1100" b="1">
                <a:latin typeface="Helvetica Neue"/>
              </a:rPr>
            </a:br>
            <a:r>
              <a:rPr lang="en-US" sz="1100">
                <a:latin typeface="Helvetica Neue"/>
              </a:rPr>
              <a:t>Inflation time testing </a:t>
            </a:r>
            <a:br>
              <a:rPr lang="en-US" sz="1100"/>
            </a:br>
            <a:r>
              <a:rPr lang="en-US" sz="1100">
                <a:latin typeface="Helvetica Neue"/>
              </a:rPr>
              <a:t>Shroud retention – Testing + </a:t>
            </a:r>
            <a:r>
              <a:rPr lang="en-US" sz="1100">
                <a:solidFill>
                  <a:schemeClr val="tx1"/>
                </a:solidFill>
                <a:latin typeface="Helvetica Neue"/>
              </a:rPr>
              <a:t>Spring calcs,</a:t>
            </a:r>
            <a:r>
              <a:rPr lang="en-US" sz="1100">
                <a:latin typeface="Helvetica Neue"/>
              </a:rPr>
              <a:t> worst case scenario (dragging)</a:t>
            </a:r>
            <a:br>
              <a:rPr lang="en-US" sz="1100"/>
            </a:br>
            <a:r>
              <a:rPr lang="en-US" sz="1100">
                <a:latin typeface="Helvetica Neue"/>
              </a:rPr>
              <a:t>Pneumatics – circuit with sensors and annotations, state table</a:t>
            </a:r>
            <a:br>
              <a:rPr lang="en-US" sz="1100">
                <a:latin typeface="Helvetica Neue"/>
              </a:rPr>
            </a:br>
            <a:r>
              <a:rPr lang="en-US" sz="1100">
                <a:latin typeface="Helvetica Neue"/>
              </a:rPr>
              <a:t>f     </a:t>
            </a:r>
            <a:r>
              <a:rPr lang="en-US" sz="1100" b="1">
                <a:solidFill>
                  <a:srgbClr val="FF0000"/>
                </a:solidFill>
                <a:latin typeface="Helvetica Neue"/>
              </a:rPr>
              <a:t>Pressure loss (minor losses)</a:t>
            </a:r>
            <a:endParaRPr lang="en-US" sz="110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53689928"/>
      </p:ext>
    </p:extLst>
  </p:cSld>
  <p:clrMapOvr>
    <a:masterClrMapping/>
  </p:clrMapOvr>
</p:sld>
</file>

<file path=ppt/theme/theme1.xml><?xml version="1.0" encoding="utf-8"?>
<a:theme xmlns:a="http://schemas.openxmlformats.org/drawingml/2006/main" name="CU Hyperloop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3C57BBB-AE17-B943-86BF-2B8D6D381178}" vid="{FF06337C-FF68-C745-AC04-EB8E80A880EC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7feed4-e602-41a4-b8a8-fe32c7b0a860">
      <Terms xmlns="http://schemas.microsoft.com/office/infopath/2007/PartnerControls"/>
    </lcf76f155ced4ddcb4097134ff3c332f>
    <TaxCatchAll xmlns="47e091e1-8fab-481c-8ec9-f2ad7536922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1E4EB3428EBA42A0F7BEA5C7AD7B5B" ma:contentTypeVersion="15" ma:contentTypeDescription="Create a new document." ma:contentTypeScope="" ma:versionID="d84a12ec8b0540ab4fee9e9bc6517f95">
  <xsd:schema xmlns:xsd="http://www.w3.org/2001/XMLSchema" xmlns:xs="http://www.w3.org/2001/XMLSchema" xmlns:p="http://schemas.microsoft.com/office/2006/metadata/properties" xmlns:ns2="9e7feed4-e602-41a4-b8a8-fe32c7b0a860" xmlns:ns3="47e091e1-8fab-481c-8ec9-f2ad7536922c" targetNamespace="http://schemas.microsoft.com/office/2006/metadata/properties" ma:root="true" ma:fieldsID="5c6320e0138364e6eb7d499ef4833767" ns2:_="" ns3:_="">
    <xsd:import namespace="9e7feed4-e602-41a4-b8a8-fe32c7b0a860"/>
    <xsd:import namespace="47e091e1-8fab-481c-8ec9-f2ad753692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7feed4-e602-41a4-b8a8-fe32c7b0a8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52802cc5-2881-4dd7-9d75-38905e9cf7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e091e1-8fab-481c-8ec9-f2ad7536922c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1dc8ea28-e764-44ed-81e7-de604f9b4e39}" ma:internalName="TaxCatchAll" ma:showField="CatchAllData" ma:web="47e091e1-8fab-481c-8ec9-f2ad753692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69E7A48-2514-4F28-93BC-AEFCF927059B}">
  <ds:schemaRefs>
    <ds:schemaRef ds:uri="9e7feed4-e602-41a4-b8a8-fe32c7b0a860"/>
    <ds:schemaRef ds:uri="http://www.w3.org/XML/1998/namespace"/>
    <ds:schemaRef ds:uri="47e091e1-8fab-481c-8ec9-f2ad7536922c"/>
    <ds:schemaRef ds:uri="http://purl.org/dc/elements/1.1/"/>
    <ds:schemaRef ds:uri="http://purl.org/dc/dcmitype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D609CC0-3B43-4ED3-A7E8-C56DA8746E83}">
  <ds:schemaRefs>
    <ds:schemaRef ds:uri="47e091e1-8fab-481c-8ec9-f2ad7536922c"/>
    <ds:schemaRef ds:uri="9e7feed4-e602-41a4-b8a8-fe32c7b0a86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F45009B-F5F4-4DDB-B762-17CF701687D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CU Hyperloop</Template>
  <TotalTime>0</TotalTime>
  <Words>960</Words>
  <Application>Microsoft Macintosh PowerPoint</Application>
  <PresentationFormat>On-screen Show (16:9)</PresentationFormat>
  <Paragraphs>165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Helvetica Neue</vt:lpstr>
      <vt:lpstr>HGGothicE</vt:lpstr>
      <vt:lpstr>Cambria Math</vt:lpstr>
      <vt:lpstr>Times New Roman</vt:lpstr>
      <vt:lpstr>Proxima Nova</vt:lpstr>
      <vt:lpstr>CU Hyperloop</vt:lpstr>
      <vt:lpstr>Propulsion Design Review</vt:lpstr>
      <vt:lpstr>Overview</vt:lpstr>
      <vt:lpstr>Hexapod</vt:lpstr>
      <vt:lpstr>Hexapod - Geometry</vt:lpstr>
      <vt:lpstr>Hexapod Ball joints</vt:lpstr>
      <vt:lpstr>Grippers - Pressures</vt:lpstr>
      <vt:lpstr>Grippers – Soil Deformation</vt:lpstr>
      <vt:lpstr>Grippers</vt:lpstr>
      <vt:lpstr>Grippers - Shroud</vt:lpstr>
      <vt:lpstr>Grippers - Structural</vt:lpstr>
      <vt:lpstr>Gripper Analysis</vt:lpstr>
      <vt:lpstr>Grippers – Pneumatics</vt:lpstr>
      <vt:lpstr>PowerPoint Presentation</vt:lpstr>
      <vt:lpstr>OUTLINE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Propulsion Design Review</dc:title>
  <dc:creator>Max Balasubramaniam</dc:creator>
  <cp:lastModifiedBy>Landon Holligan</cp:lastModifiedBy>
  <cp:revision>2</cp:revision>
  <dcterms:created xsi:type="dcterms:W3CDTF">2023-08-30T04:04:13Z</dcterms:created>
  <dcterms:modified xsi:type="dcterms:W3CDTF">2026-09-11T16:53:51Z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0x010100D41E4EB3428EBA42A0F7BEA5C7AD7B5B</vt:lpwstr>
  </property>
  <property fmtid="{D5CDD505-2E9C-101B-9397-08002B2CF9AE}" pid="3" name="MediaServiceImageTags">
    <vt:lpwstr/>
  </property>
</Properties>
</file>