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57" r:id="rId2"/>
    <p:sldId id="266" r:id="rId3"/>
    <p:sldId id="268" r:id="rId4"/>
    <p:sldId id="267" r:id="rId5"/>
    <p:sldId id="280" r:id="rId6"/>
    <p:sldId id="269" r:id="rId7"/>
    <p:sldId id="275" r:id="rId8"/>
    <p:sldId id="276" r:id="rId9"/>
    <p:sldId id="277" r:id="rId10"/>
    <p:sldId id="271" r:id="rId11"/>
    <p:sldId id="278" r:id="rId12"/>
    <p:sldId id="281" r:id="rId13"/>
    <p:sldId id="282" r:id="rId14"/>
    <p:sldId id="279" r:id="rId15"/>
    <p:sldId id="264" r:id="rId16"/>
    <p:sldId id="272"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48B3BE-9033-4A02-8F1A-0EA922332087}" v="101" dt="2024-03-11T04:30:18.091"/>
    <p1510:client id="{05223468-0ABE-4654-94A9-0FCD918C1E0F}" v="130" dt="2024-03-11T05:11:24.910"/>
    <p1510:client id="{1068BCCC-847D-409D-9B1C-3246EAC4110B}" v="139" dt="2024-03-11T14:41:29.795"/>
    <p1510:client id="{1223D578-B5AB-46DC-A4ED-87EAB7487E95}" v="1514" dt="2024-03-11T04:25:19.949"/>
    <p1510:client id="{123DF962-F405-40DC-A676-B4706486E980}" v="4" dt="2024-03-11T05:45:05.843"/>
    <p1510:client id="{32FA448F-4A85-4F64-8E33-5FEFCEC06975}" v="4" dt="2024-03-11T04:36:40.286"/>
    <p1510:client id="{3B6FFB77-E67D-47EE-8D15-967912830CBE}" v="3" dt="2024-03-11T04:21:21.744"/>
    <p1510:client id="{4465061A-C9F2-4D50-AA02-5E5F28E7AC80}" v="354" dt="2024-03-11T04:25:03.048"/>
    <p1510:client id="{5E889861-A92D-413A-811D-9209C58C4233}" v="5" dt="2024-03-11T05:05:34.997"/>
    <p1510:client id="{62199ED4-BED9-4ED2-AC9D-E623CA43B33A}" v="10" dt="2024-03-11T03:54:21.444"/>
    <p1510:client id="{6B32DC18-92F6-4717-92B7-F9CF952B5CAC}" v="150" dt="2024-03-11T14:39:36.750"/>
    <p1510:client id="{771D282A-E991-454B-9799-9F5C592EC9C5}" v="7" dt="2024-03-11T03:55:14.255"/>
    <p1510:client id="{8A23B7F8-6CF4-4EC0-85E5-59B24CBCC63C}" v="3" dt="2024-03-11T03:22:42.856"/>
    <p1510:client id="{CC24F027-4D8D-42F8-A9BC-66AE8C603CE2}" v="15" dt="2024-03-11T03:11:09.407"/>
    <p1510:client id="{ED87B0C5-BEA7-4E4E-840C-F29D554FFFD2}" v="233" dt="2024-03-11T04:19:08.471"/>
    <p1510:client id="{EEC57B5E-FBE8-455A-8FC6-1FCCC31734D9}" v="56" dt="2024-03-10T17:10:33.932"/>
    <p1510:client id="{F3A0933F-A012-4ED7-9391-E1E406E0D708}" v="391" dt="2024-03-11T00:47:00.923"/>
    <p1510:client id="{FEC24F54-59B9-4971-B3AF-AA42C59D97BE}" v="4" dt="2024-03-11T00:07:37.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4701880079f151b3/Documents/ASEN%201400/BigBalloon_EbuenJ.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4701880079f151b3/Documents/ASEN%201400/BigBalloon_EbuenJ.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4701880079f151b3/Documents/ASEN%201400/BigBalloon_EbuenJ.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Altitude Throughout Flight</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lineChart>
        <c:grouping val="standard"/>
        <c:varyColors val="0"/>
        <c:ser>
          <c:idx val="0"/>
          <c:order val="0"/>
          <c:tx>
            <c:v>Position(m)</c:v>
          </c:tx>
          <c:spPr>
            <a:ln w="34925" cap="rnd">
              <a:solidFill>
                <a:schemeClr val="accent4"/>
              </a:solidFill>
              <a:round/>
            </a:ln>
            <a:effectLst>
              <a:outerShdw blurRad="76200" dist="38100" dir="5400000" rotWithShape="0">
                <a:srgbClr val="000000">
                  <a:alpha val="75000"/>
                </a:srgbClr>
              </a:outerShdw>
            </a:effectLst>
          </c:spPr>
          <c:marker>
            <c:symbol val="none"/>
          </c:marker>
          <c:cat>
            <c:numRef>
              <c:f>[BigBalloon_EbuenJ.xlsx]Sheet1!$A$3:$A$10820</c:f>
              <c:numCache>
                <c:formatCode>General</c:formatCode>
                <c:ptCount val="108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pt idx="1463">
                  <c:v>1463</c:v>
                </c:pt>
                <c:pt idx="1464">
                  <c:v>1464</c:v>
                </c:pt>
                <c:pt idx="1465">
                  <c:v>1465</c:v>
                </c:pt>
                <c:pt idx="1466">
                  <c:v>1466</c:v>
                </c:pt>
                <c:pt idx="1467">
                  <c:v>1467</c:v>
                </c:pt>
                <c:pt idx="1468">
                  <c:v>1468</c:v>
                </c:pt>
                <c:pt idx="1469">
                  <c:v>1469</c:v>
                </c:pt>
                <c:pt idx="1470">
                  <c:v>1470</c:v>
                </c:pt>
                <c:pt idx="1471">
                  <c:v>1471</c:v>
                </c:pt>
                <c:pt idx="1472">
                  <c:v>1472</c:v>
                </c:pt>
                <c:pt idx="1473">
                  <c:v>1473</c:v>
                </c:pt>
                <c:pt idx="1474">
                  <c:v>1474</c:v>
                </c:pt>
                <c:pt idx="1475">
                  <c:v>1475</c:v>
                </c:pt>
                <c:pt idx="1476">
                  <c:v>1476</c:v>
                </c:pt>
                <c:pt idx="1477">
                  <c:v>1477</c:v>
                </c:pt>
                <c:pt idx="1478">
                  <c:v>1478</c:v>
                </c:pt>
                <c:pt idx="1479">
                  <c:v>1479</c:v>
                </c:pt>
                <c:pt idx="1480">
                  <c:v>1480</c:v>
                </c:pt>
                <c:pt idx="1481">
                  <c:v>1481</c:v>
                </c:pt>
                <c:pt idx="1482">
                  <c:v>1482</c:v>
                </c:pt>
                <c:pt idx="1483">
                  <c:v>1483</c:v>
                </c:pt>
                <c:pt idx="1484">
                  <c:v>1484</c:v>
                </c:pt>
                <c:pt idx="1485">
                  <c:v>1485</c:v>
                </c:pt>
                <c:pt idx="1486">
                  <c:v>1486</c:v>
                </c:pt>
                <c:pt idx="1487">
                  <c:v>1487</c:v>
                </c:pt>
                <c:pt idx="1488">
                  <c:v>1488</c:v>
                </c:pt>
                <c:pt idx="1489">
                  <c:v>1489</c:v>
                </c:pt>
                <c:pt idx="1490">
                  <c:v>1490</c:v>
                </c:pt>
                <c:pt idx="1491">
                  <c:v>1491</c:v>
                </c:pt>
                <c:pt idx="1492">
                  <c:v>1492</c:v>
                </c:pt>
                <c:pt idx="1493">
                  <c:v>1493</c:v>
                </c:pt>
                <c:pt idx="1494">
                  <c:v>1494</c:v>
                </c:pt>
                <c:pt idx="1495">
                  <c:v>1495</c:v>
                </c:pt>
                <c:pt idx="1496">
                  <c:v>1496</c:v>
                </c:pt>
                <c:pt idx="1497">
                  <c:v>1497</c:v>
                </c:pt>
                <c:pt idx="1498">
                  <c:v>1498</c:v>
                </c:pt>
                <c:pt idx="1499">
                  <c:v>1499</c:v>
                </c:pt>
                <c:pt idx="1500">
                  <c:v>1500</c:v>
                </c:pt>
                <c:pt idx="1501">
                  <c:v>1501</c:v>
                </c:pt>
                <c:pt idx="1502">
                  <c:v>1502</c:v>
                </c:pt>
                <c:pt idx="1503">
                  <c:v>1503</c:v>
                </c:pt>
                <c:pt idx="1504">
                  <c:v>1504</c:v>
                </c:pt>
                <c:pt idx="1505">
                  <c:v>1505</c:v>
                </c:pt>
                <c:pt idx="1506">
                  <c:v>1506</c:v>
                </c:pt>
                <c:pt idx="1507">
                  <c:v>1507</c:v>
                </c:pt>
                <c:pt idx="1508">
                  <c:v>1508</c:v>
                </c:pt>
                <c:pt idx="1509">
                  <c:v>1509</c:v>
                </c:pt>
                <c:pt idx="1510">
                  <c:v>1510</c:v>
                </c:pt>
                <c:pt idx="1511">
                  <c:v>1511</c:v>
                </c:pt>
                <c:pt idx="1512">
                  <c:v>1512</c:v>
                </c:pt>
                <c:pt idx="1513">
                  <c:v>1513</c:v>
                </c:pt>
                <c:pt idx="1514">
                  <c:v>1514</c:v>
                </c:pt>
                <c:pt idx="1515">
                  <c:v>1515</c:v>
                </c:pt>
                <c:pt idx="1516">
                  <c:v>1516</c:v>
                </c:pt>
                <c:pt idx="1517">
                  <c:v>1517</c:v>
                </c:pt>
                <c:pt idx="1518">
                  <c:v>1518</c:v>
                </c:pt>
                <c:pt idx="1519">
                  <c:v>1519</c:v>
                </c:pt>
                <c:pt idx="1520">
                  <c:v>1520</c:v>
                </c:pt>
                <c:pt idx="1521">
                  <c:v>1521</c:v>
                </c:pt>
                <c:pt idx="1522">
                  <c:v>1522</c:v>
                </c:pt>
                <c:pt idx="1523">
                  <c:v>1523</c:v>
                </c:pt>
                <c:pt idx="1524">
                  <c:v>1524</c:v>
                </c:pt>
                <c:pt idx="1525">
                  <c:v>1525</c:v>
                </c:pt>
                <c:pt idx="1526">
                  <c:v>1526</c:v>
                </c:pt>
                <c:pt idx="1527">
                  <c:v>1527</c:v>
                </c:pt>
                <c:pt idx="1528">
                  <c:v>1528</c:v>
                </c:pt>
                <c:pt idx="1529">
                  <c:v>1529</c:v>
                </c:pt>
                <c:pt idx="1530">
                  <c:v>1530</c:v>
                </c:pt>
                <c:pt idx="1531">
                  <c:v>1531</c:v>
                </c:pt>
                <c:pt idx="1532">
                  <c:v>1532</c:v>
                </c:pt>
                <c:pt idx="1533">
                  <c:v>1533</c:v>
                </c:pt>
                <c:pt idx="1534">
                  <c:v>1534</c:v>
                </c:pt>
                <c:pt idx="1535">
                  <c:v>1535</c:v>
                </c:pt>
                <c:pt idx="1536">
                  <c:v>1536</c:v>
                </c:pt>
                <c:pt idx="1537">
                  <c:v>1537</c:v>
                </c:pt>
                <c:pt idx="1538">
                  <c:v>1538</c:v>
                </c:pt>
                <c:pt idx="1539">
                  <c:v>1539</c:v>
                </c:pt>
                <c:pt idx="1540">
                  <c:v>1540</c:v>
                </c:pt>
                <c:pt idx="1541">
                  <c:v>1541</c:v>
                </c:pt>
                <c:pt idx="1542">
                  <c:v>1542</c:v>
                </c:pt>
                <c:pt idx="1543">
                  <c:v>1543</c:v>
                </c:pt>
                <c:pt idx="1544">
                  <c:v>1544</c:v>
                </c:pt>
                <c:pt idx="1545">
                  <c:v>1545</c:v>
                </c:pt>
                <c:pt idx="1546">
                  <c:v>1546</c:v>
                </c:pt>
                <c:pt idx="1547">
                  <c:v>1547</c:v>
                </c:pt>
                <c:pt idx="1548">
                  <c:v>1548</c:v>
                </c:pt>
                <c:pt idx="1549">
                  <c:v>1549</c:v>
                </c:pt>
                <c:pt idx="1550">
                  <c:v>1550</c:v>
                </c:pt>
                <c:pt idx="1551">
                  <c:v>1551</c:v>
                </c:pt>
                <c:pt idx="1552">
                  <c:v>1552</c:v>
                </c:pt>
                <c:pt idx="1553">
                  <c:v>1553</c:v>
                </c:pt>
                <c:pt idx="1554">
                  <c:v>1554</c:v>
                </c:pt>
                <c:pt idx="1555">
                  <c:v>1555</c:v>
                </c:pt>
                <c:pt idx="1556">
                  <c:v>1556</c:v>
                </c:pt>
                <c:pt idx="1557">
                  <c:v>1557</c:v>
                </c:pt>
                <c:pt idx="1558">
                  <c:v>1558</c:v>
                </c:pt>
                <c:pt idx="1559">
                  <c:v>1559</c:v>
                </c:pt>
                <c:pt idx="1560">
                  <c:v>1560</c:v>
                </c:pt>
                <c:pt idx="1561">
                  <c:v>1561</c:v>
                </c:pt>
                <c:pt idx="1562">
                  <c:v>1562</c:v>
                </c:pt>
                <c:pt idx="1563">
                  <c:v>1563</c:v>
                </c:pt>
                <c:pt idx="1564">
                  <c:v>1564</c:v>
                </c:pt>
                <c:pt idx="1565">
                  <c:v>1565</c:v>
                </c:pt>
                <c:pt idx="1566">
                  <c:v>1566</c:v>
                </c:pt>
                <c:pt idx="1567">
                  <c:v>1567</c:v>
                </c:pt>
                <c:pt idx="1568">
                  <c:v>1568</c:v>
                </c:pt>
                <c:pt idx="1569">
                  <c:v>1569</c:v>
                </c:pt>
                <c:pt idx="1570">
                  <c:v>1570</c:v>
                </c:pt>
                <c:pt idx="1571">
                  <c:v>1571</c:v>
                </c:pt>
                <c:pt idx="1572">
                  <c:v>1572</c:v>
                </c:pt>
                <c:pt idx="1573">
                  <c:v>1573</c:v>
                </c:pt>
                <c:pt idx="1574">
                  <c:v>1574</c:v>
                </c:pt>
                <c:pt idx="1575">
                  <c:v>1575</c:v>
                </c:pt>
                <c:pt idx="1576">
                  <c:v>1576</c:v>
                </c:pt>
                <c:pt idx="1577">
                  <c:v>1577</c:v>
                </c:pt>
                <c:pt idx="1578">
                  <c:v>1578</c:v>
                </c:pt>
                <c:pt idx="1579">
                  <c:v>1579</c:v>
                </c:pt>
                <c:pt idx="1580">
                  <c:v>1580</c:v>
                </c:pt>
                <c:pt idx="1581">
                  <c:v>1581</c:v>
                </c:pt>
                <c:pt idx="1582">
                  <c:v>1582</c:v>
                </c:pt>
                <c:pt idx="1583">
                  <c:v>1583</c:v>
                </c:pt>
                <c:pt idx="1584">
                  <c:v>1584</c:v>
                </c:pt>
                <c:pt idx="1585">
                  <c:v>1585</c:v>
                </c:pt>
                <c:pt idx="1586">
                  <c:v>1586</c:v>
                </c:pt>
                <c:pt idx="1587">
                  <c:v>1587</c:v>
                </c:pt>
                <c:pt idx="1588">
                  <c:v>1588</c:v>
                </c:pt>
                <c:pt idx="1589">
                  <c:v>1589</c:v>
                </c:pt>
                <c:pt idx="1590">
                  <c:v>1590</c:v>
                </c:pt>
                <c:pt idx="1591">
                  <c:v>1591</c:v>
                </c:pt>
                <c:pt idx="1592">
                  <c:v>1592</c:v>
                </c:pt>
                <c:pt idx="1593">
                  <c:v>1593</c:v>
                </c:pt>
                <c:pt idx="1594">
                  <c:v>1594</c:v>
                </c:pt>
                <c:pt idx="1595">
                  <c:v>1595</c:v>
                </c:pt>
                <c:pt idx="1596">
                  <c:v>1596</c:v>
                </c:pt>
                <c:pt idx="1597">
                  <c:v>1597</c:v>
                </c:pt>
                <c:pt idx="1598">
                  <c:v>1598</c:v>
                </c:pt>
                <c:pt idx="1599">
                  <c:v>1599</c:v>
                </c:pt>
                <c:pt idx="1600">
                  <c:v>1600</c:v>
                </c:pt>
                <c:pt idx="1601">
                  <c:v>1601</c:v>
                </c:pt>
                <c:pt idx="1602">
                  <c:v>1602</c:v>
                </c:pt>
                <c:pt idx="1603">
                  <c:v>1603</c:v>
                </c:pt>
                <c:pt idx="1604">
                  <c:v>1604</c:v>
                </c:pt>
                <c:pt idx="1605">
                  <c:v>1605</c:v>
                </c:pt>
                <c:pt idx="1606">
                  <c:v>1606</c:v>
                </c:pt>
                <c:pt idx="1607">
                  <c:v>1607</c:v>
                </c:pt>
                <c:pt idx="1608">
                  <c:v>1608</c:v>
                </c:pt>
                <c:pt idx="1609">
                  <c:v>1609</c:v>
                </c:pt>
                <c:pt idx="1610">
                  <c:v>1610</c:v>
                </c:pt>
                <c:pt idx="1611">
                  <c:v>1611</c:v>
                </c:pt>
                <c:pt idx="1612">
                  <c:v>1612</c:v>
                </c:pt>
                <c:pt idx="1613">
                  <c:v>1613</c:v>
                </c:pt>
                <c:pt idx="1614">
                  <c:v>1614</c:v>
                </c:pt>
                <c:pt idx="1615">
                  <c:v>1615</c:v>
                </c:pt>
                <c:pt idx="1616">
                  <c:v>1616</c:v>
                </c:pt>
                <c:pt idx="1617">
                  <c:v>1617</c:v>
                </c:pt>
                <c:pt idx="1618">
                  <c:v>1618</c:v>
                </c:pt>
                <c:pt idx="1619">
                  <c:v>1619</c:v>
                </c:pt>
                <c:pt idx="1620">
                  <c:v>1620</c:v>
                </c:pt>
                <c:pt idx="1621">
                  <c:v>1621</c:v>
                </c:pt>
                <c:pt idx="1622">
                  <c:v>1622</c:v>
                </c:pt>
                <c:pt idx="1623">
                  <c:v>1623</c:v>
                </c:pt>
                <c:pt idx="1624">
                  <c:v>1624</c:v>
                </c:pt>
                <c:pt idx="1625">
                  <c:v>1625</c:v>
                </c:pt>
                <c:pt idx="1626">
                  <c:v>1626</c:v>
                </c:pt>
                <c:pt idx="1627">
                  <c:v>1627</c:v>
                </c:pt>
                <c:pt idx="1628">
                  <c:v>1628</c:v>
                </c:pt>
                <c:pt idx="1629">
                  <c:v>1629</c:v>
                </c:pt>
                <c:pt idx="1630">
                  <c:v>1630</c:v>
                </c:pt>
                <c:pt idx="1631">
                  <c:v>1631</c:v>
                </c:pt>
                <c:pt idx="1632">
                  <c:v>1632</c:v>
                </c:pt>
                <c:pt idx="1633">
                  <c:v>1633</c:v>
                </c:pt>
                <c:pt idx="1634">
                  <c:v>1634</c:v>
                </c:pt>
                <c:pt idx="1635">
                  <c:v>1635</c:v>
                </c:pt>
                <c:pt idx="1636">
                  <c:v>1636</c:v>
                </c:pt>
                <c:pt idx="1637">
                  <c:v>1637</c:v>
                </c:pt>
                <c:pt idx="1638">
                  <c:v>1638</c:v>
                </c:pt>
                <c:pt idx="1639">
                  <c:v>1639</c:v>
                </c:pt>
                <c:pt idx="1640">
                  <c:v>1640</c:v>
                </c:pt>
                <c:pt idx="1641">
                  <c:v>1641</c:v>
                </c:pt>
                <c:pt idx="1642">
                  <c:v>1642</c:v>
                </c:pt>
                <c:pt idx="1643">
                  <c:v>1643</c:v>
                </c:pt>
                <c:pt idx="1644">
                  <c:v>1644</c:v>
                </c:pt>
                <c:pt idx="1645">
                  <c:v>1645</c:v>
                </c:pt>
                <c:pt idx="1646">
                  <c:v>1646</c:v>
                </c:pt>
                <c:pt idx="1647">
                  <c:v>1647</c:v>
                </c:pt>
                <c:pt idx="1648">
                  <c:v>1648</c:v>
                </c:pt>
                <c:pt idx="1649">
                  <c:v>1649</c:v>
                </c:pt>
                <c:pt idx="1650">
                  <c:v>1650</c:v>
                </c:pt>
                <c:pt idx="1651">
                  <c:v>1651</c:v>
                </c:pt>
                <c:pt idx="1652">
                  <c:v>1652</c:v>
                </c:pt>
                <c:pt idx="1653">
                  <c:v>1653</c:v>
                </c:pt>
                <c:pt idx="1654">
                  <c:v>1654</c:v>
                </c:pt>
                <c:pt idx="1655">
                  <c:v>1655</c:v>
                </c:pt>
                <c:pt idx="1656">
                  <c:v>1656</c:v>
                </c:pt>
                <c:pt idx="1657">
                  <c:v>1657</c:v>
                </c:pt>
                <c:pt idx="1658">
                  <c:v>1658</c:v>
                </c:pt>
                <c:pt idx="1659">
                  <c:v>1659</c:v>
                </c:pt>
                <c:pt idx="1660">
                  <c:v>1660</c:v>
                </c:pt>
                <c:pt idx="1661">
                  <c:v>1661</c:v>
                </c:pt>
                <c:pt idx="1662">
                  <c:v>1662</c:v>
                </c:pt>
                <c:pt idx="1663">
                  <c:v>1663</c:v>
                </c:pt>
                <c:pt idx="1664">
                  <c:v>1664</c:v>
                </c:pt>
                <c:pt idx="1665">
                  <c:v>1665</c:v>
                </c:pt>
                <c:pt idx="1666">
                  <c:v>1666</c:v>
                </c:pt>
                <c:pt idx="1667">
                  <c:v>1667</c:v>
                </c:pt>
                <c:pt idx="1668">
                  <c:v>1668</c:v>
                </c:pt>
                <c:pt idx="1669">
                  <c:v>1669</c:v>
                </c:pt>
                <c:pt idx="1670">
                  <c:v>1670</c:v>
                </c:pt>
                <c:pt idx="1671">
                  <c:v>1671</c:v>
                </c:pt>
                <c:pt idx="1672">
                  <c:v>1672</c:v>
                </c:pt>
                <c:pt idx="1673">
                  <c:v>1673</c:v>
                </c:pt>
                <c:pt idx="1674">
                  <c:v>1674</c:v>
                </c:pt>
                <c:pt idx="1675">
                  <c:v>1675</c:v>
                </c:pt>
                <c:pt idx="1676">
                  <c:v>1676</c:v>
                </c:pt>
                <c:pt idx="1677">
                  <c:v>1677</c:v>
                </c:pt>
                <c:pt idx="1678">
                  <c:v>1678</c:v>
                </c:pt>
                <c:pt idx="1679">
                  <c:v>1679</c:v>
                </c:pt>
                <c:pt idx="1680">
                  <c:v>1680</c:v>
                </c:pt>
                <c:pt idx="1681">
                  <c:v>1681</c:v>
                </c:pt>
                <c:pt idx="1682">
                  <c:v>1682</c:v>
                </c:pt>
                <c:pt idx="1683">
                  <c:v>1683</c:v>
                </c:pt>
                <c:pt idx="1684">
                  <c:v>1684</c:v>
                </c:pt>
                <c:pt idx="1685">
                  <c:v>1685</c:v>
                </c:pt>
                <c:pt idx="1686">
                  <c:v>1686</c:v>
                </c:pt>
                <c:pt idx="1687">
                  <c:v>1687</c:v>
                </c:pt>
                <c:pt idx="1688">
                  <c:v>1688</c:v>
                </c:pt>
                <c:pt idx="1689">
                  <c:v>1689</c:v>
                </c:pt>
                <c:pt idx="1690">
                  <c:v>1690</c:v>
                </c:pt>
                <c:pt idx="1691">
                  <c:v>1691</c:v>
                </c:pt>
                <c:pt idx="1692">
                  <c:v>1692</c:v>
                </c:pt>
                <c:pt idx="1693">
                  <c:v>1693</c:v>
                </c:pt>
                <c:pt idx="1694">
                  <c:v>1694</c:v>
                </c:pt>
                <c:pt idx="1695">
                  <c:v>1695</c:v>
                </c:pt>
                <c:pt idx="1696">
                  <c:v>1696</c:v>
                </c:pt>
                <c:pt idx="1697">
                  <c:v>1697</c:v>
                </c:pt>
                <c:pt idx="1698">
                  <c:v>1698</c:v>
                </c:pt>
                <c:pt idx="1699">
                  <c:v>1699</c:v>
                </c:pt>
                <c:pt idx="1700">
                  <c:v>1700</c:v>
                </c:pt>
                <c:pt idx="1701">
                  <c:v>1701</c:v>
                </c:pt>
                <c:pt idx="1702">
                  <c:v>1702</c:v>
                </c:pt>
                <c:pt idx="1703">
                  <c:v>1703</c:v>
                </c:pt>
                <c:pt idx="1704">
                  <c:v>1704</c:v>
                </c:pt>
                <c:pt idx="1705">
                  <c:v>1705</c:v>
                </c:pt>
                <c:pt idx="1706">
                  <c:v>1706</c:v>
                </c:pt>
                <c:pt idx="1707">
                  <c:v>1707</c:v>
                </c:pt>
                <c:pt idx="1708">
                  <c:v>1708</c:v>
                </c:pt>
                <c:pt idx="1709">
                  <c:v>1709</c:v>
                </c:pt>
                <c:pt idx="1710">
                  <c:v>1710</c:v>
                </c:pt>
                <c:pt idx="1711">
                  <c:v>1711</c:v>
                </c:pt>
                <c:pt idx="1712">
                  <c:v>1712</c:v>
                </c:pt>
                <c:pt idx="1713">
                  <c:v>1713</c:v>
                </c:pt>
                <c:pt idx="1714">
                  <c:v>1714</c:v>
                </c:pt>
                <c:pt idx="1715">
                  <c:v>1715</c:v>
                </c:pt>
                <c:pt idx="1716">
                  <c:v>1716</c:v>
                </c:pt>
                <c:pt idx="1717">
                  <c:v>1717</c:v>
                </c:pt>
                <c:pt idx="1718">
                  <c:v>1718</c:v>
                </c:pt>
                <c:pt idx="1719">
                  <c:v>1719</c:v>
                </c:pt>
                <c:pt idx="1720">
                  <c:v>1720</c:v>
                </c:pt>
                <c:pt idx="1721">
                  <c:v>1721</c:v>
                </c:pt>
                <c:pt idx="1722">
                  <c:v>1722</c:v>
                </c:pt>
                <c:pt idx="1723">
                  <c:v>1723</c:v>
                </c:pt>
                <c:pt idx="1724">
                  <c:v>1724</c:v>
                </c:pt>
                <c:pt idx="1725">
                  <c:v>1725</c:v>
                </c:pt>
                <c:pt idx="1726">
                  <c:v>1726</c:v>
                </c:pt>
                <c:pt idx="1727">
                  <c:v>1727</c:v>
                </c:pt>
                <c:pt idx="1728">
                  <c:v>1728</c:v>
                </c:pt>
                <c:pt idx="1729">
                  <c:v>1729</c:v>
                </c:pt>
                <c:pt idx="1730">
                  <c:v>1730</c:v>
                </c:pt>
                <c:pt idx="1731">
                  <c:v>1731</c:v>
                </c:pt>
                <c:pt idx="1732">
                  <c:v>1732</c:v>
                </c:pt>
                <c:pt idx="1733">
                  <c:v>1733</c:v>
                </c:pt>
                <c:pt idx="1734">
                  <c:v>1734</c:v>
                </c:pt>
                <c:pt idx="1735">
                  <c:v>1735</c:v>
                </c:pt>
                <c:pt idx="1736">
                  <c:v>1736</c:v>
                </c:pt>
                <c:pt idx="1737">
                  <c:v>1737</c:v>
                </c:pt>
                <c:pt idx="1738">
                  <c:v>1738</c:v>
                </c:pt>
                <c:pt idx="1739">
                  <c:v>1739</c:v>
                </c:pt>
                <c:pt idx="1740">
                  <c:v>1740</c:v>
                </c:pt>
                <c:pt idx="1741">
                  <c:v>1741</c:v>
                </c:pt>
                <c:pt idx="1742">
                  <c:v>1742</c:v>
                </c:pt>
                <c:pt idx="1743">
                  <c:v>1743</c:v>
                </c:pt>
                <c:pt idx="1744">
                  <c:v>1744</c:v>
                </c:pt>
                <c:pt idx="1745">
                  <c:v>1745</c:v>
                </c:pt>
                <c:pt idx="1746">
                  <c:v>1746</c:v>
                </c:pt>
                <c:pt idx="1747">
                  <c:v>1747</c:v>
                </c:pt>
                <c:pt idx="1748">
                  <c:v>1748</c:v>
                </c:pt>
                <c:pt idx="1749">
                  <c:v>1749</c:v>
                </c:pt>
                <c:pt idx="1750">
                  <c:v>1750</c:v>
                </c:pt>
                <c:pt idx="1751">
                  <c:v>1751</c:v>
                </c:pt>
                <c:pt idx="1752">
                  <c:v>1752</c:v>
                </c:pt>
                <c:pt idx="1753">
                  <c:v>1753</c:v>
                </c:pt>
                <c:pt idx="1754">
                  <c:v>1754</c:v>
                </c:pt>
                <c:pt idx="1755">
                  <c:v>1755</c:v>
                </c:pt>
                <c:pt idx="1756">
                  <c:v>1756</c:v>
                </c:pt>
                <c:pt idx="1757">
                  <c:v>1757</c:v>
                </c:pt>
                <c:pt idx="1758">
                  <c:v>1758</c:v>
                </c:pt>
                <c:pt idx="1759">
                  <c:v>1759</c:v>
                </c:pt>
                <c:pt idx="1760">
                  <c:v>1760</c:v>
                </c:pt>
                <c:pt idx="1761">
                  <c:v>1761</c:v>
                </c:pt>
                <c:pt idx="1762">
                  <c:v>1762</c:v>
                </c:pt>
                <c:pt idx="1763">
                  <c:v>1763</c:v>
                </c:pt>
                <c:pt idx="1764">
                  <c:v>1764</c:v>
                </c:pt>
                <c:pt idx="1765">
                  <c:v>1765</c:v>
                </c:pt>
                <c:pt idx="1766">
                  <c:v>1766</c:v>
                </c:pt>
                <c:pt idx="1767">
                  <c:v>1767</c:v>
                </c:pt>
                <c:pt idx="1768">
                  <c:v>1768</c:v>
                </c:pt>
                <c:pt idx="1769">
                  <c:v>1769</c:v>
                </c:pt>
                <c:pt idx="1770">
                  <c:v>1770</c:v>
                </c:pt>
                <c:pt idx="1771">
                  <c:v>1771</c:v>
                </c:pt>
                <c:pt idx="1772">
                  <c:v>1772</c:v>
                </c:pt>
                <c:pt idx="1773">
                  <c:v>1773</c:v>
                </c:pt>
                <c:pt idx="1774">
                  <c:v>1774</c:v>
                </c:pt>
                <c:pt idx="1775">
                  <c:v>1775</c:v>
                </c:pt>
                <c:pt idx="1776">
                  <c:v>1776</c:v>
                </c:pt>
                <c:pt idx="1777">
                  <c:v>1777</c:v>
                </c:pt>
                <c:pt idx="1778">
                  <c:v>1778</c:v>
                </c:pt>
                <c:pt idx="1779">
                  <c:v>1779</c:v>
                </c:pt>
                <c:pt idx="1780">
                  <c:v>1780</c:v>
                </c:pt>
                <c:pt idx="1781">
                  <c:v>1781</c:v>
                </c:pt>
                <c:pt idx="1782">
                  <c:v>1782</c:v>
                </c:pt>
                <c:pt idx="1783">
                  <c:v>1783</c:v>
                </c:pt>
                <c:pt idx="1784">
                  <c:v>1784</c:v>
                </c:pt>
                <c:pt idx="1785">
                  <c:v>1785</c:v>
                </c:pt>
                <c:pt idx="1786">
                  <c:v>1786</c:v>
                </c:pt>
                <c:pt idx="1787">
                  <c:v>1787</c:v>
                </c:pt>
                <c:pt idx="1788">
                  <c:v>1788</c:v>
                </c:pt>
                <c:pt idx="1789">
                  <c:v>1789</c:v>
                </c:pt>
                <c:pt idx="1790">
                  <c:v>1790</c:v>
                </c:pt>
                <c:pt idx="1791">
                  <c:v>1791</c:v>
                </c:pt>
                <c:pt idx="1792">
                  <c:v>1792</c:v>
                </c:pt>
                <c:pt idx="1793">
                  <c:v>1793</c:v>
                </c:pt>
                <c:pt idx="1794">
                  <c:v>1794</c:v>
                </c:pt>
                <c:pt idx="1795">
                  <c:v>1795</c:v>
                </c:pt>
                <c:pt idx="1796">
                  <c:v>1796</c:v>
                </c:pt>
                <c:pt idx="1797">
                  <c:v>1797</c:v>
                </c:pt>
                <c:pt idx="1798">
                  <c:v>1798</c:v>
                </c:pt>
                <c:pt idx="1799">
                  <c:v>1799</c:v>
                </c:pt>
                <c:pt idx="1800">
                  <c:v>1800</c:v>
                </c:pt>
                <c:pt idx="1801">
                  <c:v>1801</c:v>
                </c:pt>
                <c:pt idx="1802">
                  <c:v>1802</c:v>
                </c:pt>
                <c:pt idx="1803">
                  <c:v>1803</c:v>
                </c:pt>
                <c:pt idx="1804">
                  <c:v>1804</c:v>
                </c:pt>
                <c:pt idx="1805">
                  <c:v>1805</c:v>
                </c:pt>
                <c:pt idx="1806">
                  <c:v>1806</c:v>
                </c:pt>
                <c:pt idx="1807">
                  <c:v>1807</c:v>
                </c:pt>
                <c:pt idx="1808">
                  <c:v>1808</c:v>
                </c:pt>
                <c:pt idx="1809">
                  <c:v>1809</c:v>
                </c:pt>
                <c:pt idx="1810">
                  <c:v>1810</c:v>
                </c:pt>
                <c:pt idx="1811">
                  <c:v>1811</c:v>
                </c:pt>
                <c:pt idx="1812">
                  <c:v>1812</c:v>
                </c:pt>
                <c:pt idx="1813">
                  <c:v>1813</c:v>
                </c:pt>
                <c:pt idx="1814">
                  <c:v>1814</c:v>
                </c:pt>
                <c:pt idx="1815">
                  <c:v>1815</c:v>
                </c:pt>
                <c:pt idx="1816">
                  <c:v>1816</c:v>
                </c:pt>
                <c:pt idx="1817">
                  <c:v>1817</c:v>
                </c:pt>
                <c:pt idx="1818">
                  <c:v>1818</c:v>
                </c:pt>
                <c:pt idx="1819">
                  <c:v>1819</c:v>
                </c:pt>
                <c:pt idx="1820">
                  <c:v>1820</c:v>
                </c:pt>
                <c:pt idx="1821">
                  <c:v>1821</c:v>
                </c:pt>
                <c:pt idx="1822">
                  <c:v>1822</c:v>
                </c:pt>
                <c:pt idx="1823">
                  <c:v>1823</c:v>
                </c:pt>
                <c:pt idx="1824">
                  <c:v>1824</c:v>
                </c:pt>
                <c:pt idx="1825">
                  <c:v>1825</c:v>
                </c:pt>
                <c:pt idx="1826">
                  <c:v>1826</c:v>
                </c:pt>
                <c:pt idx="1827">
                  <c:v>1827</c:v>
                </c:pt>
                <c:pt idx="1828">
                  <c:v>1828</c:v>
                </c:pt>
                <c:pt idx="1829">
                  <c:v>1829</c:v>
                </c:pt>
                <c:pt idx="1830">
                  <c:v>1830</c:v>
                </c:pt>
                <c:pt idx="1831">
                  <c:v>1831</c:v>
                </c:pt>
                <c:pt idx="1832">
                  <c:v>1832</c:v>
                </c:pt>
                <c:pt idx="1833">
                  <c:v>1833</c:v>
                </c:pt>
                <c:pt idx="1834">
                  <c:v>1834</c:v>
                </c:pt>
                <c:pt idx="1835">
                  <c:v>1835</c:v>
                </c:pt>
                <c:pt idx="1836">
                  <c:v>1836</c:v>
                </c:pt>
                <c:pt idx="1837">
                  <c:v>1837</c:v>
                </c:pt>
                <c:pt idx="1838">
                  <c:v>1838</c:v>
                </c:pt>
                <c:pt idx="1839">
                  <c:v>1839</c:v>
                </c:pt>
                <c:pt idx="1840">
                  <c:v>1840</c:v>
                </c:pt>
                <c:pt idx="1841">
                  <c:v>1841</c:v>
                </c:pt>
                <c:pt idx="1842">
                  <c:v>1842</c:v>
                </c:pt>
                <c:pt idx="1843">
                  <c:v>1843</c:v>
                </c:pt>
                <c:pt idx="1844">
                  <c:v>1844</c:v>
                </c:pt>
                <c:pt idx="1845">
                  <c:v>1845</c:v>
                </c:pt>
                <c:pt idx="1846">
                  <c:v>1846</c:v>
                </c:pt>
                <c:pt idx="1847">
                  <c:v>1847</c:v>
                </c:pt>
                <c:pt idx="1848">
                  <c:v>1848</c:v>
                </c:pt>
                <c:pt idx="1849">
                  <c:v>1849</c:v>
                </c:pt>
                <c:pt idx="1850">
                  <c:v>1850</c:v>
                </c:pt>
                <c:pt idx="1851">
                  <c:v>1851</c:v>
                </c:pt>
                <c:pt idx="1852">
                  <c:v>1852</c:v>
                </c:pt>
                <c:pt idx="1853">
                  <c:v>1853</c:v>
                </c:pt>
                <c:pt idx="1854">
                  <c:v>1854</c:v>
                </c:pt>
                <c:pt idx="1855">
                  <c:v>1855</c:v>
                </c:pt>
                <c:pt idx="1856">
                  <c:v>1856</c:v>
                </c:pt>
                <c:pt idx="1857">
                  <c:v>1857</c:v>
                </c:pt>
                <c:pt idx="1858">
                  <c:v>1858</c:v>
                </c:pt>
                <c:pt idx="1859">
                  <c:v>1859</c:v>
                </c:pt>
                <c:pt idx="1860">
                  <c:v>1860</c:v>
                </c:pt>
                <c:pt idx="1861">
                  <c:v>1861</c:v>
                </c:pt>
                <c:pt idx="1862">
                  <c:v>1862</c:v>
                </c:pt>
                <c:pt idx="1863">
                  <c:v>1863</c:v>
                </c:pt>
                <c:pt idx="1864">
                  <c:v>1864</c:v>
                </c:pt>
                <c:pt idx="1865">
                  <c:v>1865</c:v>
                </c:pt>
                <c:pt idx="1866">
                  <c:v>1866</c:v>
                </c:pt>
                <c:pt idx="1867">
                  <c:v>1867</c:v>
                </c:pt>
                <c:pt idx="1868">
                  <c:v>1868</c:v>
                </c:pt>
                <c:pt idx="1869">
                  <c:v>1869</c:v>
                </c:pt>
                <c:pt idx="1870">
                  <c:v>1870</c:v>
                </c:pt>
                <c:pt idx="1871">
                  <c:v>1871</c:v>
                </c:pt>
                <c:pt idx="1872">
                  <c:v>1872</c:v>
                </c:pt>
                <c:pt idx="1873">
                  <c:v>1873</c:v>
                </c:pt>
                <c:pt idx="1874">
                  <c:v>1874</c:v>
                </c:pt>
                <c:pt idx="1875">
                  <c:v>1875</c:v>
                </c:pt>
                <c:pt idx="1876">
                  <c:v>1876</c:v>
                </c:pt>
                <c:pt idx="1877">
                  <c:v>1877</c:v>
                </c:pt>
                <c:pt idx="1878">
                  <c:v>1878</c:v>
                </c:pt>
                <c:pt idx="1879">
                  <c:v>1879</c:v>
                </c:pt>
                <c:pt idx="1880">
                  <c:v>1880</c:v>
                </c:pt>
                <c:pt idx="1881">
                  <c:v>1881</c:v>
                </c:pt>
                <c:pt idx="1882">
                  <c:v>1882</c:v>
                </c:pt>
                <c:pt idx="1883">
                  <c:v>1883</c:v>
                </c:pt>
                <c:pt idx="1884">
                  <c:v>1884</c:v>
                </c:pt>
                <c:pt idx="1885">
                  <c:v>1885</c:v>
                </c:pt>
                <c:pt idx="1886">
                  <c:v>1886</c:v>
                </c:pt>
                <c:pt idx="1887">
                  <c:v>1887</c:v>
                </c:pt>
                <c:pt idx="1888">
                  <c:v>1888</c:v>
                </c:pt>
                <c:pt idx="1889">
                  <c:v>1889</c:v>
                </c:pt>
                <c:pt idx="1890">
                  <c:v>1890</c:v>
                </c:pt>
                <c:pt idx="1891">
                  <c:v>1891</c:v>
                </c:pt>
                <c:pt idx="1892">
                  <c:v>1892</c:v>
                </c:pt>
                <c:pt idx="1893">
                  <c:v>1893</c:v>
                </c:pt>
                <c:pt idx="1894">
                  <c:v>1894</c:v>
                </c:pt>
                <c:pt idx="1895">
                  <c:v>1895</c:v>
                </c:pt>
                <c:pt idx="1896">
                  <c:v>1896</c:v>
                </c:pt>
                <c:pt idx="1897">
                  <c:v>1897</c:v>
                </c:pt>
                <c:pt idx="1898">
                  <c:v>1898</c:v>
                </c:pt>
                <c:pt idx="1899">
                  <c:v>1899</c:v>
                </c:pt>
                <c:pt idx="1900">
                  <c:v>1900</c:v>
                </c:pt>
                <c:pt idx="1901">
                  <c:v>1901</c:v>
                </c:pt>
                <c:pt idx="1902">
                  <c:v>1902</c:v>
                </c:pt>
                <c:pt idx="1903">
                  <c:v>1903</c:v>
                </c:pt>
                <c:pt idx="1904">
                  <c:v>1904</c:v>
                </c:pt>
                <c:pt idx="1905">
                  <c:v>1905</c:v>
                </c:pt>
                <c:pt idx="1906">
                  <c:v>1906</c:v>
                </c:pt>
                <c:pt idx="1907">
                  <c:v>1907</c:v>
                </c:pt>
                <c:pt idx="1908">
                  <c:v>1908</c:v>
                </c:pt>
                <c:pt idx="1909">
                  <c:v>1909</c:v>
                </c:pt>
                <c:pt idx="1910">
                  <c:v>1910</c:v>
                </c:pt>
                <c:pt idx="1911">
                  <c:v>1911</c:v>
                </c:pt>
                <c:pt idx="1912">
                  <c:v>1912</c:v>
                </c:pt>
                <c:pt idx="1913">
                  <c:v>1913</c:v>
                </c:pt>
                <c:pt idx="1914">
                  <c:v>1914</c:v>
                </c:pt>
                <c:pt idx="1915">
                  <c:v>1915</c:v>
                </c:pt>
                <c:pt idx="1916">
                  <c:v>1916</c:v>
                </c:pt>
                <c:pt idx="1917">
                  <c:v>1917</c:v>
                </c:pt>
                <c:pt idx="1918">
                  <c:v>1918</c:v>
                </c:pt>
                <c:pt idx="1919">
                  <c:v>1919</c:v>
                </c:pt>
                <c:pt idx="1920">
                  <c:v>1920</c:v>
                </c:pt>
                <c:pt idx="1921">
                  <c:v>1921</c:v>
                </c:pt>
                <c:pt idx="1922">
                  <c:v>1922</c:v>
                </c:pt>
                <c:pt idx="1923">
                  <c:v>1923</c:v>
                </c:pt>
                <c:pt idx="1924">
                  <c:v>1924</c:v>
                </c:pt>
                <c:pt idx="1925">
                  <c:v>1925</c:v>
                </c:pt>
                <c:pt idx="1926">
                  <c:v>1926</c:v>
                </c:pt>
                <c:pt idx="1927">
                  <c:v>1927</c:v>
                </c:pt>
                <c:pt idx="1928">
                  <c:v>1928</c:v>
                </c:pt>
                <c:pt idx="1929">
                  <c:v>1929</c:v>
                </c:pt>
                <c:pt idx="1930">
                  <c:v>1930</c:v>
                </c:pt>
                <c:pt idx="1931">
                  <c:v>1931</c:v>
                </c:pt>
                <c:pt idx="1932">
                  <c:v>1932</c:v>
                </c:pt>
                <c:pt idx="1933">
                  <c:v>1933</c:v>
                </c:pt>
                <c:pt idx="1934">
                  <c:v>1934</c:v>
                </c:pt>
                <c:pt idx="1935">
                  <c:v>1935</c:v>
                </c:pt>
                <c:pt idx="1936">
                  <c:v>1936</c:v>
                </c:pt>
                <c:pt idx="1937">
                  <c:v>1937</c:v>
                </c:pt>
                <c:pt idx="1938">
                  <c:v>1938</c:v>
                </c:pt>
                <c:pt idx="1939">
                  <c:v>1939</c:v>
                </c:pt>
                <c:pt idx="1940">
                  <c:v>1940</c:v>
                </c:pt>
                <c:pt idx="1941">
                  <c:v>1941</c:v>
                </c:pt>
                <c:pt idx="1942">
                  <c:v>1942</c:v>
                </c:pt>
                <c:pt idx="1943">
                  <c:v>1943</c:v>
                </c:pt>
                <c:pt idx="1944">
                  <c:v>1944</c:v>
                </c:pt>
                <c:pt idx="1945">
                  <c:v>1945</c:v>
                </c:pt>
                <c:pt idx="1946">
                  <c:v>1946</c:v>
                </c:pt>
                <c:pt idx="1947">
                  <c:v>1947</c:v>
                </c:pt>
                <c:pt idx="1948">
                  <c:v>1948</c:v>
                </c:pt>
                <c:pt idx="1949">
                  <c:v>1949</c:v>
                </c:pt>
                <c:pt idx="1950">
                  <c:v>1950</c:v>
                </c:pt>
                <c:pt idx="1951">
                  <c:v>1951</c:v>
                </c:pt>
                <c:pt idx="1952">
                  <c:v>1952</c:v>
                </c:pt>
                <c:pt idx="1953">
                  <c:v>1953</c:v>
                </c:pt>
                <c:pt idx="1954">
                  <c:v>1954</c:v>
                </c:pt>
                <c:pt idx="1955">
                  <c:v>1955</c:v>
                </c:pt>
                <c:pt idx="1956">
                  <c:v>1956</c:v>
                </c:pt>
                <c:pt idx="1957">
                  <c:v>1957</c:v>
                </c:pt>
                <c:pt idx="1958">
                  <c:v>1958</c:v>
                </c:pt>
                <c:pt idx="1959">
                  <c:v>1959</c:v>
                </c:pt>
                <c:pt idx="1960">
                  <c:v>1960</c:v>
                </c:pt>
                <c:pt idx="1961">
                  <c:v>1961</c:v>
                </c:pt>
                <c:pt idx="1962">
                  <c:v>1962</c:v>
                </c:pt>
                <c:pt idx="1963">
                  <c:v>1963</c:v>
                </c:pt>
                <c:pt idx="1964">
                  <c:v>1964</c:v>
                </c:pt>
                <c:pt idx="1965">
                  <c:v>1965</c:v>
                </c:pt>
                <c:pt idx="1966">
                  <c:v>1966</c:v>
                </c:pt>
                <c:pt idx="1967">
                  <c:v>1967</c:v>
                </c:pt>
                <c:pt idx="1968">
                  <c:v>1968</c:v>
                </c:pt>
                <c:pt idx="1969">
                  <c:v>1969</c:v>
                </c:pt>
                <c:pt idx="1970">
                  <c:v>1970</c:v>
                </c:pt>
                <c:pt idx="1971">
                  <c:v>1971</c:v>
                </c:pt>
                <c:pt idx="1972">
                  <c:v>1972</c:v>
                </c:pt>
                <c:pt idx="1973">
                  <c:v>1973</c:v>
                </c:pt>
                <c:pt idx="1974">
                  <c:v>1974</c:v>
                </c:pt>
                <c:pt idx="1975">
                  <c:v>1975</c:v>
                </c:pt>
                <c:pt idx="1976">
                  <c:v>1976</c:v>
                </c:pt>
                <c:pt idx="1977">
                  <c:v>1977</c:v>
                </c:pt>
                <c:pt idx="1978">
                  <c:v>1978</c:v>
                </c:pt>
                <c:pt idx="1979">
                  <c:v>1979</c:v>
                </c:pt>
                <c:pt idx="1980">
                  <c:v>1980</c:v>
                </c:pt>
                <c:pt idx="1981">
                  <c:v>1981</c:v>
                </c:pt>
                <c:pt idx="1982">
                  <c:v>1982</c:v>
                </c:pt>
                <c:pt idx="1983">
                  <c:v>1983</c:v>
                </c:pt>
                <c:pt idx="1984">
                  <c:v>1984</c:v>
                </c:pt>
                <c:pt idx="1985">
                  <c:v>1985</c:v>
                </c:pt>
                <c:pt idx="1986">
                  <c:v>1986</c:v>
                </c:pt>
                <c:pt idx="1987">
                  <c:v>1987</c:v>
                </c:pt>
                <c:pt idx="1988">
                  <c:v>1988</c:v>
                </c:pt>
                <c:pt idx="1989">
                  <c:v>1989</c:v>
                </c:pt>
                <c:pt idx="1990">
                  <c:v>1990</c:v>
                </c:pt>
                <c:pt idx="1991">
                  <c:v>1991</c:v>
                </c:pt>
                <c:pt idx="1992">
                  <c:v>1992</c:v>
                </c:pt>
                <c:pt idx="1993">
                  <c:v>1993</c:v>
                </c:pt>
                <c:pt idx="1994">
                  <c:v>1994</c:v>
                </c:pt>
                <c:pt idx="1995">
                  <c:v>1995</c:v>
                </c:pt>
                <c:pt idx="1996">
                  <c:v>1996</c:v>
                </c:pt>
                <c:pt idx="1997">
                  <c:v>1997</c:v>
                </c:pt>
                <c:pt idx="1998">
                  <c:v>1998</c:v>
                </c:pt>
                <c:pt idx="1999">
                  <c:v>1999</c:v>
                </c:pt>
                <c:pt idx="2000">
                  <c:v>2000</c:v>
                </c:pt>
                <c:pt idx="2001">
                  <c:v>2001</c:v>
                </c:pt>
                <c:pt idx="2002">
                  <c:v>2002</c:v>
                </c:pt>
                <c:pt idx="2003">
                  <c:v>2003</c:v>
                </c:pt>
                <c:pt idx="2004">
                  <c:v>2004</c:v>
                </c:pt>
                <c:pt idx="2005">
                  <c:v>2005</c:v>
                </c:pt>
                <c:pt idx="2006">
                  <c:v>2006</c:v>
                </c:pt>
                <c:pt idx="2007">
                  <c:v>2007</c:v>
                </c:pt>
                <c:pt idx="2008">
                  <c:v>2008</c:v>
                </c:pt>
                <c:pt idx="2009">
                  <c:v>2009</c:v>
                </c:pt>
                <c:pt idx="2010">
                  <c:v>2010</c:v>
                </c:pt>
                <c:pt idx="2011">
                  <c:v>2011</c:v>
                </c:pt>
                <c:pt idx="2012">
                  <c:v>2012</c:v>
                </c:pt>
                <c:pt idx="2013">
                  <c:v>2013</c:v>
                </c:pt>
                <c:pt idx="2014">
                  <c:v>2014</c:v>
                </c:pt>
                <c:pt idx="2015">
                  <c:v>2015</c:v>
                </c:pt>
                <c:pt idx="2016">
                  <c:v>2016</c:v>
                </c:pt>
                <c:pt idx="2017">
                  <c:v>2017</c:v>
                </c:pt>
                <c:pt idx="2018">
                  <c:v>2018</c:v>
                </c:pt>
                <c:pt idx="2019">
                  <c:v>2019</c:v>
                </c:pt>
                <c:pt idx="2020">
                  <c:v>2020</c:v>
                </c:pt>
                <c:pt idx="2021">
                  <c:v>2021</c:v>
                </c:pt>
                <c:pt idx="2022">
                  <c:v>2022</c:v>
                </c:pt>
                <c:pt idx="2023">
                  <c:v>2023</c:v>
                </c:pt>
                <c:pt idx="2024">
                  <c:v>2024</c:v>
                </c:pt>
                <c:pt idx="2025">
                  <c:v>2025</c:v>
                </c:pt>
                <c:pt idx="2026">
                  <c:v>2026</c:v>
                </c:pt>
                <c:pt idx="2027">
                  <c:v>2027</c:v>
                </c:pt>
                <c:pt idx="2028">
                  <c:v>2028</c:v>
                </c:pt>
                <c:pt idx="2029">
                  <c:v>2029</c:v>
                </c:pt>
                <c:pt idx="2030">
                  <c:v>2030</c:v>
                </c:pt>
                <c:pt idx="2031">
                  <c:v>2031</c:v>
                </c:pt>
                <c:pt idx="2032">
                  <c:v>2032</c:v>
                </c:pt>
                <c:pt idx="2033">
                  <c:v>2033</c:v>
                </c:pt>
                <c:pt idx="2034">
                  <c:v>2034</c:v>
                </c:pt>
                <c:pt idx="2035">
                  <c:v>2035</c:v>
                </c:pt>
                <c:pt idx="2036">
                  <c:v>2036</c:v>
                </c:pt>
                <c:pt idx="2037">
                  <c:v>2037</c:v>
                </c:pt>
                <c:pt idx="2038">
                  <c:v>2038</c:v>
                </c:pt>
                <c:pt idx="2039">
                  <c:v>2039</c:v>
                </c:pt>
                <c:pt idx="2040">
                  <c:v>2040</c:v>
                </c:pt>
                <c:pt idx="2041">
                  <c:v>2041</c:v>
                </c:pt>
                <c:pt idx="2042">
                  <c:v>2042</c:v>
                </c:pt>
                <c:pt idx="2043">
                  <c:v>2043</c:v>
                </c:pt>
                <c:pt idx="2044">
                  <c:v>2044</c:v>
                </c:pt>
                <c:pt idx="2045">
                  <c:v>2045</c:v>
                </c:pt>
                <c:pt idx="2046">
                  <c:v>2046</c:v>
                </c:pt>
                <c:pt idx="2047">
                  <c:v>2047</c:v>
                </c:pt>
                <c:pt idx="2048">
                  <c:v>2048</c:v>
                </c:pt>
                <c:pt idx="2049">
                  <c:v>2049</c:v>
                </c:pt>
                <c:pt idx="2050">
                  <c:v>2050</c:v>
                </c:pt>
                <c:pt idx="2051">
                  <c:v>2051</c:v>
                </c:pt>
                <c:pt idx="2052">
                  <c:v>2052</c:v>
                </c:pt>
                <c:pt idx="2053">
                  <c:v>2053</c:v>
                </c:pt>
                <c:pt idx="2054">
                  <c:v>2054</c:v>
                </c:pt>
                <c:pt idx="2055">
                  <c:v>2055</c:v>
                </c:pt>
                <c:pt idx="2056">
                  <c:v>2056</c:v>
                </c:pt>
                <c:pt idx="2057">
                  <c:v>2057</c:v>
                </c:pt>
                <c:pt idx="2058">
                  <c:v>2058</c:v>
                </c:pt>
                <c:pt idx="2059">
                  <c:v>2059</c:v>
                </c:pt>
                <c:pt idx="2060">
                  <c:v>2060</c:v>
                </c:pt>
                <c:pt idx="2061">
                  <c:v>2061</c:v>
                </c:pt>
                <c:pt idx="2062">
                  <c:v>2062</c:v>
                </c:pt>
                <c:pt idx="2063">
                  <c:v>2063</c:v>
                </c:pt>
                <c:pt idx="2064">
                  <c:v>2064</c:v>
                </c:pt>
                <c:pt idx="2065">
                  <c:v>2065</c:v>
                </c:pt>
                <c:pt idx="2066">
                  <c:v>2066</c:v>
                </c:pt>
                <c:pt idx="2067">
                  <c:v>2067</c:v>
                </c:pt>
                <c:pt idx="2068">
                  <c:v>2068</c:v>
                </c:pt>
                <c:pt idx="2069">
                  <c:v>2069</c:v>
                </c:pt>
                <c:pt idx="2070">
                  <c:v>2070</c:v>
                </c:pt>
                <c:pt idx="2071">
                  <c:v>2071</c:v>
                </c:pt>
                <c:pt idx="2072">
                  <c:v>2072</c:v>
                </c:pt>
                <c:pt idx="2073">
                  <c:v>2073</c:v>
                </c:pt>
                <c:pt idx="2074">
                  <c:v>2074</c:v>
                </c:pt>
                <c:pt idx="2075">
                  <c:v>2075</c:v>
                </c:pt>
                <c:pt idx="2076">
                  <c:v>2076</c:v>
                </c:pt>
                <c:pt idx="2077">
                  <c:v>2077</c:v>
                </c:pt>
                <c:pt idx="2078">
                  <c:v>2078</c:v>
                </c:pt>
                <c:pt idx="2079">
                  <c:v>2079</c:v>
                </c:pt>
                <c:pt idx="2080">
                  <c:v>2080</c:v>
                </c:pt>
                <c:pt idx="2081">
                  <c:v>2081</c:v>
                </c:pt>
                <c:pt idx="2082">
                  <c:v>2082</c:v>
                </c:pt>
                <c:pt idx="2083">
                  <c:v>2083</c:v>
                </c:pt>
                <c:pt idx="2084">
                  <c:v>2084</c:v>
                </c:pt>
                <c:pt idx="2085">
                  <c:v>2085</c:v>
                </c:pt>
                <c:pt idx="2086">
                  <c:v>2086</c:v>
                </c:pt>
                <c:pt idx="2087">
                  <c:v>2087</c:v>
                </c:pt>
                <c:pt idx="2088">
                  <c:v>2088</c:v>
                </c:pt>
                <c:pt idx="2089">
                  <c:v>2089</c:v>
                </c:pt>
                <c:pt idx="2090">
                  <c:v>2090</c:v>
                </c:pt>
                <c:pt idx="2091">
                  <c:v>2091</c:v>
                </c:pt>
                <c:pt idx="2092">
                  <c:v>2092</c:v>
                </c:pt>
                <c:pt idx="2093">
                  <c:v>2093</c:v>
                </c:pt>
                <c:pt idx="2094">
                  <c:v>2094</c:v>
                </c:pt>
                <c:pt idx="2095">
                  <c:v>2095</c:v>
                </c:pt>
                <c:pt idx="2096">
                  <c:v>2096</c:v>
                </c:pt>
                <c:pt idx="2097">
                  <c:v>2097</c:v>
                </c:pt>
                <c:pt idx="2098">
                  <c:v>2098</c:v>
                </c:pt>
                <c:pt idx="2099">
                  <c:v>2099</c:v>
                </c:pt>
                <c:pt idx="2100">
                  <c:v>2100</c:v>
                </c:pt>
                <c:pt idx="2101">
                  <c:v>2101</c:v>
                </c:pt>
                <c:pt idx="2102">
                  <c:v>2102</c:v>
                </c:pt>
                <c:pt idx="2103">
                  <c:v>2103</c:v>
                </c:pt>
                <c:pt idx="2104">
                  <c:v>2104</c:v>
                </c:pt>
                <c:pt idx="2105">
                  <c:v>2105</c:v>
                </c:pt>
                <c:pt idx="2106">
                  <c:v>2106</c:v>
                </c:pt>
                <c:pt idx="2107">
                  <c:v>2107</c:v>
                </c:pt>
                <c:pt idx="2108">
                  <c:v>2108</c:v>
                </c:pt>
                <c:pt idx="2109">
                  <c:v>2109</c:v>
                </c:pt>
                <c:pt idx="2110">
                  <c:v>2110</c:v>
                </c:pt>
                <c:pt idx="2111">
                  <c:v>2111</c:v>
                </c:pt>
                <c:pt idx="2112">
                  <c:v>2112</c:v>
                </c:pt>
                <c:pt idx="2113">
                  <c:v>2113</c:v>
                </c:pt>
                <c:pt idx="2114">
                  <c:v>2114</c:v>
                </c:pt>
                <c:pt idx="2115">
                  <c:v>2115</c:v>
                </c:pt>
                <c:pt idx="2116">
                  <c:v>2116</c:v>
                </c:pt>
                <c:pt idx="2117">
                  <c:v>2117</c:v>
                </c:pt>
                <c:pt idx="2118">
                  <c:v>2118</c:v>
                </c:pt>
                <c:pt idx="2119">
                  <c:v>2119</c:v>
                </c:pt>
                <c:pt idx="2120">
                  <c:v>2120</c:v>
                </c:pt>
                <c:pt idx="2121">
                  <c:v>2121</c:v>
                </c:pt>
                <c:pt idx="2122">
                  <c:v>2122</c:v>
                </c:pt>
                <c:pt idx="2123">
                  <c:v>2123</c:v>
                </c:pt>
                <c:pt idx="2124">
                  <c:v>2124</c:v>
                </c:pt>
                <c:pt idx="2125">
                  <c:v>2125</c:v>
                </c:pt>
                <c:pt idx="2126">
                  <c:v>2126</c:v>
                </c:pt>
                <c:pt idx="2127">
                  <c:v>2127</c:v>
                </c:pt>
                <c:pt idx="2128">
                  <c:v>2128</c:v>
                </c:pt>
                <c:pt idx="2129">
                  <c:v>2129</c:v>
                </c:pt>
                <c:pt idx="2130">
                  <c:v>2130</c:v>
                </c:pt>
                <c:pt idx="2131">
                  <c:v>2131</c:v>
                </c:pt>
                <c:pt idx="2132">
                  <c:v>2132</c:v>
                </c:pt>
                <c:pt idx="2133">
                  <c:v>2133</c:v>
                </c:pt>
                <c:pt idx="2134">
                  <c:v>2134</c:v>
                </c:pt>
                <c:pt idx="2135">
                  <c:v>2135</c:v>
                </c:pt>
                <c:pt idx="2136">
                  <c:v>2136</c:v>
                </c:pt>
                <c:pt idx="2137">
                  <c:v>2137</c:v>
                </c:pt>
                <c:pt idx="2138">
                  <c:v>2138</c:v>
                </c:pt>
                <c:pt idx="2139">
                  <c:v>2139</c:v>
                </c:pt>
                <c:pt idx="2140">
                  <c:v>2140</c:v>
                </c:pt>
                <c:pt idx="2141">
                  <c:v>2141</c:v>
                </c:pt>
                <c:pt idx="2142">
                  <c:v>2142</c:v>
                </c:pt>
                <c:pt idx="2143">
                  <c:v>2143</c:v>
                </c:pt>
                <c:pt idx="2144">
                  <c:v>2144</c:v>
                </c:pt>
                <c:pt idx="2145">
                  <c:v>2145</c:v>
                </c:pt>
                <c:pt idx="2146">
                  <c:v>2146</c:v>
                </c:pt>
                <c:pt idx="2147">
                  <c:v>2147</c:v>
                </c:pt>
                <c:pt idx="2148">
                  <c:v>2148</c:v>
                </c:pt>
                <c:pt idx="2149">
                  <c:v>2149</c:v>
                </c:pt>
                <c:pt idx="2150">
                  <c:v>2150</c:v>
                </c:pt>
                <c:pt idx="2151">
                  <c:v>2151</c:v>
                </c:pt>
                <c:pt idx="2152">
                  <c:v>2152</c:v>
                </c:pt>
                <c:pt idx="2153">
                  <c:v>2153</c:v>
                </c:pt>
                <c:pt idx="2154">
                  <c:v>2154</c:v>
                </c:pt>
                <c:pt idx="2155">
                  <c:v>2155</c:v>
                </c:pt>
                <c:pt idx="2156">
                  <c:v>2156</c:v>
                </c:pt>
                <c:pt idx="2157">
                  <c:v>2157</c:v>
                </c:pt>
                <c:pt idx="2158">
                  <c:v>2158</c:v>
                </c:pt>
                <c:pt idx="2159">
                  <c:v>2159</c:v>
                </c:pt>
                <c:pt idx="2160">
                  <c:v>2160</c:v>
                </c:pt>
                <c:pt idx="2161">
                  <c:v>2161</c:v>
                </c:pt>
                <c:pt idx="2162">
                  <c:v>2162</c:v>
                </c:pt>
                <c:pt idx="2163">
                  <c:v>2163</c:v>
                </c:pt>
                <c:pt idx="2164">
                  <c:v>2164</c:v>
                </c:pt>
                <c:pt idx="2165">
                  <c:v>2165</c:v>
                </c:pt>
                <c:pt idx="2166">
                  <c:v>2166</c:v>
                </c:pt>
                <c:pt idx="2167">
                  <c:v>2167</c:v>
                </c:pt>
                <c:pt idx="2168">
                  <c:v>2168</c:v>
                </c:pt>
                <c:pt idx="2169">
                  <c:v>2169</c:v>
                </c:pt>
                <c:pt idx="2170">
                  <c:v>2170</c:v>
                </c:pt>
                <c:pt idx="2171">
                  <c:v>2171</c:v>
                </c:pt>
                <c:pt idx="2172">
                  <c:v>2172</c:v>
                </c:pt>
                <c:pt idx="2173">
                  <c:v>2173</c:v>
                </c:pt>
                <c:pt idx="2174">
                  <c:v>2174</c:v>
                </c:pt>
                <c:pt idx="2175">
                  <c:v>2175</c:v>
                </c:pt>
                <c:pt idx="2176">
                  <c:v>2176</c:v>
                </c:pt>
                <c:pt idx="2177">
                  <c:v>2177</c:v>
                </c:pt>
                <c:pt idx="2178">
                  <c:v>2178</c:v>
                </c:pt>
                <c:pt idx="2179">
                  <c:v>2179</c:v>
                </c:pt>
                <c:pt idx="2180">
                  <c:v>2180</c:v>
                </c:pt>
                <c:pt idx="2181">
                  <c:v>2181</c:v>
                </c:pt>
                <c:pt idx="2182">
                  <c:v>2182</c:v>
                </c:pt>
                <c:pt idx="2183">
                  <c:v>2183</c:v>
                </c:pt>
                <c:pt idx="2184">
                  <c:v>2184</c:v>
                </c:pt>
                <c:pt idx="2185">
                  <c:v>2185</c:v>
                </c:pt>
                <c:pt idx="2186">
                  <c:v>2186</c:v>
                </c:pt>
                <c:pt idx="2187">
                  <c:v>2187</c:v>
                </c:pt>
                <c:pt idx="2188">
                  <c:v>2188</c:v>
                </c:pt>
                <c:pt idx="2189">
                  <c:v>2189</c:v>
                </c:pt>
                <c:pt idx="2190">
                  <c:v>2190</c:v>
                </c:pt>
                <c:pt idx="2191">
                  <c:v>2191</c:v>
                </c:pt>
                <c:pt idx="2192">
                  <c:v>2192</c:v>
                </c:pt>
                <c:pt idx="2193">
                  <c:v>2193</c:v>
                </c:pt>
                <c:pt idx="2194">
                  <c:v>2194</c:v>
                </c:pt>
                <c:pt idx="2195">
                  <c:v>2195</c:v>
                </c:pt>
                <c:pt idx="2196">
                  <c:v>2196</c:v>
                </c:pt>
                <c:pt idx="2197">
                  <c:v>2197</c:v>
                </c:pt>
                <c:pt idx="2198">
                  <c:v>2198</c:v>
                </c:pt>
                <c:pt idx="2199">
                  <c:v>2199</c:v>
                </c:pt>
                <c:pt idx="2200">
                  <c:v>2200</c:v>
                </c:pt>
                <c:pt idx="2201">
                  <c:v>2201</c:v>
                </c:pt>
                <c:pt idx="2202">
                  <c:v>2202</c:v>
                </c:pt>
                <c:pt idx="2203">
                  <c:v>2203</c:v>
                </c:pt>
                <c:pt idx="2204">
                  <c:v>2204</c:v>
                </c:pt>
                <c:pt idx="2205">
                  <c:v>2205</c:v>
                </c:pt>
                <c:pt idx="2206">
                  <c:v>2206</c:v>
                </c:pt>
                <c:pt idx="2207">
                  <c:v>2207</c:v>
                </c:pt>
                <c:pt idx="2208">
                  <c:v>2208</c:v>
                </c:pt>
                <c:pt idx="2209">
                  <c:v>2209</c:v>
                </c:pt>
                <c:pt idx="2210">
                  <c:v>2210</c:v>
                </c:pt>
                <c:pt idx="2211">
                  <c:v>2211</c:v>
                </c:pt>
                <c:pt idx="2212">
                  <c:v>2212</c:v>
                </c:pt>
                <c:pt idx="2213">
                  <c:v>2213</c:v>
                </c:pt>
                <c:pt idx="2214">
                  <c:v>2214</c:v>
                </c:pt>
                <c:pt idx="2215">
                  <c:v>2215</c:v>
                </c:pt>
                <c:pt idx="2216">
                  <c:v>2216</c:v>
                </c:pt>
                <c:pt idx="2217">
                  <c:v>2217</c:v>
                </c:pt>
                <c:pt idx="2218">
                  <c:v>2218</c:v>
                </c:pt>
                <c:pt idx="2219">
                  <c:v>2219</c:v>
                </c:pt>
                <c:pt idx="2220">
                  <c:v>2220</c:v>
                </c:pt>
                <c:pt idx="2221">
                  <c:v>2221</c:v>
                </c:pt>
                <c:pt idx="2222">
                  <c:v>2222</c:v>
                </c:pt>
                <c:pt idx="2223">
                  <c:v>2223</c:v>
                </c:pt>
                <c:pt idx="2224">
                  <c:v>2224</c:v>
                </c:pt>
                <c:pt idx="2225">
                  <c:v>2225</c:v>
                </c:pt>
                <c:pt idx="2226">
                  <c:v>2226</c:v>
                </c:pt>
                <c:pt idx="2227">
                  <c:v>2227</c:v>
                </c:pt>
                <c:pt idx="2228">
                  <c:v>2228</c:v>
                </c:pt>
                <c:pt idx="2229">
                  <c:v>2229</c:v>
                </c:pt>
                <c:pt idx="2230">
                  <c:v>2230</c:v>
                </c:pt>
                <c:pt idx="2231">
                  <c:v>2231</c:v>
                </c:pt>
                <c:pt idx="2232">
                  <c:v>2232</c:v>
                </c:pt>
                <c:pt idx="2233">
                  <c:v>2233</c:v>
                </c:pt>
                <c:pt idx="2234">
                  <c:v>2234</c:v>
                </c:pt>
                <c:pt idx="2235">
                  <c:v>2235</c:v>
                </c:pt>
                <c:pt idx="2236">
                  <c:v>2236</c:v>
                </c:pt>
                <c:pt idx="2237">
                  <c:v>2237</c:v>
                </c:pt>
                <c:pt idx="2238">
                  <c:v>2238</c:v>
                </c:pt>
                <c:pt idx="2239">
                  <c:v>2239</c:v>
                </c:pt>
                <c:pt idx="2240">
                  <c:v>2240</c:v>
                </c:pt>
                <c:pt idx="2241">
                  <c:v>2241</c:v>
                </c:pt>
                <c:pt idx="2242">
                  <c:v>2242</c:v>
                </c:pt>
                <c:pt idx="2243">
                  <c:v>2243</c:v>
                </c:pt>
                <c:pt idx="2244">
                  <c:v>2244</c:v>
                </c:pt>
                <c:pt idx="2245">
                  <c:v>2245</c:v>
                </c:pt>
                <c:pt idx="2246">
                  <c:v>2246</c:v>
                </c:pt>
                <c:pt idx="2247">
                  <c:v>2247</c:v>
                </c:pt>
                <c:pt idx="2248">
                  <c:v>2248</c:v>
                </c:pt>
                <c:pt idx="2249">
                  <c:v>2249</c:v>
                </c:pt>
                <c:pt idx="2250">
                  <c:v>2250</c:v>
                </c:pt>
                <c:pt idx="2251">
                  <c:v>2251</c:v>
                </c:pt>
                <c:pt idx="2252">
                  <c:v>2252</c:v>
                </c:pt>
                <c:pt idx="2253">
                  <c:v>2253</c:v>
                </c:pt>
                <c:pt idx="2254">
                  <c:v>2254</c:v>
                </c:pt>
                <c:pt idx="2255">
                  <c:v>2255</c:v>
                </c:pt>
                <c:pt idx="2256">
                  <c:v>2256</c:v>
                </c:pt>
                <c:pt idx="2257">
                  <c:v>2257</c:v>
                </c:pt>
                <c:pt idx="2258">
                  <c:v>2258</c:v>
                </c:pt>
                <c:pt idx="2259">
                  <c:v>2259</c:v>
                </c:pt>
                <c:pt idx="2260">
                  <c:v>2260</c:v>
                </c:pt>
                <c:pt idx="2261">
                  <c:v>2261</c:v>
                </c:pt>
                <c:pt idx="2262">
                  <c:v>2262</c:v>
                </c:pt>
                <c:pt idx="2263">
                  <c:v>2263</c:v>
                </c:pt>
                <c:pt idx="2264">
                  <c:v>2264</c:v>
                </c:pt>
                <c:pt idx="2265">
                  <c:v>2265</c:v>
                </c:pt>
                <c:pt idx="2266">
                  <c:v>2266</c:v>
                </c:pt>
                <c:pt idx="2267">
                  <c:v>2267</c:v>
                </c:pt>
                <c:pt idx="2268">
                  <c:v>2268</c:v>
                </c:pt>
                <c:pt idx="2269">
                  <c:v>2269</c:v>
                </c:pt>
                <c:pt idx="2270">
                  <c:v>2270</c:v>
                </c:pt>
                <c:pt idx="2271">
                  <c:v>2271</c:v>
                </c:pt>
                <c:pt idx="2272">
                  <c:v>2272</c:v>
                </c:pt>
                <c:pt idx="2273">
                  <c:v>2273</c:v>
                </c:pt>
                <c:pt idx="2274">
                  <c:v>2274</c:v>
                </c:pt>
                <c:pt idx="2275">
                  <c:v>2275</c:v>
                </c:pt>
                <c:pt idx="2276">
                  <c:v>2276</c:v>
                </c:pt>
                <c:pt idx="2277">
                  <c:v>2277</c:v>
                </c:pt>
                <c:pt idx="2278">
                  <c:v>2278</c:v>
                </c:pt>
                <c:pt idx="2279">
                  <c:v>2279</c:v>
                </c:pt>
                <c:pt idx="2280">
                  <c:v>2280</c:v>
                </c:pt>
                <c:pt idx="2281">
                  <c:v>2281</c:v>
                </c:pt>
                <c:pt idx="2282">
                  <c:v>2282</c:v>
                </c:pt>
                <c:pt idx="2283">
                  <c:v>2283</c:v>
                </c:pt>
                <c:pt idx="2284">
                  <c:v>2284</c:v>
                </c:pt>
                <c:pt idx="2285">
                  <c:v>2285</c:v>
                </c:pt>
                <c:pt idx="2286">
                  <c:v>2286</c:v>
                </c:pt>
                <c:pt idx="2287">
                  <c:v>2287</c:v>
                </c:pt>
                <c:pt idx="2288">
                  <c:v>2288</c:v>
                </c:pt>
                <c:pt idx="2289">
                  <c:v>2289</c:v>
                </c:pt>
                <c:pt idx="2290">
                  <c:v>2290</c:v>
                </c:pt>
                <c:pt idx="2291">
                  <c:v>2291</c:v>
                </c:pt>
                <c:pt idx="2292">
                  <c:v>2292</c:v>
                </c:pt>
                <c:pt idx="2293">
                  <c:v>2293</c:v>
                </c:pt>
                <c:pt idx="2294">
                  <c:v>2294</c:v>
                </c:pt>
                <c:pt idx="2295">
                  <c:v>2295</c:v>
                </c:pt>
                <c:pt idx="2296">
                  <c:v>2296</c:v>
                </c:pt>
                <c:pt idx="2297">
                  <c:v>2297</c:v>
                </c:pt>
                <c:pt idx="2298">
                  <c:v>2298</c:v>
                </c:pt>
                <c:pt idx="2299">
                  <c:v>2299</c:v>
                </c:pt>
                <c:pt idx="2300">
                  <c:v>2300</c:v>
                </c:pt>
                <c:pt idx="2301">
                  <c:v>2301</c:v>
                </c:pt>
                <c:pt idx="2302">
                  <c:v>2302</c:v>
                </c:pt>
                <c:pt idx="2303">
                  <c:v>2303</c:v>
                </c:pt>
                <c:pt idx="2304">
                  <c:v>2304</c:v>
                </c:pt>
                <c:pt idx="2305">
                  <c:v>2305</c:v>
                </c:pt>
                <c:pt idx="2306">
                  <c:v>2306</c:v>
                </c:pt>
                <c:pt idx="2307">
                  <c:v>2307</c:v>
                </c:pt>
                <c:pt idx="2308">
                  <c:v>2308</c:v>
                </c:pt>
                <c:pt idx="2309">
                  <c:v>2309</c:v>
                </c:pt>
                <c:pt idx="2310">
                  <c:v>2310</c:v>
                </c:pt>
                <c:pt idx="2311">
                  <c:v>2311</c:v>
                </c:pt>
                <c:pt idx="2312">
                  <c:v>2312</c:v>
                </c:pt>
                <c:pt idx="2313">
                  <c:v>2313</c:v>
                </c:pt>
                <c:pt idx="2314">
                  <c:v>2314</c:v>
                </c:pt>
                <c:pt idx="2315">
                  <c:v>2315</c:v>
                </c:pt>
                <c:pt idx="2316">
                  <c:v>2316</c:v>
                </c:pt>
                <c:pt idx="2317">
                  <c:v>2317</c:v>
                </c:pt>
                <c:pt idx="2318">
                  <c:v>2318</c:v>
                </c:pt>
                <c:pt idx="2319">
                  <c:v>2319</c:v>
                </c:pt>
                <c:pt idx="2320">
                  <c:v>2320</c:v>
                </c:pt>
                <c:pt idx="2321">
                  <c:v>2321</c:v>
                </c:pt>
                <c:pt idx="2322">
                  <c:v>2322</c:v>
                </c:pt>
                <c:pt idx="2323">
                  <c:v>2323</c:v>
                </c:pt>
                <c:pt idx="2324">
                  <c:v>2324</c:v>
                </c:pt>
                <c:pt idx="2325">
                  <c:v>2325</c:v>
                </c:pt>
                <c:pt idx="2326">
                  <c:v>2326</c:v>
                </c:pt>
                <c:pt idx="2327">
                  <c:v>2327</c:v>
                </c:pt>
                <c:pt idx="2328">
                  <c:v>2328</c:v>
                </c:pt>
                <c:pt idx="2329">
                  <c:v>2329</c:v>
                </c:pt>
                <c:pt idx="2330">
                  <c:v>2330</c:v>
                </c:pt>
                <c:pt idx="2331">
                  <c:v>2331</c:v>
                </c:pt>
                <c:pt idx="2332">
                  <c:v>2332</c:v>
                </c:pt>
                <c:pt idx="2333">
                  <c:v>2333</c:v>
                </c:pt>
                <c:pt idx="2334">
                  <c:v>2334</c:v>
                </c:pt>
                <c:pt idx="2335">
                  <c:v>2335</c:v>
                </c:pt>
                <c:pt idx="2336">
                  <c:v>2336</c:v>
                </c:pt>
                <c:pt idx="2337">
                  <c:v>2337</c:v>
                </c:pt>
                <c:pt idx="2338">
                  <c:v>2338</c:v>
                </c:pt>
                <c:pt idx="2339">
                  <c:v>2339</c:v>
                </c:pt>
                <c:pt idx="2340">
                  <c:v>2340</c:v>
                </c:pt>
                <c:pt idx="2341">
                  <c:v>2341</c:v>
                </c:pt>
                <c:pt idx="2342">
                  <c:v>2342</c:v>
                </c:pt>
                <c:pt idx="2343">
                  <c:v>2343</c:v>
                </c:pt>
                <c:pt idx="2344">
                  <c:v>2344</c:v>
                </c:pt>
                <c:pt idx="2345">
                  <c:v>2345</c:v>
                </c:pt>
                <c:pt idx="2346">
                  <c:v>2346</c:v>
                </c:pt>
                <c:pt idx="2347">
                  <c:v>2347</c:v>
                </c:pt>
                <c:pt idx="2348">
                  <c:v>2348</c:v>
                </c:pt>
                <c:pt idx="2349">
                  <c:v>2349</c:v>
                </c:pt>
                <c:pt idx="2350">
                  <c:v>2350</c:v>
                </c:pt>
                <c:pt idx="2351">
                  <c:v>2351</c:v>
                </c:pt>
                <c:pt idx="2352">
                  <c:v>2352</c:v>
                </c:pt>
                <c:pt idx="2353">
                  <c:v>2353</c:v>
                </c:pt>
                <c:pt idx="2354">
                  <c:v>2354</c:v>
                </c:pt>
                <c:pt idx="2355">
                  <c:v>2355</c:v>
                </c:pt>
                <c:pt idx="2356">
                  <c:v>2356</c:v>
                </c:pt>
                <c:pt idx="2357">
                  <c:v>2357</c:v>
                </c:pt>
                <c:pt idx="2358">
                  <c:v>2358</c:v>
                </c:pt>
                <c:pt idx="2359">
                  <c:v>2359</c:v>
                </c:pt>
                <c:pt idx="2360">
                  <c:v>2360</c:v>
                </c:pt>
                <c:pt idx="2361">
                  <c:v>2361</c:v>
                </c:pt>
                <c:pt idx="2362">
                  <c:v>2362</c:v>
                </c:pt>
                <c:pt idx="2363">
                  <c:v>2363</c:v>
                </c:pt>
                <c:pt idx="2364">
                  <c:v>2364</c:v>
                </c:pt>
                <c:pt idx="2365">
                  <c:v>2365</c:v>
                </c:pt>
                <c:pt idx="2366">
                  <c:v>2366</c:v>
                </c:pt>
                <c:pt idx="2367">
                  <c:v>2367</c:v>
                </c:pt>
                <c:pt idx="2368">
                  <c:v>2368</c:v>
                </c:pt>
                <c:pt idx="2369">
                  <c:v>2369</c:v>
                </c:pt>
                <c:pt idx="2370">
                  <c:v>2370</c:v>
                </c:pt>
                <c:pt idx="2371">
                  <c:v>2371</c:v>
                </c:pt>
                <c:pt idx="2372">
                  <c:v>2372</c:v>
                </c:pt>
                <c:pt idx="2373">
                  <c:v>2373</c:v>
                </c:pt>
                <c:pt idx="2374">
                  <c:v>2374</c:v>
                </c:pt>
                <c:pt idx="2375">
                  <c:v>2375</c:v>
                </c:pt>
                <c:pt idx="2376">
                  <c:v>2376</c:v>
                </c:pt>
                <c:pt idx="2377">
                  <c:v>2377</c:v>
                </c:pt>
                <c:pt idx="2378">
                  <c:v>2378</c:v>
                </c:pt>
                <c:pt idx="2379">
                  <c:v>2379</c:v>
                </c:pt>
                <c:pt idx="2380">
                  <c:v>2380</c:v>
                </c:pt>
                <c:pt idx="2381">
                  <c:v>2381</c:v>
                </c:pt>
                <c:pt idx="2382">
                  <c:v>2382</c:v>
                </c:pt>
                <c:pt idx="2383">
                  <c:v>2383</c:v>
                </c:pt>
                <c:pt idx="2384">
                  <c:v>2384</c:v>
                </c:pt>
                <c:pt idx="2385">
                  <c:v>2385</c:v>
                </c:pt>
                <c:pt idx="2386">
                  <c:v>2386</c:v>
                </c:pt>
                <c:pt idx="2387">
                  <c:v>2387</c:v>
                </c:pt>
                <c:pt idx="2388">
                  <c:v>2388</c:v>
                </c:pt>
                <c:pt idx="2389">
                  <c:v>2389</c:v>
                </c:pt>
                <c:pt idx="2390">
                  <c:v>2390</c:v>
                </c:pt>
                <c:pt idx="2391">
                  <c:v>2391</c:v>
                </c:pt>
                <c:pt idx="2392">
                  <c:v>2392</c:v>
                </c:pt>
                <c:pt idx="2393">
                  <c:v>2393</c:v>
                </c:pt>
                <c:pt idx="2394">
                  <c:v>2394</c:v>
                </c:pt>
                <c:pt idx="2395">
                  <c:v>2395</c:v>
                </c:pt>
                <c:pt idx="2396">
                  <c:v>2396</c:v>
                </c:pt>
                <c:pt idx="2397">
                  <c:v>2397</c:v>
                </c:pt>
                <c:pt idx="2398">
                  <c:v>2398</c:v>
                </c:pt>
                <c:pt idx="2399">
                  <c:v>2399</c:v>
                </c:pt>
                <c:pt idx="2400">
                  <c:v>2400</c:v>
                </c:pt>
                <c:pt idx="2401">
                  <c:v>2401</c:v>
                </c:pt>
                <c:pt idx="2402">
                  <c:v>2402</c:v>
                </c:pt>
                <c:pt idx="2403">
                  <c:v>2403</c:v>
                </c:pt>
                <c:pt idx="2404">
                  <c:v>2404</c:v>
                </c:pt>
                <c:pt idx="2405">
                  <c:v>2405</c:v>
                </c:pt>
                <c:pt idx="2406">
                  <c:v>2406</c:v>
                </c:pt>
                <c:pt idx="2407">
                  <c:v>2407</c:v>
                </c:pt>
                <c:pt idx="2408">
                  <c:v>2408</c:v>
                </c:pt>
                <c:pt idx="2409">
                  <c:v>2409</c:v>
                </c:pt>
                <c:pt idx="2410">
                  <c:v>2410</c:v>
                </c:pt>
                <c:pt idx="2411">
                  <c:v>2411</c:v>
                </c:pt>
                <c:pt idx="2412">
                  <c:v>2412</c:v>
                </c:pt>
                <c:pt idx="2413">
                  <c:v>2413</c:v>
                </c:pt>
                <c:pt idx="2414">
                  <c:v>2414</c:v>
                </c:pt>
                <c:pt idx="2415">
                  <c:v>2415</c:v>
                </c:pt>
                <c:pt idx="2416">
                  <c:v>2416</c:v>
                </c:pt>
                <c:pt idx="2417">
                  <c:v>2417</c:v>
                </c:pt>
                <c:pt idx="2418">
                  <c:v>2418</c:v>
                </c:pt>
                <c:pt idx="2419">
                  <c:v>2419</c:v>
                </c:pt>
                <c:pt idx="2420">
                  <c:v>2420</c:v>
                </c:pt>
                <c:pt idx="2421">
                  <c:v>2421</c:v>
                </c:pt>
                <c:pt idx="2422">
                  <c:v>2422</c:v>
                </c:pt>
                <c:pt idx="2423">
                  <c:v>2423</c:v>
                </c:pt>
                <c:pt idx="2424">
                  <c:v>2424</c:v>
                </c:pt>
                <c:pt idx="2425">
                  <c:v>2425</c:v>
                </c:pt>
                <c:pt idx="2426">
                  <c:v>2426</c:v>
                </c:pt>
                <c:pt idx="2427">
                  <c:v>2427</c:v>
                </c:pt>
                <c:pt idx="2428">
                  <c:v>2428</c:v>
                </c:pt>
                <c:pt idx="2429">
                  <c:v>2429</c:v>
                </c:pt>
                <c:pt idx="2430">
                  <c:v>2430</c:v>
                </c:pt>
                <c:pt idx="2431">
                  <c:v>2431</c:v>
                </c:pt>
                <c:pt idx="2432">
                  <c:v>2432</c:v>
                </c:pt>
                <c:pt idx="2433">
                  <c:v>2433</c:v>
                </c:pt>
                <c:pt idx="2434">
                  <c:v>2434</c:v>
                </c:pt>
                <c:pt idx="2435">
                  <c:v>2435</c:v>
                </c:pt>
                <c:pt idx="2436">
                  <c:v>2436</c:v>
                </c:pt>
                <c:pt idx="2437">
                  <c:v>2437</c:v>
                </c:pt>
                <c:pt idx="2438">
                  <c:v>2438</c:v>
                </c:pt>
                <c:pt idx="2439">
                  <c:v>2439</c:v>
                </c:pt>
                <c:pt idx="2440">
                  <c:v>2440</c:v>
                </c:pt>
                <c:pt idx="2441">
                  <c:v>2441</c:v>
                </c:pt>
                <c:pt idx="2442">
                  <c:v>2442</c:v>
                </c:pt>
                <c:pt idx="2443">
                  <c:v>2443</c:v>
                </c:pt>
                <c:pt idx="2444">
                  <c:v>2444</c:v>
                </c:pt>
                <c:pt idx="2445">
                  <c:v>2445</c:v>
                </c:pt>
                <c:pt idx="2446">
                  <c:v>2446</c:v>
                </c:pt>
                <c:pt idx="2447">
                  <c:v>2447</c:v>
                </c:pt>
                <c:pt idx="2448">
                  <c:v>2448</c:v>
                </c:pt>
                <c:pt idx="2449">
                  <c:v>2449</c:v>
                </c:pt>
                <c:pt idx="2450">
                  <c:v>2450</c:v>
                </c:pt>
                <c:pt idx="2451">
                  <c:v>2451</c:v>
                </c:pt>
                <c:pt idx="2452">
                  <c:v>2452</c:v>
                </c:pt>
                <c:pt idx="2453">
                  <c:v>2453</c:v>
                </c:pt>
                <c:pt idx="2454">
                  <c:v>2454</c:v>
                </c:pt>
                <c:pt idx="2455">
                  <c:v>2455</c:v>
                </c:pt>
                <c:pt idx="2456">
                  <c:v>2456</c:v>
                </c:pt>
                <c:pt idx="2457">
                  <c:v>2457</c:v>
                </c:pt>
                <c:pt idx="2458">
                  <c:v>2458</c:v>
                </c:pt>
                <c:pt idx="2459">
                  <c:v>2459</c:v>
                </c:pt>
                <c:pt idx="2460">
                  <c:v>2460</c:v>
                </c:pt>
                <c:pt idx="2461">
                  <c:v>2461</c:v>
                </c:pt>
                <c:pt idx="2462">
                  <c:v>2462</c:v>
                </c:pt>
                <c:pt idx="2463">
                  <c:v>2463</c:v>
                </c:pt>
                <c:pt idx="2464">
                  <c:v>2464</c:v>
                </c:pt>
                <c:pt idx="2465">
                  <c:v>2465</c:v>
                </c:pt>
                <c:pt idx="2466">
                  <c:v>2466</c:v>
                </c:pt>
                <c:pt idx="2467">
                  <c:v>2467</c:v>
                </c:pt>
                <c:pt idx="2468">
                  <c:v>2468</c:v>
                </c:pt>
                <c:pt idx="2469">
                  <c:v>2469</c:v>
                </c:pt>
                <c:pt idx="2470">
                  <c:v>2470</c:v>
                </c:pt>
                <c:pt idx="2471">
                  <c:v>2471</c:v>
                </c:pt>
                <c:pt idx="2472">
                  <c:v>2472</c:v>
                </c:pt>
                <c:pt idx="2473">
                  <c:v>2473</c:v>
                </c:pt>
                <c:pt idx="2474">
                  <c:v>2474</c:v>
                </c:pt>
                <c:pt idx="2475">
                  <c:v>2475</c:v>
                </c:pt>
                <c:pt idx="2476">
                  <c:v>2476</c:v>
                </c:pt>
                <c:pt idx="2477">
                  <c:v>2477</c:v>
                </c:pt>
                <c:pt idx="2478">
                  <c:v>2478</c:v>
                </c:pt>
                <c:pt idx="2479">
                  <c:v>2479</c:v>
                </c:pt>
                <c:pt idx="2480">
                  <c:v>2480</c:v>
                </c:pt>
                <c:pt idx="2481">
                  <c:v>2481</c:v>
                </c:pt>
                <c:pt idx="2482">
                  <c:v>2482</c:v>
                </c:pt>
                <c:pt idx="2483">
                  <c:v>2483</c:v>
                </c:pt>
                <c:pt idx="2484">
                  <c:v>2484</c:v>
                </c:pt>
                <c:pt idx="2485">
                  <c:v>2485</c:v>
                </c:pt>
                <c:pt idx="2486">
                  <c:v>2486</c:v>
                </c:pt>
                <c:pt idx="2487">
                  <c:v>2487</c:v>
                </c:pt>
                <c:pt idx="2488">
                  <c:v>2488</c:v>
                </c:pt>
                <c:pt idx="2489">
                  <c:v>2489</c:v>
                </c:pt>
                <c:pt idx="2490">
                  <c:v>2490</c:v>
                </c:pt>
                <c:pt idx="2491">
                  <c:v>2491</c:v>
                </c:pt>
                <c:pt idx="2492">
                  <c:v>2492</c:v>
                </c:pt>
                <c:pt idx="2493">
                  <c:v>2493</c:v>
                </c:pt>
                <c:pt idx="2494">
                  <c:v>2494</c:v>
                </c:pt>
                <c:pt idx="2495">
                  <c:v>2495</c:v>
                </c:pt>
                <c:pt idx="2496">
                  <c:v>2496</c:v>
                </c:pt>
                <c:pt idx="2497">
                  <c:v>2497</c:v>
                </c:pt>
                <c:pt idx="2498">
                  <c:v>2498</c:v>
                </c:pt>
                <c:pt idx="2499">
                  <c:v>2499</c:v>
                </c:pt>
                <c:pt idx="2500">
                  <c:v>2500</c:v>
                </c:pt>
                <c:pt idx="2501">
                  <c:v>2501</c:v>
                </c:pt>
                <c:pt idx="2502">
                  <c:v>2502</c:v>
                </c:pt>
                <c:pt idx="2503">
                  <c:v>2503</c:v>
                </c:pt>
                <c:pt idx="2504">
                  <c:v>2504</c:v>
                </c:pt>
                <c:pt idx="2505">
                  <c:v>2505</c:v>
                </c:pt>
                <c:pt idx="2506">
                  <c:v>2506</c:v>
                </c:pt>
                <c:pt idx="2507">
                  <c:v>2507</c:v>
                </c:pt>
                <c:pt idx="2508">
                  <c:v>2508</c:v>
                </c:pt>
                <c:pt idx="2509">
                  <c:v>2509</c:v>
                </c:pt>
                <c:pt idx="2510">
                  <c:v>2510</c:v>
                </c:pt>
                <c:pt idx="2511">
                  <c:v>2511</c:v>
                </c:pt>
                <c:pt idx="2512">
                  <c:v>2512</c:v>
                </c:pt>
                <c:pt idx="2513">
                  <c:v>2513</c:v>
                </c:pt>
                <c:pt idx="2514">
                  <c:v>2514</c:v>
                </c:pt>
                <c:pt idx="2515">
                  <c:v>2515</c:v>
                </c:pt>
                <c:pt idx="2516">
                  <c:v>2516</c:v>
                </c:pt>
                <c:pt idx="2517">
                  <c:v>2517</c:v>
                </c:pt>
                <c:pt idx="2518">
                  <c:v>2518</c:v>
                </c:pt>
                <c:pt idx="2519">
                  <c:v>2519</c:v>
                </c:pt>
                <c:pt idx="2520">
                  <c:v>2520</c:v>
                </c:pt>
                <c:pt idx="2521">
                  <c:v>2521</c:v>
                </c:pt>
                <c:pt idx="2522">
                  <c:v>2522</c:v>
                </c:pt>
                <c:pt idx="2523">
                  <c:v>2523</c:v>
                </c:pt>
                <c:pt idx="2524">
                  <c:v>2524</c:v>
                </c:pt>
                <c:pt idx="2525">
                  <c:v>2525</c:v>
                </c:pt>
                <c:pt idx="2526">
                  <c:v>2526</c:v>
                </c:pt>
                <c:pt idx="2527">
                  <c:v>2527</c:v>
                </c:pt>
                <c:pt idx="2528">
                  <c:v>2528</c:v>
                </c:pt>
                <c:pt idx="2529">
                  <c:v>2529</c:v>
                </c:pt>
                <c:pt idx="2530">
                  <c:v>2530</c:v>
                </c:pt>
                <c:pt idx="2531">
                  <c:v>2531</c:v>
                </c:pt>
                <c:pt idx="2532">
                  <c:v>2532</c:v>
                </c:pt>
                <c:pt idx="2533">
                  <c:v>2533</c:v>
                </c:pt>
                <c:pt idx="2534">
                  <c:v>2534</c:v>
                </c:pt>
                <c:pt idx="2535">
                  <c:v>2535</c:v>
                </c:pt>
                <c:pt idx="2536">
                  <c:v>2536</c:v>
                </c:pt>
                <c:pt idx="2537">
                  <c:v>2537</c:v>
                </c:pt>
                <c:pt idx="2538">
                  <c:v>2538</c:v>
                </c:pt>
                <c:pt idx="2539">
                  <c:v>2539</c:v>
                </c:pt>
                <c:pt idx="2540">
                  <c:v>2540</c:v>
                </c:pt>
                <c:pt idx="2541">
                  <c:v>2541</c:v>
                </c:pt>
                <c:pt idx="2542">
                  <c:v>2542</c:v>
                </c:pt>
                <c:pt idx="2543">
                  <c:v>2543</c:v>
                </c:pt>
                <c:pt idx="2544">
                  <c:v>2544</c:v>
                </c:pt>
                <c:pt idx="2545">
                  <c:v>2545</c:v>
                </c:pt>
                <c:pt idx="2546">
                  <c:v>2546</c:v>
                </c:pt>
                <c:pt idx="2547">
                  <c:v>2547</c:v>
                </c:pt>
                <c:pt idx="2548">
                  <c:v>2548</c:v>
                </c:pt>
                <c:pt idx="2549">
                  <c:v>2549</c:v>
                </c:pt>
                <c:pt idx="2550">
                  <c:v>2550</c:v>
                </c:pt>
                <c:pt idx="2551">
                  <c:v>2551</c:v>
                </c:pt>
                <c:pt idx="2552">
                  <c:v>2552</c:v>
                </c:pt>
                <c:pt idx="2553">
                  <c:v>2553</c:v>
                </c:pt>
                <c:pt idx="2554">
                  <c:v>2554</c:v>
                </c:pt>
                <c:pt idx="2555">
                  <c:v>2555</c:v>
                </c:pt>
                <c:pt idx="2556">
                  <c:v>2556</c:v>
                </c:pt>
                <c:pt idx="2557">
                  <c:v>2557</c:v>
                </c:pt>
                <c:pt idx="2558">
                  <c:v>2558</c:v>
                </c:pt>
                <c:pt idx="2559">
                  <c:v>2559</c:v>
                </c:pt>
                <c:pt idx="2560">
                  <c:v>2560</c:v>
                </c:pt>
                <c:pt idx="2561">
                  <c:v>2561</c:v>
                </c:pt>
                <c:pt idx="2562">
                  <c:v>2562</c:v>
                </c:pt>
                <c:pt idx="2563">
                  <c:v>2563</c:v>
                </c:pt>
                <c:pt idx="2564">
                  <c:v>2564</c:v>
                </c:pt>
                <c:pt idx="2565">
                  <c:v>2565</c:v>
                </c:pt>
                <c:pt idx="2566">
                  <c:v>2566</c:v>
                </c:pt>
                <c:pt idx="2567">
                  <c:v>2567</c:v>
                </c:pt>
                <c:pt idx="2568">
                  <c:v>2568</c:v>
                </c:pt>
                <c:pt idx="2569">
                  <c:v>2569</c:v>
                </c:pt>
                <c:pt idx="2570">
                  <c:v>2570</c:v>
                </c:pt>
                <c:pt idx="2571">
                  <c:v>2571</c:v>
                </c:pt>
                <c:pt idx="2572">
                  <c:v>2572</c:v>
                </c:pt>
                <c:pt idx="2573">
                  <c:v>2573</c:v>
                </c:pt>
                <c:pt idx="2574">
                  <c:v>2574</c:v>
                </c:pt>
                <c:pt idx="2575">
                  <c:v>2575</c:v>
                </c:pt>
                <c:pt idx="2576">
                  <c:v>2576</c:v>
                </c:pt>
                <c:pt idx="2577">
                  <c:v>2577</c:v>
                </c:pt>
                <c:pt idx="2578">
                  <c:v>2578</c:v>
                </c:pt>
                <c:pt idx="2579">
                  <c:v>2579</c:v>
                </c:pt>
                <c:pt idx="2580">
                  <c:v>2580</c:v>
                </c:pt>
                <c:pt idx="2581">
                  <c:v>2581</c:v>
                </c:pt>
                <c:pt idx="2582">
                  <c:v>2582</c:v>
                </c:pt>
                <c:pt idx="2583">
                  <c:v>2583</c:v>
                </c:pt>
                <c:pt idx="2584">
                  <c:v>2584</c:v>
                </c:pt>
                <c:pt idx="2585">
                  <c:v>2585</c:v>
                </c:pt>
                <c:pt idx="2586">
                  <c:v>2586</c:v>
                </c:pt>
                <c:pt idx="2587">
                  <c:v>2587</c:v>
                </c:pt>
                <c:pt idx="2588">
                  <c:v>2588</c:v>
                </c:pt>
                <c:pt idx="2589">
                  <c:v>2589</c:v>
                </c:pt>
                <c:pt idx="2590">
                  <c:v>2590</c:v>
                </c:pt>
                <c:pt idx="2591">
                  <c:v>2591</c:v>
                </c:pt>
                <c:pt idx="2592">
                  <c:v>2592</c:v>
                </c:pt>
                <c:pt idx="2593">
                  <c:v>2593</c:v>
                </c:pt>
                <c:pt idx="2594">
                  <c:v>2594</c:v>
                </c:pt>
                <c:pt idx="2595">
                  <c:v>2595</c:v>
                </c:pt>
                <c:pt idx="2596">
                  <c:v>2596</c:v>
                </c:pt>
                <c:pt idx="2597">
                  <c:v>2597</c:v>
                </c:pt>
                <c:pt idx="2598">
                  <c:v>2598</c:v>
                </c:pt>
                <c:pt idx="2599">
                  <c:v>2599</c:v>
                </c:pt>
                <c:pt idx="2600">
                  <c:v>2600</c:v>
                </c:pt>
                <c:pt idx="2601">
                  <c:v>2601</c:v>
                </c:pt>
                <c:pt idx="2602">
                  <c:v>2602</c:v>
                </c:pt>
                <c:pt idx="2603">
                  <c:v>2603</c:v>
                </c:pt>
                <c:pt idx="2604">
                  <c:v>2604</c:v>
                </c:pt>
                <c:pt idx="2605">
                  <c:v>2605</c:v>
                </c:pt>
                <c:pt idx="2606">
                  <c:v>2606</c:v>
                </c:pt>
                <c:pt idx="2607">
                  <c:v>2607</c:v>
                </c:pt>
                <c:pt idx="2608">
                  <c:v>2608</c:v>
                </c:pt>
                <c:pt idx="2609">
                  <c:v>2609</c:v>
                </c:pt>
                <c:pt idx="2610">
                  <c:v>2610</c:v>
                </c:pt>
                <c:pt idx="2611">
                  <c:v>2611</c:v>
                </c:pt>
                <c:pt idx="2612">
                  <c:v>2612</c:v>
                </c:pt>
                <c:pt idx="2613">
                  <c:v>2613</c:v>
                </c:pt>
                <c:pt idx="2614">
                  <c:v>2614</c:v>
                </c:pt>
                <c:pt idx="2615">
                  <c:v>2615</c:v>
                </c:pt>
                <c:pt idx="2616">
                  <c:v>2616</c:v>
                </c:pt>
                <c:pt idx="2617">
                  <c:v>2617</c:v>
                </c:pt>
                <c:pt idx="2618">
                  <c:v>2618</c:v>
                </c:pt>
                <c:pt idx="2619">
                  <c:v>2619</c:v>
                </c:pt>
                <c:pt idx="2620">
                  <c:v>2620</c:v>
                </c:pt>
                <c:pt idx="2621">
                  <c:v>2621</c:v>
                </c:pt>
                <c:pt idx="2622">
                  <c:v>2622</c:v>
                </c:pt>
                <c:pt idx="2623">
                  <c:v>2623</c:v>
                </c:pt>
                <c:pt idx="2624">
                  <c:v>2624</c:v>
                </c:pt>
                <c:pt idx="2625">
                  <c:v>2625</c:v>
                </c:pt>
                <c:pt idx="2626">
                  <c:v>2626</c:v>
                </c:pt>
                <c:pt idx="2627">
                  <c:v>2627</c:v>
                </c:pt>
                <c:pt idx="2628">
                  <c:v>2628</c:v>
                </c:pt>
                <c:pt idx="2629">
                  <c:v>2629</c:v>
                </c:pt>
                <c:pt idx="2630">
                  <c:v>2630</c:v>
                </c:pt>
                <c:pt idx="2631">
                  <c:v>2631</c:v>
                </c:pt>
                <c:pt idx="2632">
                  <c:v>2632</c:v>
                </c:pt>
                <c:pt idx="2633">
                  <c:v>2633</c:v>
                </c:pt>
                <c:pt idx="2634">
                  <c:v>2634</c:v>
                </c:pt>
                <c:pt idx="2635">
                  <c:v>2635</c:v>
                </c:pt>
                <c:pt idx="2636">
                  <c:v>2636</c:v>
                </c:pt>
                <c:pt idx="2637">
                  <c:v>2637</c:v>
                </c:pt>
                <c:pt idx="2638">
                  <c:v>2638</c:v>
                </c:pt>
                <c:pt idx="2639">
                  <c:v>2639</c:v>
                </c:pt>
                <c:pt idx="2640">
                  <c:v>2640</c:v>
                </c:pt>
                <c:pt idx="2641">
                  <c:v>2641</c:v>
                </c:pt>
                <c:pt idx="2642">
                  <c:v>2642</c:v>
                </c:pt>
                <c:pt idx="2643">
                  <c:v>2643</c:v>
                </c:pt>
                <c:pt idx="2644">
                  <c:v>2644</c:v>
                </c:pt>
                <c:pt idx="2645">
                  <c:v>2645</c:v>
                </c:pt>
                <c:pt idx="2646">
                  <c:v>2646</c:v>
                </c:pt>
                <c:pt idx="2647">
                  <c:v>2647</c:v>
                </c:pt>
                <c:pt idx="2648">
                  <c:v>2648</c:v>
                </c:pt>
                <c:pt idx="2649">
                  <c:v>2649</c:v>
                </c:pt>
                <c:pt idx="2650">
                  <c:v>2650</c:v>
                </c:pt>
                <c:pt idx="2651">
                  <c:v>2651</c:v>
                </c:pt>
                <c:pt idx="2652">
                  <c:v>2652</c:v>
                </c:pt>
                <c:pt idx="2653">
                  <c:v>2653</c:v>
                </c:pt>
                <c:pt idx="2654">
                  <c:v>2654</c:v>
                </c:pt>
                <c:pt idx="2655">
                  <c:v>2655</c:v>
                </c:pt>
                <c:pt idx="2656">
                  <c:v>2656</c:v>
                </c:pt>
                <c:pt idx="2657">
                  <c:v>2657</c:v>
                </c:pt>
                <c:pt idx="2658">
                  <c:v>2658</c:v>
                </c:pt>
                <c:pt idx="2659">
                  <c:v>2659</c:v>
                </c:pt>
                <c:pt idx="2660">
                  <c:v>2660</c:v>
                </c:pt>
                <c:pt idx="2661">
                  <c:v>2661</c:v>
                </c:pt>
                <c:pt idx="2662">
                  <c:v>2662</c:v>
                </c:pt>
                <c:pt idx="2663">
                  <c:v>2663</c:v>
                </c:pt>
                <c:pt idx="2664">
                  <c:v>2664</c:v>
                </c:pt>
                <c:pt idx="2665">
                  <c:v>2665</c:v>
                </c:pt>
                <c:pt idx="2666">
                  <c:v>2666</c:v>
                </c:pt>
                <c:pt idx="2667">
                  <c:v>2667</c:v>
                </c:pt>
                <c:pt idx="2668">
                  <c:v>2668</c:v>
                </c:pt>
                <c:pt idx="2669">
                  <c:v>2669</c:v>
                </c:pt>
                <c:pt idx="2670">
                  <c:v>2670</c:v>
                </c:pt>
                <c:pt idx="2671">
                  <c:v>2671</c:v>
                </c:pt>
                <c:pt idx="2672">
                  <c:v>2672</c:v>
                </c:pt>
                <c:pt idx="2673">
                  <c:v>2673</c:v>
                </c:pt>
                <c:pt idx="2674">
                  <c:v>2674</c:v>
                </c:pt>
                <c:pt idx="2675">
                  <c:v>2675</c:v>
                </c:pt>
                <c:pt idx="2676">
                  <c:v>2676</c:v>
                </c:pt>
                <c:pt idx="2677">
                  <c:v>2677</c:v>
                </c:pt>
                <c:pt idx="2678">
                  <c:v>2678</c:v>
                </c:pt>
                <c:pt idx="2679">
                  <c:v>2679</c:v>
                </c:pt>
                <c:pt idx="2680">
                  <c:v>2680</c:v>
                </c:pt>
                <c:pt idx="2681">
                  <c:v>2681</c:v>
                </c:pt>
                <c:pt idx="2682">
                  <c:v>2682</c:v>
                </c:pt>
                <c:pt idx="2683">
                  <c:v>2683</c:v>
                </c:pt>
                <c:pt idx="2684">
                  <c:v>2684</c:v>
                </c:pt>
                <c:pt idx="2685">
                  <c:v>2685</c:v>
                </c:pt>
                <c:pt idx="2686">
                  <c:v>2686</c:v>
                </c:pt>
                <c:pt idx="2687">
                  <c:v>2687</c:v>
                </c:pt>
                <c:pt idx="2688">
                  <c:v>2688</c:v>
                </c:pt>
                <c:pt idx="2689">
                  <c:v>2689</c:v>
                </c:pt>
                <c:pt idx="2690">
                  <c:v>2690</c:v>
                </c:pt>
                <c:pt idx="2691">
                  <c:v>2691</c:v>
                </c:pt>
                <c:pt idx="2692">
                  <c:v>2692</c:v>
                </c:pt>
                <c:pt idx="2693">
                  <c:v>2693</c:v>
                </c:pt>
                <c:pt idx="2694">
                  <c:v>2694</c:v>
                </c:pt>
                <c:pt idx="2695">
                  <c:v>2695</c:v>
                </c:pt>
                <c:pt idx="2696">
                  <c:v>2696</c:v>
                </c:pt>
                <c:pt idx="2697">
                  <c:v>2697</c:v>
                </c:pt>
                <c:pt idx="2698">
                  <c:v>2698</c:v>
                </c:pt>
                <c:pt idx="2699">
                  <c:v>2699</c:v>
                </c:pt>
                <c:pt idx="2700">
                  <c:v>2700</c:v>
                </c:pt>
                <c:pt idx="2701">
                  <c:v>2701</c:v>
                </c:pt>
                <c:pt idx="2702">
                  <c:v>2702</c:v>
                </c:pt>
                <c:pt idx="2703">
                  <c:v>2703</c:v>
                </c:pt>
                <c:pt idx="2704">
                  <c:v>2704</c:v>
                </c:pt>
                <c:pt idx="2705">
                  <c:v>2705</c:v>
                </c:pt>
                <c:pt idx="2706">
                  <c:v>2706</c:v>
                </c:pt>
                <c:pt idx="2707">
                  <c:v>2707</c:v>
                </c:pt>
                <c:pt idx="2708">
                  <c:v>2708</c:v>
                </c:pt>
                <c:pt idx="2709">
                  <c:v>2709</c:v>
                </c:pt>
                <c:pt idx="2710">
                  <c:v>2710</c:v>
                </c:pt>
                <c:pt idx="2711">
                  <c:v>2711</c:v>
                </c:pt>
                <c:pt idx="2712">
                  <c:v>2712</c:v>
                </c:pt>
                <c:pt idx="2713">
                  <c:v>2713</c:v>
                </c:pt>
                <c:pt idx="2714">
                  <c:v>2714</c:v>
                </c:pt>
                <c:pt idx="2715">
                  <c:v>2715</c:v>
                </c:pt>
                <c:pt idx="2716">
                  <c:v>2716</c:v>
                </c:pt>
                <c:pt idx="2717">
                  <c:v>2717</c:v>
                </c:pt>
                <c:pt idx="2718">
                  <c:v>2718</c:v>
                </c:pt>
                <c:pt idx="2719">
                  <c:v>2719</c:v>
                </c:pt>
                <c:pt idx="2720">
                  <c:v>2720</c:v>
                </c:pt>
                <c:pt idx="2721">
                  <c:v>2721</c:v>
                </c:pt>
                <c:pt idx="2722">
                  <c:v>2722</c:v>
                </c:pt>
                <c:pt idx="2723">
                  <c:v>2723</c:v>
                </c:pt>
                <c:pt idx="2724">
                  <c:v>2724</c:v>
                </c:pt>
                <c:pt idx="2725">
                  <c:v>2725</c:v>
                </c:pt>
                <c:pt idx="2726">
                  <c:v>2726</c:v>
                </c:pt>
                <c:pt idx="2727">
                  <c:v>2727</c:v>
                </c:pt>
                <c:pt idx="2728">
                  <c:v>2728</c:v>
                </c:pt>
                <c:pt idx="2729">
                  <c:v>2729</c:v>
                </c:pt>
                <c:pt idx="2730">
                  <c:v>2730</c:v>
                </c:pt>
                <c:pt idx="2731">
                  <c:v>2731</c:v>
                </c:pt>
                <c:pt idx="2732">
                  <c:v>2732</c:v>
                </c:pt>
                <c:pt idx="2733">
                  <c:v>2733</c:v>
                </c:pt>
                <c:pt idx="2734">
                  <c:v>2734</c:v>
                </c:pt>
                <c:pt idx="2735">
                  <c:v>2735</c:v>
                </c:pt>
                <c:pt idx="2736">
                  <c:v>2736</c:v>
                </c:pt>
                <c:pt idx="2737">
                  <c:v>2737</c:v>
                </c:pt>
                <c:pt idx="2738">
                  <c:v>2738</c:v>
                </c:pt>
                <c:pt idx="2739">
                  <c:v>2739</c:v>
                </c:pt>
                <c:pt idx="2740">
                  <c:v>2740</c:v>
                </c:pt>
                <c:pt idx="2741">
                  <c:v>2741</c:v>
                </c:pt>
                <c:pt idx="2742">
                  <c:v>2742</c:v>
                </c:pt>
                <c:pt idx="2743">
                  <c:v>2743</c:v>
                </c:pt>
                <c:pt idx="2744">
                  <c:v>2744</c:v>
                </c:pt>
                <c:pt idx="2745">
                  <c:v>2745</c:v>
                </c:pt>
                <c:pt idx="2746">
                  <c:v>2746</c:v>
                </c:pt>
                <c:pt idx="2747">
                  <c:v>2747</c:v>
                </c:pt>
                <c:pt idx="2748">
                  <c:v>2748</c:v>
                </c:pt>
                <c:pt idx="2749">
                  <c:v>2749</c:v>
                </c:pt>
                <c:pt idx="2750">
                  <c:v>2750</c:v>
                </c:pt>
                <c:pt idx="2751">
                  <c:v>2751</c:v>
                </c:pt>
                <c:pt idx="2752">
                  <c:v>2752</c:v>
                </c:pt>
                <c:pt idx="2753">
                  <c:v>2753</c:v>
                </c:pt>
                <c:pt idx="2754">
                  <c:v>2754</c:v>
                </c:pt>
                <c:pt idx="2755">
                  <c:v>2755</c:v>
                </c:pt>
                <c:pt idx="2756">
                  <c:v>2756</c:v>
                </c:pt>
                <c:pt idx="2757">
                  <c:v>2757</c:v>
                </c:pt>
                <c:pt idx="2758">
                  <c:v>2758</c:v>
                </c:pt>
                <c:pt idx="2759">
                  <c:v>2759</c:v>
                </c:pt>
                <c:pt idx="2760">
                  <c:v>2760</c:v>
                </c:pt>
                <c:pt idx="2761">
                  <c:v>2761</c:v>
                </c:pt>
                <c:pt idx="2762">
                  <c:v>2762</c:v>
                </c:pt>
                <c:pt idx="2763">
                  <c:v>2763</c:v>
                </c:pt>
                <c:pt idx="2764">
                  <c:v>2764</c:v>
                </c:pt>
                <c:pt idx="2765">
                  <c:v>2765</c:v>
                </c:pt>
                <c:pt idx="2766">
                  <c:v>2766</c:v>
                </c:pt>
                <c:pt idx="2767">
                  <c:v>2767</c:v>
                </c:pt>
                <c:pt idx="2768">
                  <c:v>2768</c:v>
                </c:pt>
                <c:pt idx="2769">
                  <c:v>2769</c:v>
                </c:pt>
                <c:pt idx="2770">
                  <c:v>2770</c:v>
                </c:pt>
                <c:pt idx="2771">
                  <c:v>2771</c:v>
                </c:pt>
                <c:pt idx="2772">
                  <c:v>2772</c:v>
                </c:pt>
                <c:pt idx="2773">
                  <c:v>2773</c:v>
                </c:pt>
                <c:pt idx="2774">
                  <c:v>2774</c:v>
                </c:pt>
                <c:pt idx="2775">
                  <c:v>2775</c:v>
                </c:pt>
                <c:pt idx="2776">
                  <c:v>2776</c:v>
                </c:pt>
                <c:pt idx="2777">
                  <c:v>2777</c:v>
                </c:pt>
                <c:pt idx="2778">
                  <c:v>2778</c:v>
                </c:pt>
                <c:pt idx="2779">
                  <c:v>2779</c:v>
                </c:pt>
                <c:pt idx="2780">
                  <c:v>2780</c:v>
                </c:pt>
                <c:pt idx="2781">
                  <c:v>2781</c:v>
                </c:pt>
                <c:pt idx="2782">
                  <c:v>2782</c:v>
                </c:pt>
                <c:pt idx="2783">
                  <c:v>2783</c:v>
                </c:pt>
                <c:pt idx="2784">
                  <c:v>2784</c:v>
                </c:pt>
                <c:pt idx="2785">
                  <c:v>2785</c:v>
                </c:pt>
                <c:pt idx="2786">
                  <c:v>2786</c:v>
                </c:pt>
                <c:pt idx="2787">
                  <c:v>2787</c:v>
                </c:pt>
                <c:pt idx="2788">
                  <c:v>2788</c:v>
                </c:pt>
                <c:pt idx="2789">
                  <c:v>2789</c:v>
                </c:pt>
                <c:pt idx="2790">
                  <c:v>2790</c:v>
                </c:pt>
                <c:pt idx="2791">
                  <c:v>2791</c:v>
                </c:pt>
                <c:pt idx="2792">
                  <c:v>2792</c:v>
                </c:pt>
                <c:pt idx="2793">
                  <c:v>2793</c:v>
                </c:pt>
                <c:pt idx="2794">
                  <c:v>2794</c:v>
                </c:pt>
                <c:pt idx="2795">
                  <c:v>2795</c:v>
                </c:pt>
                <c:pt idx="2796">
                  <c:v>2796</c:v>
                </c:pt>
                <c:pt idx="2797">
                  <c:v>2797</c:v>
                </c:pt>
                <c:pt idx="2798">
                  <c:v>2798</c:v>
                </c:pt>
                <c:pt idx="2799">
                  <c:v>2799</c:v>
                </c:pt>
                <c:pt idx="2800">
                  <c:v>2800</c:v>
                </c:pt>
                <c:pt idx="2801">
                  <c:v>2801</c:v>
                </c:pt>
                <c:pt idx="2802">
                  <c:v>2802</c:v>
                </c:pt>
                <c:pt idx="2803">
                  <c:v>2803</c:v>
                </c:pt>
                <c:pt idx="2804">
                  <c:v>2804</c:v>
                </c:pt>
                <c:pt idx="2805">
                  <c:v>2805</c:v>
                </c:pt>
                <c:pt idx="2806">
                  <c:v>2806</c:v>
                </c:pt>
                <c:pt idx="2807">
                  <c:v>2807</c:v>
                </c:pt>
                <c:pt idx="2808">
                  <c:v>2808</c:v>
                </c:pt>
                <c:pt idx="2809">
                  <c:v>2809</c:v>
                </c:pt>
                <c:pt idx="2810">
                  <c:v>2810</c:v>
                </c:pt>
                <c:pt idx="2811">
                  <c:v>2811</c:v>
                </c:pt>
                <c:pt idx="2812">
                  <c:v>2812</c:v>
                </c:pt>
                <c:pt idx="2813">
                  <c:v>2813</c:v>
                </c:pt>
                <c:pt idx="2814">
                  <c:v>2814</c:v>
                </c:pt>
                <c:pt idx="2815">
                  <c:v>2815</c:v>
                </c:pt>
                <c:pt idx="2816">
                  <c:v>2816</c:v>
                </c:pt>
                <c:pt idx="2817">
                  <c:v>2817</c:v>
                </c:pt>
                <c:pt idx="2818">
                  <c:v>2818</c:v>
                </c:pt>
                <c:pt idx="2819">
                  <c:v>2819</c:v>
                </c:pt>
                <c:pt idx="2820">
                  <c:v>2820</c:v>
                </c:pt>
                <c:pt idx="2821">
                  <c:v>2821</c:v>
                </c:pt>
                <c:pt idx="2822">
                  <c:v>2822</c:v>
                </c:pt>
                <c:pt idx="2823">
                  <c:v>2823</c:v>
                </c:pt>
                <c:pt idx="2824">
                  <c:v>2824</c:v>
                </c:pt>
                <c:pt idx="2825">
                  <c:v>2825</c:v>
                </c:pt>
                <c:pt idx="2826">
                  <c:v>2826</c:v>
                </c:pt>
                <c:pt idx="2827">
                  <c:v>2827</c:v>
                </c:pt>
                <c:pt idx="2828">
                  <c:v>2828</c:v>
                </c:pt>
                <c:pt idx="2829">
                  <c:v>2829</c:v>
                </c:pt>
                <c:pt idx="2830">
                  <c:v>2830</c:v>
                </c:pt>
                <c:pt idx="2831">
                  <c:v>2831</c:v>
                </c:pt>
                <c:pt idx="2832">
                  <c:v>2832</c:v>
                </c:pt>
                <c:pt idx="2833">
                  <c:v>2833</c:v>
                </c:pt>
                <c:pt idx="2834">
                  <c:v>2834</c:v>
                </c:pt>
                <c:pt idx="2835">
                  <c:v>2835</c:v>
                </c:pt>
                <c:pt idx="2836">
                  <c:v>2836</c:v>
                </c:pt>
                <c:pt idx="2837">
                  <c:v>2837</c:v>
                </c:pt>
                <c:pt idx="2838">
                  <c:v>2838</c:v>
                </c:pt>
                <c:pt idx="2839">
                  <c:v>2839</c:v>
                </c:pt>
                <c:pt idx="2840">
                  <c:v>2840</c:v>
                </c:pt>
                <c:pt idx="2841">
                  <c:v>2841</c:v>
                </c:pt>
                <c:pt idx="2842">
                  <c:v>2842</c:v>
                </c:pt>
                <c:pt idx="2843">
                  <c:v>2843</c:v>
                </c:pt>
                <c:pt idx="2844">
                  <c:v>2844</c:v>
                </c:pt>
                <c:pt idx="2845">
                  <c:v>2845</c:v>
                </c:pt>
                <c:pt idx="2846">
                  <c:v>2846</c:v>
                </c:pt>
                <c:pt idx="2847">
                  <c:v>2847</c:v>
                </c:pt>
                <c:pt idx="2848">
                  <c:v>2848</c:v>
                </c:pt>
                <c:pt idx="2849">
                  <c:v>2849</c:v>
                </c:pt>
                <c:pt idx="2850">
                  <c:v>2850</c:v>
                </c:pt>
                <c:pt idx="2851">
                  <c:v>2851</c:v>
                </c:pt>
                <c:pt idx="2852">
                  <c:v>2852</c:v>
                </c:pt>
                <c:pt idx="2853">
                  <c:v>2853</c:v>
                </c:pt>
                <c:pt idx="2854">
                  <c:v>2854</c:v>
                </c:pt>
                <c:pt idx="2855">
                  <c:v>2855</c:v>
                </c:pt>
                <c:pt idx="2856">
                  <c:v>2856</c:v>
                </c:pt>
                <c:pt idx="2857">
                  <c:v>2857</c:v>
                </c:pt>
                <c:pt idx="2858">
                  <c:v>2858</c:v>
                </c:pt>
                <c:pt idx="2859">
                  <c:v>2859</c:v>
                </c:pt>
                <c:pt idx="2860">
                  <c:v>2860</c:v>
                </c:pt>
                <c:pt idx="2861">
                  <c:v>2861</c:v>
                </c:pt>
                <c:pt idx="2862">
                  <c:v>2862</c:v>
                </c:pt>
                <c:pt idx="2863">
                  <c:v>2863</c:v>
                </c:pt>
                <c:pt idx="2864">
                  <c:v>2864</c:v>
                </c:pt>
                <c:pt idx="2865">
                  <c:v>2865</c:v>
                </c:pt>
                <c:pt idx="2866">
                  <c:v>2866</c:v>
                </c:pt>
                <c:pt idx="2867">
                  <c:v>2867</c:v>
                </c:pt>
                <c:pt idx="2868">
                  <c:v>2868</c:v>
                </c:pt>
                <c:pt idx="2869">
                  <c:v>2869</c:v>
                </c:pt>
                <c:pt idx="2870">
                  <c:v>2870</c:v>
                </c:pt>
                <c:pt idx="2871">
                  <c:v>2871</c:v>
                </c:pt>
                <c:pt idx="2872">
                  <c:v>2872</c:v>
                </c:pt>
                <c:pt idx="2873">
                  <c:v>2873</c:v>
                </c:pt>
                <c:pt idx="2874">
                  <c:v>2874</c:v>
                </c:pt>
                <c:pt idx="2875">
                  <c:v>2875</c:v>
                </c:pt>
                <c:pt idx="2876">
                  <c:v>2876</c:v>
                </c:pt>
                <c:pt idx="2877">
                  <c:v>2877</c:v>
                </c:pt>
                <c:pt idx="2878">
                  <c:v>2878</c:v>
                </c:pt>
                <c:pt idx="2879">
                  <c:v>2879</c:v>
                </c:pt>
                <c:pt idx="2880">
                  <c:v>2880</c:v>
                </c:pt>
                <c:pt idx="2881">
                  <c:v>2881</c:v>
                </c:pt>
                <c:pt idx="2882">
                  <c:v>2882</c:v>
                </c:pt>
                <c:pt idx="2883">
                  <c:v>2883</c:v>
                </c:pt>
                <c:pt idx="2884">
                  <c:v>2884</c:v>
                </c:pt>
                <c:pt idx="2885">
                  <c:v>2885</c:v>
                </c:pt>
                <c:pt idx="2886">
                  <c:v>2886</c:v>
                </c:pt>
                <c:pt idx="2887">
                  <c:v>2887</c:v>
                </c:pt>
                <c:pt idx="2888">
                  <c:v>2888</c:v>
                </c:pt>
                <c:pt idx="2889">
                  <c:v>2889</c:v>
                </c:pt>
                <c:pt idx="2890">
                  <c:v>2890</c:v>
                </c:pt>
                <c:pt idx="2891">
                  <c:v>2891</c:v>
                </c:pt>
                <c:pt idx="2892">
                  <c:v>2892</c:v>
                </c:pt>
                <c:pt idx="2893">
                  <c:v>2893</c:v>
                </c:pt>
                <c:pt idx="2894">
                  <c:v>2894</c:v>
                </c:pt>
                <c:pt idx="2895">
                  <c:v>2895</c:v>
                </c:pt>
                <c:pt idx="2896">
                  <c:v>2896</c:v>
                </c:pt>
                <c:pt idx="2897">
                  <c:v>2897</c:v>
                </c:pt>
                <c:pt idx="2898">
                  <c:v>2898</c:v>
                </c:pt>
                <c:pt idx="2899">
                  <c:v>2899</c:v>
                </c:pt>
                <c:pt idx="2900">
                  <c:v>2900</c:v>
                </c:pt>
                <c:pt idx="2901">
                  <c:v>2901</c:v>
                </c:pt>
                <c:pt idx="2902">
                  <c:v>2902</c:v>
                </c:pt>
                <c:pt idx="2903">
                  <c:v>2903</c:v>
                </c:pt>
                <c:pt idx="2904">
                  <c:v>2904</c:v>
                </c:pt>
                <c:pt idx="2905">
                  <c:v>2905</c:v>
                </c:pt>
                <c:pt idx="2906">
                  <c:v>2906</c:v>
                </c:pt>
                <c:pt idx="2907">
                  <c:v>2907</c:v>
                </c:pt>
                <c:pt idx="2908">
                  <c:v>2908</c:v>
                </c:pt>
                <c:pt idx="2909">
                  <c:v>2909</c:v>
                </c:pt>
                <c:pt idx="2910">
                  <c:v>2910</c:v>
                </c:pt>
                <c:pt idx="2911">
                  <c:v>2911</c:v>
                </c:pt>
                <c:pt idx="2912">
                  <c:v>2912</c:v>
                </c:pt>
                <c:pt idx="2913">
                  <c:v>2913</c:v>
                </c:pt>
                <c:pt idx="2914">
                  <c:v>2914</c:v>
                </c:pt>
                <c:pt idx="2915">
                  <c:v>2915</c:v>
                </c:pt>
                <c:pt idx="2916">
                  <c:v>2916</c:v>
                </c:pt>
                <c:pt idx="2917">
                  <c:v>2917</c:v>
                </c:pt>
                <c:pt idx="2918">
                  <c:v>2918</c:v>
                </c:pt>
                <c:pt idx="2919">
                  <c:v>2919</c:v>
                </c:pt>
                <c:pt idx="2920">
                  <c:v>2920</c:v>
                </c:pt>
                <c:pt idx="2921">
                  <c:v>2921</c:v>
                </c:pt>
                <c:pt idx="2922">
                  <c:v>2922</c:v>
                </c:pt>
                <c:pt idx="2923">
                  <c:v>2923</c:v>
                </c:pt>
                <c:pt idx="2924">
                  <c:v>2924</c:v>
                </c:pt>
                <c:pt idx="2925">
                  <c:v>2925</c:v>
                </c:pt>
                <c:pt idx="2926">
                  <c:v>2926</c:v>
                </c:pt>
                <c:pt idx="2927">
                  <c:v>2927</c:v>
                </c:pt>
                <c:pt idx="2928">
                  <c:v>2928</c:v>
                </c:pt>
                <c:pt idx="2929">
                  <c:v>2929</c:v>
                </c:pt>
                <c:pt idx="2930">
                  <c:v>2930</c:v>
                </c:pt>
                <c:pt idx="2931">
                  <c:v>2931</c:v>
                </c:pt>
                <c:pt idx="2932">
                  <c:v>2932</c:v>
                </c:pt>
                <c:pt idx="2933">
                  <c:v>2933</c:v>
                </c:pt>
                <c:pt idx="2934">
                  <c:v>2934</c:v>
                </c:pt>
                <c:pt idx="2935">
                  <c:v>2935</c:v>
                </c:pt>
                <c:pt idx="2936">
                  <c:v>2936</c:v>
                </c:pt>
                <c:pt idx="2937">
                  <c:v>2937</c:v>
                </c:pt>
                <c:pt idx="2938">
                  <c:v>2938</c:v>
                </c:pt>
                <c:pt idx="2939">
                  <c:v>2939</c:v>
                </c:pt>
                <c:pt idx="2940">
                  <c:v>2940</c:v>
                </c:pt>
                <c:pt idx="2941">
                  <c:v>2941</c:v>
                </c:pt>
                <c:pt idx="2942">
                  <c:v>2942</c:v>
                </c:pt>
                <c:pt idx="2943">
                  <c:v>2943</c:v>
                </c:pt>
                <c:pt idx="2944">
                  <c:v>2944</c:v>
                </c:pt>
                <c:pt idx="2945">
                  <c:v>2945</c:v>
                </c:pt>
                <c:pt idx="2946">
                  <c:v>2946</c:v>
                </c:pt>
                <c:pt idx="2947">
                  <c:v>2947</c:v>
                </c:pt>
                <c:pt idx="2948">
                  <c:v>2948</c:v>
                </c:pt>
                <c:pt idx="2949">
                  <c:v>2949</c:v>
                </c:pt>
                <c:pt idx="2950">
                  <c:v>2950</c:v>
                </c:pt>
                <c:pt idx="2951">
                  <c:v>2951</c:v>
                </c:pt>
                <c:pt idx="2952">
                  <c:v>2952</c:v>
                </c:pt>
                <c:pt idx="2953">
                  <c:v>2953</c:v>
                </c:pt>
                <c:pt idx="2954">
                  <c:v>2954</c:v>
                </c:pt>
                <c:pt idx="2955">
                  <c:v>2955</c:v>
                </c:pt>
                <c:pt idx="2956">
                  <c:v>2956</c:v>
                </c:pt>
                <c:pt idx="2957">
                  <c:v>2957</c:v>
                </c:pt>
                <c:pt idx="2958">
                  <c:v>2958</c:v>
                </c:pt>
                <c:pt idx="2959">
                  <c:v>2959</c:v>
                </c:pt>
                <c:pt idx="2960">
                  <c:v>2960</c:v>
                </c:pt>
                <c:pt idx="2961">
                  <c:v>2961</c:v>
                </c:pt>
                <c:pt idx="2962">
                  <c:v>2962</c:v>
                </c:pt>
                <c:pt idx="2963">
                  <c:v>2963</c:v>
                </c:pt>
                <c:pt idx="2964">
                  <c:v>2964</c:v>
                </c:pt>
                <c:pt idx="2965">
                  <c:v>2965</c:v>
                </c:pt>
                <c:pt idx="2966">
                  <c:v>2966</c:v>
                </c:pt>
                <c:pt idx="2967">
                  <c:v>2967</c:v>
                </c:pt>
                <c:pt idx="2968">
                  <c:v>2968</c:v>
                </c:pt>
                <c:pt idx="2969">
                  <c:v>2969</c:v>
                </c:pt>
                <c:pt idx="2970">
                  <c:v>2970</c:v>
                </c:pt>
                <c:pt idx="2971">
                  <c:v>2971</c:v>
                </c:pt>
                <c:pt idx="2972">
                  <c:v>2972</c:v>
                </c:pt>
                <c:pt idx="2973">
                  <c:v>2973</c:v>
                </c:pt>
                <c:pt idx="2974">
                  <c:v>2974</c:v>
                </c:pt>
                <c:pt idx="2975">
                  <c:v>2975</c:v>
                </c:pt>
                <c:pt idx="2976">
                  <c:v>2976</c:v>
                </c:pt>
                <c:pt idx="2977">
                  <c:v>2977</c:v>
                </c:pt>
                <c:pt idx="2978">
                  <c:v>2978</c:v>
                </c:pt>
                <c:pt idx="2979">
                  <c:v>2979</c:v>
                </c:pt>
                <c:pt idx="2980">
                  <c:v>2980</c:v>
                </c:pt>
                <c:pt idx="2981">
                  <c:v>2981</c:v>
                </c:pt>
                <c:pt idx="2982">
                  <c:v>2982</c:v>
                </c:pt>
                <c:pt idx="2983">
                  <c:v>2983</c:v>
                </c:pt>
                <c:pt idx="2984">
                  <c:v>2984</c:v>
                </c:pt>
                <c:pt idx="2985">
                  <c:v>2985</c:v>
                </c:pt>
                <c:pt idx="2986">
                  <c:v>2986</c:v>
                </c:pt>
                <c:pt idx="2987">
                  <c:v>2987</c:v>
                </c:pt>
                <c:pt idx="2988">
                  <c:v>2988</c:v>
                </c:pt>
                <c:pt idx="2989">
                  <c:v>2989</c:v>
                </c:pt>
                <c:pt idx="2990">
                  <c:v>2990</c:v>
                </c:pt>
                <c:pt idx="2991">
                  <c:v>2991</c:v>
                </c:pt>
                <c:pt idx="2992">
                  <c:v>2992</c:v>
                </c:pt>
                <c:pt idx="2993">
                  <c:v>2993</c:v>
                </c:pt>
                <c:pt idx="2994">
                  <c:v>2994</c:v>
                </c:pt>
                <c:pt idx="2995">
                  <c:v>2995</c:v>
                </c:pt>
                <c:pt idx="2996">
                  <c:v>2996</c:v>
                </c:pt>
                <c:pt idx="2997">
                  <c:v>2997</c:v>
                </c:pt>
                <c:pt idx="2998">
                  <c:v>2998</c:v>
                </c:pt>
                <c:pt idx="2999">
                  <c:v>2999</c:v>
                </c:pt>
                <c:pt idx="3000">
                  <c:v>3000</c:v>
                </c:pt>
                <c:pt idx="3001">
                  <c:v>3001</c:v>
                </c:pt>
                <c:pt idx="3002">
                  <c:v>3002</c:v>
                </c:pt>
                <c:pt idx="3003">
                  <c:v>3003</c:v>
                </c:pt>
                <c:pt idx="3004">
                  <c:v>3004</c:v>
                </c:pt>
                <c:pt idx="3005">
                  <c:v>3005</c:v>
                </c:pt>
                <c:pt idx="3006">
                  <c:v>3006</c:v>
                </c:pt>
                <c:pt idx="3007">
                  <c:v>3007</c:v>
                </c:pt>
                <c:pt idx="3008">
                  <c:v>3008</c:v>
                </c:pt>
                <c:pt idx="3009">
                  <c:v>3009</c:v>
                </c:pt>
                <c:pt idx="3010">
                  <c:v>3010</c:v>
                </c:pt>
                <c:pt idx="3011">
                  <c:v>3011</c:v>
                </c:pt>
                <c:pt idx="3012">
                  <c:v>3012</c:v>
                </c:pt>
                <c:pt idx="3013">
                  <c:v>3013</c:v>
                </c:pt>
                <c:pt idx="3014">
                  <c:v>3014</c:v>
                </c:pt>
                <c:pt idx="3015">
                  <c:v>3015</c:v>
                </c:pt>
                <c:pt idx="3016">
                  <c:v>3016</c:v>
                </c:pt>
                <c:pt idx="3017">
                  <c:v>3017</c:v>
                </c:pt>
                <c:pt idx="3018">
                  <c:v>3018</c:v>
                </c:pt>
                <c:pt idx="3019">
                  <c:v>3019</c:v>
                </c:pt>
                <c:pt idx="3020">
                  <c:v>3020</c:v>
                </c:pt>
                <c:pt idx="3021">
                  <c:v>3021</c:v>
                </c:pt>
                <c:pt idx="3022">
                  <c:v>3022</c:v>
                </c:pt>
                <c:pt idx="3023">
                  <c:v>3023</c:v>
                </c:pt>
                <c:pt idx="3024">
                  <c:v>3024</c:v>
                </c:pt>
                <c:pt idx="3025">
                  <c:v>3025</c:v>
                </c:pt>
                <c:pt idx="3026">
                  <c:v>3026</c:v>
                </c:pt>
                <c:pt idx="3027">
                  <c:v>3027</c:v>
                </c:pt>
                <c:pt idx="3028">
                  <c:v>3028</c:v>
                </c:pt>
                <c:pt idx="3029">
                  <c:v>3029</c:v>
                </c:pt>
                <c:pt idx="3030">
                  <c:v>3030</c:v>
                </c:pt>
                <c:pt idx="3031">
                  <c:v>3031</c:v>
                </c:pt>
                <c:pt idx="3032">
                  <c:v>3032</c:v>
                </c:pt>
                <c:pt idx="3033">
                  <c:v>3033</c:v>
                </c:pt>
                <c:pt idx="3034">
                  <c:v>3034</c:v>
                </c:pt>
                <c:pt idx="3035">
                  <c:v>3035</c:v>
                </c:pt>
                <c:pt idx="3036">
                  <c:v>3036</c:v>
                </c:pt>
                <c:pt idx="3037">
                  <c:v>3037</c:v>
                </c:pt>
                <c:pt idx="3038">
                  <c:v>3038</c:v>
                </c:pt>
                <c:pt idx="3039">
                  <c:v>3039</c:v>
                </c:pt>
                <c:pt idx="3040">
                  <c:v>3040</c:v>
                </c:pt>
                <c:pt idx="3041">
                  <c:v>3041</c:v>
                </c:pt>
                <c:pt idx="3042">
                  <c:v>3042</c:v>
                </c:pt>
                <c:pt idx="3043">
                  <c:v>3043</c:v>
                </c:pt>
                <c:pt idx="3044">
                  <c:v>3044</c:v>
                </c:pt>
                <c:pt idx="3045">
                  <c:v>3045</c:v>
                </c:pt>
                <c:pt idx="3046">
                  <c:v>3046</c:v>
                </c:pt>
                <c:pt idx="3047">
                  <c:v>3047</c:v>
                </c:pt>
                <c:pt idx="3048">
                  <c:v>3048</c:v>
                </c:pt>
                <c:pt idx="3049">
                  <c:v>3049</c:v>
                </c:pt>
                <c:pt idx="3050">
                  <c:v>3050</c:v>
                </c:pt>
                <c:pt idx="3051">
                  <c:v>3051</c:v>
                </c:pt>
                <c:pt idx="3052">
                  <c:v>3052</c:v>
                </c:pt>
                <c:pt idx="3053">
                  <c:v>3053</c:v>
                </c:pt>
                <c:pt idx="3054">
                  <c:v>3054</c:v>
                </c:pt>
                <c:pt idx="3055">
                  <c:v>3055</c:v>
                </c:pt>
                <c:pt idx="3056">
                  <c:v>3056</c:v>
                </c:pt>
                <c:pt idx="3057">
                  <c:v>3057</c:v>
                </c:pt>
                <c:pt idx="3058">
                  <c:v>3058</c:v>
                </c:pt>
                <c:pt idx="3059">
                  <c:v>3059</c:v>
                </c:pt>
                <c:pt idx="3060">
                  <c:v>3060</c:v>
                </c:pt>
                <c:pt idx="3061">
                  <c:v>3061</c:v>
                </c:pt>
                <c:pt idx="3062">
                  <c:v>3062</c:v>
                </c:pt>
                <c:pt idx="3063">
                  <c:v>3063</c:v>
                </c:pt>
                <c:pt idx="3064">
                  <c:v>3064</c:v>
                </c:pt>
                <c:pt idx="3065">
                  <c:v>3065</c:v>
                </c:pt>
                <c:pt idx="3066">
                  <c:v>3066</c:v>
                </c:pt>
                <c:pt idx="3067">
                  <c:v>3067</c:v>
                </c:pt>
                <c:pt idx="3068">
                  <c:v>3068</c:v>
                </c:pt>
                <c:pt idx="3069">
                  <c:v>3069</c:v>
                </c:pt>
                <c:pt idx="3070">
                  <c:v>3070</c:v>
                </c:pt>
                <c:pt idx="3071">
                  <c:v>3071</c:v>
                </c:pt>
                <c:pt idx="3072">
                  <c:v>3072</c:v>
                </c:pt>
                <c:pt idx="3073">
                  <c:v>3073</c:v>
                </c:pt>
                <c:pt idx="3074">
                  <c:v>3074</c:v>
                </c:pt>
                <c:pt idx="3075">
                  <c:v>3075</c:v>
                </c:pt>
                <c:pt idx="3076">
                  <c:v>3076</c:v>
                </c:pt>
                <c:pt idx="3077">
                  <c:v>3077</c:v>
                </c:pt>
                <c:pt idx="3078">
                  <c:v>3078</c:v>
                </c:pt>
                <c:pt idx="3079">
                  <c:v>3079</c:v>
                </c:pt>
                <c:pt idx="3080">
                  <c:v>3080</c:v>
                </c:pt>
                <c:pt idx="3081">
                  <c:v>3081</c:v>
                </c:pt>
                <c:pt idx="3082">
                  <c:v>3082</c:v>
                </c:pt>
                <c:pt idx="3083">
                  <c:v>3083</c:v>
                </c:pt>
                <c:pt idx="3084">
                  <c:v>3084</c:v>
                </c:pt>
                <c:pt idx="3085">
                  <c:v>3085</c:v>
                </c:pt>
                <c:pt idx="3086">
                  <c:v>3086</c:v>
                </c:pt>
                <c:pt idx="3087">
                  <c:v>3087</c:v>
                </c:pt>
                <c:pt idx="3088">
                  <c:v>3088</c:v>
                </c:pt>
                <c:pt idx="3089">
                  <c:v>3089</c:v>
                </c:pt>
                <c:pt idx="3090">
                  <c:v>3090</c:v>
                </c:pt>
                <c:pt idx="3091">
                  <c:v>3091</c:v>
                </c:pt>
                <c:pt idx="3092">
                  <c:v>3092</c:v>
                </c:pt>
                <c:pt idx="3093">
                  <c:v>3093</c:v>
                </c:pt>
                <c:pt idx="3094">
                  <c:v>3094</c:v>
                </c:pt>
                <c:pt idx="3095">
                  <c:v>3095</c:v>
                </c:pt>
                <c:pt idx="3096">
                  <c:v>3096</c:v>
                </c:pt>
                <c:pt idx="3097">
                  <c:v>3097</c:v>
                </c:pt>
                <c:pt idx="3098">
                  <c:v>3098</c:v>
                </c:pt>
                <c:pt idx="3099">
                  <c:v>3099</c:v>
                </c:pt>
                <c:pt idx="3100">
                  <c:v>3100</c:v>
                </c:pt>
                <c:pt idx="3101">
                  <c:v>3101</c:v>
                </c:pt>
                <c:pt idx="3102">
                  <c:v>3102</c:v>
                </c:pt>
                <c:pt idx="3103">
                  <c:v>3103</c:v>
                </c:pt>
                <c:pt idx="3104">
                  <c:v>3104</c:v>
                </c:pt>
                <c:pt idx="3105">
                  <c:v>3105</c:v>
                </c:pt>
                <c:pt idx="3106">
                  <c:v>3106</c:v>
                </c:pt>
                <c:pt idx="3107">
                  <c:v>3107</c:v>
                </c:pt>
                <c:pt idx="3108">
                  <c:v>3108</c:v>
                </c:pt>
                <c:pt idx="3109">
                  <c:v>3109</c:v>
                </c:pt>
                <c:pt idx="3110">
                  <c:v>3110</c:v>
                </c:pt>
                <c:pt idx="3111">
                  <c:v>3111</c:v>
                </c:pt>
                <c:pt idx="3112">
                  <c:v>3112</c:v>
                </c:pt>
                <c:pt idx="3113">
                  <c:v>3113</c:v>
                </c:pt>
                <c:pt idx="3114">
                  <c:v>3114</c:v>
                </c:pt>
                <c:pt idx="3115">
                  <c:v>3115</c:v>
                </c:pt>
                <c:pt idx="3116">
                  <c:v>3116</c:v>
                </c:pt>
                <c:pt idx="3117">
                  <c:v>3117</c:v>
                </c:pt>
                <c:pt idx="3118">
                  <c:v>3118</c:v>
                </c:pt>
                <c:pt idx="3119">
                  <c:v>3119</c:v>
                </c:pt>
                <c:pt idx="3120">
                  <c:v>3120</c:v>
                </c:pt>
                <c:pt idx="3121">
                  <c:v>3121</c:v>
                </c:pt>
                <c:pt idx="3122">
                  <c:v>3122</c:v>
                </c:pt>
                <c:pt idx="3123">
                  <c:v>3123</c:v>
                </c:pt>
                <c:pt idx="3124">
                  <c:v>3124</c:v>
                </c:pt>
                <c:pt idx="3125">
                  <c:v>3125</c:v>
                </c:pt>
                <c:pt idx="3126">
                  <c:v>3126</c:v>
                </c:pt>
                <c:pt idx="3127">
                  <c:v>3127</c:v>
                </c:pt>
                <c:pt idx="3128">
                  <c:v>3128</c:v>
                </c:pt>
                <c:pt idx="3129">
                  <c:v>3129</c:v>
                </c:pt>
                <c:pt idx="3130">
                  <c:v>3130</c:v>
                </c:pt>
                <c:pt idx="3131">
                  <c:v>3131</c:v>
                </c:pt>
                <c:pt idx="3132">
                  <c:v>3132</c:v>
                </c:pt>
                <c:pt idx="3133">
                  <c:v>3133</c:v>
                </c:pt>
                <c:pt idx="3134">
                  <c:v>3134</c:v>
                </c:pt>
                <c:pt idx="3135">
                  <c:v>3135</c:v>
                </c:pt>
                <c:pt idx="3136">
                  <c:v>3136</c:v>
                </c:pt>
                <c:pt idx="3137">
                  <c:v>3137</c:v>
                </c:pt>
                <c:pt idx="3138">
                  <c:v>3138</c:v>
                </c:pt>
                <c:pt idx="3139">
                  <c:v>3139</c:v>
                </c:pt>
                <c:pt idx="3140">
                  <c:v>3140</c:v>
                </c:pt>
                <c:pt idx="3141">
                  <c:v>3141</c:v>
                </c:pt>
                <c:pt idx="3142">
                  <c:v>3142</c:v>
                </c:pt>
                <c:pt idx="3143">
                  <c:v>3143</c:v>
                </c:pt>
                <c:pt idx="3144">
                  <c:v>3144</c:v>
                </c:pt>
                <c:pt idx="3145">
                  <c:v>3145</c:v>
                </c:pt>
                <c:pt idx="3146">
                  <c:v>3146</c:v>
                </c:pt>
                <c:pt idx="3147">
                  <c:v>3147</c:v>
                </c:pt>
                <c:pt idx="3148">
                  <c:v>3148</c:v>
                </c:pt>
                <c:pt idx="3149">
                  <c:v>3149</c:v>
                </c:pt>
                <c:pt idx="3150">
                  <c:v>3150</c:v>
                </c:pt>
                <c:pt idx="3151">
                  <c:v>3151</c:v>
                </c:pt>
                <c:pt idx="3152">
                  <c:v>3152</c:v>
                </c:pt>
                <c:pt idx="3153">
                  <c:v>3153</c:v>
                </c:pt>
                <c:pt idx="3154">
                  <c:v>3154</c:v>
                </c:pt>
                <c:pt idx="3155">
                  <c:v>3155</c:v>
                </c:pt>
                <c:pt idx="3156">
                  <c:v>3156</c:v>
                </c:pt>
                <c:pt idx="3157">
                  <c:v>3157</c:v>
                </c:pt>
                <c:pt idx="3158">
                  <c:v>3158</c:v>
                </c:pt>
                <c:pt idx="3159">
                  <c:v>3159</c:v>
                </c:pt>
                <c:pt idx="3160">
                  <c:v>3160</c:v>
                </c:pt>
                <c:pt idx="3161">
                  <c:v>3161</c:v>
                </c:pt>
                <c:pt idx="3162">
                  <c:v>3162</c:v>
                </c:pt>
                <c:pt idx="3163">
                  <c:v>3163</c:v>
                </c:pt>
                <c:pt idx="3164">
                  <c:v>3164</c:v>
                </c:pt>
                <c:pt idx="3165">
                  <c:v>3165</c:v>
                </c:pt>
                <c:pt idx="3166">
                  <c:v>3166</c:v>
                </c:pt>
                <c:pt idx="3167">
                  <c:v>3167</c:v>
                </c:pt>
                <c:pt idx="3168">
                  <c:v>3168</c:v>
                </c:pt>
                <c:pt idx="3169">
                  <c:v>3169</c:v>
                </c:pt>
                <c:pt idx="3170">
                  <c:v>3170</c:v>
                </c:pt>
                <c:pt idx="3171">
                  <c:v>3171</c:v>
                </c:pt>
                <c:pt idx="3172">
                  <c:v>3172</c:v>
                </c:pt>
                <c:pt idx="3173">
                  <c:v>3173</c:v>
                </c:pt>
                <c:pt idx="3174">
                  <c:v>3174</c:v>
                </c:pt>
                <c:pt idx="3175">
                  <c:v>3175</c:v>
                </c:pt>
                <c:pt idx="3176">
                  <c:v>3176</c:v>
                </c:pt>
                <c:pt idx="3177">
                  <c:v>3177</c:v>
                </c:pt>
                <c:pt idx="3178">
                  <c:v>3178</c:v>
                </c:pt>
                <c:pt idx="3179">
                  <c:v>3179</c:v>
                </c:pt>
                <c:pt idx="3180">
                  <c:v>3180</c:v>
                </c:pt>
                <c:pt idx="3181">
                  <c:v>3181</c:v>
                </c:pt>
                <c:pt idx="3182">
                  <c:v>3182</c:v>
                </c:pt>
                <c:pt idx="3183">
                  <c:v>3183</c:v>
                </c:pt>
                <c:pt idx="3184">
                  <c:v>3184</c:v>
                </c:pt>
                <c:pt idx="3185">
                  <c:v>3185</c:v>
                </c:pt>
                <c:pt idx="3186">
                  <c:v>3186</c:v>
                </c:pt>
                <c:pt idx="3187">
                  <c:v>3187</c:v>
                </c:pt>
                <c:pt idx="3188">
                  <c:v>3188</c:v>
                </c:pt>
                <c:pt idx="3189">
                  <c:v>3189</c:v>
                </c:pt>
                <c:pt idx="3190">
                  <c:v>3190</c:v>
                </c:pt>
                <c:pt idx="3191">
                  <c:v>3191</c:v>
                </c:pt>
                <c:pt idx="3192">
                  <c:v>3192</c:v>
                </c:pt>
                <c:pt idx="3193">
                  <c:v>3193</c:v>
                </c:pt>
                <c:pt idx="3194">
                  <c:v>3194</c:v>
                </c:pt>
                <c:pt idx="3195">
                  <c:v>3195</c:v>
                </c:pt>
                <c:pt idx="3196">
                  <c:v>3196</c:v>
                </c:pt>
                <c:pt idx="3197">
                  <c:v>3197</c:v>
                </c:pt>
                <c:pt idx="3198">
                  <c:v>3198</c:v>
                </c:pt>
                <c:pt idx="3199">
                  <c:v>3199</c:v>
                </c:pt>
                <c:pt idx="3200">
                  <c:v>3200</c:v>
                </c:pt>
                <c:pt idx="3201">
                  <c:v>3201</c:v>
                </c:pt>
                <c:pt idx="3202">
                  <c:v>3202</c:v>
                </c:pt>
                <c:pt idx="3203">
                  <c:v>3203</c:v>
                </c:pt>
                <c:pt idx="3204">
                  <c:v>3204</c:v>
                </c:pt>
                <c:pt idx="3205">
                  <c:v>3205</c:v>
                </c:pt>
                <c:pt idx="3206">
                  <c:v>3206</c:v>
                </c:pt>
                <c:pt idx="3207">
                  <c:v>3207</c:v>
                </c:pt>
                <c:pt idx="3208">
                  <c:v>3208</c:v>
                </c:pt>
                <c:pt idx="3209">
                  <c:v>3209</c:v>
                </c:pt>
                <c:pt idx="3210">
                  <c:v>3210</c:v>
                </c:pt>
                <c:pt idx="3211">
                  <c:v>3211</c:v>
                </c:pt>
                <c:pt idx="3212">
                  <c:v>3212</c:v>
                </c:pt>
                <c:pt idx="3213">
                  <c:v>3213</c:v>
                </c:pt>
                <c:pt idx="3214">
                  <c:v>3214</c:v>
                </c:pt>
                <c:pt idx="3215">
                  <c:v>3215</c:v>
                </c:pt>
                <c:pt idx="3216">
                  <c:v>3216</c:v>
                </c:pt>
                <c:pt idx="3217">
                  <c:v>3217</c:v>
                </c:pt>
                <c:pt idx="3218">
                  <c:v>3218</c:v>
                </c:pt>
                <c:pt idx="3219">
                  <c:v>3219</c:v>
                </c:pt>
                <c:pt idx="3220">
                  <c:v>3220</c:v>
                </c:pt>
                <c:pt idx="3221">
                  <c:v>3221</c:v>
                </c:pt>
                <c:pt idx="3222">
                  <c:v>3222</c:v>
                </c:pt>
                <c:pt idx="3223">
                  <c:v>3223</c:v>
                </c:pt>
                <c:pt idx="3224">
                  <c:v>3224</c:v>
                </c:pt>
                <c:pt idx="3225">
                  <c:v>3225</c:v>
                </c:pt>
                <c:pt idx="3226">
                  <c:v>3226</c:v>
                </c:pt>
                <c:pt idx="3227">
                  <c:v>3227</c:v>
                </c:pt>
                <c:pt idx="3228">
                  <c:v>3228</c:v>
                </c:pt>
                <c:pt idx="3229">
                  <c:v>3229</c:v>
                </c:pt>
                <c:pt idx="3230">
                  <c:v>3230</c:v>
                </c:pt>
                <c:pt idx="3231">
                  <c:v>3231</c:v>
                </c:pt>
                <c:pt idx="3232">
                  <c:v>3232</c:v>
                </c:pt>
                <c:pt idx="3233">
                  <c:v>3233</c:v>
                </c:pt>
                <c:pt idx="3234">
                  <c:v>3234</c:v>
                </c:pt>
                <c:pt idx="3235">
                  <c:v>3235</c:v>
                </c:pt>
                <c:pt idx="3236">
                  <c:v>3236</c:v>
                </c:pt>
                <c:pt idx="3237">
                  <c:v>3237</c:v>
                </c:pt>
                <c:pt idx="3238">
                  <c:v>3238</c:v>
                </c:pt>
                <c:pt idx="3239">
                  <c:v>3239</c:v>
                </c:pt>
                <c:pt idx="3240">
                  <c:v>3240</c:v>
                </c:pt>
                <c:pt idx="3241">
                  <c:v>3241</c:v>
                </c:pt>
                <c:pt idx="3242">
                  <c:v>3242</c:v>
                </c:pt>
                <c:pt idx="3243">
                  <c:v>3243</c:v>
                </c:pt>
                <c:pt idx="3244">
                  <c:v>3244</c:v>
                </c:pt>
                <c:pt idx="3245">
                  <c:v>3245</c:v>
                </c:pt>
                <c:pt idx="3246">
                  <c:v>3246</c:v>
                </c:pt>
                <c:pt idx="3247">
                  <c:v>3247</c:v>
                </c:pt>
                <c:pt idx="3248">
                  <c:v>3248</c:v>
                </c:pt>
                <c:pt idx="3249">
                  <c:v>3249</c:v>
                </c:pt>
                <c:pt idx="3250">
                  <c:v>3250</c:v>
                </c:pt>
                <c:pt idx="3251">
                  <c:v>3251</c:v>
                </c:pt>
                <c:pt idx="3252">
                  <c:v>3252</c:v>
                </c:pt>
                <c:pt idx="3253">
                  <c:v>3253</c:v>
                </c:pt>
                <c:pt idx="3254">
                  <c:v>3254</c:v>
                </c:pt>
                <c:pt idx="3255">
                  <c:v>3255</c:v>
                </c:pt>
                <c:pt idx="3256">
                  <c:v>3256</c:v>
                </c:pt>
                <c:pt idx="3257">
                  <c:v>3257</c:v>
                </c:pt>
                <c:pt idx="3258">
                  <c:v>3258</c:v>
                </c:pt>
                <c:pt idx="3259">
                  <c:v>3259</c:v>
                </c:pt>
                <c:pt idx="3260">
                  <c:v>3260</c:v>
                </c:pt>
                <c:pt idx="3261">
                  <c:v>3261</c:v>
                </c:pt>
                <c:pt idx="3262">
                  <c:v>3262</c:v>
                </c:pt>
                <c:pt idx="3263">
                  <c:v>3263</c:v>
                </c:pt>
                <c:pt idx="3264">
                  <c:v>3264</c:v>
                </c:pt>
                <c:pt idx="3265">
                  <c:v>3265</c:v>
                </c:pt>
                <c:pt idx="3266">
                  <c:v>3266</c:v>
                </c:pt>
                <c:pt idx="3267">
                  <c:v>3267</c:v>
                </c:pt>
                <c:pt idx="3268">
                  <c:v>3268</c:v>
                </c:pt>
                <c:pt idx="3269">
                  <c:v>3269</c:v>
                </c:pt>
                <c:pt idx="3270">
                  <c:v>3270</c:v>
                </c:pt>
                <c:pt idx="3271">
                  <c:v>3271</c:v>
                </c:pt>
                <c:pt idx="3272">
                  <c:v>3272</c:v>
                </c:pt>
                <c:pt idx="3273">
                  <c:v>3273</c:v>
                </c:pt>
                <c:pt idx="3274">
                  <c:v>3274</c:v>
                </c:pt>
                <c:pt idx="3275">
                  <c:v>3275</c:v>
                </c:pt>
                <c:pt idx="3276">
                  <c:v>3276</c:v>
                </c:pt>
                <c:pt idx="3277">
                  <c:v>3277</c:v>
                </c:pt>
                <c:pt idx="3278">
                  <c:v>3278</c:v>
                </c:pt>
                <c:pt idx="3279">
                  <c:v>3279</c:v>
                </c:pt>
                <c:pt idx="3280">
                  <c:v>3280</c:v>
                </c:pt>
                <c:pt idx="3281">
                  <c:v>3281</c:v>
                </c:pt>
                <c:pt idx="3282">
                  <c:v>3282</c:v>
                </c:pt>
                <c:pt idx="3283">
                  <c:v>3283</c:v>
                </c:pt>
                <c:pt idx="3284">
                  <c:v>3284</c:v>
                </c:pt>
                <c:pt idx="3285">
                  <c:v>3285</c:v>
                </c:pt>
                <c:pt idx="3286">
                  <c:v>3286</c:v>
                </c:pt>
                <c:pt idx="3287">
                  <c:v>3287</c:v>
                </c:pt>
                <c:pt idx="3288">
                  <c:v>3288</c:v>
                </c:pt>
                <c:pt idx="3289">
                  <c:v>3289</c:v>
                </c:pt>
                <c:pt idx="3290">
                  <c:v>3290</c:v>
                </c:pt>
                <c:pt idx="3291">
                  <c:v>3291</c:v>
                </c:pt>
                <c:pt idx="3292">
                  <c:v>3292</c:v>
                </c:pt>
                <c:pt idx="3293">
                  <c:v>3293</c:v>
                </c:pt>
                <c:pt idx="3294">
                  <c:v>3294</c:v>
                </c:pt>
                <c:pt idx="3295">
                  <c:v>3295</c:v>
                </c:pt>
                <c:pt idx="3296">
                  <c:v>3296</c:v>
                </c:pt>
                <c:pt idx="3297">
                  <c:v>3297</c:v>
                </c:pt>
                <c:pt idx="3298">
                  <c:v>3298</c:v>
                </c:pt>
                <c:pt idx="3299">
                  <c:v>3299</c:v>
                </c:pt>
                <c:pt idx="3300">
                  <c:v>3300</c:v>
                </c:pt>
                <c:pt idx="3301">
                  <c:v>3301</c:v>
                </c:pt>
                <c:pt idx="3302">
                  <c:v>3302</c:v>
                </c:pt>
                <c:pt idx="3303">
                  <c:v>3303</c:v>
                </c:pt>
                <c:pt idx="3304">
                  <c:v>3304</c:v>
                </c:pt>
                <c:pt idx="3305">
                  <c:v>3305</c:v>
                </c:pt>
                <c:pt idx="3306">
                  <c:v>3306</c:v>
                </c:pt>
                <c:pt idx="3307">
                  <c:v>3307</c:v>
                </c:pt>
                <c:pt idx="3308">
                  <c:v>3308</c:v>
                </c:pt>
                <c:pt idx="3309">
                  <c:v>3309</c:v>
                </c:pt>
                <c:pt idx="3310">
                  <c:v>3310</c:v>
                </c:pt>
                <c:pt idx="3311">
                  <c:v>3311</c:v>
                </c:pt>
                <c:pt idx="3312">
                  <c:v>3312</c:v>
                </c:pt>
                <c:pt idx="3313">
                  <c:v>3313</c:v>
                </c:pt>
                <c:pt idx="3314">
                  <c:v>3314</c:v>
                </c:pt>
                <c:pt idx="3315">
                  <c:v>3315</c:v>
                </c:pt>
                <c:pt idx="3316">
                  <c:v>3316</c:v>
                </c:pt>
                <c:pt idx="3317">
                  <c:v>3317</c:v>
                </c:pt>
                <c:pt idx="3318">
                  <c:v>3318</c:v>
                </c:pt>
                <c:pt idx="3319">
                  <c:v>3319</c:v>
                </c:pt>
                <c:pt idx="3320">
                  <c:v>3320</c:v>
                </c:pt>
                <c:pt idx="3321">
                  <c:v>3321</c:v>
                </c:pt>
                <c:pt idx="3322">
                  <c:v>3322</c:v>
                </c:pt>
                <c:pt idx="3323">
                  <c:v>3323</c:v>
                </c:pt>
                <c:pt idx="3324">
                  <c:v>3324</c:v>
                </c:pt>
                <c:pt idx="3325">
                  <c:v>3325</c:v>
                </c:pt>
                <c:pt idx="3326">
                  <c:v>3326</c:v>
                </c:pt>
                <c:pt idx="3327">
                  <c:v>3327</c:v>
                </c:pt>
                <c:pt idx="3328">
                  <c:v>3328</c:v>
                </c:pt>
                <c:pt idx="3329">
                  <c:v>3329</c:v>
                </c:pt>
                <c:pt idx="3330">
                  <c:v>3330</c:v>
                </c:pt>
                <c:pt idx="3331">
                  <c:v>3331</c:v>
                </c:pt>
                <c:pt idx="3332">
                  <c:v>3332</c:v>
                </c:pt>
                <c:pt idx="3333">
                  <c:v>3333</c:v>
                </c:pt>
                <c:pt idx="3334">
                  <c:v>3334</c:v>
                </c:pt>
                <c:pt idx="3335">
                  <c:v>3335</c:v>
                </c:pt>
                <c:pt idx="3336">
                  <c:v>3336</c:v>
                </c:pt>
                <c:pt idx="3337">
                  <c:v>3337</c:v>
                </c:pt>
                <c:pt idx="3338">
                  <c:v>3338</c:v>
                </c:pt>
                <c:pt idx="3339">
                  <c:v>3339</c:v>
                </c:pt>
                <c:pt idx="3340">
                  <c:v>3340</c:v>
                </c:pt>
                <c:pt idx="3341">
                  <c:v>3341</c:v>
                </c:pt>
                <c:pt idx="3342">
                  <c:v>3342</c:v>
                </c:pt>
                <c:pt idx="3343">
                  <c:v>3343</c:v>
                </c:pt>
                <c:pt idx="3344">
                  <c:v>3344</c:v>
                </c:pt>
                <c:pt idx="3345">
                  <c:v>3345</c:v>
                </c:pt>
                <c:pt idx="3346">
                  <c:v>3346</c:v>
                </c:pt>
                <c:pt idx="3347">
                  <c:v>3347</c:v>
                </c:pt>
                <c:pt idx="3348">
                  <c:v>3348</c:v>
                </c:pt>
                <c:pt idx="3349">
                  <c:v>3349</c:v>
                </c:pt>
                <c:pt idx="3350">
                  <c:v>3350</c:v>
                </c:pt>
                <c:pt idx="3351">
                  <c:v>3351</c:v>
                </c:pt>
                <c:pt idx="3352">
                  <c:v>3352</c:v>
                </c:pt>
                <c:pt idx="3353">
                  <c:v>3353</c:v>
                </c:pt>
                <c:pt idx="3354">
                  <c:v>3354</c:v>
                </c:pt>
                <c:pt idx="3355">
                  <c:v>3355</c:v>
                </c:pt>
                <c:pt idx="3356">
                  <c:v>3356</c:v>
                </c:pt>
                <c:pt idx="3357">
                  <c:v>3357</c:v>
                </c:pt>
                <c:pt idx="3358">
                  <c:v>3358</c:v>
                </c:pt>
                <c:pt idx="3359">
                  <c:v>3359</c:v>
                </c:pt>
                <c:pt idx="3360">
                  <c:v>3360</c:v>
                </c:pt>
                <c:pt idx="3361">
                  <c:v>3361</c:v>
                </c:pt>
                <c:pt idx="3362">
                  <c:v>3362</c:v>
                </c:pt>
                <c:pt idx="3363">
                  <c:v>3363</c:v>
                </c:pt>
                <c:pt idx="3364">
                  <c:v>3364</c:v>
                </c:pt>
                <c:pt idx="3365">
                  <c:v>3365</c:v>
                </c:pt>
                <c:pt idx="3366">
                  <c:v>3366</c:v>
                </c:pt>
                <c:pt idx="3367">
                  <c:v>3367</c:v>
                </c:pt>
                <c:pt idx="3368">
                  <c:v>3368</c:v>
                </c:pt>
                <c:pt idx="3369">
                  <c:v>3369</c:v>
                </c:pt>
                <c:pt idx="3370">
                  <c:v>3370</c:v>
                </c:pt>
                <c:pt idx="3371">
                  <c:v>3371</c:v>
                </c:pt>
                <c:pt idx="3372">
                  <c:v>3372</c:v>
                </c:pt>
                <c:pt idx="3373">
                  <c:v>3373</c:v>
                </c:pt>
                <c:pt idx="3374">
                  <c:v>3374</c:v>
                </c:pt>
                <c:pt idx="3375">
                  <c:v>3375</c:v>
                </c:pt>
                <c:pt idx="3376">
                  <c:v>3376</c:v>
                </c:pt>
                <c:pt idx="3377">
                  <c:v>3377</c:v>
                </c:pt>
                <c:pt idx="3378">
                  <c:v>3378</c:v>
                </c:pt>
                <c:pt idx="3379">
                  <c:v>3379</c:v>
                </c:pt>
                <c:pt idx="3380">
                  <c:v>3380</c:v>
                </c:pt>
                <c:pt idx="3381">
                  <c:v>3381</c:v>
                </c:pt>
                <c:pt idx="3382">
                  <c:v>3382</c:v>
                </c:pt>
                <c:pt idx="3383">
                  <c:v>3383</c:v>
                </c:pt>
                <c:pt idx="3384">
                  <c:v>3384</c:v>
                </c:pt>
                <c:pt idx="3385">
                  <c:v>3385</c:v>
                </c:pt>
                <c:pt idx="3386">
                  <c:v>3386</c:v>
                </c:pt>
                <c:pt idx="3387">
                  <c:v>3387</c:v>
                </c:pt>
                <c:pt idx="3388">
                  <c:v>3388</c:v>
                </c:pt>
                <c:pt idx="3389">
                  <c:v>3389</c:v>
                </c:pt>
                <c:pt idx="3390">
                  <c:v>3390</c:v>
                </c:pt>
                <c:pt idx="3391">
                  <c:v>3391</c:v>
                </c:pt>
                <c:pt idx="3392">
                  <c:v>3392</c:v>
                </c:pt>
                <c:pt idx="3393">
                  <c:v>3393</c:v>
                </c:pt>
                <c:pt idx="3394">
                  <c:v>3394</c:v>
                </c:pt>
                <c:pt idx="3395">
                  <c:v>3395</c:v>
                </c:pt>
                <c:pt idx="3396">
                  <c:v>3396</c:v>
                </c:pt>
                <c:pt idx="3397">
                  <c:v>3397</c:v>
                </c:pt>
                <c:pt idx="3398">
                  <c:v>3398</c:v>
                </c:pt>
                <c:pt idx="3399">
                  <c:v>3399</c:v>
                </c:pt>
                <c:pt idx="3400">
                  <c:v>3400</c:v>
                </c:pt>
                <c:pt idx="3401">
                  <c:v>3401</c:v>
                </c:pt>
                <c:pt idx="3402">
                  <c:v>3402</c:v>
                </c:pt>
                <c:pt idx="3403">
                  <c:v>3403</c:v>
                </c:pt>
                <c:pt idx="3404">
                  <c:v>3404</c:v>
                </c:pt>
                <c:pt idx="3405">
                  <c:v>3405</c:v>
                </c:pt>
                <c:pt idx="3406">
                  <c:v>3406</c:v>
                </c:pt>
                <c:pt idx="3407">
                  <c:v>3407</c:v>
                </c:pt>
                <c:pt idx="3408">
                  <c:v>3408</c:v>
                </c:pt>
                <c:pt idx="3409">
                  <c:v>3409</c:v>
                </c:pt>
                <c:pt idx="3410">
                  <c:v>3410</c:v>
                </c:pt>
                <c:pt idx="3411">
                  <c:v>3411</c:v>
                </c:pt>
                <c:pt idx="3412">
                  <c:v>3412</c:v>
                </c:pt>
                <c:pt idx="3413">
                  <c:v>3413</c:v>
                </c:pt>
                <c:pt idx="3414">
                  <c:v>3414</c:v>
                </c:pt>
                <c:pt idx="3415">
                  <c:v>3415</c:v>
                </c:pt>
                <c:pt idx="3416">
                  <c:v>3416</c:v>
                </c:pt>
                <c:pt idx="3417">
                  <c:v>3417</c:v>
                </c:pt>
                <c:pt idx="3418">
                  <c:v>3418</c:v>
                </c:pt>
                <c:pt idx="3419">
                  <c:v>3419</c:v>
                </c:pt>
                <c:pt idx="3420">
                  <c:v>3420</c:v>
                </c:pt>
                <c:pt idx="3421">
                  <c:v>3421</c:v>
                </c:pt>
                <c:pt idx="3422">
                  <c:v>3422</c:v>
                </c:pt>
                <c:pt idx="3423">
                  <c:v>3423</c:v>
                </c:pt>
                <c:pt idx="3424">
                  <c:v>3424</c:v>
                </c:pt>
                <c:pt idx="3425">
                  <c:v>3425</c:v>
                </c:pt>
                <c:pt idx="3426">
                  <c:v>3426</c:v>
                </c:pt>
                <c:pt idx="3427">
                  <c:v>3427</c:v>
                </c:pt>
                <c:pt idx="3428">
                  <c:v>3428</c:v>
                </c:pt>
                <c:pt idx="3429">
                  <c:v>3429</c:v>
                </c:pt>
                <c:pt idx="3430">
                  <c:v>3430</c:v>
                </c:pt>
                <c:pt idx="3431">
                  <c:v>3431</c:v>
                </c:pt>
                <c:pt idx="3432">
                  <c:v>3432</c:v>
                </c:pt>
                <c:pt idx="3433">
                  <c:v>3433</c:v>
                </c:pt>
                <c:pt idx="3434">
                  <c:v>3434</c:v>
                </c:pt>
                <c:pt idx="3435">
                  <c:v>3435</c:v>
                </c:pt>
                <c:pt idx="3436">
                  <c:v>3436</c:v>
                </c:pt>
                <c:pt idx="3437">
                  <c:v>3437</c:v>
                </c:pt>
                <c:pt idx="3438">
                  <c:v>3438</c:v>
                </c:pt>
                <c:pt idx="3439">
                  <c:v>3439</c:v>
                </c:pt>
                <c:pt idx="3440">
                  <c:v>3440</c:v>
                </c:pt>
                <c:pt idx="3441">
                  <c:v>3441</c:v>
                </c:pt>
                <c:pt idx="3442">
                  <c:v>3442</c:v>
                </c:pt>
                <c:pt idx="3443">
                  <c:v>3443</c:v>
                </c:pt>
                <c:pt idx="3444">
                  <c:v>3444</c:v>
                </c:pt>
                <c:pt idx="3445">
                  <c:v>3445</c:v>
                </c:pt>
                <c:pt idx="3446">
                  <c:v>3446</c:v>
                </c:pt>
                <c:pt idx="3447">
                  <c:v>3447</c:v>
                </c:pt>
                <c:pt idx="3448">
                  <c:v>3448</c:v>
                </c:pt>
                <c:pt idx="3449">
                  <c:v>3449</c:v>
                </c:pt>
                <c:pt idx="3450">
                  <c:v>3450</c:v>
                </c:pt>
                <c:pt idx="3451">
                  <c:v>3451</c:v>
                </c:pt>
                <c:pt idx="3452">
                  <c:v>3452</c:v>
                </c:pt>
                <c:pt idx="3453">
                  <c:v>3453</c:v>
                </c:pt>
                <c:pt idx="3454">
                  <c:v>3454</c:v>
                </c:pt>
                <c:pt idx="3455">
                  <c:v>3455</c:v>
                </c:pt>
                <c:pt idx="3456">
                  <c:v>3456</c:v>
                </c:pt>
                <c:pt idx="3457">
                  <c:v>3457</c:v>
                </c:pt>
                <c:pt idx="3458">
                  <c:v>3458</c:v>
                </c:pt>
                <c:pt idx="3459">
                  <c:v>3459</c:v>
                </c:pt>
                <c:pt idx="3460">
                  <c:v>3460</c:v>
                </c:pt>
                <c:pt idx="3461">
                  <c:v>3461</c:v>
                </c:pt>
                <c:pt idx="3462">
                  <c:v>3462</c:v>
                </c:pt>
                <c:pt idx="3463">
                  <c:v>3463</c:v>
                </c:pt>
                <c:pt idx="3464">
                  <c:v>3464</c:v>
                </c:pt>
                <c:pt idx="3465">
                  <c:v>3465</c:v>
                </c:pt>
                <c:pt idx="3466">
                  <c:v>3466</c:v>
                </c:pt>
                <c:pt idx="3467">
                  <c:v>3467</c:v>
                </c:pt>
                <c:pt idx="3468">
                  <c:v>3468</c:v>
                </c:pt>
                <c:pt idx="3469">
                  <c:v>3469</c:v>
                </c:pt>
                <c:pt idx="3470">
                  <c:v>3470</c:v>
                </c:pt>
                <c:pt idx="3471">
                  <c:v>3471</c:v>
                </c:pt>
                <c:pt idx="3472">
                  <c:v>3472</c:v>
                </c:pt>
                <c:pt idx="3473">
                  <c:v>3473</c:v>
                </c:pt>
                <c:pt idx="3474">
                  <c:v>3474</c:v>
                </c:pt>
                <c:pt idx="3475">
                  <c:v>3475</c:v>
                </c:pt>
                <c:pt idx="3476">
                  <c:v>3476</c:v>
                </c:pt>
                <c:pt idx="3477">
                  <c:v>3477</c:v>
                </c:pt>
                <c:pt idx="3478">
                  <c:v>3478</c:v>
                </c:pt>
                <c:pt idx="3479">
                  <c:v>3479</c:v>
                </c:pt>
                <c:pt idx="3480">
                  <c:v>3480</c:v>
                </c:pt>
                <c:pt idx="3481">
                  <c:v>3481</c:v>
                </c:pt>
                <c:pt idx="3482">
                  <c:v>3482</c:v>
                </c:pt>
                <c:pt idx="3483">
                  <c:v>3483</c:v>
                </c:pt>
                <c:pt idx="3484">
                  <c:v>3484</c:v>
                </c:pt>
                <c:pt idx="3485">
                  <c:v>3485</c:v>
                </c:pt>
                <c:pt idx="3486">
                  <c:v>3486</c:v>
                </c:pt>
                <c:pt idx="3487">
                  <c:v>3487</c:v>
                </c:pt>
                <c:pt idx="3488">
                  <c:v>3488</c:v>
                </c:pt>
                <c:pt idx="3489">
                  <c:v>3489</c:v>
                </c:pt>
                <c:pt idx="3490">
                  <c:v>3490</c:v>
                </c:pt>
                <c:pt idx="3491">
                  <c:v>3491</c:v>
                </c:pt>
                <c:pt idx="3492">
                  <c:v>3492</c:v>
                </c:pt>
                <c:pt idx="3493">
                  <c:v>3493</c:v>
                </c:pt>
                <c:pt idx="3494">
                  <c:v>3494</c:v>
                </c:pt>
                <c:pt idx="3495">
                  <c:v>3495</c:v>
                </c:pt>
                <c:pt idx="3496">
                  <c:v>3496</c:v>
                </c:pt>
                <c:pt idx="3497">
                  <c:v>3497</c:v>
                </c:pt>
                <c:pt idx="3498">
                  <c:v>3498</c:v>
                </c:pt>
                <c:pt idx="3499">
                  <c:v>3499</c:v>
                </c:pt>
                <c:pt idx="3500">
                  <c:v>3500</c:v>
                </c:pt>
                <c:pt idx="3501">
                  <c:v>3501</c:v>
                </c:pt>
                <c:pt idx="3502">
                  <c:v>3502</c:v>
                </c:pt>
                <c:pt idx="3503">
                  <c:v>3503</c:v>
                </c:pt>
                <c:pt idx="3504">
                  <c:v>3504</c:v>
                </c:pt>
                <c:pt idx="3505">
                  <c:v>3505</c:v>
                </c:pt>
                <c:pt idx="3506">
                  <c:v>3506</c:v>
                </c:pt>
                <c:pt idx="3507">
                  <c:v>3507</c:v>
                </c:pt>
                <c:pt idx="3508">
                  <c:v>3508</c:v>
                </c:pt>
                <c:pt idx="3509">
                  <c:v>3509</c:v>
                </c:pt>
                <c:pt idx="3510">
                  <c:v>3510</c:v>
                </c:pt>
                <c:pt idx="3511">
                  <c:v>3511</c:v>
                </c:pt>
                <c:pt idx="3512">
                  <c:v>3512</c:v>
                </c:pt>
                <c:pt idx="3513">
                  <c:v>3513</c:v>
                </c:pt>
                <c:pt idx="3514">
                  <c:v>3514</c:v>
                </c:pt>
                <c:pt idx="3515">
                  <c:v>3515</c:v>
                </c:pt>
                <c:pt idx="3516">
                  <c:v>3516</c:v>
                </c:pt>
                <c:pt idx="3517">
                  <c:v>3517</c:v>
                </c:pt>
                <c:pt idx="3518">
                  <c:v>3518</c:v>
                </c:pt>
                <c:pt idx="3519">
                  <c:v>3519</c:v>
                </c:pt>
                <c:pt idx="3520">
                  <c:v>3520</c:v>
                </c:pt>
                <c:pt idx="3521">
                  <c:v>3521</c:v>
                </c:pt>
                <c:pt idx="3522">
                  <c:v>3522</c:v>
                </c:pt>
                <c:pt idx="3523">
                  <c:v>3523</c:v>
                </c:pt>
                <c:pt idx="3524">
                  <c:v>3524</c:v>
                </c:pt>
                <c:pt idx="3525">
                  <c:v>3525</c:v>
                </c:pt>
                <c:pt idx="3526">
                  <c:v>3526</c:v>
                </c:pt>
                <c:pt idx="3527">
                  <c:v>3527</c:v>
                </c:pt>
                <c:pt idx="3528">
                  <c:v>3528</c:v>
                </c:pt>
                <c:pt idx="3529">
                  <c:v>3529</c:v>
                </c:pt>
                <c:pt idx="3530">
                  <c:v>3530</c:v>
                </c:pt>
                <c:pt idx="3531">
                  <c:v>3531</c:v>
                </c:pt>
                <c:pt idx="3532">
                  <c:v>3532</c:v>
                </c:pt>
                <c:pt idx="3533">
                  <c:v>3533</c:v>
                </c:pt>
                <c:pt idx="3534">
                  <c:v>3534</c:v>
                </c:pt>
                <c:pt idx="3535">
                  <c:v>3535</c:v>
                </c:pt>
                <c:pt idx="3536">
                  <c:v>3536</c:v>
                </c:pt>
                <c:pt idx="3537">
                  <c:v>3537</c:v>
                </c:pt>
                <c:pt idx="3538">
                  <c:v>3538</c:v>
                </c:pt>
                <c:pt idx="3539">
                  <c:v>3539</c:v>
                </c:pt>
                <c:pt idx="3540">
                  <c:v>3540</c:v>
                </c:pt>
                <c:pt idx="3541">
                  <c:v>3541</c:v>
                </c:pt>
                <c:pt idx="3542">
                  <c:v>3542</c:v>
                </c:pt>
                <c:pt idx="3543">
                  <c:v>3543</c:v>
                </c:pt>
                <c:pt idx="3544">
                  <c:v>3544</c:v>
                </c:pt>
                <c:pt idx="3545">
                  <c:v>3545</c:v>
                </c:pt>
                <c:pt idx="3546">
                  <c:v>3546</c:v>
                </c:pt>
                <c:pt idx="3547">
                  <c:v>3547</c:v>
                </c:pt>
                <c:pt idx="3548">
                  <c:v>3548</c:v>
                </c:pt>
                <c:pt idx="3549">
                  <c:v>3549</c:v>
                </c:pt>
                <c:pt idx="3550">
                  <c:v>3550</c:v>
                </c:pt>
                <c:pt idx="3551">
                  <c:v>3551</c:v>
                </c:pt>
                <c:pt idx="3552">
                  <c:v>3552</c:v>
                </c:pt>
                <c:pt idx="3553">
                  <c:v>3553</c:v>
                </c:pt>
                <c:pt idx="3554">
                  <c:v>3554</c:v>
                </c:pt>
                <c:pt idx="3555">
                  <c:v>3555</c:v>
                </c:pt>
                <c:pt idx="3556">
                  <c:v>3556</c:v>
                </c:pt>
                <c:pt idx="3557">
                  <c:v>3557</c:v>
                </c:pt>
                <c:pt idx="3558">
                  <c:v>3558</c:v>
                </c:pt>
                <c:pt idx="3559">
                  <c:v>3559</c:v>
                </c:pt>
                <c:pt idx="3560">
                  <c:v>3560</c:v>
                </c:pt>
                <c:pt idx="3561">
                  <c:v>3561</c:v>
                </c:pt>
                <c:pt idx="3562">
                  <c:v>3562</c:v>
                </c:pt>
                <c:pt idx="3563">
                  <c:v>3563</c:v>
                </c:pt>
                <c:pt idx="3564">
                  <c:v>3564</c:v>
                </c:pt>
                <c:pt idx="3565">
                  <c:v>3565</c:v>
                </c:pt>
                <c:pt idx="3566">
                  <c:v>3566</c:v>
                </c:pt>
                <c:pt idx="3567">
                  <c:v>3567</c:v>
                </c:pt>
                <c:pt idx="3568">
                  <c:v>3568</c:v>
                </c:pt>
                <c:pt idx="3569">
                  <c:v>3569</c:v>
                </c:pt>
                <c:pt idx="3570">
                  <c:v>3570</c:v>
                </c:pt>
                <c:pt idx="3571">
                  <c:v>3571</c:v>
                </c:pt>
                <c:pt idx="3572">
                  <c:v>3572</c:v>
                </c:pt>
                <c:pt idx="3573">
                  <c:v>3573</c:v>
                </c:pt>
                <c:pt idx="3574">
                  <c:v>3574</c:v>
                </c:pt>
                <c:pt idx="3575">
                  <c:v>3575</c:v>
                </c:pt>
                <c:pt idx="3576">
                  <c:v>3576</c:v>
                </c:pt>
                <c:pt idx="3577">
                  <c:v>3577</c:v>
                </c:pt>
                <c:pt idx="3578">
                  <c:v>3578</c:v>
                </c:pt>
                <c:pt idx="3579">
                  <c:v>3579</c:v>
                </c:pt>
                <c:pt idx="3580">
                  <c:v>3580</c:v>
                </c:pt>
                <c:pt idx="3581">
                  <c:v>3581</c:v>
                </c:pt>
                <c:pt idx="3582">
                  <c:v>3582</c:v>
                </c:pt>
                <c:pt idx="3583">
                  <c:v>3583</c:v>
                </c:pt>
                <c:pt idx="3584">
                  <c:v>3584</c:v>
                </c:pt>
                <c:pt idx="3585">
                  <c:v>3585</c:v>
                </c:pt>
                <c:pt idx="3586">
                  <c:v>3586</c:v>
                </c:pt>
                <c:pt idx="3587">
                  <c:v>3587</c:v>
                </c:pt>
                <c:pt idx="3588">
                  <c:v>3588</c:v>
                </c:pt>
                <c:pt idx="3589">
                  <c:v>3589</c:v>
                </c:pt>
                <c:pt idx="3590">
                  <c:v>3590</c:v>
                </c:pt>
                <c:pt idx="3591">
                  <c:v>3591</c:v>
                </c:pt>
                <c:pt idx="3592">
                  <c:v>3592</c:v>
                </c:pt>
                <c:pt idx="3593">
                  <c:v>3593</c:v>
                </c:pt>
                <c:pt idx="3594">
                  <c:v>3594</c:v>
                </c:pt>
                <c:pt idx="3595">
                  <c:v>3595</c:v>
                </c:pt>
                <c:pt idx="3596">
                  <c:v>3596</c:v>
                </c:pt>
                <c:pt idx="3597">
                  <c:v>3597</c:v>
                </c:pt>
                <c:pt idx="3598">
                  <c:v>3598</c:v>
                </c:pt>
                <c:pt idx="3599">
                  <c:v>3599</c:v>
                </c:pt>
                <c:pt idx="3600">
                  <c:v>3600</c:v>
                </c:pt>
                <c:pt idx="3601">
                  <c:v>3601</c:v>
                </c:pt>
                <c:pt idx="3602">
                  <c:v>3602</c:v>
                </c:pt>
                <c:pt idx="3603">
                  <c:v>3603</c:v>
                </c:pt>
                <c:pt idx="3604">
                  <c:v>3604</c:v>
                </c:pt>
                <c:pt idx="3605">
                  <c:v>3605</c:v>
                </c:pt>
                <c:pt idx="3606">
                  <c:v>3606</c:v>
                </c:pt>
                <c:pt idx="3607">
                  <c:v>3607</c:v>
                </c:pt>
                <c:pt idx="3608">
                  <c:v>3608</c:v>
                </c:pt>
                <c:pt idx="3609">
                  <c:v>3609</c:v>
                </c:pt>
                <c:pt idx="3610">
                  <c:v>3610</c:v>
                </c:pt>
                <c:pt idx="3611">
                  <c:v>3611</c:v>
                </c:pt>
                <c:pt idx="3612">
                  <c:v>3612</c:v>
                </c:pt>
                <c:pt idx="3613">
                  <c:v>3613</c:v>
                </c:pt>
                <c:pt idx="3614">
                  <c:v>3614</c:v>
                </c:pt>
                <c:pt idx="3615">
                  <c:v>3615</c:v>
                </c:pt>
                <c:pt idx="3616">
                  <c:v>3616</c:v>
                </c:pt>
                <c:pt idx="3617">
                  <c:v>3617</c:v>
                </c:pt>
                <c:pt idx="3618">
                  <c:v>3618</c:v>
                </c:pt>
                <c:pt idx="3619">
                  <c:v>3619</c:v>
                </c:pt>
                <c:pt idx="3620">
                  <c:v>3620</c:v>
                </c:pt>
                <c:pt idx="3621">
                  <c:v>3621</c:v>
                </c:pt>
                <c:pt idx="3622">
                  <c:v>3622</c:v>
                </c:pt>
                <c:pt idx="3623">
                  <c:v>3623</c:v>
                </c:pt>
                <c:pt idx="3624">
                  <c:v>3624</c:v>
                </c:pt>
                <c:pt idx="3625">
                  <c:v>3625</c:v>
                </c:pt>
                <c:pt idx="3626">
                  <c:v>3626</c:v>
                </c:pt>
                <c:pt idx="3627">
                  <c:v>3627</c:v>
                </c:pt>
                <c:pt idx="3628">
                  <c:v>3628</c:v>
                </c:pt>
                <c:pt idx="3629">
                  <c:v>3629</c:v>
                </c:pt>
                <c:pt idx="3630">
                  <c:v>3630</c:v>
                </c:pt>
                <c:pt idx="3631">
                  <c:v>3631</c:v>
                </c:pt>
                <c:pt idx="3632">
                  <c:v>3632</c:v>
                </c:pt>
                <c:pt idx="3633">
                  <c:v>3633</c:v>
                </c:pt>
                <c:pt idx="3634">
                  <c:v>3634</c:v>
                </c:pt>
                <c:pt idx="3635">
                  <c:v>3635</c:v>
                </c:pt>
                <c:pt idx="3636">
                  <c:v>3636</c:v>
                </c:pt>
                <c:pt idx="3637">
                  <c:v>3637</c:v>
                </c:pt>
                <c:pt idx="3638">
                  <c:v>3638</c:v>
                </c:pt>
                <c:pt idx="3639">
                  <c:v>3639</c:v>
                </c:pt>
                <c:pt idx="3640">
                  <c:v>3640</c:v>
                </c:pt>
                <c:pt idx="3641">
                  <c:v>3641</c:v>
                </c:pt>
                <c:pt idx="3642">
                  <c:v>3642</c:v>
                </c:pt>
                <c:pt idx="3643">
                  <c:v>3643</c:v>
                </c:pt>
                <c:pt idx="3644">
                  <c:v>3644</c:v>
                </c:pt>
                <c:pt idx="3645">
                  <c:v>3645</c:v>
                </c:pt>
                <c:pt idx="3646">
                  <c:v>3646</c:v>
                </c:pt>
                <c:pt idx="3647">
                  <c:v>3647</c:v>
                </c:pt>
                <c:pt idx="3648">
                  <c:v>3648</c:v>
                </c:pt>
                <c:pt idx="3649">
                  <c:v>3649</c:v>
                </c:pt>
                <c:pt idx="3650">
                  <c:v>3650</c:v>
                </c:pt>
                <c:pt idx="3651">
                  <c:v>3651</c:v>
                </c:pt>
                <c:pt idx="3652">
                  <c:v>3652</c:v>
                </c:pt>
                <c:pt idx="3653">
                  <c:v>3653</c:v>
                </c:pt>
                <c:pt idx="3654">
                  <c:v>3654</c:v>
                </c:pt>
                <c:pt idx="3655">
                  <c:v>3655</c:v>
                </c:pt>
                <c:pt idx="3656">
                  <c:v>3656</c:v>
                </c:pt>
                <c:pt idx="3657">
                  <c:v>3657</c:v>
                </c:pt>
                <c:pt idx="3658">
                  <c:v>3658</c:v>
                </c:pt>
                <c:pt idx="3659">
                  <c:v>3659</c:v>
                </c:pt>
                <c:pt idx="3660">
                  <c:v>3660</c:v>
                </c:pt>
                <c:pt idx="3661">
                  <c:v>3661</c:v>
                </c:pt>
                <c:pt idx="3662">
                  <c:v>3662</c:v>
                </c:pt>
                <c:pt idx="3663">
                  <c:v>3663</c:v>
                </c:pt>
                <c:pt idx="3664">
                  <c:v>3664</c:v>
                </c:pt>
                <c:pt idx="3665">
                  <c:v>3665</c:v>
                </c:pt>
                <c:pt idx="3666">
                  <c:v>3666</c:v>
                </c:pt>
                <c:pt idx="3667">
                  <c:v>3667</c:v>
                </c:pt>
                <c:pt idx="3668">
                  <c:v>3668</c:v>
                </c:pt>
                <c:pt idx="3669">
                  <c:v>3669</c:v>
                </c:pt>
                <c:pt idx="3670">
                  <c:v>3670</c:v>
                </c:pt>
                <c:pt idx="3671">
                  <c:v>3671</c:v>
                </c:pt>
                <c:pt idx="3672">
                  <c:v>3672</c:v>
                </c:pt>
                <c:pt idx="3673">
                  <c:v>3673</c:v>
                </c:pt>
                <c:pt idx="3674">
                  <c:v>3674</c:v>
                </c:pt>
                <c:pt idx="3675">
                  <c:v>3675</c:v>
                </c:pt>
                <c:pt idx="3676">
                  <c:v>3676</c:v>
                </c:pt>
                <c:pt idx="3677">
                  <c:v>3677</c:v>
                </c:pt>
                <c:pt idx="3678">
                  <c:v>3678</c:v>
                </c:pt>
                <c:pt idx="3679">
                  <c:v>3679</c:v>
                </c:pt>
                <c:pt idx="3680">
                  <c:v>3680</c:v>
                </c:pt>
                <c:pt idx="3681">
                  <c:v>3681</c:v>
                </c:pt>
                <c:pt idx="3682">
                  <c:v>3682</c:v>
                </c:pt>
                <c:pt idx="3683">
                  <c:v>3683</c:v>
                </c:pt>
                <c:pt idx="3684">
                  <c:v>3684</c:v>
                </c:pt>
                <c:pt idx="3685">
                  <c:v>3685</c:v>
                </c:pt>
                <c:pt idx="3686">
                  <c:v>3686</c:v>
                </c:pt>
                <c:pt idx="3687">
                  <c:v>3687</c:v>
                </c:pt>
                <c:pt idx="3688">
                  <c:v>3688</c:v>
                </c:pt>
                <c:pt idx="3689">
                  <c:v>3689</c:v>
                </c:pt>
                <c:pt idx="3690">
                  <c:v>3690</c:v>
                </c:pt>
                <c:pt idx="3691">
                  <c:v>3691</c:v>
                </c:pt>
                <c:pt idx="3692">
                  <c:v>3692</c:v>
                </c:pt>
                <c:pt idx="3693">
                  <c:v>3693</c:v>
                </c:pt>
                <c:pt idx="3694">
                  <c:v>3694</c:v>
                </c:pt>
                <c:pt idx="3695">
                  <c:v>3695</c:v>
                </c:pt>
                <c:pt idx="3696">
                  <c:v>3696</c:v>
                </c:pt>
                <c:pt idx="3697">
                  <c:v>3697</c:v>
                </c:pt>
                <c:pt idx="3698">
                  <c:v>3698</c:v>
                </c:pt>
                <c:pt idx="3699">
                  <c:v>3699</c:v>
                </c:pt>
                <c:pt idx="3700">
                  <c:v>3700</c:v>
                </c:pt>
                <c:pt idx="3701">
                  <c:v>3701</c:v>
                </c:pt>
                <c:pt idx="3702">
                  <c:v>3702</c:v>
                </c:pt>
                <c:pt idx="3703">
                  <c:v>3703</c:v>
                </c:pt>
                <c:pt idx="3704">
                  <c:v>3704</c:v>
                </c:pt>
                <c:pt idx="3705">
                  <c:v>3705</c:v>
                </c:pt>
                <c:pt idx="3706">
                  <c:v>3706</c:v>
                </c:pt>
                <c:pt idx="3707">
                  <c:v>3707</c:v>
                </c:pt>
                <c:pt idx="3708">
                  <c:v>3708</c:v>
                </c:pt>
                <c:pt idx="3709">
                  <c:v>3709</c:v>
                </c:pt>
                <c:pt idx="3710">
                  <c:v>3710</c:v>
                </c:pt>
                <c:pt idx="3711">
                  <c:v>3711</c:v>
                </c:pt>
                <c:pt idx="3712">
                  <c:v>3712</c:v>
                </c:pt>
                <c:pt idx="3713">
                  <c:v>3713</c:v>
                </c:pt>
                <c:pt idx="3714">
                  <c:v>3714</c:v>
                </c:pt>
                <c:pt idx="3715">
                  <c:v>3715</c:v>
                </c:pt>
                <c:pt idx="3716">
                  <c:v>3716</c:v>
                </c:pt>
                <c:pt idx="3717">
                  <c:v>3717</c:v>
                </c:pt>
                <c:pt idx="3718">
                  <c:v>3718</c:v>
                </c:pt>
                <c:pt idx="3719">
                  <c:v>3719</c:v>
                </c:pt>
                <c:pt idx="3720">
                  <c:v>3720</c:v>
                </c:pt>
                <c:pt idx="3721">
                  <c:v>3721</c:v>
                </c:pt>
                <c:pt idx="3722">
                  <c:v>3722</c:v>
                </c:pt>
                <c:pt idx="3723">
                  <c:v>3723</c:v>
                </c:pt>
                <c:pt idx="3724">
                  <c:v>3724</c:v>
                </c:pt>
                <c:pt idx="3725">
                  <c:v>3725</c:v>
                </c:pt>
                <c:pt idx="3726">
                  <c:v>3726</c:v>
                </c:pt>
                <c:pt idx="3727">
                  <c:v>3727</c:v>
                </c:pt>
                <c:pt idx="3728">
                  <c:v>3728</c:v>
                </c:pt>
                <c:pt idx="3729">
                  <c:v>3729</c:v>
                </c:pt>
                <c:pt idx="3730">
                  <c:v>3730</c:v>
                </c:pt>
                <c:pt idx="3731">
                  <c:v>3731</c:v>
                </c:pt>
                <c:pt idx="3732">
                  <c:v>3732</c:v>
                </c:pt>
                <c:pt idx="3733">
                  <c:v>3733</c:v>
                </c:pt>
                <c:pt idx="3734">
                  <c:v>3734</c:v>
                </c:pt>
                <c:pt idx="3735">
                  <c:v>3735</c:v>
                </c:pt>
                <c:pt idx="3736">
                  <c:v>3736</c:v>
                </c:pt>
                <c:pt idx="3737">
                  <c:v>3737</c:v>
                </c:pt>
                <c:pt idx="3738">
                  <c:v>3738</c:v>
                </c:pt>
                <c:pt idx="3739">
                  <c:v>3739</c:v>
                </c:pt>
                <c:pt idx="3740">
                  <c:v>3740</c:v>
                </c:pt>
                <c:pt idx="3741">
                  <c:v>3741</c:v>
                </c:pt>
                <c:pt idx="3742">
                  <c:v>3742</c:v>
                </c:pt>
                <c:pt idx="3743">
                  <c:v>3743</c:v>
                </c:pt>
                <c:pt idx="3744">
                  <c:v>3744</c:v>
                </c:pt>
                <c:pt idx="3745">
                  <c:v>3745</c:v>
                </c:pt>
                <c:pt idx="3746">
                  <c:v>3746</c:v>
                </c:pt>
                <c:pt idx="3747">
                  <c:v>3747</c:v>
                </c:pt>
                <c:pt idx="3748">
                  <c:v>3748</c:v>
                </c:pt>
                <c:pt idx="3749">
                  <c:v>3749</c:v>
                </c:pt>
                <c:pt idx="3750">
                  <c:v>3750</c:v>
                </c:pt>
                <c:pt idx="3751">
                  <c:v>3751</c:v>
                </c:pt>
                <c:pt idx="3752">
                  <c:v>3752</c:v>
                </c:pt>
                <c:pt idx="3753">
                  <c:v>3753</c:v>
                </c:pt>
                <c:pt idx="3754">
                  <c:v>3754</c:v>
                </c:pt>
                <c:pt idx="3755">
                  <c:v>3755</c:v>
                </c:pt>
                <c:pt idx="3756">
                  <c:v>3756</c:v>
                </c:pt>
                <c:pt idx="3757">
                  <c:v>3757</c:v>
                </c:pt>
                <c:pt idx="3758">
                  <c:v>3758</c:v>
                </c:pt>
                <c:pt idx="3759">
                  <c:v>3759</c:v>
                </c:pt>
                <c:pt idx="3760">
                  <c:v>3760</c:v>
                </c:pt>
                <c:pt idx="3761">
                  <c:v>3761</c:v>
                </c:pt>
                <c:pt idx="3762">
                  <c:v>3762</c:v>
                </c:pt>
                <c:pt idx="3763">
                  <c:v>3763</c:v>
                </c:pt>
                <c:pt idx="3764">
                  <c:v>3764</c:v>
                </c:pt>
                <c:pt idx="3765">
                  <c:v>3765</c:v>
                </c:pt>
                <c:pt idx="3766">
                  <c:v>3766</c:v>
                </c:pt>
                <c:pt idx="3767">
                  <c:v>3767</c:v>
                </c:pt>
                <c:pt idx="3768">
                  <c:v>3768</c:v>
                </c:pt>
                <c:pt idx="3769">
                  <c:v>3769</c:v>
                </c:pt>
                <c:pt idx="3770">
                  <c:v>3770</c:v>
                </c:pt>
                <c:pt idx="3771">
                  <c:v>3771</c:v>
                </c:pt>
                <c:pt idx="3772">
                  <c:v>3772</c:v>
                </c:pt>
                <c:pt idx="3773">
                  <c:v>3773</c:v>
                </c:pt>
                <c:pt idx="3774">
                  <c:v>3774</c:v>
                </c:pt>
                <c:pt idx="3775">
                  <c:v>3775</c:v>
                </c:pt>
                <c:pt idx="3776">
                  <c:v>3776</c:v>
                </c:pt>
                <c:pt idx="3777">
                  <c:v>3777</c:v>
                </c:pt>
                <c:pt idx="3778">
                  <c:v>3778</c:v>
                </c:pt>
                <c:pt idx="3779">
                  <c:v>3779</c:v>
                </c:pt>
                <c:pt idx="3780">
                  <c:v>3780</c:v>
                </c:pt>
                <c:pt idx="3781">
                  <c:v>3781</c:v>
                </c:pt>
                <c:pt idx="3782">
                  <c:v>3782</c:v>
                </c:pt>
                <c:pt idx="3783">
                  <c:v>3783</c:v>
                </c:pt>
                <c:pt idx="3784">
                  <c:v>3784</c:v>
                </c:pt>
                <c:pt idx="3785">
                  <c:v>3785</c:v>
                </c:pt>
                <c:pt idx="3786">
                  <c:v>3786</c:v>
                </c:pt>
                <c:pt idx="3787">
                  <c:v>3787</c:v>
                </c:pt>
                <c:pt idx="3788">
                  <c:v>3788</c:v>
                </c:pt>
                <c:pt idx="3789">
                  <c:v>3789</c:v>
                </c:pt>
                <c:pt idx="3790">
                  <c:v>3790</c:v>
                </c:pt>
                <c:pt idx="3791">
                  <c:v>3791</c:v>
                </c:pt>
                <c:pt idx="3792">
                  <c:v>3792</c:v>
                </c:pt>
                <c:pt idx="3793">
                  <c:v>3793</c:v>
                </c:pt>
                <c:pt idx="3794">
                  <c:v>3794</c:v>
                </c:pt>
                <c:pt idx="3795">
                  <c:v>3795</c:v>
                </c:pt>
                <c:pt idx="3796">
                  <c:v>3796</c:v>
                </c:pt>
                <c:pt idx="3797">
                  <c:v>3797</c:v>
                </c:pt>
                <c:pt idx="3798">
                  <c:v>3798</c:v>
                </c:pt>
                <c:pt idx="3799">
                  <c:v>3799</c:v>
                </c:pt>
                <c:pt idx="3800">
                  <c:v>3800</c:v>
                </c:pt>
                <c:pt idx="3801">
                  <c:v>3801</c:v>
                </c:pt>
                <c:pt idx="3802">
                  <c:v>3802</c:v>
                </c:pt>
                <c:pt idx="3803">
                  <c:v>3803</c:v>
                </c:pt>
                <c:pt idx="3804">
                  <c:v>3804</c:v>
                </c:pt>
                <c:pt idx="3805">
                  <c:v>3805</c:v>
                </c:pt>
                <c:pt idx="3806">
                  <c:v>3806</c:v>
                </c:pt>
                <c:pt idx="3807">
                  <c:v>3807</c:v>
                </c:pt>
                <c:pt idx="3808">
                  <c:v>3808</c:v>
                </c:pt>
                <c:pt idx="3809">
                  <c:v>3809</c:v>
                </c:pt>
                <c:pt idx="3810">
                  <c:v>3810</c:v>
                </c:pt>
                <c:pt idx="3811">
                  <c:v>3811</c:v>
                </c:pt>
                <c:pt idx="3812">
                  <c:v>3812</c:v>
                </c:pt>
                <c:pt idx="3813">
                  <c:v>3813</c:v>
                </c:pt>
                <c:pt idx="3814">
                  <c:v>3814</c:v>
                </c:pt>
                <c:pt idx="3815">
                  <c:v>3815</c:v>
                </c:pt>
                <c:pt idx="3816">
                  <c:v>3816</c:v>
                </c:pt>
                <c:pt idx="3817">
                  <c:v>3817</c:v>
                </c:pt>
                <c:pt idx="3818">
                  <c:v>3818</c:v>
                </c:pt>
                <c:pt idx="3819">
                  <c:v>3819</c:v>
                </c:pt>
                <c:pt idx="3820">
                  <c:v>3820</c:v>
                </c:pt>
                <c:pt idx="3821">
                  <c:v>3821</c:v>
                </c:pt>
                <c:pt idx="3822">
                  <c:v>3822</c:v>
                </c:pt>
                <c:pt idx="3823">
                  <c:v>3823</c:v>
                </c:pt>
                <c:pt idx="3824">
                  <c:v>3824</c:v>
                </c:pt>
                <c:pt idx="3825">
                  <c:v>3825</c:v>
                </c:pt>
                <c:pt idx="3826">
                  <c:v>3826</c:v>
                </c:pt>
                <c:pt idx="3827">
                  <c:v>3827</c:v>
                </c:pt>
                <c:pt idx="3828">
                  <c:v>3828</c:v>
                </c:pt>
                <c:pt idx="3829">
                  <c:v>3829</c:v>
                </c:pt>
                <c:pt idx="3830">
                  <c:v>3830</c:v>
                </c:pt>
                <c:pt idx="3831">
                  <c:v>3831</c:v>
                </c:pt>
                <c:pt idx="3832">
                  <c:v>3832</c:v>
                </c:pt>
                <c:pt idx="3833">
                  <c:v>3833</c:v>
                </c:pt>
                <c:pt idx="3834">
                  <c:v>3834</c:v>
                </c:pt>
                <c:pt idx="3835">
                  <c:v>3835</c:v>
                </c:pt>
                <c:pt idx="3836">
                  <c:v>3836</c:v>
                </c:pt>
                <c:pt idx="3837">
                  <c:v>3837</c:v>
                </c:pt>
                <c:pt idx="3838">
                  <c:v>3838</c:v>
                </c:pt>
                <c:pt idx="3839">
                  <c:v>3839</c:v>
                </c:pt>
                <c:pt idx="3840">
                  <c:v>3840</c:v>
                </c:pt>
                <c:pt idx="3841">
                  <c:v>3841</c:v>
                </c:pt>
                <c:pt idx="3842">
                  <c:v>3842</c:v>
                </c:pt>
                <c:pt idx="3843">
                  <c:v>3843</c:v>
                </c:pt>
                <c:pt idx="3844">
                  <c:v>3844</c:v>
                </c:pt>
                <c:pt idx="3845">
                  <c:v>3845</c:v>
                </c:pt>
                <c:pt idx="3846">
                  <c:v>3846</c:v>
                </c:pt>
                <c:pt idx="3847">
                  <c:v>3847</c:v>
                </c:pt>
                <c:pt idx="3848">
                  <c:v>3848</c:v>
                </c:pt>
                <c:pt idx="3849">
                  <c:v>3849</c:v>
                </c:pt>
                <c:pt idx="3850">
                  <c:v>3850</c:v>
                </c:pt>
                <c:pt idx="3851">
                  <c:v>3851</c:v>
                </c:pt>
                <c:pt idx="3852">
                  <c:v>3852</c:v>
                </c:pt>
                <c:pt idx="3853">
                  <c:v>3853</c:v>
                </c:pt>
                <c:pt idx="3854">
                  <c:v>3854</c:v>
                </c:pt>
                <c:pt idx="3855">
                  <c:v>3855</c:v>
                </c:pt>
                <c:pt idx="3856">
                  <c:v>3856</c:v>
                </c:pt>
                <c:pt idx="3857">
                  <c:v>3857</c:v>
                </c:pt>
                <c:pt idx="3858">
                  <c:v>3858</c:v>
                </c:pt>
                <c:pt idx="3859">
                  <c:v>3859</c:v>
                </c:pt>
                <c:pt idx="3860">
                  <c:v>3860</c:v>
                </c:pt>
                <c:pt idx="3861">
                  <c:v>3861</c:v>
                </c:pt>
                <c:pt idx="3862">
                  <c:v>3862</c:v>
                </c:pt>
                <c:pt idx="3863">
                  <c:v>3863</c:v>
                </c:pt>
                <c:pt idx="3864">
                  <c:v>3864</c:v>
                </c:pt>
                <c:pt idx="3865">
                  <c:v>3865</c:v>
                </c:pt>
                <c:pt idx="3866">
                  <c:v>3866</c:v>
                </c:pt>
                <c:pt idx="3867">
                  <c:v>3867</c:v>
                </c:pt>
                <c:pt idx="3868">
                  <c:v>3868</c:v>
                </c:pt>
                <c:pt idx="3869">
                  <c:v>3869</c:v>
                </c:pt>
                <c:pt idx="3870">
                  <c:v>3870</c:v>
                </c:pt>
                <c:pt idx="3871">
                  <c:v>3871</c:v>
                </c:pt>
                <c:pt idx="3872">
                  <c:v>3872</c:v>
                </c:pt>
                <c:pt idx="3873">
                  <c:v>3873</c:v>
                </c:pt>
                <c:pt idx="3874">
                  <c:v>3874</c:v>
                </c:pt>
                <c:pt idx="3875">
                  <c:v>3875</c:v>
                </c:pt>
                <c:pt idx="3876">
                  <c:v>3876</c:v>
                </c:pt>
                <c:pt idx="3877">
                  <c:v>3877</c:v>
                </c:pt>
                <c:pt idx="3878">
                  <c:v>3878</c:v>
                </c:pt>
                <c:pt idx="3879">
                  <c:v>3879</c:v>
                </c:pt>
                <c:pt idx="3880">
                  <c:v>3880</c:v>
                </c:pt>
                <c:pt idx="3881">
                  <c:v>3881</c:v>
                </c:pt>
                <c:pt idx="3882">
                  <c:v>3882</c:v>
                </c:pt>
                <c:pt idx="3883">
                  <c:v>3883</c:v>
                </c:pt>
                <c:pt idx="3884">
                  <c:v>3884</c:v>
                </c:pt>
                <c:pt idx="3885">
                  <c:v>3885</c:v>
                </c:pt>
                <c:pt idx="3886">
                  <c:v>3886</c:v>
                </c:pt>
                <c:pt idx="3887">
                  <c:v>3887</c:v>
                </c:pt>
                <c:pt idx="3888">
                  <c:v>3888</c:v>
                </c:pt>
                <c:pt idx="3889">
                  <c:v>3889</c:v>
                </c:pt>
                <c:pt idx="3890">
                  <c:v>3890</c:v>
                </c:pt>
                <c:pt idx="3891">
                  <c:v>3891</c:v>
                </c:pt>
                <c:pt idx="3892">
                  <c:v>3892</c:v>
                </c:pt>
                <c:pt idx="3893">
                  <c:v>3893</c:v>
                </c:pt>
                <c:pt idx="3894">
                  <c:v>3894</c:v>
                </c:pt>
                <c:pt idx="3895">
                  <c:v>3895</c:v>
                </c:pt>
                <c:pt idx="3896">
                  <c:v>3896</c:v>
                </c:pt>
                <c:pt idx="3897">
                  <c:v>3897</c:v>
                </c:pt>
                <c:pt idx="3898">
                  <c:v>3898</c:v>
                </c:pt>
                <c:pt idx="3899">
                  <c:v>3899</c:v>
                </c:pt>
                <c:pt idx="3900">
                  <c:v>3900</c:v>
                </c:pt>
                <c:pt idx="3901">
                  <c:v>3901</c:v>
                </c:pt>
                <c:pt idx="3902">
                  <c:v>3902</c:v>
                </c:pt>
                <c:pt idx="3903">
                  <c:v>3903</c:v>
                </c:pt>
                <c:pt idx="3904">
                  <c:v>3904</c:v>
                </c:pt>
                <c:pt idx="3905">
                  <c:v>3905</c:v>
                </c:pt>
                <c:pt idx="3906">
                  <c:v>3906</c:v>
                </c:pt>
                <c:pt idx="3907">
                  <c:v>3907</c:v>
                </c:pt>
                <c:pt idx="3908">
                  <c:v>3908</c:v>
                </c:pt>
                <c:pt idx="3909">
                  <c:v>3909</c:v>
                </c:pt>
                <c:pt idx="3910">
                  <c:v>3910</c:v>
                </c:pt>
                <c:pt idx="3911">
                  <c:v>3911</c:v>
                </c:pt>
                <c:pt idx="3912">
                  <c:v>3912</c:v>
                </c:pt>
                <c:pt idx="3913">
                  <c:v>3913</c:v>
                </c:pt>
                <c:pt idx="3914">
                  <c:v>3914</c:v>
                </c:pt>
                <c:pt idx="3915">
                  <c:v>3915</c:v>
                </c:pt>
                <c:pt idx="3916">
                  <c:v>3916</c:v>
                </c:pt>
                <c:pt idx="3917">
                  <c:v>3917</c:v>
                </c:pt>
                <c:pt idx="3918">
                  <c:v>3918</c:v>
                </c:pt>
                <c:pt idx="3919">
                  <c:v>3919</c:v>
                </c:pt>
                <c:pt idx="3920">
                  <c:v>3920</c:v>
                </c:pt>
                <c:pt idx="3921">
                  <c:v>3921</c:v>
                </c:pt>
                <c:pt idx="3922">
                  <c:v>3922</c:v>
                </c:pt>
                <c:pt idx="3923">
                  <c:v>3923</c:v>
                </c:pt>
                <c:pt idx="3924">
                  <c:v>3924</c:v>
                </c:pt>
                <c:pt idx="3925">
                  <c:v>3925</c:v>
                </c:pt>
                <c:pt idx="3926">
                  <c:v>3926</c:v>
                </c:pt>
                <c:pt idx="3927">
                  <c:v>3927</c:v>
                </c:pt>
                <c:pt idx="3928">
                  <c:v>3928</c:v>
                </c:pt>
                <c:pt idx="3929">
                  <c:v>3929</c:v>
                </c:pt>
                <c:pt idx="3930">
                  <c:v>3930</c:v>
                </c:pt>
                <c:pt idx="3931">
                  <c:v>3931</c:v>
                </c:pt>
                <c:pt idx="3932">
                  <c:v>3932</c:v>
                </c:pt>
                <c:pt idx="3933">
                  <c:v>3933</c:v>
                </c:pt>
                <c:pt idx="3934">
                  <c:v>3934</c:v>
                </c:pt>
                <c:pt idx="3935">
                  <c:v>3935</c:v>
                </c:pt>
                <c:pt idx="3936">
                  <c:v>3936</c:v>
                </c:pt>
                <c:pt idx="3937">
                  <c:v>3937</c:v>
                </c:pt>
                <c:pt idx="3938">
                  <c:v>3938</c:v>
                </c:pt>
                <c:pt idx="3939">
                  <c:v>3939</c:v>
                </c:pt>
                <c:pt idx="3940">
                  <c:v>3940</c:v>
                </c:pt>
                <c:pt idx="3941">
                  <c:v>3941</c:v>
                </c:pt>
                <c:pt idx="3942">
                  <c:v>3942</c:v>
                </c:pt>
                <c:pt idx="3943">
                  <c:v>3943</c:v>
                </c:pt>
                <c:pt idx="3944">
                  <c:v>3944</c:v>
                </c:pt>
                <c:pt idx="3945">
                  <c:v>3945</c:v>
                </c:pt>
                <c:pt idx="3946">
                  <c:v>3946</c:v>
                </c:pt>
                <c:pt idx="3947">
                  <c:v>3947</c:v>
                </c:pt>
                <c:pt idx="3948">
                  <c:v>3948</c:v>
                </c:pt>
                <c:pt idx="3949">
                  <c:v>3949</c:v>
                </c:pt>
                <c:pt idx="3950">
                  <c:v>3950</c:v>
                </c:pt>
                <c:pt idx="3951">
                  <c:v>3951</c:v>
                </c:pt>
                <c:pt idx="3952">
                  <c:v>3952</c:v>
                </c:pt>
                <c:pt idx="3953">
                  <c:v>3953</c:v>
                </c:pt>
                <c:pt idx="3954">
                  <c:v>3954</c:v>
                </c:pt>
                <c:pt idx="3955">
                  <c:v>3955</c:v>
                </c:pt>
                <c:pt idx="3956">
                  <c:v>3956</c:v>
                </c:pt>
                <c:pt idx="3957">
                  <c:v>3957</c:v>
                </c:pt>
                <c:pt idx="3958">
                  <c:v>3958</c:v>
                </c:pt>
                <c:pt idx="3959">
                  <c:v>3959</c:v>
                </c:pt>
                <c:pt idx="3960">
                  <c:v>3960</c:v>
                </c:pt>
                <c:pt idx="3961">
                  <c:v>3961</c:v>
                </c:pt>
                <c:pt idx="3962">
                  <c:v>3962</c:v>
                </c:pt>
                <c:pt idx="3963">
                  <c:v>3963</c:v>
                </c:pt>
                <c:pt idx="3964">
                  <c:v>3964</c:v>
                </c:pt>
                <c:pt idx="3965">
                  <c:v>3965</c:v>
                </c:pt>
                <c:pt idx="3966">
                  <c:v>3966</c:v>
                </c:pt>
                <c:pt idx="3967">
                  <c:v>3967</c:v>
                </c:pt>
                <c:pt idx="3968">
                  <c:v>3968</c:v>
                </c:pt>
                <c:pt idx="3969">
                  <c:v>3969</c:v>
                </c:pt>
                <c:pt idx="3970">
                  <c:v>3970</c:v>
                </c:pt>
                <c:pt idx="3971">
                  <c:v>3971</c:v>
                </c:pt>
                <c:pt idx="3972">
                  <c:v>3972</c:v>
                </c:pt>
                <c:pt idx="3973">
                  <c:v>3973</c:v>
                </c:pt>
                <c:pt idx="3974">
                  <c:v>3974</c:v>
                </c:pt>
                <c:pt idx="3975">
                  <c:v>3975</c:v>
                </c:pt>
                <c:pt idx="3976">
                  <c:v>3976</c:v>
                </c:pt>
                <c:pt idx="3977">
                  <c:v>3977</c:v>
                </c:pt>
                <c:pt idx="3978">
                  <c:v>3978</c:v>
                </c:pt>
                <c:pt idx="3979">
                  <c:v>3979</c:v>
                </c:pt>
                <c:pt idx="3980">
                  <c:v>3980</c:v>
                </c:pt>
                <c:pt idx="3981">
                  <c:v>3981</c:v>
                </c:pt>
                <c:pt idx="3982">
                  <c:v>3982</c:v>
                </c:pt>
                <c:pt idx="3983">
                  <c:v>3983</c:v>
                </c:pt>
                <c:pt idx="3984">
                  <c:v>3984</c:v>
                </c:pt>
                <c:pt idx="3985">
                  <c:v>3985</c:v>
                </c:pt>
                <c:pt idx="3986">
                  <c:v>3986</c:v>
                </c:pt>
                <c:pt idx="3987">
                  <c:v>3987</c:v>
                </c:pt>
                <c:pt idx="3988">
                  <c:v>3988</c:v>
                </c:pt>
                <c:pt idx="3989">
                  <c:v>3989</c:v>
                </c:pt>
                <c:pt idx="3990">
                  <c:v>3990</c:v>
                </c:pt>
                <c:pt idx="3991">
                  <c:v>3991</c:v>
                </c:pt>
                <c:pt idx="3992">
                  <c:v>3992</c:v>
                </c:pt>
                <c:pt idx="3993">
                  <c:v>3993</c:v>
                </c:pt>
                <c:pt idx="3994">
                  <c:v>3994</c:v>
                </c:pt>
                <c:pt idx="3995">
                  <c:v>3995</c:v>
                </c:pt>
                <c:pt idx="3996">
                  <c:v>3996</c:v>
                </c:pt>
                <c:pt idx="3997">
                  <c:v>3997</c:v>
                </c:pt>
                <c:pt idx="3998">
                  <c:v>3998</c:v>
                </c:pt>
                <c:pt idx="3999">
                  <c:v>3999</c:v>
                </c:pt>
                <c:pt idx="4000">
                  <c:v>4000</c:v>
                </c:pt>
                <c:pt idx="4001">
                  <c:v>4001</c:v>
                </c:pt>
                <c:pt idx="4002">
                  <c:v>4002</c:v>
                </c:pt>
                <c:pt idx="4003">
                  <c:v>4003</c:v>
                </c:pt>
                <c:pt idx="4004">
                  <c:v>4004</c:v>
                </c:pt>
                <c:pt idx="4005">
                  <c:v>4005</c:v>
                </c:pt>
                <c:pt idx="4006">
                  <c:v>4006</c:v>
                </c:pt>
                <c:pt idx="4007">
                  <c:v>4007</c:v>
                </c:pt>
                <c:pt idx="4008">
                  <c:v>4008</c:v>
                </c:pt>
                <c:pt idx="4009">
                  <c:v>4009</c:v>
                </c:pt>
                <c:pt idx="4010">
                  <c:v>4010</c:v>
                </c:pt>
                <c:pt idx="4011">
                  <c:v>4011</c:v>
                </c:pt>
                <c:pt idx="4012">
                  <c:v>4012</c:v>
                </c:pt>
                <c:pt idx="4013">
                  <c:v>4013</c:v>
                </c:pt>
                <c:pt idx="4014">
                  <c:v>4014</c:v>
                </c:pt>
                <c:pt idx="4015">
                  <c:v>4015</c:v>
                </c:pt>
                <c:pt idx="4016">
                  <c:v>4016</c:v>
                </c:pt>
                <c:pt idx="4017">
                  <c:v>4017</c:v>
                </c:pt>
                <c:pt idx="4018">
                  <c:v>4018</c:v>
                </c:pt>
                <c:pt idx="4019">
                  <c:v>4019</c:v>
                </c:pt>
                <c:pt idx="4020">
                  <c:v>4020</c:v>
                </c:pt>
                <c:pt idx="4021">
                  <c:v>4021</c:v>
                </c:pt>
                <c:pt idx="4022">
                  <c:v>4022</c:v>
                </c:pt>
                <c:pt idx="4023">
                  <c:v>4023</c:v>
                </c:pt>
                <c:pt idx="4024">
                  <c:v>4024</c:v>
                </c:pt>
                <c:pt idx="4025">
                  <c:v>4025</c:v>
                </c:pt>
                <c:pt idx="4026">
                  <c:v>4026</c:v>
                </c:pt>
                <c:pt idx="4027">
                  <c:v>4027</c:v>
                </c:pt>
                <c:pt idx="4028">
                  <c:v>4028</c:v>
                </c:pt>
                <c:pt idx="4029">
                  <c:v>4029</c:v>
                </c:pt>
                <c:pt idx="4030">
                  <c:v>4030</c:v>
                </c:pt>
                <c:pt idx="4031">
                  <c:v>4031</c:v>
                </c:pt>
                <c:pt idx="4032">
                  <c:v>4032</c:v>
                </c:pt>
                <c:pt idx="4033">
                  <c:v>4033</c:v>
                </c:pt>
                <c:pt idx="4034">
                  <c:v>4034</c:v>
                </c:pt>
                <c:pt idx="4035">
                  <c:v>4035</c:v>
                </c:pt>
                <c:pt idx="4036">
                  <c:v>4036</c:v>
                </c:pt>
                <c:pt idx="4037">
                  <c:v>4037</c:v>
                </c:pt>
                <c:pt idx="4038">
                  <c:v>4038</c:v>
                </c:pt>
                <c:pt idx="4039">
                  <c:v>4039</c:v>
                </c:pt>
                <c:pt idx="4040">
                  <c:v>4040</c:v>
                </c:pt>
                <c:pt idx="4041">
                  <c:v>4041</c:v>
                </c:pt>
                <c:pt idx="4042">
                  <c:v>4042</c:v>
                </c:pt>
                <c:pt idx="4043">
                  <c:v>4043</c:v>
                </c:pt>
                <c:pt idx="4044">
                  <c:v>4044</c:v>
                </c:pt>
                <c:pt idx="4045">
                  <c:v>4045</c:v>
                </c:pt>
                <c:pt idx="4046">
                  <c:v>4046</c:v>
                </c:pt>
                <c:pt idx="4047">
                  <c:v>4047</c:v>
                </c:pt>
                <c:pt idx="4048">
                  <c:v>4048</c:v>
                </c:pt>
                <c:pt idx="4049">
                  <c:v>4049</c:v>
                </c:pt>
                <c:pt idx="4050">
                  <c:v>4050</c:v>
                </c:pt>
                <c:pt idx="4051">
                  <c:v>4051</c:v>
                </c:pt>
                <c:pt idx="4052">
                  <c:v>4052</c:v>
                </c:pt>
                <c:pt idx="4053">
                  <c:v>4053</c:v>
                </c:pt>
                <c:pt idx="4054">
                  <c:v>4054</c:v>
                </c:pt>
                <c:pt idx="4055">
                  <c:v>4055</c:v>
                </c:pt>
                <c:pt idx="4056">
                  <c:v>4056</c:v>
                </c:pt>
                <c:pt idx="4057">
                  <c:v>4057</c:v>
                </c:pt>
                <c:pt idx="4058">
                  <c:v>4058</c:v>
                </c:pt>
                <c:pt idx="4059">
                  <c:v>4059</c:v>
                </c:pt>
                <c:pt idx="4060">
                  <c:v>4060</c:v>
                </c:pt>
                <c:pt idx="4061">
                  <c:v>4061</c:v>
                </c:pt>
                <c:pt idx="4062">
                  <c:v>4062</c:v>
                </c:pt>
                <c:pt idx="4063">
                  <c:v>4063</c:v>
                </c:pt>
                <c:pt idx="4064">
                  <c:v>4064</c:v>
                </c:pt>
                <c:pt idx="4065">
                  <c:v>4065</c:v>
                </c:pt>
                <c:pt idx="4066">
                  <c:v>4066</c:v>
                </c:pt>
                <c:pt idx="4067">
                  <c:v>4067</c:v>
                </c:pt>
                <c:pt idx="4068">
                  <c:v>4068</c:v>
                </c:pt>
                <c:pt idx="4069">
                  <c:v>4069</c:v>
                </c:pt>
                <c:pt idx="4070">
                  <c:v>4070</c:v>
                </c:pt>
                <c:pt idx="4071">
                  <c:v>4071</c:v>
                </c:pt>
                <c:pt idx="4072">
                  <c:v>4072</c:v>
                </c:pt>
                <c:pt idx="4073">
                  <c:v>4073</c:v>
                </c:pt>
                <c:pt idx="4074">
                  <c:v>4074</c:v>
                </c:pt>
                <c:pt idx="4075">
                  <c:v>4075</c:v>
                </c:pt>
                <c:pt idx="4076">
                  <c:v>4076</c:v>
                </c:pt>
                <c:pt idx="4077">
                  <c:v>4077</c:v>
                </c:pt>
                <c:pt idx="4078">
                  <c:v>4078</c:v>
                </c:pt>
                <c:pt idx="4079">
                  <c:v>4079</c:v>
                </c:pt>
                <c:pt idx="4080">
                  <c:v>4080</c:v>
                </c:pt>
                <c:pt idx="4081">
                  <c:v>4081</c:v>
                </c:pt>
                <c:pt idx="4082">
                  <c:v>4082</c:v>
                </c:pt>
                <c:pt idx="4083">
                  <c:v>4083</c:v>
                </c:pt>
                <c:pt idx="4084">
                  <c:v>4084</c:v>
                </c:pt>
                <c:pt idx="4085">
                  <c:v>4085</c:v>
                </c:pt>
                <c:pt idx="4086">
                  <c:v>4086</c:v>
                </c:pt>
                <c:pt idx="4087">
                  <c:v>4087</c:v>
                </c:pt>
                <c:pt idx="4088">
                  <c:v>4088</c:v>
                </c:pt>
                <c:pt idx="4089">
                  <c:v>4089</c:v>
                </c:pt>
                <c:pt idx="4090">
                  <c:v>4090</c:v>
                </c:pt>
                <c:pt idx="4091">
                  <c:v>4091</c:v>
                </c:pt>
                <c:pt idx="4092">
                  <c:v>4092</c:v>
                </c:pt>
                <c:pt idx="4093">
                  <c:v>4093</c:v>
                </c:pt>
                <c:pt idx="4094">
                  <c:v>4094</c:v>
                </c:pt>
                <c:pt idx="4095">
                  <c:v>4095</c:v>
                </c:pt>
                <c:pt idx="4096">
                  <c:v>4096</c:v>
                </c:pt>
                <c:pt idx="4097">
                  <c:v>4097</c:v>
                </c:pt>
                <c:pt idx="4098">
                  <c:v>4098</c:v>
                </c:pt>
                <c:pt idx="4099">
                  <c:v>4099</c:v>
                </c:pt>
                <c:pt idx="4100">
                  <c:v>4100</c:v>
                </c:pt>
                <c:pt idx="4101">
                  <c:v>4101</c:v>
                </c:pt>
                <c:pt idx="4102">
                  <c:v>4102</c:v>
                </c:pt>
                <c:pt idx="4103">
                  <c:v>4103</c:v>
                </c:pt>
                <c:pt idx="4104">
                  <c:v>4104</c:v>
                </c:pt>
                <c:pt idx="4105">
                  <c:v>4105</c:v>
                </c:pt>
                <c:pt idx="4106">
                  <c:v>4106</c:v>
                </c:pt>
                <c:pt idx="4107">
                  <c:v>4107</c:v>
                </c:pt>
                <c:pt idx="4108">
                  <c:v>4108</c:v>
                </c:pt>
                <c:pt idx="4109">
                  <c:v>4109</c:v>
                </c:pt>
                <c:pt idx="4110">
                  <c:v>4110</c:v>
                </c:pt>
                <c:pt idx="4111">
                  <c:v>4111</c:v>
                </c:pt>
                <c:pt idx="4112">
                  <c:v>4112</c:v>
                </c:pt>
                <c:pt idx="4113">
                  <c:v>4113</c:v>
                </c:pt>
                <c:pt idx="4114">
                  <c:v>4114</c:v>
                </c:pt>
                <c:pt idx="4115">
                  <c:v>4115</c:v>
                </c:pt>
                <c:pt idx="4116">
                  <c:v>4116</c:v>
                </c:pt>
                <c:pt idx="4117">
                  <c:v>4117</c:v>
                </c:pt>
                <c:pt idx="4118">
                  <c:v>4118</c:v>
                </c:pt>
                <c:pt idx="4119">
                  <c:v>4119</c:v>
                </c:pt>
                <c:pt idx="4120">
                  <c:v>4120</c:v>
                </c:pt>
                <c:pt idx="4121">
                  <c:v>4121</c:v>
                </c:pt>
                <c:pt idx="4122">
                  <c:v>4122</c:v>
                </c:pt>
                <c:pt idx="4123">
                  <c:v>4123</c:v>
                </c:pt>
                <c:pt idx="4124">
                  <c:v>4124</c:v>
                </c:pt>
                <c:pt idx="4125">
                  <c:v>4125</c:v>
                </c:pt>
                <c:pt idx="4126">
                  <c:v>4126</c:v>
                </c:pt>
                <c:pt idx="4127">
                  <c:v>4127</c:v>
                </c:pt>
                <c:pt idx="4128">
                  <c:v>4128</c:v>
                </c:pt>
                <c:pt idx="4129">
                  <c:v>4129</c:v>
                </c:pt>
                <c:pt idx="4130">
                  <c:v>4130</c:v>
                </c:pt>
                <c:pt idx="4131">
                  <c:v>4131</c:v>
                </c:pt>
                <c:pt idx="4132">
                  <c:v>4132</c:v>
                </c:pt>
                <c:pt idx="4133">
                  <c:v>4133</c:v>
                </c:pt>
                <c:pt idx="4134">
                  <c:v>4134</c:v>
                </c:pt>
                <c:pt idx="4135">
                  <c:v>4135</c:v>
                </c:pt>
                <c:pt idx="4136">
                  <c:v>4136</c:v>
                </c:pt>
                <c:pt idx="4137">
                  <c:v>4137</c:v>
                </c:pt>
                <c:pt idx="4138">
                  <c:v>4138</c:v>
                </c:pt>
                <c:pt idx="4139">
                  <c:v>4139</c:v>
                </c:pt>
                <c:pt idx="4140">
                  <c:v>4140</c:v>
                </c:pt>
                <c:pt idx="4141">
                  <c:v>4141</c:v>
                </c:pt>
                <c:pt idx="4142">
                  <c:v>4142</c:v>
                </c:pt>
                <c:pt idx="4143">
                  <c:v>4143</c:v>
                </c:pt>
                <c:pt idx="4144">
                  <c:v>4144</c:v>
                </c:pt>
                <c:pt idx="4145">
                  <c:v>4145</c:v>
                </c:pt>
                <c:pt idx="4146">
                  <c:v>4146</c:v>
                </c:pt>
                <c:pt idx="4147">
                  <c:v>4147</c:v>
                </c:pt>
                <c:pt idx="4148">
                  <c:v>4148</c:v>
                </c:pt>
                <c:pt idx="4149">
                  <c:v>4149</c:v>
                </c:pt>
                <c:pt idx="4150">
                  <c:v>4150</c:v>
                </c:pt>
                <c:pt idx="4151">
                  <c:v>4151</c:v>
                </c:pt>
                <c:pt idx="4152">
                  <c:v>4152</c:v>
                </c:pt>
                <c:pt idx="4153">
                  <c:v>4153</c:v>
                </c:pt>
                <c:pt idx="4154">
                  <c:v>4154</c:v>
                </c:pt>
                <c:pt idx="4155">
                  <c:v>4155</c:v>
                </c:pt>
                <c:pt idx="4156">
                  <c:v>4156</c:v>
                </c:pt>
                <c:pt idx="4157">
                  <c:v>4157</c:v>
                </c:pt>
                <c:pt idx="4158">
                  <c:v>4158</c:v>
                </c:pt>
                <c:pt idx="4159">
                  <c:v>4159</c:v>
                </c:pt>
                <c:pt idx="4160">
                  <c:v>4160</c:v>
                </c:pt>
                <c:pt idx="4161">
                  <c:v>4161</c:v>
                </c:pt>
                <c:pt idx="4162">
                  <c:v>4162</c:v>
                </c:pt>
                <c:pt idx="4163">
                  <c:v>4163</c:v>
                </c:pt>
                <c:pt idx="4164">
                  <c:v>4164</c:v>
                </c:pt>
                <c:pt idx="4165">
                  <c:v>4165</c:v>
                </c:pt>
                <c:pt idx="4166">
                  <c:v>4166</c:v>
                </c:pt>
                <c:pt idx="4167">
                  <c:v>4167</c:v>
                </c:pt>
                <c:pt idx="4168">
                  <c:v>4168</c:v>
                </c:pt>
                <c:pt idx="4169">
                  <c:v>4169</c:v>
                </c:pt>
                <c:pt idx="4170">
                  <c:v>4170</c:v>
                </c:pt>
                <c:pt idx="4171">
                  <c:v>4171</c:v>
                </c:pt>
                <c:pt idx="4172">
                  <c:v>4172</c:v>
                </c:pt>
                <c:pt idx="4173">
                  <c:v>4173</c:v>
                </c:pt>
                <c:pt idx="4174">
                  <c:v>4174</c:v>
                </c:pt>
                <c:pt idx="4175">
                  <c:v>4175</c:v>
                </c:pt>
                <c:pt idx="4176">
                  <c:v>4176</c:v>
                </c:pt>
                <c:pt idx="4177">
                  <c:v>4177</c:v>
                </c:pt>
                <c:pt idx="4178">
                  <c:v>4178</c:v>
                </c:pt>
                <c:pt idx="4179">
                  <c:v>4179</c:v>
                </c:pt>
                <c:pt idx="4180">
                  <c:v>4180</c:v>
                </c:pt>
                <c:pt idx="4181">
                  <c:v>4181</c:v>
                </c:pt>
                <c:pt idx="4182">
                  <c:v>4182</c:v>
                </c:pt>
                <c:pt idx="4183">
                  <c:v>4183</c:v>
                </c:pt>
                <c:pt idx="4184">
                  <c:v>4184</c:v>
                </c:pt>
                <c:pt idx="4185">
                  <c:v>4185</c:v>
                </c:pt>
                <c:pt idx="4186">
                  <c:v>4186</c:v>
                </c:pt>
                <c:pt idx="4187">
                  <c:v>4187</c:v>
                </c:pt>
                <c:pt idx="4188">
                  <c:v>4188</c:v>
                </c:pt>
                <c:pt idx="4189">
                  <c:v>4189</c:v>
                </c:pt>
                <c:pt idx="4190">
                  <c:v>4190</c:v>
                </c:pt>
                <c:pt idx="4191">
                  <c:v>4191</c:v>
                </c:pt>
                <c:pt idx="4192">
                  <c:v>4192</c:v>
                </c:pt>
                <c:pt idx="4193">
                  <c:v>4193</c:v>
                </c:pt>
                <c:pt idx="4194">
                  <c:v>4194</c:v>
                </c:pt>
                <c:pt idx="4195">
                  <c:v>4195</c:v>
                </c:pt>
                <c:pt idx="4196">
                  <c:v>4196</c:v>
                </c:pt>
                <c:pt idx="4197">
                  <c:v>4197</c:v>
                </c:pt>
                <c:pt idx="4198">
                  <c:v>4198</c:v>
                </c:pt>
                <c:pt idx="4199">
                  <c:v>4199</c:v>
                </c:pt>
                <c:pt idx="4200">
                  <c:v>4200</c:v>
                </c:pt>
                <c:pt idx="4201">
                  <c:v>4201</c:v>
                </c:pt>
                <c:pt idx="4202">
                  <c:v>4202</c:v>
                </c:pt>
                <c:pt idx="4203">
                  <c:v>4203</c:v>
                </c:pt>
                <c:pt idx="4204">
                  <c:v>4204</c:v>
                </c:pt>
                <c:pt idx="4205">
                  <c:v>4205</c:v>
                </c:pt>
                <c:pt idx="4206">
                  <c:v>4206</c:v>
                </c:pt>
                <c:pt idx="4207">
                  <c:v>4207</c:v>
                </c:pt>
                <c:pt idx="4208">
                  <c:v>4208</c:v>
                </c:pt>
                <c:pt idx="4209">
                  <c:v>4209</c:v>
                </c:pt>
                <c:pt idx="4210">
                  <c:v>4210</c:v>
                </c:pt>
                <c:pt idx="4211">
                  <c:v>4211</c:v>
                </c:pt>
                <c:pt idx="4212">
                  <c:v>4212</c:v>
                </c:pt>
                <c:pt idx="4213">
                  <c:v>4213</c:v>
                </c:pt>
                <c:pt idx="4214">
                  <c:v>4214</c:v>
                </c:pt>
                <c:pt idx="4215">
                  <c:v>4215</c:v>
                </c:pt>
                <c:pt idx="4216">
                  <c:v>4216</c:v>
                </c:pt>
                <c:pt idx="4217">
                  <c:v>4217</c:v>
                </c:pt>
                <c:pt idx="4218">
                  <c:v>4218</c:v>
                </c:pt>
                <c:pt idx="4219">
                  <c:v>4219</c:v>
                </c:pt>
                <c:pt idx="4220">
                  <c:v>4220</c:v>
                </c:pt>
                <c:pt idx="4221">
                  <c:v>4221</c:v>
                </c:pt>
                <c:pt idx="4222">
                  <c:v>4222</c:v>
                </c:pt>
                <c:pt idx="4223">
                  <c:v>4223</c:v>
                </c:pt>
                <c:pt idx="4224">
                  <c:v>4224</c:v>
                </c:pt>
                <c:pt idx="4225">
                  <c:v>4225</c:v>
                </c:pt>
                <c:pt idx="4226">
                  <c:v>4226</c:v>
                </c:pt>
                <c:pt idx="4227">
                  <c:v>4227</c:v>
                </c:pt>
                <c:pt idx="4228">
                  <c:v>4228</c:v>
                </c:pt>
                <c:pt idx="4229">
                  <c:v>4229</c:v>
                </c:pt>
                <c:pt idx="4230">
                  <c:v>4230</c:v>
                </c:pt>
                <c:pt idx="4231">
                  <c:v>4231</c:v>
                </c:pt>
                <c:pt idx="4232">
                  <c:v>4232</c:v>
                </c:pt>
                <c:pt idx="4233">
                  <c:v>4233</c:v>
                </c:pt>
                <c:pt idx="4234">
                  <c:v>4234</c:v>
                </c:pt>
                <c:pt idx="4235">
                  <c:v>4235</c:v>
                </c:pt>
                <c:pt idx="4236">
                  <c:v>4236</c:v>
                </c:pt>
                <c:pt idx="4237">
                  <c:v>4237</c:v>
                </c:pt>
                <c:pt idx="4238">
                  <c:v>4238</c:v>
                </c:pt>
                <c:pt idx="4239">
                  <c:v>4239</c:v>
                </c:pt>
                <c:pt idx="4240">
                  <c:v>4240</c:v>
                </c:pt>
                <c:pt idx="4241">
                  <c:v>4241</c:v>
                </c:pt>
                <c:pt idx="4242">
                  <c:v>4242</c:v>
                </c:pt>
                <c:pt idx="4243">
                  <c:v>4243</c:v>
                </c:pt>
                <c:pt idx="4244">
                  <c:v>4244</c:v>
                </c:pt>
                <c:pt idx="4245">
                  <c:v>4245</c:v>
                </c:pt>
                <c:pt idx="4246">
                  <c:v>4246</c:v>
                </c:pt>
                <c:pt idx="4247">
                  <c:v>4247</c:v>
                </c:pt>
                <c:pt idx="4248">
                  <c:v>4248</c:v>
                </c:pt>
                <c:pt idx="4249">
                  <c:v>4249</c:v>
                </c:pt>
                <c:pt idx="4250">
                  <c:v>4250</c:v>
                </c:pt>
                <c:pt idx="4251">
                  <c:v>4251</c:v>
                </c:pt>
                <c:pt idx="4252">
                  <c:v>4252</c:v>
                </c:pt>
                <c:pt idx="4253">
                  <c:v>4253</c:v>
                </c:pt>
                <c:pt idx="4254">
                  <c:v>4254</c:v>
                </c:pt>
                <c:pt idx="4255">
                  <c:v>4255</c:v>
                </c:pt>
                <c:pt idx="4256">
                  <c:v>4256</c:v>
                </c:pt>
                <c:pt idx="4257">
                  <c:v>4257</c:v>
                </c:pt>
                <c:pt idx="4258">
                  <c:v>4258</c:v>
                </c:pt>
                <c:pt idx="4259">
                  <c:v>4259</c:v>
                </c:pt>
                <c:pt idx="4260">
                  <c:v>4260</c:v>
                </c:pt>
                <c:pt idx="4261">
                  <c:v>4261</c:v>
                </c:pt>
                <c:pt idx="4262">
                  <c:v>4262</c:v>
                </c:pt>
                <c:pt idx="4263">
                  <c:v>4263</c:v>
                </c:pt>
                <c:pt idx="4264">
                  <c:v>4264</c:v>
                </c:pt>
                <c:pt idx="4265">
                  <c:v>4265</c:v>
                </c:pt>
                <c:pt idx="4266">
                  <c:v>4266</c:v>
                </c:pt>
                <c:pt idx="4267">
                  <c:v>4267</c:v>
                </c:pt>
                <c:pt idx="4268">
                  <c:v>4268</c:v>
                </c:pt>
                <c:pt idx="4269">
                  <c:v>4269</c:v>
                </c:pt>
                <c:pt idx="4270">
                  <c:v>4270</c:v>
                </c:pt>
                <c:pt idx="4271">
                  <c:v>4271</c:v>
                </c:pt>
                <c:pt idx="4272">
                  <c:v>4272</c:v>
                </c:pt>
                <c:pt idx="4273">
                  <c:v>4273</c:v>
                </c:pt>
                <c:pt idx="4274">
                  <c:v>4274</c:v>
                </c:pt>
                <c:pt idx="4275">
                  <c:v>4275</c:v>
                </c:pt>
                <c:pt idx="4276">
                  <c:v>4276</c:v>
                </c:pt>
                <c:pt idx="4277">
                  <c:v>4277</c:v>
                </c:pt>
                <c:pt idx="4278">
                  <c:v>4278</c:v>
                </c:pt>
                <c:pt idx="4279">
                  <c:v>4279</c:v>
                </c:pt>
                <c:pt idx="4280">
                  <c:v>4280</c:v>
                </c:pt>
                <c:pt idx="4281">
                  <c:v>4281</c:v>
                </c:pt>
                <c:pt idx="4282">
                  <c:v>4282</c:v>
                </c:pt>
                <c:pt idx="4283">
                  <c:v>4283</c:v>
                </c:pt>
                <c:pt idx="4284">
                  <c:v>4284</c:v>
                </c:pt>
                <c:pt idx="4285">
                  <c:v>4285</c:v>
                </c:pt>
                <c:pt idx="4286">
                  <c:v>4286</c:v>
                </c:pt>
                <c:pt idx="4287">
                  <c:v>4287</c:v>
                </c:pt>
                <c:pt idx="4288">
                  <c:v>4288</c:v>
                </c:pt>
                <c:pt idx="4289">
                  <c:v>4289</c:v>
                </c:pt>
                <c:pt idx="4290">
                  <c:v>4290</c:v>
                </c:pt>
                <c:pt idx="4291">
                  <c:v>4291</c:v>
                </c:pt>
                <c:pt idx="4292">
                  <c:v>4292</c:v>
                </c:pt>
                <c:pt idx="4293">
                  <c:v>4293</c:v>
                </c:pt>
                <c:pt idx="4294">
                  <c:v>4294</c:v>
                </c:pt>
                <c:pt idx="4295">
                  <c:v>4295</c:v>
                </c:pt>
                <c:pt idx="4296">
                  <c:v>4296</c:v>
                </c:pt>
                <c:pt idx="4297">
                  <c:v>4297</c:v>
                </c:pt>
                <c:pt idx="4298">
                  <c:v>4298</c:v>
                </c:pt>
                <c:pt idx="4299">
                  <c:v>4299</c:v>
                </c:pt>
                <c:pt idx="4300">
                  <c:v>4300</c:v>
                </c:pt>
                <c:pt idx="4301">
                  <c:v>4301</c:v>
                </c:pt>
                <c:pt idx="4302">
                  <c:v>4302</c:v>
                </c:pt>
                <c:pt idx="4303">
                  <c:v>4303</c:v>
                </c:pt>
                <c:pt idx="4304">
                  <c:v>4304</c:v>
                </c:pt>
                <c:pt idx="4305">
                  <c:v>4305</c:v>
                </c:pt>
                <c:pt idx="4306">
                  <c:v>4306</c:v>
                </c:pt>
                <c:pt idx="4307">
                  <c:v>4307</c:v>
                </c:pt>
                <c:pt idx="4308">
                  <c:v>4308</c:v>
                </c:pt>
                <c:pt idx="4309">
                  <c:v>4309</c:v>
                </c:pt>
                <c:pt idx="4310">
                  <c:v>4310</c:v>
                </c:pt>
                <c:pt idx="4311">
                  <c:v>4311</c:v>
                </c:pt>
                <c:pt idx="4312">
                  <c:v>4312</c:v>
                </c:pt>
                <c:pt idx="4313">
                  <c:v>4313</c:v>
                </c:pt>
                <c:pt idx="4314">
                  <c:v>4314</c:v>
                </c:pt>
                <c:pt idx="4315">
                  <c:v>4315</c:v>
                </c:pt>
                <c:pt idx="4316">
                  <c:v>4316</c:v>
                </c:pt>
                <c:pt idx="4317">
                  <c:v>4317</c:v>
                </c:pt>
                <c:pt idx="4318">
                  <c:v>4318</c:v>
                </c:pt>
                <c:pt idx="4319">
                  <c:v>4319</c:v>
                </c:pt>
                <c:pt idx="4320">
                  <c:v>4320</c:v>
                </c:pt>
                <c:pt idx="4321">
                  <c:v>4321</c:v>
                </c:pt>
                <c:pt idx="4322">
                  <c:v>4322</c:v>
                </c:pt>
                <c:pt idx="4323">
                  <c:v>4323</c:v>
                </c:pt>
                <c:pt idx="4324">
                  <c:v>4324</c:v>
                </c:pt>
                <c:pt idx="4325">
                  <c:v>4325</c:v>
                </c:pt>
                <c:pt idx="4326">
                  <c:v>4326</c:v>
                </c:pt>
                <c:pt idx="4327">
                  <c:v>4327</c:v>
                </c:pt>
                <c:pt idx="4328">
                  <c:v>4328</c:v>
                </c:pt>
                <c:pt idx="4329">
                  <c:v>4329</c:v>
                </c:pt>
                <c:pt idx="4330">
                  <c:v>4330</c:v>
                </c:pt>
                <c:pt idx="4331">
                  <c:v>4331</c:v>
                </c:pt>
                <c:pt idx="4332">
                  <c:v>4332</c:v>
                </c:pt>
                <c:pt idx="4333">
                  <c:v>4333</c:v>
                </c:pt>
                <c:pt idx="4334">
                  <c:v>4334</c:v>
                </c:pt>
                <c:pt idx="4335">
                  <c:v>4335</c:v>
                </c:pt>
                <c:pt idx="4336">
                  <c:v>4336</c:v>
                </c:pt>
                <c:pt idx="4337">
                  <c:v>4337</c:v>
                </c:pt>
                <c:pt idx="4338">
                  <c:v>4338</c:v>
                </c:pt>
                <c:pt idx="4339">
                  <c:v>4339</c:v>
                </c:pt>
                <c:pt idx="4340">
                  <c:v>4340</c:v>
                </c:pt>
                <c:pt idx="4341">
                  <c:v>4341</c:v>
                </c:pt>
                <c:pt idx="4342">
                  <c:v>4342</c:v>
                </c:pt>
                <c:pt idx="4343">
                  <c:v>4343</c:v>
                </c:pt>
                <c:pt idx="4344">
                  <c:v>4344</c:v>
                </c:pt>
                <c:pt idx="4345">
                  <c:v>4345</c:v>
                </c:pt>
                <c:pt idx="4346">
                  <c:v>4346</c:v>
                </c:pt>
                <c:pt idx="4347">
                  <c:v>4347</c:v>
                </c:pt>
                <c:pt idx="4348">
                  <c:v>4348</c:v>
                </c:pt>
                <c:pt idx="4349">
                  <c:v>4349</c:v>
                </c:pt>
                <c:pt idx="4350">
                  <c:v>4350</c:v>
                </c:pt>
                <c:pt idx="4351">
                  <c:v>4351</c:v>
                </c:pt>
                <c:pt idx="4352">
                  <c:v>4352</c:v>
                </c:pt>
                <c:pt idx="4353">
                  <c:v>4353</c:v>
                </c:pt>
                <c:pt idx="4354">
                  <c:v>4354</c:v>
                </c:pt>
                <c:pt idx="4355">
                  <c:v>4355</c:v>
                </c:pt>
                <c:pt idx="4356">
                  <c:v>4356</c:v>
                </c:pt>
                <c:pt idx="4357">
                  <c:v>4357</c:v>
                </c:pt>
                <c:pt idx="4358">
                  <c:v>4358</c:v>
                </c:pt>
                <c:pt idx="4359">
                  <c:v>4359</c:v>
                </c:pt>
                <c:pt idx="4360">
                  <c:v>4360</c:v>
                </c:pt>
                <c:pt idx="4361">
                  <c:v>4361</c:v>
                </c:pt>
                <c:pt idx="4362">
                  <c:v>4362</c:v>
                </c:pt>
                <c:pt idx="4363">
                  <c:v>4363</c:v>
                </c:pt>
                <c:pt idx="4364">
                  <c:v>4364</c:v>
                </c:pt>
                <c:pt idx="4365">
                  <c:v>4365</c:v>
                </c:pt>
                <c:pt idx="4366">
                  <c:v>4366</c:v>
                </c:pt>
                <c:pt idx="4367">
                  <c:v>4367</c:v>
                </c:pt>
                <c:pt idx="4368">
                  <c:v>4368</c:v>
                </c:pt>
                <c:pt idx="4369">
                  <c:v>4369</c:v>
                </c:pt>
                <c:pt idx="4370">
                  <c:v>4370</c:v>
                </c:pt>
                <c:pt idx="4371">
                  <c:v>4371</c:v>
                </c:pt>
                <c:pt idx="4372">
                  <c:v>4372</c:v>
                </c:pt>
                <c:pt idx="4373">
                  <c:v>4373</c:v>
                </c:pt>
                <c:pt idx="4374">
                  <c:v>4374</c:v>
                </c:pt>
                <c:pt idx="4375">
                  <c:v>4375</c:v>
                </c:pt>
                <c:pt idx="4376">
                  <c:v>4376</c:v>
                </c:pt>
                <c:pt idx="4377">
                  <c:v>4377</c:v>
                </c:pt>
                <c:pt idx="4378">
                  <c:v>4378</c:v>
                </c:pt>
                <c:pt idx="4379">
                  <c:v>4379</c:v>
                </c:pt>
                <c:pt idx="4380">
                  <c:v>4380</c:v>
                </c:pt>
                <c:pt idx="4381">
                  <c:v>4381</c:v>
                </c:pt>
                <c:pt idx="4382">
                  <c:v>4382</c:v>
                </c:pt>
                <c:pt idx="4383">
                  <c:v>4383</c:v>
                </c:pt>
                <c:pt idx="4384">
                  <c:v>4384</c:v>
                </c:pt>
                <c:pt idx="4385">
                  <c:v>4385</c:v>
                </c:pt>
                <c:pt idx="4386">
                  <c:v>4386</c:v>
                </c:pt>
                <c:pt idx="4387">
                  <c:v>4387</c:v>
                </c:pt>
                <c:pt idx="4388">
                  <c:v>4388</c:v>
                </c:pt>
                <c:pt idx="4389">
                  <c:v>4389</c:v>
                </c:pt>
                <c:pt idx="4390">
                  <c:v>4390</c:v>
                </c:pt>
                <c:pt idx="4391">
                  <c:v>4391</c:v>
                </c:pt>
                <c:pt idx="4392">
                  <c:v>4392</c:v>
                </c:pt>
                <c:pt idx="4393">
                  <c:v>4393</c:v>
                </c:pt>
                <c:pt idx="4394">
                  <c:v>4394</c:v>
                </c:pt>
                <c:pt idx="4395">
                  <c:v>4395</c:v>
                </c:pt>
                <c:pt idx="4396">
                  <c:v>4396</c:v>
                </c:pt>
                <c:pt idx="4397">
                  <c:v>4397</c:v>
                </c:pt>
                <c:pt idx="4398">
                  <c:v>4398</c:v>
                </c:pt>
                <c:pt idx="4399">
                  <c:v>4399</c:v>
                </c:pt>
                <c:pt idx="4400">
                  <c:v>4400</c:v>
                </c:pt>
                <c:pt idx="4401">
                  <c:v>4401</c:v>
                </c:pt>
                <c:pt idx="4402">
                  <c:v>4402</c:v>
                </c:pt>
                <c:pt idx="4403">
                  <c:v>4403</c:v>
                </c:pt>
                <c:pt idx="4404">
                  <c:v>4404</c:v>
                </c:pt>
                <c:pt idx="4405">
                  <c:v>4405</c:v>
                </c:pt>
                <c:pt idx="4406">
                  <c:v>4406</c:v>
                </c:pt>
                <c:pt idx="4407">
                  <c:v>4407</c:v>
                </c:pt>
                <c:pt idx="4408">
                  <c:v>4408</c:v>
                </c:pt>
                <c:pt idx="4409">
                  <c:v>4409</c:v>
                </c:pt>
                <c:pt idx="4410">
                  <c:v>4410</c:v>
                </c:pt>
                <c:pt idx="4411">
                  <c:v>4411</c:v>
                </c:pt>
                <c:pt idx="4412">
                  <c:v>4412</c:v>
                </c:pt>
                <c:pt idx="4413">
                  <c:v>4413</c:v>
                </c:pt>
                <c:pt idx="4414">
                  <c:v>4414</c:v>
                </c:pt>
                <c:pt idx="4415">
                  <c:v>4415</c:v>
                </c:pt>
                <c:pt idx="4416">
                  <c:v>4416</c:v>
                </c:pt>
                <c:pt idx="4417">
                  <c:v>4417</c:v>
                </c:pt>
                <c:pt idx="4418">
                  <c:v>4418</c:v>
                </c:pt>
                <c:pt idx="4419">
                  <c:v>4419</c:v>
                </c:pt>
                <c:pt idx="4420">
                  <c:v>4420</c:v>
                </c:pt>
                <c:pt idx="4421">
                  <c:v>4421</c:v>
                </c:pt>
                <c:pt idx="4422">
                  <c:v>4422</c:v>
                </c:pt>
                <c:pt idx="4423">
                  <c:v>4423</c:v>
                </c:pt>
                <c:pt idx="4424">
                  <c:v>4424</c:v>
                </c:pt>
                <c:pt idx="4425">
                  <c:v>4425</c:v>
                </c:pt>
                <c:pt idx="4426">
                  <c:v>4426</c:v>
                </c:pt>
                <c:pt idx="4427">
                  <c:v>4427</c:v>
                </c:pt>
                <c:pt idx="4428">
                  <c:v>4428</c:v>
                </c:pt>
                <c:pt idx="4429">
                  <c:v>4429</c:v>
                </c:pt>
                <c:pt idx="4430">
                  <c:v>4430</c:v>
                </c:pt>
                <c:pt idx="4431">
                  <c:v>4431</c:v>
                </c:pt>
                <c:pt idx="4432">
                  <c:v>4432</c:v>
                </c:pt>
                <c:pt idx="4433">
                  <c:v>4433</c:v>
                </c:pt>
                <c:pt idx="4434">
                  <c:v>4434</c:v>
                </c:pt>
                <c:pt idx="4435">
                  <c:v>4435</c:v>
                </c:pt>
                <c:pt idx="4436">
                  <c:v>4436</c:v>
                </c:pt>
                <c:pt idx="4437">
                  <c:v>4437</c:v>
                </c:pt>
                <c:pt idx="4438">
                  <c:v>4438</c:v>
                </c:pt>
                <c:pt idx="4439">
                  <c:v>4439</c:v>
                </c:pt>
                <c:pt idx="4440">
                  <c:v>4440</c:v>
                </c:pt>
                <c:pt idx="4441">
                  <c:v>4441</c:v>
                </c:pt>
                <c:pt idx="4442">
                  <c:v>4442</c:v>
                </c:pt>
                <c:pt idx="4443">
                  <c:v>4443</c:v>
                </c:pt>
                <c:pt idx="4444">
                  <c:v>4444</c:v>
                </c:pt>
                <c:pt idx="4445">
                  <c:v>4445</c:v>
                </c:pt>
                <c:pt idx="4446">
                  <c:v>4446</c:v>
                </c:pt>
                <c:pt idx="4447">
                  <c:v>4447</c:v>
                </c:pt>
                <c:pt idx="4448">
                  <c:v>4448</c:v>
                </c:pt>
                <c:pt idx="4449">
                  <c:v>4449</c:v>
                </c:pt>
                <c:pt idx="4450">
                  <c:v>4450</c:v>
                </c:pt>
                <c:pt idx="4451">
                  <c:v>4451</c:v>
                </c:pt>
                <c:pt idx="4452">
                  <c:v>4452</c:v>
                </c:pt>
                <c:pt idx="4453">
                  <c:v>4453</c:v>
                </c:pt>
                <c:pt idx="4454">
                  <c:v>4454</c:v>
                </c:pt>
                <c:pt idx="4455">
                  <c:v>4455</c:v>
                </c:pt>
                <c:pt idx="4456">
                  <c:v>4456</c:v>
                </c:pt>
                <c:pt idx="4457">
                  <c:v>4457</c:v>
                </c:pt>
                <c:pt idx="4458">
                  <c:v>4458</c:v>
                </c:pt>
                <c:pt idx="4459">
                  <c:v>4459</c:v>
                </c:pt>
                <c:pt idx="4460">
                  <c:v>4460</c:v>
                </c:pt>
                <c:pt idx="4461">
                  <c:v>4461</c:v>
                </c:pt>
                <c:pt idx="4462">
                  <c:v>4462</c:v>
                </c:pt>
                <c:pt idx="4463">
                  <c:v>4463</c:v>
                </c:pt>
                <c:pt idx="4464">
                  <c:v>4464</c:v>
                </c:pt>
                <c:pt idx="4465">
                  <c:v>4465</c:v>
                </c:pt>
                <c:pt idx="4466">
                  <c:v>4466</c:v>
                </c:pt>
                <c:pt idx="4467">
                  <c:v>4467</c:v>
                </c:pt>
                <c:pt idx="4468">
                  <c:v>4468</c:v>
                </c:pt>
                <c:pt idx="4469">
                  <c:v>4469</c:v>
                </c:pt>
                <c:pt idx="4470">
                  <c:v>4470</c:v>
                </c:pt>
                <c:pt idx="4471">
                  <c:v>4471</c:v>
                </c:pt>
                <c:pt idx="4472">
                  <c:v>4472</c:v>
                </c:pt>
                <c:pt idx="4473">
                  <c:v>4473</c:v>
                </c:pt>
                <c:pt idx="4474">
                  <c:v>4474</c:v>
                </c:pt>
                <c:pt idx="4475">
                  <c:v>4475</c:v>
                </c:pt>
                <c:pt idx="4476">
                  <c:v>4476</c:v>
                </c:pt>
                <c:pt idx="4477">
                  <c:v>4477</c:v>
                </c:pt>
                <c:pt idx="4478">
                  <c:v>4478</c:v>
                </c:pt>
                <c:pt idx="4479">
                  <c:v>4479</c:v>
                </c:pt>
                <c:pt idx="4480">
                  <c:v>4480</c:v>
                </c:pt>
                <c:pt idx="4481">
                  <c:v>4481</c:v>
                </c:pt>
                <c:pt idx="4482">
                  <c:v>4482</c:v>
                </c:pt>
                <c:pt idx="4483">
                  <c:v>4483</c:v>
                </c:pt>
                <c:pt idx="4484">
                  <c:v>4484</c:v>
                </c:pt>
                <c:pt idx="4485">
                  <c:v>4485</c:v>
                </c:pt>
                <c:pt idx="4486">
                  <c:v>4486</c:v>
                </c:pt>
                <c:pt idx="4487">
                  <c:v>4487</c:v>
                </c:pt>
                <c:pt idx="4488">
                  <c:v>4488</c:v>
                </c:pt>
                <c:pt idx="4489">
                  <c:v>4489</c:v>
                </c:pt>
                <c:pt idx="4490">
                  <c:v>4490</c:v>
                </c:pt>
                <c:pt idx="4491">
                  <c:v>4491</c:v>
                </c:pt>
                <c:pt idx="4492">
                  <c:v>4492</c:v>
                </c:pt>
                <c:pt idx="4493">
                  <c:v>4493</c:v>
                </c:pt>
                <c:pt idx="4494">
                  <c:v>4494</c:v>
                </c:pt>
                <c:pt idx="4495">
                  <c:v>4495</c:v>
                </c:pt>
                <c:pt idx="4496">
                  <c:v>4496</c:v>
                </c:pt>
                <c:pt idx="4497">
                  <c:v>4497</c:v>
                </c:pt>
                <c:pt idx="4498">
                  <c:v>4498</c:v>
                </c:pt>
                <c:pt idx="4499">
                  <c:v>4499</c:v>
                </c:pt>
                <c:pt idx="4500">
                  <c:v>4500</c:v>
                </c:pt>
                <c:pt idx="4501">
                  <c:v>4501</c:v>
                </c:pt>
                <c:pt idx="4502">
                  <c:v>4502</c:v>
                </c:pt>
                <c:pt idx="4503">
                  <c:v>4503</c:v>
                </c:pt>
                <c:pt idx="4504">
                  <c:v>4504</c:v>
                </c:pt>
                <c:pt idx="4505">
                  <c:v>4505</c:v>
                </c:pt>
                <c:pt idx="4506">
                  <c:v>4506</c:v>
                </c:pt>
                <c:pt idx="4507">
                  <c:v>4507</c:v>
                </c:pt>
                <c:pt idx="4508">
                  <c:v>4508</c:v>
                </c:pt>
                <c:pt idx="4509">
                  <c:v>4509</c:v>
                </c:pt>
                <c:pt idx="4510">
                  <c:v>4510</c:v>
                </c:pt>
                <c:pt idx="4511">
                  <c:v>4511</c:v>
                </c:pt>
                <c:pt idx="4512">
                  <c:v>4512</c:v>
                </c:pt>
                <c:pt idx="4513">
                  <c:v>4513</c:v>
                </c:pt>
                <c:pt idx="4514">
                  <c:v>4514</c:v>
                </c:pt>
                <c:pt idx="4515">
                  <c:v>4515</c:v>
                </c:pt>
                <c:pt idx="4516">
                  <c:v>4516</c:v>
                </c:pt>
                <c:pt idx="4517">
                  <c:v>4517</c:v>
                </c:pt>
                <c:pt idx="4518">
                  <c:v>4518</c:v>
                </c:pt>
                <c:pt idx="4519">
                  <c:v>4519</c:v>
                </c:pt>
                <c:pt idx="4520">
                  <c:v>4520</c:v>
                </c:pt>
                <c:pt idx="4521">
                  <c:v>4521</c:v>
                </c:pt>
                <c:pt idx="4522">
                  <c:v>4522</c:v>
                </c:pt>
                <c:pt idx="4523">
                  <c:v>4523</c:v>
                </c:pt>
                <c:pt idx="4524">
                  <c:v>4524</c:v>
                </c:pt>
                <c:pt idx="4525">
                  <c:v>4525</c:v>
                </c:pt>
                <c:pt idx="4526">
                  <c:v>4526</c:v>
                </c:pt>
                <c:pt idx="4527">
                  <c:v>4527</c:v>
                </c:pt>
                <c:pt idx="4528">
                  <c:v>4528</c:v>
                </c:pt>
                <c:pt idx="4529">
                  <c:v>4529</c:v>
                </c:pt>
                <c:pt idx="4530">
                  <c:v>4530</c:v>
                </c:pt>
                <c:pt idx="4531">
                  <c:v>4531</c:v>
                </c:pt>
                <c:pt idx="4532">
                  <c:v>4532</c:v>
                </c:pt>
                <c:pt idx="4533">
                  <c:v>4533</c:v>
                </c:pt>
                <c:pt idx="4534">
                  <c:v>4534</c:v>
                </c:pt>
                <c:pt idx="4535">
                  <c:v>4535</c:v>
                </c:pt>
                <c:pt idx="4536">
                  <c:v>4536</c:v>
                </c:pt>
                <c:pt idx="4537">
                  <c:v>4537</c:v>
                </c:pt>
                <c:pt idx="4538">
                  <c:v>4538</c:v>
                </c:pt>
                <c:pt idx="4539">
                  <c:v>4539</c:v>
                </c:pt>
                <c:pt idx="4540">
                  <c:v>4540</c:v>
                </c:pt>
                <c:pt idx="4541">
                  <c:v>4541</c:v>
                </c:pt>
                <c:pt idx="4542">
                  <c:v>4542</c:v>
                </c:pt>
                <c:pt idx="4543">
                  <c:v>4543</c:v>
                </c:pt>
                <c:pt idx="4544">
                  <c:v>4544</c:v>
                </c:pt>
                <c:pt idx="4545">
                  <c:v>4545</c:v>
                </c:pt>
                <c:pt idx="4546">
                  <c:v>4546</c:v>
                </c:pt>
                <c:pt idx="4547">
                  <c:v>4547</c:v>
                </c:pt>
                <c:pt idx="4548">
                  <c:v>4548</c:v>
                </c:pt>
                <c:pt idx="4549">
                  <c:v>4549</c:v>
                </c:pt>
                <c:pt idx="4550">
                  <c:v>4550</c:v>
                </c:pt>
                <c:pt idx="4551">
                  <c:v>4551</c:v>
                </c:pt>
                <c:pt idx="4552">
                  <c:v>4552</c:v>
                </c:pt>
                <c:pt idx="4553">
                  <c:v>4553</c:v>
                </c:pt>
                <c:pt idx="4554">
                  <c:v>4554</c:v>
                </c:pt>
                <c:pt idx="4555">
                  <c:v>4555</c:v>
                </c:pt>
                <c:pt idx="4556">
                  <c:v>4556</c:v>
                </c:pt>
                <c:pt idx="4557">
                  <c:v>4557</c:v>
                </c:pt>
                <c:pt idx="4558">
                  <c:v>4558</c:v>
                </c:pt>
                <c:pt idx="4559">
                  <c:v>4559</c:v>
                </c:pt>
                <c:pt idx="4560">
                  <c:v>4560</c:v>
                </c:pt>
                <c:pt idx="4561">
                  <c:v>4561</c:v>
                </c:pt>
                <c:pt idx="4562">
                  <c:v>4562</c:v>
                </c:pt>
                <c:pt idx="4563">
                  <c:v>4563</c:v>
                </c:pt>
                <c:pt idx="4564">
                  <c:v>4564</c:v>
                </c:pt>
                <c:pt idx="4565">
                  <c:v>4565</c:v>
                </c:pt>
                <c:pt idx="4566">
                  <c:v>4566</c:v>
                </c:pt>
                <c:pt idx="4567">
                  <c:v>4567</c:v>
                </c:pt>
                <c:pt idx="4568">
                  <c:v>4568</c:v>
                </c:pt>
                <c:pt idx="4569">
                  <c:v>4569</c:v>
                </c:pt>
                <c:pt idx="4570">
                  <c:v>4570</c:v>
                </c:pt>
                <c:pt idx="4571">
                  <c:v>4571</c:v>
                </c:pt>
                <c:pt idx="4572">
                  <c:v>4572</c:v>
                </c:pt>
                <c:pt idx="4573">
                  <c:v>4573</c:v>
                </c:pt>
                <c:pt idx="4574">
                  <c:v>4574</c:v>
                </c:pt>
                <c:pt idx="4575">
                  <c:v>4575</c:v>
                </c:pt>
                <c:pt idx="4576">
                  <c:v>4576</c:v>
                </c:pt>
                <c:pt idx="4577">
                  <c:v>4577</c:v>
                </c:pt>
                <c:pt idx="4578">
                  <c:v>4578</c:v>
                </c:pt>
                <c:pt idx="4579">
                  <c:v>4579</c:v>
                </c:pt>
                <c:pt idx="4580">
                  <c:v>4580</c:v>
                </c:pt>
                <c:pt idx="4581">
                  <c:v>4581</c:v>
                </c:pt>
                <c:pt idx="4582">
                  <c:v>4582</c:v>
                </c:pt>
                <c:pt idx="4583">
                  <c:v>4583</c:v>
                </c:pt>
                <c:pt idx="4584">
                  <c:v>4584</c:v>
                </c:pt>
                <c:pt idx="4585">
                  <c:v>4585</c:v>
                </c:pt>
                <c:pt idx="4586">
                  <c:v>4586</c:v>
                </c:pt>
                <c:pt idx="4587">
                  <c:v>4587</c:v>
                </c:pt>
                <c:pt idx="4588">
                  <c:v>4588</c:v>
                </c:pt>
                <c:pt idx="4589">
                  <c:v>4589</c:v>
                </c:pt>
                <c:pt idx="4590">
                  <c:v>4590</c:v>
                </c:pt>
                <c:pt idx="4591">
                  <c:v>4591</c:v>
                </c:pt>
                <c:pt idx="4592">
                  <c:v>4592</c:v>
                </c:pt>
                <c:pt idx="4593">
                  <c:v>4593</c:v>
                </c:pt>
                <c:pt idx="4594">
                  <c:v>4594</c:v>
                </c:pt>
                <c:pt idx="4595">
                  <c:v>4595</c:v>
                </c:pt>
                <c:pt idx="4596">
                  <c:v>4596</c:v>
                </c:pt>
                <c:pt idx="4597">
                  <c:v>4597</c:v>
                </c:pt>
                <c:pt idx="4598">
                  <c:v>4598</c:v>
                </c:pt>
                <c:pt idx="4599">
                  <c:v>4599</c:v>
                </c:pt>
                <c:pt idx="4600">
                  <c:v>4600</c:v>
                </c:pt>
                <c:pt idx="4601">
                  <c:v>4601</c:v>
                </c:pt>
                <c:pt idx="4602">
                  <c:v>4602</c:v>
                </c:pt>
                <c:pt idx="4603">
                  <c:v>4603</c:v>
                </c:pt>
                <c:pt idx="4604">
                  <c:v>4604</c:v>
                </c:pt>
                <c:pt idx="4605">
                  <c:v>4605</c:v>
                </c:pt>
                <c:pt idx="4606">
                  <c:v>4606</c:v>
                </c:pt>
                <c:pt idx="4607">
                  <c:v>4607</c:v>
                </c:pt>
                <c:pt idx="4608">
                  <c:v>4608</c:v>
                </c:pt>
                <c:pt idx="4609">
                  <c:v>4609</c:v>
                </c:pt>
                <c:pt idx="4610">
                  <c:v>4610</c:v>
                </c:pt>
                <c:pt idx="4611">
                  <c:v>4611</c:v>
                </c:pt>
                <c:pt idx="4612">
                  <c:v>4612</c:v>
                </c:pt>
                <c:pt idx="4613">
                  <c:v>4613</c:v>
                </c:pt>
                <c:pt idx="4614">
                  <c:v>4614</c:v>
                </c:pt>
                <c:pt idx="4615">
                  <c:v>4615</c:v>
                </c:pt>
                <c:pt idx="4616">
                  <c:v>4616</c:v>
                </c:pt>
                <c:pt idx="4617">
                  <c:v>4617</c:v>
                </c:pt>
                <c:pt idx="4618">
                  <c:v>4618</c:v>
                </c:pt>
                <c:pt idx="4619">
                  <c:v>4619</c:v>
                </c:pt>
                <c:pt idx="4620">
                  <c:v>4620</c:v>
                </c:pt>
                <c:pt idx="4621">
                  <c:v>4621</c:v>
                </c:pt>
                <c:pt idx="4622">
                  <c:v>4622</c:v>
                </c:pt>
                <c:pt idx="4623">
                  <c:v>4623</c:v>
                </c:pt>
                <c:pt idx="4624">
                  <c:v>4624</c:v>
                </c:pt>
                <c:pt idx="4625">
                  <c:v>4625</c:v>
                </c:pt>
                <c:pt idx="4626">
                  <c:v>4626</c:v>
                </c:pt>
                <c:pt idx="4627">
                  <c:v>4627</c:v>
                </c:pt>
                <c:pt idx="4628">
                  <c:v>4628</c:v>
                </c:pt>
                <c:pt idx="4629">
                  <c:v>4629</c:v>
                </c:pt>
                <c:pt idx="4630">
                  <c:v>4630</c:v>
                </c:pt>
                <c:pt idx="4631">
                  <c:v>4631</c:v>
                </c:pt>
                <c:pt idx="4632">
                  <c:v>4632</c:v>
                </c:pt>
                <c:pt idx="4633">
                  <c:v>4633</c:v>
                </c:pt>
                <c:pt idx="4634">
                  <c:v>4634</c:v>
                </c:pt>
                <c:pt idx="4635">
                  <c:v>4635</c:v>
                </c:pt>
                <c:pt idx="4636">
                  <c:v>4636</c:v>
                </c:pt>
                <c:pt idx="4637">
                  <c:v>4637</c:v>
                </c:pt>
                <c:pt idx="4638">
                  <c:v>4638</c:v>
                </c:pt>
                <c:pt idx="4639">
                  <c:v>4639</c:v>
                </c:pt>
                <c:pt idx="4640">
                  <c:v>4640</c:v>
                </c:pt>
                <c:pt idx="4641">
                  <c:v>4641</c:v>
                </c:pt>
                <c:pt idx="4642">
                  <c:v>4642</c:v>
                </c:pt>
                <c:pt idx="4643">
                  <c:v>4643</c:v>
                </c:pt>
                <c:pt idx="4644">
                  <c:v>4644</c:v>
                </c:pt>
                <c:pt idx="4645">
                  <c:v>4645</c:v>
                </c:pt>
                <c:pt idx="4646">
                  <c:v>4646</c:v>
                </c:pt>
                <c:pt idx="4647">
                  <c:v>4647</c:v>
                </c:pt>
                <c:pt idx="4648">
                  <c:v>4648</c:v>
                </c:pt>
                <c:pt idx="4649">
                  <c:v>4649</c:v>
                </c:pt>
                <c:pt idx="4650">
                  <c:v>4650</c:v>
                </c:pt>
                <c:pt idx="4651">
                  <c:v>4651</c:v>
                </c:pt>
                <c:pt idx="4652">
                  <c:v>4652</c:v>
                </c:pt>
                <c:pt idx="4653">
                  <c:v>4653</c:v>
                </c:pt>
                <c:pt idx="4654">
                  <c:v>4654</c:v>
                </c:pt>
                <c:pt idx="4655">
                  <c:v>4655</c:v>
                </c:pt>
                <c:pt idx="4656">
                  <c:v>4656</c:v>
                </c:pt>
                <c:pt idx="4657">
                  <c:v>4657</c:v>
                </c:pt>
                <c:pt idx="4658">
                  <c:v>4658</c:v>
                </c:pt>
                <c:pt idx="4659">
                  <c:v>4659</c:v>
                </c:pt>
                <c:pt idx="4660">
                  <c:v>4660</c:v>
                </c:pt>
                <c:pt idx="4661">
                  <c:v>4661</c:v>
                </c:pt>
                <c:pt idx="4662">
                  <c:v>4662</c:v>
                </c:pt>
                <c:pt idx="4663">
                  <c:v>4663</c:v>
                </c:pt>
                <c:pt idx="4664">
                  <c:v>4664</c:v>
                </c:pt>
                <c:pt idx="4665">
                  <c:v>4665</c:v>
                </c:pt>
                <c:pt idx="4666">
                  <c:v>4666</c:v>
                </c:pt>
                <c:pt idx="4667">
                  <c:v>4667</c:v>
                </c:pt>
                <c:pt idx="4668">
                  <c:v>4668</c:v>
                </c:pt>
                <c:pt idx="4669">
                  <c:v>4669</c:v>
                </c:pt>
                <c:pt idx="4670">
                  <c:v>4670</c:v>
                </c:pt>
                <c:pt idx="4671">
                  <c:v>4671</c:v>
                </c:pt>
                <c:pt idx="4672">
                  <c:v>4672</c:v>
                </c:pt>
                <c:pt idx="4673">
                  <c:v>4673</c:v>
                </c:pt>
                <c:pt idx="4674">
                  <c:v>4674</c:v>
                </c:pt>
                <c:pt idx="4675">
                  <c:v>4675</c:v>
                </c:pt>
                <c:pt idx="4676">
                  <c:v>4676</c:v>
                </c:pt>
                <c:pt idx="4677">
                  <c:v>4677</c:v>
                </c:pt>
                <c:pt idx="4678">
                  <c:v>4678</c:v>
                </c:pt>
                <c:pt idx="4679">
                  <c:v>4679</c:v>
                </c:pt>
                <c:pt idx="4680">
                  <c:v>4680</c:v>
                </c:pt>
                <c:pt idx="4681">
                  <c:v>4681</c:v>
                </c:pt>
                <c:pt idx="4682">
                  <c:v>4682</c:v>
                </c:pt>
                <c:pt idx="4683">
                  <c:v>4683</c:v>
                </c:pt>
                <c:pt idx="4684">
                  <c:v>4684</c:v>
                </c:pt>
                <c:pt idx="4685">
                  <c:v>4685</c:v>
                </c:pt>
                <c:pt idx="4686">
                  <c:v>4686</c:v>
                </c:pt>
                <c:pt idx="4687">
                  <c:v>4687</c:v>
                </c:pt>
                <c:pt idx="4688">
                  <c:v>4688</c:v>
                </c:pt>
                <c:pt idx="4689">
                  <c:v>4689</c:v>
                </c:pt>
                <c:pt idx="4690">
                  <c:v>4690</c:v>
                </c:pt>
                <c:pt idx="4691">
                  <c:v>4691</c:v>
                </c:pt>
                <c:pt idx="4692">
                  <c:v>4692</c:v>
                </c:pt>
                <c:pt idx="4693">
                  <c:v>4693</c:v>
                </c:pt>
                <c:pt idx="4694">
                  <c:v>4694</c:v>
                </c:pt>
                <c:pt idx="4695">
                  <c:v>4695</c:v>
                </c:pt>
                <c:pt idx="4696">
                  <c:v>4696</c:v>
                </c:pt>
                <c:pt idx="4697">
                  <c:v>4697</c:v>
                </c:pt>
                <c:pt idx="4698">
                  <c:v>4698</c:v>
                </c:pt>
                <c:pt idx="4699">
                  <c:v>4699</c:v>
                </c:pt>
                <c:pt idx="4700">
                  <c:v>4700</c:v>
                </c:pt>
                <c:pt idx="4701">
                  <c:v>4701</c:v>
                </c:pt>
                <c:pt idx="4702">
                  <c:v>4702</c:v>
                </c:pt>
                <c:pt idx="4703">
                  <c:v>4703</c:v>
                </c:pt>
                <c:pt idx="4704">
                  <c:v>4704</c:v>
                </c:pt>
                <c:pt idx="4705">
                  <c:v>4705</c:v>
                </c:pt>
                <c:pt idx="4706">
                  <c:v>4706</c:v>
                </c:pt>
                <c:pt idx="4707">
                  <c:v>4707</c:v>
                </c:pt>
                <c:pt idx="4708">
                  <c:v>4708</c:v>
                </c:pt>
                <c:pt idx="4709">
                  <c:v>4709</c:v>
                </c:pt>
                <c:pt idx="4710">
                  <c:v>4710</c:v>
                </c:pt>
                <c:pt idx="4711">
                  <c:v>4711</c:v>
                </c:pt>
                <c:pt idx="4712">
                  <c:v>4712</c:v>
                </c:pt>
                <c:pt idx="4713">
                  <c:v>4713</c:v>
                </c:pt>
                <c:pt idx="4714">
                  <c:v>4714</c:v>
                </c:pt>
                <c:pt idx="4715">
                  <c:v>4715</c:v>
                </c:pt>
                <c:pt idx="4716">
                  <c:v>4716</c:v>
                </c:pt>
                <c:pt idx="4717">
                  <c:v>4717</c:v>
                </c:pt>
                <c:pt idx="4718">
                  <c:v>4718</c:v>
                </c:pt>
                <c:pt idx="4719">
                  <c:v>4719</c:v>
                </c:pt>
                <c:pt idx="4720">
                  <c:v>4720</c:v>
                </c:pt>
                <c:pt idx="4721">
                  <c:v>4721</c:v>
                </c:pt>
                <c:pt idx="4722">
                  <c:v>4722</c:v>
                </c:pt>
                <c:pt idx="4723">
                  <c:v>4723</c:v>
                </c:pt>
                <c:pt idx="4724">
                  <c:v>4724</c:v>
                </c:pt>
                <c:pt idx="4725">
                  <c:v>4725</c:v>
                </c:pt>
                <c:pt idx="4726">
                  <c:v>4726</c:v>
                </c:pt>
                <c:pt idx="4727">
                  <c:v>4727</c:v>
                </c:pt>
                <c:pt idx="4728">
                  <c:v>4728</c:v>
                </c:pt>
                <c:pt idx="4729">
                  <c:v>4729</c:v>
                </c:pt>
                <c:pt idx="4730">
                  <c:v>4730</c:v>
                </c:pt>
                <c:pt idx="4731">
                  <c:v>4731</c:v>
                </c:pt>
                <c:pt idx="4732">
                  <c:v>4732</c:v>
                </c:pt>
                <c:pt idx="4733">
                  <c:v>4733</c:v>
                </c:pt>
                <c:pt idx="4734">
                  <c:v>4734</c:v>
                </c:pt>
                <c:pt idx="4735">
                  <c:v>4735</c:v>
                </c:pt>
                <c:pt idx="4736">
                  <c:v>4736</c:v>
                </c:pt>
                <c:pt idx="4737">
                  <c:v>4737</c:v>
                </c:pt>
                <c:pt idx="4738">
                  <c:v>4738</c:v>
                </c:pt>
                <c:pt idx="4739">
                  <c:v>4739</c:v>
                </c:pt>
                <c:pt idx="4740">
                  <c:v>4740</c:v>
                </c:pt>
                <c:pt idx="4741">
                  <c:v>4741</c:v>
                </c:pt>
                <c:pt idx="4742">
                  <c:v>4742</c:v>
                </c:pt>
                <c:pt idx="4743">
                  <c:v>4743</c:v>
                </c:pt>
                <c:pt idx="4744">
                  <c:v>4744</c:v>
                </c:pt>
                <c:pt idx="4745">
                  <c:v>4745</c:v>
                </c:pt>
                <c:pt idx="4746">
                  <c:v>4746</c:v>
                </c:pt>
                <c:pt idx="4747">
                  <c:v>4747</c:v>
                </c:pt>
                <c:pt idx="4748">
                  <c:v>4748</c:v>
                </c:pt>
                <c:pt idx="4749">
                  <c:v>4749</c:v>
                </c:pt>
                <c:pt idx="4750">
                  <c:v>4750</c:v>
                </c:pt>
                <c:pt idx="4751">
                  <c:v>4751</c:v>
                </c:pt>
                <c:pt idx="4752">
                  <c:v>4752</c:v>
                </c:pt>
                <c:pt idx="4753">
                  <c:v>4753</c:v>
                </c:pt>
                <c:pt idx="4754">
                  <c:v>4754</c:v>
                </c:pt>
                <c:pt idx="4755">
                  <c:v>4755</c:v>
                </c:pt>
                <c:pt idx="4756">
                  <c:v>4756</c:v>
                </c:pt>
                <c:pt idx="4757">
                  <c:v>4757</c:v>
                </c:pt>
                <c:pt idx="4758">
                  <c:v>4758</c:v>
                </c:pt>
                <c:pt idx="4759">
                  <c:v>4759</c:v>
                </c:pt>
                <c:pt idx="4760">
                  <c:v>4760</c:v>
                </c:pt>
                <c:pt idx="4761">
                  <c:v>4761</c:v>
                </c:pt>
                <c:pt idx="4762">
                  <c:v>4762</c:v>
                </c:pt>
                <c:pt idx="4763">
                  <c:v>4763</c:v>
                </c:pt>
                <c:pt idx="4764">
                  <c:v>4764</c:v>
                </c:pt>
                <c:pt idx="4765">
                  <c:v>4765</c:v>
                </c:pt>
                <c:pt idx="4766">
                  <c:v>4766</c:v>
                </c:pt>
                <c:pt idx="4767">
                  <c:v>4767</c:v>
                </c:pt>
                <c:pt idx="4768">
                  <c:v>4768</c:v>
                </c:pt>
                <c:pt idx="4769">
                  <c:v>4769</c:v>
                </c:pt>
                <c:pt idx="4770">
                  <c:v>4770</c:v>
                </c:pt>
                <c:pt idx="4771">
                  <c:v>4771</c:v>
                </c:pt>
                <c:pt idx="4772">
                  <c:v>4772</c:v>
                </c:pt>
                <c:pt idx="4773">
                  <c:v>4773</c:v>
                </c:pt>
                <c:pt idx="4774">
                  <c:v>4774</c:v>
                </c:pt>
                <c:pt idx="4775">
                  <c:v>4775</c:v>
                </c:pt>
                <c:pt idx="4776">
                  <c:v>4776</c:v>
                </c:pt>
                <c:pt idx="4777">
                  <c:v>4777</c:v>
                </c:pt>
                <c:pt idx="4778">
                  <c:v>4778</c:v>
                </c:pt>
                <c:pt idx="4779">
                  <c:v>4779</c:v>
                </c:pt>
                <c:pt idx="4780">
                  <c:v>4780</c:v>
                </c:pt>
                <c:pt idx="4781">
                  <c:v>4781</c:v>
                </c:pt>
                <c:pt idx="4782">
                  <c:v>4782</c:v>
                </c:pt>
                <c:pt idx="4783">
                  <c:v>4783</c:v>
                </c:pt>
                <c:pt idx="4784">
                  <c:v>4784</c:v>
                </c:pt>
                <c:pt idx="4785">
                  <c:v>4785</c:v>
                </c:pt>
                <c:pt idx="4786">
                  <c:v>4786</c:v>
                </c:pt>
                <c:pt idx="4787">
                  <c:v>4787</c:v>
                </c:pt>
                <c:pt idx="4788">
                  <c:v>4788</c:v>
                </c:pt>
                <c:pt idx="4789">
                  <c:v>4789</c:v>
                </c:pt>
                <c:pt idx="4790">
                  <c:v>4790</c:v>
                </c:pt>
                <c:pt idx="4791">
                  <c:v>4791</c:v>
                </c:pt>
                <c:pt idx="4792">
                  <c:v>4792</c:v>
                </c:pt>
                <c:pt idx="4793">
                  <c:v>4793</c:v>
                </c:pt>
                <c:pt idx="4794">
                  <c:v>4794</c:v>
                </c:pt>
                <c:pt idx="4795">
                  <c:v>4795</c:v>
                </c:pt>
                <c:pt idx="4796">
                  <c:v>4796</c:v>
                </c:pt>
                <c:pt idx="4797">
                  <c:v>4797</c:v>
                </c:pt>
                <c:pt idx="4798">
                  <c:v>4798</c:v>
                </c:pt>
                <c:pt idx="4799">
                  <c:v>4799</c:v>
                </c:pt>
                <c:pt idx="4800">
                  <c:v>4800</c:v>
                </c:pt>
                <c:pt idx="4801">
                  <c:v>4801</c:v>
                </c:pt>
                <c:pt idx="4802">
                  <c:v>4802</c:v>
                </c:pt>
                <c:pt idx="4803">
                  <c:v>4803</c:v>
                </c:pt>
                <c:pt idx="4804">
                  <c:v>4804</c:v>
                </c:pt>
                <c:pt idx="4805">
                  <c:v>4805</c:v>
                </c:pt>
                <c:pt idx="4806">
                  <c:v>4806</c:v>
                </c:pt>
                <c:pt idx="4807">
                  <c:v>4807</c:v>
                </c:pt>
                <c:pt idx="4808">
                  <c:v>4808</c:v>
                </c:pt>
                <c:pt idx="4809">
                  <c:v>4809</c:v>
                </c:pt>
                <c:pt idx="4810">
                  <c:v>4810</c:v>
                </c:pt>
                <c:pt idx="4811">
                  <c:v>4811</c:v>
                </c:pt>
                <c:pt idx="4812">
                  <c:v>4812</c:v>
                </c:pt>
                <c:pt idx="4813">
                  <c:v>4813</c:v>
                </c:pt>
                <c:pt idx="4814">
                  <c:v>4814</c:v>
                </c:pt>
                <c:pt idx="4815">
                  <c:v>4815</c:v>
                </c:pt>
                <c:pt idx="4816">
                  <c:v>4816</c:v>
                </c:pt>
                <c:pt idx="4817">
                  <c:v>4817</c:v>
                </c:pt>
                <c:pt idx="4818">
                  <c:v>4818</c:v>
                </c:pt>
                <c:pt idx="4819">
                  <c:v>4819</c:v>
                </c:pt>
                <c:pt idx="4820">
                  <c:v>4820</c:v>
                </c:pt>
                <c:pt idx="4821">
                  <c:v>4821</c:v>
                </c:pt>
                <c:pt idx="4822">
                  <c:v>4822</c:v>
                </c:pt>
                <c:pt idx="4823">
                  <c:v>4823</c:v>
                </c:pt>
                <c:pt idx="4824">
                  <c:v>4824</c:v>
                </c:pt>
                <c:pt idx="4825">
                  <c:v>4825</c:v>
                </c:pt>
                <c:pt idx="4826">
                  <c:v>4826</c:v>
                </c:pt>
                <c:pt idx="4827">
                  <c:v>4827</c:v>
                </c:pt>
                <c:pt idx="4828">
                  <c:v>4828</c:v>
                </c:pt>
                <c:pt idx="4829">
                  <c:v>4829</c:v>
                </c:pt>
                <c:pt idx="4830">
                  <c:v>4830</c:v>
                </c:pt>
                <c:pt idx="4831">
                  <c:v>4831</c:v>
                </c:pt>
                <c:pt idx="4832">
                  <c:v>4832</c:v>
                </c:pt>
                <c:pt idx="4833">
                  <c:v>4833</c:v>
                </c:pt>
                <c:pt idx="4834">
                  <c:v>4834</c:v>
                </c:pt>
                <c:pt idx="4835">
                  <c:v>4835</c:v>
                </c:pt>
                <c:pt idx="4836">
                  <c:v>4836</c:v>
                </c:pt>
                <c:pt idx="4837">
                  <c:v>4837</c:v>
                </c:pt>
                <c:pt idx="4838">
                  <c:v>4838</c:v>
                </c:pt>
                <c:pt idx="4839">
                  <c:v>4839</c:v>
                </c:pt>
                <c:pt idx="4840">
                  <c:v>4840</c:v>
                </c:pt>
                <c:pt idx="4841">
                  <c:v>4841</c:v>
                </c:pt>
                <c:pt idx="4842">
                  <c:v>4842</c:v>
                </c:pt>
                <c:pt idx="4843">
                  <c:v>4843</c:v>
                </c:pt>
                <c:pt idx="4844">
                  <c:v>4844</c:v>
                </c:pt>
                <c:pt idx="4845">
                  <c:v>4845</c:v>
                </c:pt>
                <c:pt idx="4846">
                  <c:v>4846</c:v>
                </c:pt>
                <c:pt idx="4847">
                  <c:v>4847</c:v>
                </c:pt>
                <c:pt idx="4848">
                  <c:v>4848</c:v>
                </c:pt>
                <c:pt idx="4849">
                  <c:v>4849</c:v>
                </c:pt>
                <c:pt idx="4850">
                  <c:v>4850</c:v>
                </c:pt>
                <c:pt idx="4851">
                  <c:v>4851</c:v>
                </c:pt>
                <c:pt idx="4852">
                  <c:v>4852</c:v>
                </c:pt>
                <c:pt idx="4853">
                  <c:v>4853</c:v>
                </c:pt>
                <c:pt idx="4854">
                  <c:v>4854</c:v>
                </c:pt>
                <c:pt idx="4855">
                  <c:v>4855</c:v>
                </c:pt>
                <c:pt idx="4856">
                  <c:v>4856</c:v>
                </c:pt>
                <c:pt idx="4857">
                  <c:v>4857</c:v>
                </c:pt>
                <c:pt idx="4858">
                  <c:v>4858</c:v>
                </c:pt>
                <c:pt idx="4859">
                  <c:v>4859</c:v>
                </c:pt>
                <c:pt idx="4860">
                  <c:v>4860</c:v>
                </c:pt>
                <c:pt idx="4861">
                  <c:v>4861</c:v>
                </c:pt>
                <c:pt idx="4862">
                  <c:v>4862</c:v>
                </c:pt>
                <c:pt idx="4863">
                  <c:v>4863</c:v>
                </c:pt>
                <c:pt idx="4864">
                  <c:v>4864</c:v>
                </c:pt>
                <c:pt idx="4865">
                  <c:v>4865</c:v>
                </c:pt>
                <c:pt idx="4866">
                  <c:v>4866</c:v>
                </c:pt>
                <c:pt idx="4867">
                  <c:v>4867</c:v>
                </c:pt>
                <c:pt idx="4868">
                  <c:v>4868</c:v>
                </c:pt>
                <c:pt idx="4869">
                  <c:v>4869</c:v>
                </c:pt>
                <c:pt idx="4870">
                  <c:v>4870</c:v>
                </c:pt>
                <c:pt idx="4871">
                  <c:v>4871</c:v>
                </c:pt>
                <c:pt idx="4872">
                  <c:v>4872</c:v>
                </c:pt>
                <c:pt idx="4873">
                  <c:v>4873</c:v>
                </c:pt>
                <c:pt idx="4874">
                  <c:v>4874</c:v>
                </c:pt>
                <c:pt idx="4875">
                  <c:v>4875</c:v>
                </c:pt>
                <c:pt idx="4876">
                  <c:v>4876</c:v>
                </c:pt>
                <c:pt idx="4877">
                  <c:v>4877</c:v>
                </c:pt>
                <c:pt idx="4878">
                  <c:v>4878</c:v>
                </c:pt>
                <c:pt idx="4879">
                  <c:v>4879</c:v>
                </c:pt>
                <c:pt idx="4880">
                  <c:v>4880</c:v>
                </c:pt>
                <c:pt idx="4881">
                  <c:v>4881</c:v>
                </c:pt>
                <c:pt idx="4882">
                  <c:v>4882</c:v>
                </c:pt>
                <c:pt idx="4883">
                  <c:v>4883</c:v>
                </c:pt>
                <c:pt idx="4884">
                  <c:v>4884</c:v>
                </c:pt>
                <c:pt idx="4885">
                  <c:v>4885</c:v>
                </c:pt>
                <c:pt idx="4886">
                  <c:v>4886</c:v>
                </c:pt>
                <c:pt idx="4887">
                  <c:v>4887</c:v>
                </c:pt>
                <c:pt idx="4888">
                  <c:v>4888</c:v>
                </c:pt>
                <c:pt idx="4889">
                  <c:v>4889</c:v>
                </c:pt>
                <c:pt idx="4890">
                  <c:v>4890</c:v>
                </c:pt>
                <c:pt idx="4891">
                  <c:v>4891</c:v>
                </c:pt>
                <c:pt idx="4892">
                  <c:v>4892</c:v>
                </c:pt>
                <c:pt idx="4893">
                  <c:v>4893</c:v>
                </c:pt>
                <c:pt idx="4894">
                  <c:v>4894</c:v>
                </c:pt>
                <c:pt idx="4895">
                  <c:v>4895</c:v>
                </c:pt>
                <c:pt idx="4896">
                  <c:v>4896</c:v>
                </c:pt>
                <c:pt idx="4897">
                  <c:v>4897</c:v>
                </c:pt>
                <c:pt idx="4898">
                  <c:v>4898</c:v>
                </c:pt>
                <c:pt idx="4899">
                  <c:v>4899</c:v>
                </c:pt>
                <c:pt idx="4900">
                  <c:v>4900</c:v>
                </c:pt>
                <c:pt idx="4901">
                  <c:v>4901</c:v>
                </c:pt>
                <c:pt idx="4902">
                  <c:v>4902</c:v>
                </c:pt>
                <c:pt idx="4903">
                  <c:v>4903</c:v>
                </c:pt>
                <c:pt idx="4904">
                  <c:v>4904</c:v>
                </c:pt>
                <c:pt idx="4905">
                  <c:v>4905</c:v>
                </c:pt>
                <c:pt idx="4906">
                  <c:v>4906</c:v>
                </c:pt>
                <c:pt idx="4907">
                  <c:v>4907</c:v>
                </c:pt>
                <c:pt idx="4908">
                  <c:v>4908</c:v>
                </c:pt>
                <c:pt idx="4909">
                  <c:v>4909</c:v>
                </c:pt>
                <c:pt idx="4910">
                  <c:v>4910</c:v>
                </c:pt>
                <c:pt idx="4911">
                  <c:v>4911</c:v>
                </c:pt>
                <c:pt idx="4912">
                  <c:v>4912</c:v>
                </c:pt>
                <c:pt idx="4913">
                  <c:v>4913</c:v>
                </c:pt>
                <c:pt idx="4914">
                  <c:v>4914</c:v>
                </c:pt>
                <c:pt idx="4915">
                  <c:v>4915</c:v>
                </c:pt>
                <c:pt idx="4916">
                  <c:v>4916</c:v>
                </c:pt>
                <c:pt idx="4917">
                  <c:v>4917</c:v>
                </c:pt>
                <c:pt idx="4918">
                  <c:v>4918</c:v>
                </c:pt>
                <c:pt idx="4919">
                  <c:v>4919</c:v>
                </c:pt>
                <c:pt idx="4920">
                  <c:v>4920</c:v>
                </c:pt>
                <c:pt idx="4921">
                  <c:v>4921</c:v>
                </c:pt>
                <c:pt idx="4922">
                  <c:v>4922</c:v>
                </c:pt>
                <c:pt idx="4923">
                  <c:v>4923</c:v>
                </c:pt>
                <c:pt idx="4924">
                  <c:v>4924</c:v>
                </c:pt>
                <c:pt idx="4925">
                  <c:v>4925</c:v>
                </c:pt>
                <c:pt idx="4926">
                  <c:v>4926</c:v>
                </c:pt>
                <c:pt idx="4927">
                  <c:v>4927</c:v>
                </c:pt>
                <c:pt idx="4928">
                  <c:v>4928</c:v>
                </c:pt>
                <c:pt idx="4929">
                  <c:v>4929</c:v>
                </c:pt>
                <c:pt idx="4930">
                  <c:v>4930</c:v>
                </c:pt>
                <c:pt idx="4931">
                  <c:v>4931</c:v>
                </c:pt>
                <c:pt idx="4932">
                  <c:v>4932</c:v>
                </c:pt>
                <c:pt idx="4933">
                  <c:v>4933</c:v>
                </c:pt>
                <c:pt idx="4934">
                  <c:v>4934</c:v>
                </c:pt>
                <c:pt idx="4935">
                  <c:v>4935</c:v>
                </c:pt>
                <c:pt idx="4936">
                  <c:v>4936</c:v>
                </c:pt>
                <c:pt idx="4937">
                  <c:v>4937</c:v>
                </c:pt>
                <c:pt idx="4938">
                  <c:v>4938</c:v>
                </c:pt>
                <c:pt idx="4939">
                  <c:v>4939</c:v>
                </c:pt>
                <c:pt idx="4940">
                  <c:v>4940</c:v>
                </c:pt>
                <c:pt idx="4941">
                  <c:v>4941</c:v>
                </c:pt>
                <c:pt idx="4942">
                  <c:v>4942</c:v>
                </c:pt>
                <c:pt idx="4943">
                  <c:v>4943</c:v>
                </c:pt>
                <c:pt idx="4944">
                  <c:v>4944</c:v>
                </c:pt>
                <c:pt idx="4945">
                  <c:v>4945</c:v>
                </c:pt>
                <c:pt idx="4946">
                  <c:v>4946</c:v>
                </c:pt>
                <c:pt idx="4947">
                  <c:v>4947</c:v>
                </c:pt>
                <c:pt idx="4948">
                  <c:v>4948</c:v>
                </c:pt>
                <c:pt idx="4949">
                  <c:v>4949</c:v>
                </c:pt>
                <c:pt idx="4950">
                  <c:v>4950</c:v>
                </c:pt>
                <c:pt idx="4951">
                  <c:v>4951</c:v>
                </c:pt>
                <c:pt idx="4952">
                  <c:v>4952</c:v>
                </c:pt>
                <c:pt idx="4953">
                  <c:v>4953</c:v>
                </c:pt>
                <c:pt idx="4954">
                  <c:v>4954</c:v>
                </c:pt>
                <c:pt idx="4955">
                  <c:v>4955</c:v>
                </c:pt>
                <c:pt idx="4956">
                  <c:v>4956</c:v>
                </c:pt>
                <c:pt idx="4957">
                  <c:v>4957</c:v>
                </c:pt>
                <c:pt idx="4958">
                  <c:v>4958</c:v>
                </c:pt>
                <c:pt idx="4959">
                  <c:v>4959</c:v>
                </c:pt>
                <c:pt idx="4960">
                  <c:v>4960</c:v>
                </c:pt>
                <c:pt idx="4961">
                  <c:v>4961</c:v>
                </c:pt>
                <c:pt idx="4962">
                  <c:v>4962</c:v>
                </c:pt>
                <c:pt idx="4963">
                  <c:v>4963</c:v>
                </c:pt>
                <c:pt idx="4964">
                  <c:v>4964</c:v>
                </c:pt>
                <c:pt idx="4965">
                  <c:v>4965</c:v>
                </c:pt>
                <c:pt idx="4966">
                  <c:v>4966</c:v>
                </c:pt>
                <c:pt idx="4967">
                  <c:v>4967</c:v>
                </c:pt>
                <c:pt idx="4968">
                  <c:v>4968</c:v>
                </c:pt>
                <c:pt idx="4969">
                  <c:v>4969</c:v>
                </c:pt>
                <c:pt idx="4970">
                  <c:v>4970</c:v>
                </c:pt>
                <c:pt idx="4971">
                  <c:v>4971</c:v>
                </c:pt>
                <c:pt idx="4972">
                  <c:v>4972</c:v>
                </c:pt>
                <c:pt idx="4973">
                  <c:v>4973</c:v>
                </c:pt>
                <c:pt idx="4974">
                  <c:v>4974</c:v>
                </c:pt>
                <c:pt idx="4975">
                  <c:v>4975</c:v>
                </c:pt>
                <c:pt idx="4976">
                  <c:v>4976</c:v>
                </c:pt>
                <c:pt idx="4977">
                  <c:v>4977</c:v>
                </c:pt>
                <c:pt idx="4978">
                  <c:v>4978</c:v>
                </c:pt>
                <c:pt idx="4979">
                  <c:v>4979</c:v>
                </c:pt>
                <c:pt idx="4980">
                  <c:v>4980</c:v>
                </c:pt>
                <c:pt idx="4981">
                  <c:v>4981</c:v>
                </c:pt>
                <c:pt idx="4982">
                  <c:v>4982</c:v>
                </c:pt>
                <c:pt idx="4983">
                  <c:v>4983</c:v>
                </c:pt>
                <c:pt idx="4984">
                  <c:v>4984</c:v>
                </c:pt>
                <c:pt idx="4985">
                  <c:v>4985</c:v>
                </c:pt>
                <c:pt idx="4986">
                  <c:v>4986</c:v>
                </c:pt>
                <c:pt idx="4987">
                  <c:v>4987</c:v>
                </c:pt>
                <c:pt idx="4988">
                  <c:v>4988</c:v>
                </c:pt>
                <c:pt idx="4989">
                  <c:v>4989</c:v>
                </c:pt>
                <c:pt idx="4990">
                  <c:v>4990</c:v>
                </c:pt>
                <c:pt idx="4991">
                  <c:v>4991</c:v>
                </c:pt>
                <c:pt idx="4992">
                  <c:v>4992</c:v>
                </c:pt>
                <c:pt idx="4993">
                  <c:v>4993</c:v>
                </c:pt>
                <c:pt idx="4994">
                  <c:v>4994</c:v>
                </c:pt>
                <c:pt idx="4995">
                  <c:v>4995</c:v>
                </c:pt>
                <c:pt idx="4996">
                  <c:v>4996</c:v>
                </c:pt>
                <c:pt idx="4997">
                  <c:v>4997</c:v>
                </c:pt>
                <c:pt idx="4998">
                  <c:v>4998</c:v>
                </c:pt>
                <c:pt idx="4999">
                  <c:v>4999</c:v>
                </c:pt>
                <c:pt idx="5000">
                  <c:v>5000</c:v>
                </c:pt>
                <c:pt idx="5001">
                  <c:v>5001</c:v>
                </c:pt>
                <c:pt idx="5002">
                  <c:v>5002</c:v>
                </c:pt>
                <c:pt idx="5003">
                  <c:v>5003</c:v>
                </c:pt>
                <c:pt idx="5004">
                  <c:v>5004</c:v>
                </c:pt>
                <c:pt idx="5005">
                  <c:v>5005</c:v>
                </c:pt>
                <c:pt idx="5006">
                  <c:v>5006</c:v>
                </c:pt>
                <c:pt idx="5007">
                  <c:v>5007</c:v>
                </c:pt>
                <c:pt idx="5008">
                  <c:v>5008</c:v>
                </c:pt>
                <c:pt idx="5009">
                  <c:v>5009</c:v>
                </c:pt>
                <c:pt idx="5010">
                  <c:v>5010</c:v>
                </c:pt>
                <c:pt idx="5011">
                  <c:v>5011</c:v>
                </c:pt>
                <c:pt idx="5012">
                  <c:v>5012</c:v>
                </c:pt>
                <c:pt idx="5013">
                  <c:v>5013</c:v>
                </c:pt>
                <c:pt idx="5014">
                  <c:v>5014</c:v>
                </c:pt>
                <c:pt idx="5015">
                  <c:v>5015</c:v>
                </c:pt>
                <c:pt idx="5016">
                  <c:v>5016</c:v>
                </c:pt>
                <c:pt idx="5017">
                  <c:v>5017</c:v>
                </c:pt>
                <c:pt idx="5018">
                  <c:v>5018</c:v>
                </c:pt>
                <c:pt idx="5019">
                  <c:v>5019</c:v>
                </c:pt>
                <c:pt idx="5020">
                  <c:v>5020</c:v>
                </c:pt>
                <c:pt idx="5021">
                  <c:v>5021</c:v>
                </c:pt>
                <c:pt idx="5022">
                  <c:v>5022</c:v>
                </c:pt>
                <c:pt idx="5023">
                  <c:v>5023</c:v>
                </c:pt>
                <c:pt idx="5024">
                  <c:v>5024</c:v>
                </c:pt>
                <c:pt idx="5025">
                  <c:v>5025</c:v>
                </c:pt>
                <c:pt idx="5026">
                  <c:v>5026</c:v>
                </c:pt>
                <c:pt idx="5027">
                  <c:v>5027</c:v>
                </c:pt>
                <c:pt idx="5028">
                  <c:v>5028</c:v>
                </c:pt>
                <c:pt idx="5029">
                  <c:v>5029</c:v>
                </c:pt>
                <c:pt idx="5030">
                  <c:v>5030</c:v>
                </c:pt>
                <c:pt idx="5031">
                  <c:v>5031</c:v>
                </c:pt>
                <c:pt idx="5032">
                  <c:v>5032</c:v>
                </c:pt>
                <c:pt idx="5033">
                  <c:v>5033</c:v>
                </c:pt>
                <c:pt idx="5034">
                  <c:v>5034</c:v>
                </c:pt>
                <c:pt idx="5035">
                  <c:v>5035</c:v>
                </c:pt>
                <c:pt idx="5036">
                  <c:v>5036</c:v>
                </c:pt>
                <c:pt idx="5037">
                  <c:v>5037</c:v>
                </c:pt>
                <c:pt idx="5038">
                  <c:v>5038</c:v>
                </c:pt>
                <c:pt idx="5039">
                  <c:v>5039</c:v>
                </c:pt>
                <c:pt idx="5040">
                  <c:v>5040</c:v>
                </c:pt>
                <c:pt idx="5041">
                  <c:v>5041</c:v>
                </c:pt>
                <c:pt idx="5042">
                  <c:v>5042</c:v>
                </c:pt>
                <c:pt idx="5043">
                  <c:v>5043</c:v>
                </c:pt>
                <c:pt idx="5044">
                  <c:v>5044</c:v>
                </c:pt>
                <c:pt idx="5045">
                  <c:v>5045</c:v>
                </c:pt>
                <c:pt idx="5046">
                  <c:v>5046</c:v>
                </c:pt>
                <c:pt idx="5047">
                  <c:v>5047</c:v>
                </c:pt>
                <c:pt idx="5048">
                  <c:v>5048</c:v>
                </c:pt>
                <c:pt idx="5049">
                  <c:v>5049</c:v>
                </c:pt>
                <c:pt idx="5050">
                  <c:v>5050</c:v>
                </c:pt>
                <c:pt idx="5051">
                  <c:v>5051</c:v>
                </c:pt>
                <c:pt idx="5052">
                  <c:v>5052</c:v>
                </c:pt>
                <c:pt idx="5053">
                  <c:v>5053</c:v>
                </c:pt>
                <c:pt idx="5054">
                  <c:v>5054</c:v>
                </c:pt>
                <c:pt idx="5055">
                  <c:v>5055</c:v>
                </c:pt>
                <c:pt idx="5056">
                  <c:v>5056</c:v>
                </c:pt>
                <c:pt idx="5057">
                  <c:v>5057</c:v>
                </c:pt>
                <c:pt idx="5058">
                  <c:v>5058</c:v>
                </c:pt>
                <c:pt idx="5059">
                  <c:v>5059</c:v>
                </c:pt>
                <c:pt idx="5060">
                  <c:v>5060</c:v>
                </c:pt>
                <c:pt idx="5061">
                  <c:v>5061</c:v>
                </c:pt>
                <c:pt idx="5062">
                  <c:v>5062</c:v>
                </c:pt>
                <c:pt idx="5063">
                  <c:v>5063</c:v>
                </c:pt>
                <c:pt idx="5064">
                  <c:v>5064</c:v>
                </c:pt>
                <c:pt idx="5065">
                  <c:v>5065</c:v>
                </c:pt>
                <c:pt idx="5066">
                  <c:v>5066</c:v>
                </c:pt>
                <c:pt idx="5067">
                  <c:v>5067</c:v>
                </c:pt>
                <c:pt idx="5068">
                  <c:v>5068</c:v>
                </c:pt>
                <c:pt idx="5069">
                  <c:v>5069</c:v>
                </c:pt>
                <c:pt idx="5070">
                  <c:v>5070</c:v>
                </c:pt>
                <c:pt idx="5071">
                  <c:v>5071</c:v>
                </c:pt>
                <c:pt idx="5072">
                  <c:v>5072</c:v>
                </c:pt>
                <c:pt idx="5073">
                  <c:v>5073</c:v>
                </c:pt>
                <c:pt idx="5074">
                  <c:v>5074</c:v>
                </c:pt>
                <c:pt idx="5075">
                  <c:v>5075</c:v>
                </c:pt>
                <c:pt idx="5076">
                  <c:v>5076</c:v>
                </c:pt>
                <c:pt idx="5077">
                  <c:v>5077</c:v>
                </c:pt>
                <c:pt idx="5078">
                  <c:v>5078</c:v>
                </c:pt>
                <c:pt idx="5079">
                  <c:v>5079</c:v>
                </c:pt>
                <c:pt idx="5080">
                  <c:v>5080</c:v>
                </c:pt>
                <c:pt idx="5081">
                  <c:v>5081</c:v>
                </c:pt>
                <c:pt idx="5082">
                  <c:v>5082</c:v>
                </c:pt>
                <c:pt idx="5083">
                  <c:v>5083</c:v>
                </c:pt>
                <c:pt idx="5084">
                  <c:v>5084</c:v>
                </c:pt>
                <c:pt idx="5085">
                  <c:v>5085</c:v>
                </c:pt>
                <c:pt idx="5086">
                  <c:v>5086</c:v>
                </c:pt>
                <c:pt idx="5087">
                  <c:v>5087</c:v>
                </c:pt>
                <c:pt idx="5088">
                  <c:v>5088</c:v>
                </c:pt>
                <c:pt idx="5089">
                  <c:v>5089</c:v>
                </c:pt>
                <c:pt idx="5090">
                  <c:v>5090</c:v>
                </c:pt>
                <c:pt idx="5091">
                  <c:v>5091</c:v>
                </c:pt>
                <c:pt idx="5092">
                  <c:v>5092</c:v>
                </c:pt>
                <c:pt idx="5093">
                  <c:v>5093</c:v>
                </c:pt>
                <c:pt idx="5094">
                  <c:v>5094</c:v>
                </c:pt>
                <c:pt idx="5095">
                  <c:v>5095</c:v>
                </c:pt>
                <c:pt idx="5096">
                  <c:v>5096</c:v>
                </c:pt>
                <c:pt idx="5097">
                  <c:v>5097</c:v>
                </c:pt>
                <c:pt idx="5098">
                  <c:v>5098</c:v>
                </c:pt>
                <c:pt idx="5099">
                  <c:v>5099</c:v>
                </c:pt>
                <c:pt idx="5100">
                  <c:v>5100</c:v>
                </c:pt>
                <c:pt idx="5101">
                  <c:v>5101</c:v>
                </c:pt>
                <c:pt idx="5102">
                  <c:v>5102</c:v>
                </c:pt>
                <c:pt idx="5103">
                  <c:v>5103</c:v>
                </c:pt>
                <c:pt idx="5104">
                  <c:v>5104</c:v>
                </c:pt>
                <c:pt idx="5105">
                  <c:v>5105</c:v>
                </c:pt>
                <c:pt idx="5106">
                  <c:v>5106</c:v>
                </c:pt>
                <c:pt idx="5107">
                  <c:v>5107</c:v>
                </c:pt>
                <c:pt idx="5108">
                  <c:v>5108</c:v>
                </c:pt>
                <c:pt idx="5109">
                  <c:v>5109</c:v>
                </c:pt>
                <c:pt idx="5110">
                  <c:v>5110</c:v>
                </c:pt>
                <c:pt idx="5111">
                  <c:v>5111</c:v>
                </c:pt>
                <c:pt idx="5112">
                  <c:v>5112</c:v>
                </c:pt>
                <c:pt idx="5113">
                  <c:v>5113</c:v>
                </c:pt>
                <c:pt idx="5114">
                  <c:v>5114</c:v>
                </c:pt>
                <c:pt idx="5115">
                  <c:v>5115</c:v>
                </c:pt>
                <c:pt idx="5116">
                  <c:v>5116</c:v>
                </c:pt>
                <c:pt idx="5117">
                  <c:v>5117</c:v>
                </c:pt>
                <c:pt idx="5118">
                  <c:v>5118</c:v>
                </c:pt>
                <c:pt idx="5119">
                  <c:v>5119</c:v>
                </c:pt>
                <c:pt idx="5120">
                  <c:v>5120</c:v>
                </c:pt>
                <c:pt idx="5121">
                  <c:v>5121</c:v>
                </c:pt>
                <c:pt idx="5122">
                  <c:v>5122</c:v>
                </c:pt>
                <c:pt idx="5123">
                  <c:v>5123</c:v>
                </c:pt>
                <c:pt idx="5124">
                  <c:v>5124</c:v>
                </c:pt>
                <c:pt idx="5125">
                  <c:v>5125</c:v>
                </c:pt>
                <c:pt idx="5126">
                  <c:v>5126</c:v>
                </c:pt>
                <c:pt idx="5127">
                  <c:v>5127</c:v>
                </c:pt>
                <c:pt idx="5128">
                  <c:v>5128</c:v>
                </c:pt>
                <c:pt idx="5129">
                  <c:v>5129</c:v>
                </c:pt>
                <c:pt idx="5130">
                  <c:v>5130</c:v>
                </c:pt>
                <c:pt idx="5131">
                  <c:v>5131</c:v>
                </c:pt>
                <c:pt idx="5132">
                  <c:v>5132</c:v>
                </c:pt>
                <c:pt idx="5133">
                  <c:v>5133</c:v>
                </c:pt>
                <c:pt idx="5134">
                  <c:v>5134</c:v>
                </c:pt>
                <c:pt idx="5135">
                  <c:v>5135</c:v>
                </c:pt>
                <c:pt idx="5136">
                  <c:v>5136</c:v>
                </c:pt>
                <c:pt idx="5137">
                  <c:v>5137</c:v>
                </c:pt>
                <c:pt idx="5138">
                  <c:v>5138</c:v>
                </c:pt>
                <c:pt idx="5139">
                  <c:v>5139</c:v>
                </c:pt>
                <c:pt idx="5140">
                  <c:v>5140</c:v>
                </c:pt>
                <c:pt idx="5141">
                  <c:v>5141</c:v>
                </c:pt>
                <c:pt idx="5142">
                  <c:v>5142</c:v>
                </c:pt>
                <c:pt idx="5143">
                  <c:v>5143</c:v>
                </c:pt>
                <c:pt idx="5144">
                  <c:v>5144</c:v>
                </c:pt>
                <c:pt idx="5145">
                  <c:v>5145</c:v>
                </c:pt>
                <c:pt idx="5146">
                  <c:v>5146</c:v>
                </c:pt>
                <c:pt idx="5147">
                  <c:v>5147</c:v>
                </c:pt>
                <c:pt idx="5148">
                  <c:v>5148</c:v>
                </c:pt>
                <c:pt idx="5149">
                  <c:v>5149</c:v>
                </c:pt>
                <c:pt idx="5150">
                  <c:v>5150</c:v>
                </c:pt>
                <c:pt idx="5151">
                  <c:v>5151</c:v>
                </c:pt>
                <c:pt idx="5152">
                  <c:v>5152</c:v>
                </c:pt>
                <c:pt idx="5153">
                  <c:v>5153</c:v>
                </c:pt>
                <c:pt idx="5154">
                  <c:v>5154</c:v>
                </c:pt>
                <c:pt idx="5155">
                  <c:v>5155</c:v>
                </c:pt>
                <c:pt idx="5156">
                  <c:v>5156</c:v>
                </c:pt>
                <c:pt idx="5157">
                  <c:v>5157</c:v>
                </c:pt>
                <c:pt idx="5158">
                  <c:v>5158</c:v>
                </c:pt>
                <c:pt idx="5159">
                  <c:v>5159</c:v>
                </c:pt>
                <c:pt idx="5160">
                  <c:v>5160</c:v>
                </c:pt>
                <c:pt idx="5161">
                  <c:v>5161</c:v>
                </c:pt>
                <c:pt idx="5162">
                  <c:v>5162</c:v>
                </c:pt>
                <c:pt idx="5163">
                  <c:v>5163</c:v>
                </c:pt>
                <c:pt idx="5164">
                  <c:v>5164</c:v>
                </c:pt>
                <c:pt idx="5165">
                  <c:v>5165</c:v>
                </c:pt>
                <c:pt idx="5166">
                  <c:v>5166</c:v>
                </c:pt>
                <c:pt idx="5167">
                  <c:v>5167</c:v>
                </c:pt>
                <c:pt idx="5168">
                  <c:v>5168</c:v>
                </c:pt>
                <c:pt idx="5169">
                  <c:v>5169</c:v>
                </c:pt>
                <c:pt idx="5170">
                  <c:v>5170</c:v>
                </c:pt>
                <c:pt idx="5171">
                  <c:v>5171</c:v>
                </c:pt>
                <c:pt idx="5172">
                  <c:v>5172</c:v>
                </c:pt>
                <c:pt idx="5173">
                  <c:v>5173</c:v>
                </c:pt>
                <c:pt idx="5174">
                  <c:v>5174</c:v>
                </c:pt>
                <c:pt idx="5175">
                  <c:v>5175</c:v>
                </c:pt>
                <c:pt idx="5176">
                  <c:v>5176</c:v>
                </c:pt>
                <c:pt idx="5177">
                  <c:v>5177</c:v>
                </c:pt>
                <c:pt idx="5178">
                  <c:v>5178</c:v>
                </c:pt>
                <c:pt idx="5179">
                  <c:v>5179</c:v>
                </c:pt>
                <c:pt idx="5180">
                  <c:v>5180</c:v>
                </c:pt>
                <c:pt idx="5181">
                  <c:v>5181</c:v>
                </c:pt>
                <c:pt idx="5182">
                  <c:v>5182</c:v>
                </c:pt>
                <c:pt idx="5183">
                  <c:v>5183</c:v>
                </c:pt>
                <c:pt idx="5184">
                  <c:v>5184</c:v>
                </c:pt>
                <c:pt idx="5185">
                  <c:v>5185</c:v>
                </c:pt>
                <c:pt idx="5186">
                  <c:v>5186</c:v>
                </c:pt>
                <c:pt idx="5187">
                  <c:v>5187</c:v>
                </c:pt>
                <c:pt idx="5188">
                  <c:v>5188</c:v>
                </c:pt>
                <c:pt idx="5189">
                  <c:v>5189</c:v>
                </c:pt>
                <c:pt idx="5190">
                  <c:v>5190</c:v>
                </c:pt>
                <c:pt idx="5191">
                  <c:v>5191</c:v>
                </c:pt>
                <c:pt idx="5192">
                  <c:v>5192</c:v>
                </c:pt>
                <c:pt idx="5193">
                  <c:v>5193</c:v>
                </c:pt>
                <c:pt idx="5194">
                  <c:v>5194</c:v>
                </c:pt>
                <c:pt idx="5195">
                  <c:v>5195</c:v>
                </c:pt>
                <c:pt idx="5196">
                  <c:v>5196</c:v>
                </c:pt>
                <c:pt idx="5197">
                  <c:v>5197</c:v>
                </c:pt>
                <c:pt idx="5198">
                  <c:v>5198</c:v>
                </c:pt>
                <c:pt idx="5199">
                  <c:v>5199</c:v>
                </c:pt>
                <c:pt idx="5200">
                  <c:v>5200</c:v>
                </c:pt>
                <c:pt idx="5201">
                  <c:v>5201</c:v>
                </c:pt>
                <c:pt idx="5202">
                  <c:v>5202</c:v>
                </c:pt>
                <c:pt idx="5203">
                  <c:v>5203</c:v>
                </c:pt>
                <c:pt idx="5204">
                  <c:v>5204</c:v>
                </c:pt>
                <c:pt idx="5205">
                  <c:v>5205</c:v>
                </c:pt>
                <c:pt idx="5206">
                  <c:v>5206</c:v>
                </c:pt>
                <c:pt idx="5207">
                  <c:v>5207</c:v>
                </c:pt>
                <c:pt idx="5208">
                  <c:v>5208</c:v>
                </c:pt>
                <c:pt idx="5209">
                  <c:v>5209</c:v>
                </c:pt>
                <c:pt idx="5210">
                  <c:v>5210</c:v>
                </c:pt>
                <c:pt idx="5211">
                  <c:v>5211</c:v>
                </c:pt>
                <c:pt idx="5212">
                  <c:v>5212</c:v>
                </c:pt>
                <c:pt idx="5213">
                  <c:v>5213</c:v>
                </c:pt>
                <c:pt idx="5214">
                  <c:v>5214</c:v>
                </c:pt>
                <c:pt idx="5215">
                  <c:v>5215</c:v>
                </c:pt>
                <c:pt idx="5216">
                  <c:v>5216</c:v>
                </c:pt>
                <c:pt idx="5217">
                  <c:v>5217</c:v>
                </c:pt>
                <c:pt idx="5218">
                  <c:v>5218</c:v>
                </c:pt>
                <c:pt idx="5219">
                  <c:v>5219</c:v>
                </c:pt>
                <c:pt idx="5220">
                  <c:v>5220</c:v>
                </c:pt>
                <c:pt idx="5221">
                  <c:v>5221</c:v>
                </c:pt>
                <c:pt idx="5222">
                  <c:v>5222</c:v>
                </c:pt>
                <c:pt idx="5223">
                  <c:v>5223</c:v>
                </c:pt>
                <c:pt idx="5224">
                  <c:v>5224</c:v>
                </c:pt>
                <c:pt idx="5225">
                  <c:v>5225</c:v>
                </c:pt>
                <c:pt idx="5226">
                  <c:v>5226</c:v>
                </c:pt>
                <c:pt idx="5227">
                  <c:v>5227</c:v>
                </c:pt>
                <c:pt idx="5228">
                  <c:v>5228</c:v>
                </c:pt>
                <c:pt idx="5229">
                  <c:v>5229</c:v>
                </c:pt>
                <c:pt idx="5230">
                  <c:v>5230</c:v>
                </c:pt>
                <c:pt idx="5231">
                  <c:v>5231</c:v>
                </c:pt>
                <c:pt idx="5232">
                  <c:v>5232</c:v>
                </c:pt>
                <c:pt idx="5233">
                  <c:v>5233</c:v>
                </c:pt>
                <c:pt idx="5234">
                  <c:v>5234</c:v>
                </c:pt>
                <c:pt idx="5235">
                  <c:v>5235</c:v>
                </c:pt>
                <c:pt idx="5236">
                  <c:v>5236</c:v>
                </c:pt>
                <c:pt idx="5237">
                  <c:v>5237</c:v>
                </c:pt>
                <c:pt idx="5238">
                  <c:v>5238</c:v>
                </c:pt>
                <c:pt idx="5239">
                  <c:v>5239</c:v>
                </c:pt>
                <c:pt idx="5240">
                  <c:v>5240</c:v>
                </c:pt>
                <c:pt idx="5241">
                  <c:v>5241</c:v>
                </c:pt>
                <c:pt idx="5242">
                  <c:v>5242</c:v>
                </c:pt>
                <c:pt idx="5243">
                  <c:v>5243</c:v>
                </c:pt>
                <c:pt idx="5244">
                  <c:v>5244</c:v>
                </c:pt>
                <c:pt idx="5245">
                  <c:v>5245</c:v>
                </c:pt>
                <c:pt idx="5246">
                  <c:v>5246</c:v>
                </c:pt>
                <c:pt idx="5247">
                  <c:v>5247</c:v>
                </c:pt>
                <c:pt idx="5248">
                  <c:v>5248</c:v>
                </c:pt>
                <c:pt idx="5249">
                  <c:v>5249</c:v>
                </c:pt>
                <c:pt idx="5250">
                  <c:v>5250</c:v>
                </c:pt>
                <c:pt idx="5251">
                  <c:v>5251</c:v>
                </c:pt>
                <c:pt idx="5252">
                  <c:v>5252</c:v>
                </c:pt>
                <c:pt idx="5253">
                  <c:v>5253</c:v>
                </c:pt>
                <c:pt idx="5254">
                  <c:v>5254</c:v>
                </c:pt>
                <c:pt idx="5255">
                  <c:v>5255</c:v>
                </c:pt>
                <c:pt idx="5256">
                  <c:v>5256</c:v>
                </c:pt>
                <c:pt idx="5257">
                  <c:v>5257</c:v>
                </c:pt>
                <c:pt idx="5258">
                  <c:v>5258</c:v>
                </c:pt>
                <c:pt idx="5259">
                  <c:v>5259</c:v>
                </c:pt>
                <c:pt idx="5260">
                  <c:v>5260</c:v>
                </c:pt>
                <c:pt idx="5261">
                  <c:v>5261</c:v>
                </c:pt>
                <c:pt idx="5262">
                  <c:v>5262</c:v>
                </c:pt>
                <c:pt idx="5263">
                  <c:v>5263</c:v>
                </c:pt>
                <c:pt idx="5264">
                  <c:v>5264</c:v>
                </c:pt>
                <c:pt idx="5265">
                  <c:v>5265</c:v>
                </c:pt>
                <c:pt idx="5266">
                  <c:v>5266</c:v>
                </c:pt>
                <c:pt idx="5267">
                  <c:v>5267</c:v>
                </c:pt>
                <c:pt idx="5268">
                  <c:v>5268</c:v>
                </c:pt>
                <c:pt idx="5269">
                  <c:v>5269</c:v>
                </c:pt>
                <c:pt idx="5270">
                  <c:v>5270</c:v>
                </c:pt>
                <c:pt idx="5271">
                  <c:v>5271</c:v>
                </c:pt>
                <c:pt idx="5272">
                  <c:v>5272</c:v>
                </c:pt>
                <c:pt idx="5273">
                  <c:v>5273</c:v>
                </c:pt>
                <c:pt idx="5274">
                  <c:v>5274</c:v>
                </c:pt>
                <c:pt idx="5275">
                  <c:v>5275</c:v>
                </c:pt>
                <c:pt idx="5276">
                  <c:v>5276</c:v>
                </c:pt>
                <c:pt idx="5277">
                  <c:v>5277</c:v>
                </c:pt>
                <c:pt idx="5278">
                  <c:v>5278</c:v>
                </c:pt>
                <c:pt idx="5279">
                  <c:v>5279</c:v>
                </c:pt>
                <c:pt idx="5280">
                  <c:v>5280</c:v>
                </c:pt>
                <c:pt idx="5281">
                  <c:v>5281</c:v>
                </c:pt>
                <c:pt idx="5282">
                  <c:v>5282</c:v>
                </c:pt>
                <c:pt idx="5283">
                  <c:v>5283</c:v>
                </c:pt>
                <c:pt idx="5284">
                  <c:v>5284</c:v>
                </c:pt>
                <c:pt idx="5285">
                  <c:v>5285</c:v>
                </c:pt>
                <c:pt idx="5286">
                  <c:v>5286</c:v>
                </c:pt>
                <c:pt idx="5287">
                  <c:v>5287</c:v>
                </c:pt>
                <c:pt idx="5288">
                  <c:v>5288</c:v>
                </c:pt>
                <c:pt idx="5289">
                  <c:v>5289</c:v>
                </c:pt>
                <c:pt idx="5290">
                  <c:v>5290</c:v>
                </c:pt>
                <c:pt idx="5291">
                  <c:v>5291</c:v>
                </c:pt>
                <c:pt idx="5292">
                  <c:v>5292</c:v>
                </c:pt>
                <c:pt idx="5293">
                  <c:v>5293</c:v>
                </c:pt>
                <c:pt idx="5294">
                  <c:v>5294</c:v>
                </c:pt>
                <c:pt idx="5295">
                  <c:v>5295</c:v>
                </c:pt>
                <c:pt idx="5296">
                  <c:v>5296</c:v>
                </c:pt>
                <c:pt idx="5297">
                  <c:v>5297</c:v>
                </c:pt>
                <c:pt idx="5298">
                  <c:v>5298</c:v>
                </c:pt>
                <c:pt idx="5299">
                  <c:v>5299</c:v>
                </c:pt>
                <c:pt idx="5300">
                  <c:v>5300</c:v>
                </c:pt>
                <c:pt idx="5301">
                  <c:v>5301</c:v>
                </c:pt>
                <c:pt idx="5302">
                  <c:v>5302</c:v>
                </c:pt>
                <c:pt idx="5303">
                  <c:v>5303</c:v>
                </c:pt>
                <c:pt idx="5304">
                  <c:v>5304</c:v>
                </c:pt>
                <c:pt idx="5305">
                  <c:v>5305</c:v>
                </c:pt>
                <c:pt idx="5306">
                  <c:v>5306</c:v>
                </c:pt>
                <c:pt idx="5307">
                  <c:v>5307</c:v>
                </c:pt>
                <c:pt idx="5308">
                  <c:v>5308</c:v>
                </c:pt>
                <c:pt idx="5309">
                  <c:v>5309</c:v>
                </c:pt>
                <c:pt idx="5310">
                  <c:v>5310</c:v>
                </c:pt>
                <c:pt idx="5311">
                  <c:v>5311</c:v>
                </c:pt>
                <c:pt idx="5312">
                  <c:v>5312</c:v>
                </c:pt>
                <c:pt idx="5313">
                  <c:v>5313</c:v>
                </c:pt>
                <c:pt idx="5314">
                  <c:v>5314</c:v>
                </c:pt>
                <c:pt idx="5315">
                  <c:v>5315</c:v>
                </c:pt>
                <c:pt idx="5316">
                  <c:v>5316</c:v>
                </c:pt>
                <c:pt idx="5317">
                  <c:v>5317</c:v>
                </c:pt>
                <c:pt idx="5318">
                  <c:v>5318</c:v>
                </c:pt>
                <c:pt idx="5319">
                  <c:v>5319</c:v>
                </c:pt>
                <c:pt idx="5320">
                  <c:v>5320</c:v>
                </c:pt>
                <c:pt idx="5321">
                  <c:v>5321</c:v>
                </c:pt>
                <c:pt idx="5322">
                  <c:v>5322</c:v>
                </c:pt>
                <c:pt idx="5323">
                  <c:v>5323</c:v>
                </c:pt>
                <c:pt idx="5324">
                  <c:v>5324</c:v>
                </c:pt>
                <c:pt idx="5325">
                  <c:v>5325</c:v>
                </c:pt>
                <c:pt idx="5326">
                  <c:v>5326</c:v>
                </c:pt>
                <c:pt idx="5327">
                  <c:v>5327</c:v>
                </c:pt>
                <c:pt idx="5328">
                  <c:v>5328</c:v>
                </c:pt>
                <c:pt idx="5329">
                  <c:v>5329</c:v>
                </c:pt>
                <c:pt idx="5330">
                  <c:v>5330</c:v>
                </c:pt>
                <c:pt idx="5331">
                  <c:v>5331</c:v>
                </c:pt>
                <c:pt idx="5332">
                  <c:v>5332</c:v>
                </c:pt>
                <c:pt idx="5333">
                  <c:v>5333</c:v>
                </c:pt>
                <c:pt idx="5334">
                  <c:v>5334</c:v>
                </c:pt>
                <c:pt idx="5335">
                  <c:v>5335</c:v>
                </c:pt>
                <c:pt idx="5336">
                  <c:v>5336</c:v>
                </c:pt>
                <c:pt idx="5337">
                  <c:v>5337</c:v>
                </c:pt>
                <c:pt idx="5338">
                  <c:v>5338</c:v>
                </c:pt>
                <c:pt idx="5339">
                  <c:v>5339</c:v>
                </c:pt>
                <c:pt idx="5340">
                  <c:v>5340</c:v>
                </c:pt>
                <c:pt idx="5341">
                  <c:v>5341</c:v>
                </c:pt>
                <c:pt idx="5342">
                  <c:v>5342</c:v>
                </c:pt>
                <c:pt idx="5343">
                  <c:v>5343</c:v>
                </c:pt>
                <c:pt idx="5344">
                  <c:v>5344</c:v>
                </c:pt>
                <c:pt idx="5345">
                  <c:v>5345</c:v>
                </c:pt>
                <c:pt idx="5346">
                  <c:v>5346</c:v>
                </c:pt>
                <c:pt idx="5347">
                  <c:v>5347</c:v>
                </c:pt>
                <c:pt idx="5348">
                  <c:v>5348</c:v>
                </c:pt>
                <c:pt idx="5349">
                  <c:v>5349</c:v>
                </c:pt>
                <c:pt idx="5350">
                  <c:v>5350</c:v>
                </c:pt>
                <c:pt idx="5351">
                  <c:v>5351</c:v>
                </c:pt>
                <c:pt idx="5352">
                  <c:v>5352</c:v>
                </c:pt>
                <c:pt idx="5353">
                  <c:v>5353</c:v>
                </c:pt>
                <c:pt idx="5354">
                  <c:v>5354</c:v>
                </c:pt>
                <c:pt idx="5355">
                  <c:v>5355</c:v>
                </c:pt>
                <c:pt idx="5356">
                  <c:v>5356</c:v>
                </c:pt>
                <c:pt idx="5357">
                  <c:v>5357</c:v>
                </c:pt>
                <c:pt idx="5358">
                  <c:v>5358</c:v>
                </c:pt>
                <c:pt idx="5359">
                  <c:v>5359</c:v>
                </c:pt>
                <c:pt idx="5360">
                  <c:v>5360</c:v>
                </c:pt>
                <c:pt idx="5361">
                  <c:v>5361</c:v>
                </c:pt>
                <c:pt idx="5362">
                  <c:v>5362</c:v>
                </c:pt>
                <c:pt idx="5363">
                  <c:v>5363</c:v>
                </c:pt>
                <c:pt idx="5364">
                  <c:v>5364</c:v>
                </c:pt>
                <c:pt idx="5365">
                  <c:v>5365</c:v>
                </c:pt>
                <c:pt idx="5366">
                  <c:v>5366</c:v>
                </c:pt>
                <c:pt idx="5367">
                  <c:v>5367</c:v>
                </c:pt>
                <c:pt idx="5368">
                  <c:v>5368</c:v>
                </c:pt>
                <c:pt idx="5369">
                  <c:v>5369</c:v>
                </c:pt>
                <c:pt idx="5370">
                  <c:v>5370</c:v>
                </c:pt>
                <c:pt idx="5371">
                  <c:v>5371</c:v>
                </c:pt>
                <c:pt idx="5372">
                  <c:v>5372</c:v>
                </c:pt>
                <c:pt idx="5373">
                  <c:v>5373</c:v>
                </c:pt>
                <c:pt idx="5374">
                  <c:v>5374</c:v>
                </c:pt>
                <c:pt idx="5375">
                  <c:v>5375</c:v>
                </c:pt>
                <c:pt idx="5376">
                  <c:v>5376</c:v>
                </c:pt>
                <c:pt idx="5377">
                  <c:v>5377</c:v>
                </c:pt>
                <c:pt idx="5378">
                  <c:v>5378</c:v>
                </c:pt>
                <c:pt idx="5379">
                  <c:v>5379</c:v>
                </c:pt>
                <c:pt idx="5380">
                  <c:v>5380</c:v>
                </c:pt>
                <c:pt idx="5381">
                  <c:v>5381</c:v>
                </c:pt>
                <c:pt idx="5382">
                  <c:v>5382</c:v>
                </c:pt>
                <c:pt idx="5383">
                  <c:v>5383</c:v>
                </c:pt>
                <c:pt idx="5384">
                  <c:v>5384</c:v>
                </c:pt>
                <c:pt idx="5385">
                  <c:v>5385</c:v>
                </c:pt>
                <c:pt idx="5386">
                  <c:v>5386</c:v>
                </c:pt>
                <c:pt idx="5387">
                  <c:v>5387</c:v>
                </c:pt>
                <c:pt idx="5388">
                  <c:v>5388</c:v>
                </c:pt>
                <c:pt idx="5389">
                  <c:v>5389</c:v>
                </c:pt>
                <c:pt idx="5390">
                  <c:v>5390</c:v>
                </c:pt>
                <c:pt idx="5391">
                  <c:v>5391</c:v>
                </c:pt>
                <c:pt idx="5392">
                  <c:v>5392</c:v>
                </c:pt>
                <c:pt idx="5393">
                  <c:v>5393</c:v>
                </c:pt>
                <c:pt idx="5394">
                  <c:v>5394</c:v>
                </c:pt>
                <c:pt idx="5395">
                  <c:v>5395</c:v>
                </c:pt>
                <c:pt idx="5396">
                  <c:v>5396</c:v>
                </c:pt>
                <c:pt idx="5397">
                  <c:v>5397</c:v>
                </c:pt>
                <c:pt idx="5398">
                  <c:v>5398</c:v>
                </c:pt>
                <c:pt idx="5399">
                  <c:v>5399</c:v>
                </c:pt>
                <c:pt idx="5400">
                  <c:v>5400</c:v>
                </c:pt>
                <c:pt idx="5401">
                  <c:v>5401</c:v>
                </c:pt>
                <c:pt idx="5402">
                  <c:v>5402</c:v>
                </c:pt>
                <c:pt idx="5403">
                  <c:v>5403</c:v>
                </c:pt>
                <c:pt idx="5404">
                  <c:v>5404</c:v>
                </c:pt>
                <c:pt idx="5405">
                  <c:v>5405</c:v>
                </c:pt>
                <c:pt idx="5406">
                  <c:v>5406</c:v>
                </c:pt>
                <c:pt idx="5407">
                  <c:v>5407</c:v>
                </c:pt>
                <c:pt idx="5408">
                  <c:v>5408</c:v>
                </c:pt>
                <c:pt idx="5409">
                  <c:v>5409</c:v>
                </c:pt>
                <c:pt idx="5410">
                  <c:v>5410</c:v>
                </c:pt>
                <c:pt idx="5411">
                  <c:v>5411</c:v>
                </c:pt>
                <c:pt idx="5412">
                  <c:v>5412</c:v>
                </c:pt>
                <c:pt idx="5413">
                  <c:v>5413</c:v>
                </c:pt>
                <c:pt idx="5414">
                  <c:v>5414</c:v>
                </c:pt>
                <c:pt idx="5415">
                  <c:v>5415</c:v>
                </c:pt>
                <c:pt idx="5416">
                  <c:v>5416</c:v>
                </c:pt>
                <c:pt idx="5417">
                  <c:v>5417</c:v>
                </c:pt>
                <c:pt idx="5418">
                  <c:v>5418</c:v>
                </c:pt>
                <c:pt idx="5419">
                  <c:v>5419</c:v>
                </c:pt>
                <c:pt idx="5420">
                  <c:v>5420</c:v>
                </c:pt>
                <c:pt idx="5421">
                  <c:v>5421</c:v>
                </c:pt>
                <c:pt idx="5422">
                  <c:v>5422</c:v>
                </c:pt>
                <c:pt idx="5423">
                  <c:v>5423</c:v>
                </c:pt>
                <c:pt idx="5424">
                  <c:v>5424</c:v>
                </c:pt>
                <c:pt idx="5425">
                  <c:v>5425</c:v>
                </c:pt>
                <c:pt idx="5426">
                  <c:v>5426</c:v>
                </c:pt>
                <c:pt idx="5427">
                  <c:v>5427</c:v>
                </c:pt>
                <c:pt idx="5428">
                  <c:v>5428</c:v>
                </c:pt>
                <c:pt idx="5429">
                  <c:v>5429</c:v>
                </c:pt>
                <c:pt idx="5430">
                  <c:v>5430</c:v>
                </c:pt>
                <c:pt idx="5431">
                  <c:v>5431</c:v>
                </c:pt>
                <c:pt idx="5432">
                  <c:v>5432</c:v>
                </c:pt>
                <c:pt idx="5433">
                  <c:v>5433</c:v>
                </c:pt>
                <c:pt idx="5434">
                  <c:v>5434</c:v>
                </c:pt>
                <c:pt idx="5435">
                  <c:v>5435</c:v>
                </c:pt>
                <c:pt idx="5436">
                  <c:v>5436</c:v>
                </c:pt>
                <c:pt idx="5437">
                  <c:v>5437</c:v>
                </c:pt>
                <c:pt idx="5438">
                  <c:v>5438</c:v>
                </c:pt>
                <c:pt idx="5439">
                  <c:v>5439</c:v>
                </c:pt>
                <c:pt idx="5440">
                  <c:v>5440</c:v>
                </c:pt>
                <c:pt idx="5441">
                  <c:v>5441</c:v>
                </c:pt>
                <c:pt idx="5442">
                  <c:v>5442</c:v>
                </c:pt>
                <c:pt idx="5443">
                  <c:v>5443</c:v>
                </c:pt>
                <c:pt idx="5444">
                  <c:v>5444</c:v>
                </c:pt>
                <c:pt idx="5445">
                  <c:v>5445</c:v>
                </c:pt>
                <c:pt idx="5446">
                  <c:v>5446</c:v>
                </c:pt>
                <c:pt idx="5447">
                  <c:v>5447</c:v>
                </c:pt>
                <c:pt idx="5448">
                  <c:v>5448</c:v>
                </c:pt>
                <c:pt idx="5449">
                  <c:v>5449</c:v>
                </c:pt>
                <c:pt idx="5450">
                  <c:v>5450</c:v>
                </c:pt>
                <c:pt idx="5451">
                  <c:v>5451</c:v>
                </c:pt>
                <c:pt idx="5452">
                  <c:v>5452</c:v>
                </c:pt>
                <c:pt idx="5453">
                  <c:v>5453</c:v>
                </c:pt>
                <c:pt idx="5454">
                  <c:v>5454</c:v>
                </c:pt>
                <c:pt idx="5455">
                  <c:v>5455</c:v>
                </c:pt>
                <c:pt idx="5456">
                  <c:v>5456</c:v>
                </c:pt>
                <c:pt idx="5457">
                  <c:v>5457</c:v>
                </c:pt>
                <c:pt idx="5458">
                  <c:v>5458</c:v>
                </c:pt>
                <c:pt idx="5459">
                  <c:v>5459</c:v>
                </c:pt>
                <c:pt idx="5460">
                  <c:v>5460</c:v>
                </c:pt>
                <c:pt idx="5461">
                  <c:v>5461</c:v>
                </c:pt>
                <c:pt idx="5462">
                  <c:v>5462</c:v>
                </c:pt>
                <c:pt idx="5463">
                  <c:v>5463</c:v>
                </c:pt>
                <c:pt idx="5464">
                  <c:v>5464</c:v>
                </c:pt>
                <c:pt idx="5465">
                  <c:v>5465</c:v>
                </c:pt>
                <c:pt idx="5466">
                  <c:v>5466</c:v>
                </c:pt>
                <c:pt idx="5467">
                  <c:v>5467</c:v>
                </c:pt>
                <c:pt idx="5468">
                  <c:v>5468</c:v>
                </c:pt>
                <c:pt idx="5469">
                  <c:v>5469</c:v>
                </c:pt>
                <c:pt idx="5470">
                  <c:v>5470</c:v>
                </c:pt>
                <c:pt idx="5471">
                  <c:v>5471</c:v>
                </c:pt>
                <c:pt idx="5472">
                  <c:v>5472</c:v>
                </c:pt>
                <c:pt idx="5473">
                  <c:v>5473</c:v>
                </c:pt>
                <c:pt idx="5474">
                  <c:v>5474</c:v>
                </c:pt>
                <c:pt idx="5475">
                  <c:v>5475</c:v>
                </c:pt>
                <c:pt idx="5476">
                  <c:v>5476</c:v>
                </c:pt>
                <c:pt idx="5477">
                  <c:v>5477</c:v>
                </c:pt>
                <c:pt idx="5478">
                  <c:v>5478</c:v>
                </c:pt>
                <c:pt idx="5479">
                  <c:v>5479</c:v>
                </c:pt>
                <c:pt idx="5480">
                  <c:v>5480</c:v>
                </c:pt>
                <c:pt idx="5481">
                  <c:v>5481</c:v>
                </c:pt>
                <c:pt idx="5482">
                  <c:v>5482</c:v>
                </c:pt>
                <c:pt idx="5483">
                  <c:v>5483</c:v>
                </c:pt>
                <c:pt idx="5484">
                  <c:v>5484</c:v>
                </c:pt>
                <c:pt idx="5485">
                  <c:v>5485</c:v>
                </c:pt>
                <c:pt idx="5486">
                  <c:v>5486</c:v>
                </c:pt>
                <c:pt idx="5487">
                  <c:v>5487</c:v>
                </c:pt>
                <c:pt idx="5488">
                  <c:v>5488</c:v>
                </c:pt>
                <c:pt idx="5489">
                  <c:v>5489</c:v>
                </c:pt>
                <c:pt idx="5490">
                  <c:v>5490</c:v>
                </c:pt>
                <c:pt idx="5491">
                  <c:v>5491</c:v>
                </c:pt>
                <c:pt idx="5492">
                  <c:v>5492</c:v>
                </c:pt>
                <c:pt idx="5493">
                  <c:v>5493</c:v>
                </c:pt>
                <c:pt idx="5494">
                  <c:v>5494</c:v>
                </c:pt>
                <c:pt idx="5495">
                  <c:v>5495</c:v>
                </c:pt>
                <c:pt idx="5496">
                  <c:v>5496</c:v>
                </c:pt>
                <c:pt idx="5497">
                  <c:v>5497</c:v>
                </c:pt>
                <c:pt idx="5498">
                  <c:v>5498</c:v>
                </c:pt>
                <c:pt idx="5499">
                  <c:v>5499</c:v>
                </c:pt>
                <c:pt idx="5500">
                  <c:v>5500</c:v>
                </c:pt>
                <c:pt idx="5501">
                  <c:v>5501</c:v>
                </c:pt>
                <c:pt idx="5502">
                  <c:v>5502</c:v>
                </c:pt>
                <c:pt idx="5503">
                  <c:v>5503</c:v>
                </c:pt>
                <c:pt idx="5504">
                  <c:v>5504</c:v>
                </c:pt>
                <c:pt idx="5505">
                  <c:v>5505</c:v>
                </c:pt>
                <c:pt idx="5506">
                  <c:v>5506</c:v>
                </c:pt>
                <c:pt idx="5507">
                  <c:v>5507</c:v>
                </c:pt>
                <c:pt idx="5508">
                  <c:v>5508</c:v>
                </c:pt>
                <c:pt idx="5509">
                  <c:v>5509</c:v>
                </c:pt>
                <c:pt idx="5510">
                  <c:v>5510</c:v>
                </c:pt>
                <c:pt idx="5511">
                  <c:v>5511</c:v>
                </c:pt>
                <c:pt idx="5512">
                  <c:v>5512</c:v>
                </c:pt>
                <c:pt idx="5513">
                  <c:v>5513</c:v>
                </c:pt>
                <c:pt idx="5514">
                  <c:v>5514</c:v>
                </c:pt>
                <c:pt idx="5515">
                  <c:v>5515</c:v>
                </c:pt>
                <c:pt idx="5516">
                  <c:v>5516</c:v>
                </c:pt>
                <c:pt idx="5517">
                  <c:v>5517</c:v>
                </c:pt>
                <c:pt idx="5518">
                  <c:v>5518</c:v>
                </c:pt>
                <c:pt idx="5519">
                  <c:v>5519</c:v>
                </c:pt>
                <c:pt idx="5520">
                  <c:v>5520</c:v>
                </c:pt>
                <c:pt idx="5521">
                  <c:v>5521</c:v>
                </c:pt>
                <c:pt idx="5522">
                  <c:v>5522</c:v>
                </c:pt>
                <c:pt idx="5523">
                  <c:v>5523</c:v>
                </c:pt>
                <c:pt idx="5524">
                  <c:v>5524</c:v>
                </c:pt>
                <c:pt idx="5525">
                  <c:v>5525</c:v>
                </c:pt>
                <c:pt idx="5526">
                  <c:v>5526</c:v>
                </c:pt>
                <c:pt idx="5527">
                  <c:v>5527</c:v>
                </c:pt>
                <c:pt idx="5528">
                  <c:v>5528</c:v>
                </c:pt>
                <c:pt idx="5529">
                  <c:v>5529</c:v>
                </c:pt>
                <c:pt idx="5530">
                  <c:v>5530</c:v>
                </c:pt>
                <c:pt idx="5531">
                  <c:v>5531</c:v>
                </c:pt>
                <c:pt idx="5532">
                  <c:v>5532</c:v>
                </c:pt>
                <c:pt idx="5533">
                  <c:v>5533</c:v>
                </c:pt>
                <c:pt idx="5534">
                  <c:v>5534</c:v>
                </c:pt>
                <c:pt idx="5535">
                  <c:v>5535</c:v>
                </c:pt>
                <c:pt idx="5536">
                  <c:v>5536</c:v>
                </c:pt>
                <c:pt idx="5537">
                  <c:v>5537</c:v>
                </c:pt>
                <c:pt idx="5538">
                  <c:v>5538</c:v>
                </c:pt>
                <c:pt idx="5539">
                  <c:v>5539</c:v>
                </c:pt>
                <c:pt idx="5540">
                  <c:v>5540</c:v>
                </c:pt>
                <c:pt idx="5541">
                  <c:v>5541</c:v>
                </c:pt>
                <c:pt idx="5542">
                  <c:v>5542</c:v>
                </c:pt>
                <c:pt idx="5543">
                  <c:v>5543</c:v>
                </c:pt>
                <c:pt idx="5544">
                  <c:v>5544</c:v>
                </c:pt>
                <c:pt idx="5545">
                  <c:v>5545</c:v>
                </c:pt>
                <c:pt idx="5546">
                  <c:v>5546</c:v>
                </c:pt>
                <c:pt idx="5547">
                  <c:v>5547</c:v>
                </c:pt>
                <c:pt idx="5548">
                  <c:v>5548</c:v>
                </c:pt>
                <c:pt idx="5549">
                  <c:v>5549</c:v>
                </c:pt>
                <c:pt idx="5550">
                  <c:v>5550</c:v>
                </c:pt>
                <c:pt idx="5551">
                  <c:v>5551</c:v>
                </c:pt>
                <c:pt idx="5552">
                  <c:v>5552</c:v>
                </c:pt>
                <c:pt idx="5553">
                  <c:v>5553</c:v>
                </c:pt>
                <c:pt idx="5554">
                  <c:v>5554</c:v>
                </c:pt>
                <c:pt idx="5555">
                  <c:v>5555</c:v>
                </c:pt>
                <c:pt idx="5556">
                  <c:v>5556</c:v>
                </c:pt>
                <c:pt idx="5557">
                  <c:v>5557</c:v>
                </c:pt>
                <c:pt idx="5558">
                  <c:v>5558</c:v>
                </c:pt>
                <c:pt idx="5559">
                  <c:v>5559</c:v>
                </c:pt>
                <c:pt idx="5560">
                  <c:v>5560</c:v>
                </c:pt>
                <c:pt idx="5561">
                  <c:v>5561</c:v>
                </c:pt>
                <c:pt idx="5562">
                  <c:v>5562</c:v>
                </c:pt>
                <c:pt idx="5563">
                  <c:v>5563</c:v>
                </c:pt>
                <c:pt idx="5564">
                  <c:v>5564</c:v>
                </c:pt>
                <c:pt idx="5565">
                  <c:v>5565</c:v>
                </c:pt>
                <c:pt idx="5566">
                  <c:v>5566</c:v>
                </c:pt>
                <c:pt idx="5567">
                  <c:v>5567</c:v>
                </c:pt>
                <c:pt idx="5568">
                  <c:v>5568</c:v>
                </c:pt>
                <c:pt idx="5569">
                  <c:v>5569</c:v>
                </c:pt>
                <c:pt idx="5570">
                  <c:v>5570</c:v>
                </c:pt>
                <c:pt idx="5571">
                  <c:v>5571</c:v>
                </c:pt>
                <c:pt idx="5572">
                  <c:v>5572</c:v>
                </c:pt>
                <c:pt idx="5573">
                  <c:v>5573</c:v>
                </c:pt>
                <c:pt idx="5574">
                  <c:v>5574</c:v>
                </c:pt>
                <c:pt idx="5575">
                  <c:v>5575</c:v>
                </c:pt>
                <c:pt idx="5576">
                  <c:v>5576</c:v>
                </c:pt>
                <c:pt idx="5577">
                  <c:v>5577</c:v>
                </c:pt>
                <c:pt idx="5578">
                  <c:v>5578</c:v>
                </c:pt>
                <c:pt idx="5579">
                  <c:v>5579</c:v>
                </c:pt>
                <c:pt idx="5580">
                  <c:v>5580</c:v>
                </c:pt>
                <c:pt idx="5581">
                  <c:v>5581</c:v>
                </c:pt>
                <c:pt idx="5582">
                  <c:v>5582</c:v>
                </c:pt>
                <c:pt idx="5583">
                  <c:v>5583</c:v>
                </c:pt>
                <c:pt idx="5584">
                  <c:v>5584</c:v>
                </c:pt>
                <c:pt idx="5585">
                  <c:v>5585</c:v>
                </c:pt>
                <c:pt idx="5586">
                  <c:v>5586</c:v>
                </c:pt>
                <c:pt idx="5587">
                  <c:v>5587</c:v>
                </c:pt>
                <c:pt idx="5588">
                  <c:v>5588</c:v>
                </c:pt>
                <c:pt idx="5589">
                  <c:v>5589</c:v>
                </c:pt>
                <c:pt idx="5590">
                  <c:v>5590</c:v>
                </c:pt>
                <c:pt idx="5591">
                  <c:v>5591</c:v>
                </c:pt>
                <c:pt idx="5592">
                  <c:v>5592</c:v>
                </c:pt>
                <c:pt idx="5593">
                  <c:v>5593</c:v>
                </c:pt>
                <c:pt idx="5594">
                  <c:v>5594</c:v>
                </c:pt>
                <c:pt idx="5595">
                  <c:v>5595</c:v>
                </c:pt>
                <c:pt idx="5596">
                  <c:v>5596</c:v>
                </c:pt>
                <c:pt idx="5597">
                  <c:v>5597</c:v>
                </c:pt>
                <c:pt idx="5598">
                  <c:v>5598</c:v>
                </c:pt>
                <c:pt idx="5599">
                  <c:v>5599</c:v>
                </c:pt>
                <c:pt idx="5600">
                  <c:v>5600</c:v>
                </c:pt>
                <c:pt idx="5601">
                  <c:v>5601</c:v>
                </c:pt>
                <c:pt idx="5602">
                  <c:v>5602</c:v>
                </c:pt>
                <c:pt idx="5603">
                  <c:v>5603</c:v>
                </c:pt>
                <c:pt idx="5604">
                  <c:v>5604</c:v>
                </c:pt>
                <c:pt idx="5605">
                  <c:v>5605</c:v>
                </c:pt>
                <c:pt idx="5606">
                  <c:v>5606</c:v>
                </c:pt>
                <c:pt idx="5607">
                  <c:v>5607</c:v>
                </c:pt>
                <c:pt idx="5608">
                  <c:v>5608</c:v>
                </c:pt>
                <c:pt idx="5609">
                  <c:v>5609</c:v>
                </c:pt>
                <c:pt idx="5610">
                  <c:v>5610</c:v>
                </c:pt>
                <c:pt idx="5611">
                  <c:v>5611</c:v>
                </c:pt>
                <c:pt idx="5612">
                  <c:v>5612</c:v>
                </c:pt>
                <c:pt idx="5613">
                  <c:v>5613</c:v>
                </c:pt>
                <c:pt idx="5614">
                  <c:v>5614</c:v>
                </c:pt>
                <c:pt idx="5615">
                  <c:v>5615</c:v>
                </c:pt>
                <c:pt idx="5616">
                  <c:v>5616</c:v>
                </c:pt>
                <c:pt idx="5617">
                  <c:v>5617</c:v>
                </c:pt>
                <c:pt idx="5618">
                  <c:v>5618</c:v>
                </c:pt>
                <c:pt idx="5619">
                  <c:v>5619</c:v>
                </c:pt>
                <c:pt idx="5620">
                  <c:v>5620</c:v>
                </c:pt>
                <c:pt idx="5621">
                  <c:v>5621</c:v>
                </c:pt>
                <c:pt idx="5622">
                  <c:v>5622</c:v>
                </c:pt>
                <c:pt idx="5623">
                  <c:v>5623</c:v>
                </c:pt>
                <c:pt idx="5624">
                  <c:v>5624</c:v>
                </c:pt>
                <c:pt idx="5625">
                  <c:v>5625</c:v>
                </c:pt>
                <c:pt idx="5626">
                  <c:v>5626</c:v>
                </c:pt>
                <c:pt idx="5627">
                  <c:v>5627</c:v>
                </c:pt>
                <c:pt idx="5628">
                  <c:v>5628</c:v>
                </c:pt>
                <c:pt idx="5629">
                  <c:v>5629</c:v>
                </c:pt>
                <c:pt idx="5630">
                  <c:v>5630</c:v>
                </c:pt>
                <c:pt idx="5631">
                  <c:v>5631</c:v>
                </c:pt>
                <c:pt idx="5632">
                  <c:v>5632</c:v>
                </c:pt>
                <c:pt idx="5633">
                  <c:v>5633</c:v>
                </c:pt>
                <c:pt idx="5634">
                  <c:v>5634</c:v>
                </c:pt>
                <c:pt idx="5635">
                  <c:v>5635</c:v>
                </c:pt>
                <c:pt idx="5636">
                  <c:v>5636</c:v>
                </c:pt>
                <c:pt idx="5637">
                  <c:v>5637</c:v>
                </c:pt>
                <c:pt idx="5638">
                  <c:v>5638</c:v>
                </c:pt>
                <c:pt idx="5639">
                  <c:v>5639</c:v>
                </c:pt>
                <c:pt idx="5640">
                  <c:v>5640</c:v>
                </c:pt>
                <c:pt idx="5641">
                  <c:v>5641</c:v>
                </c:pt>
                <c:pt idx="5642">
                  <c:v>5642</c:v>
                </c:pt>
                <c:pt idx="5643">
                  <c:v>5643</c:v>
                </c:pt>
                <c:pt idx="5644">
                  <c:v>5644</c:v>
                </c:pt>
                <c:pt idx="5645">
                  <c:v>5645</c:v>
                </c:pt>
                <c:pt idx="5646">
                  <c:v>5646</c:v>
                </c:pt>
                <c:pt idx="5647">
                  <c:v>5647</c:v>
                </c:pt>
                <c:pt idx="5648">
                  <c:v>5648</c:v>
                </c:pt>
                <c:pt idx="5649">
                  <c:v>5649</c:v>
                </c:pt>
                <c:pt idx="5650">
                  <c:v>5650</c:v>
                </c:pt>
                <c:pt idx="5651">
                  <c:v>5651</c:v>
                </c:pt>
                <c:pt idx="5652">
                  <c:v>5652</c:v>
                </c:pt>
                <c:pt idx="5653">
                  <c:v>5653</c:v>
                </c:pt>
                <c:pt idx="5654">
                  <c:v>5654</c:v>
                </c:pt>
                <c:pt idx="5655">
                  <c:v>5655</c:v>
                </c:pt>
                <c:pt idx="5656">
                  <c:v>5656</c:v>
                </c:pt>
                <c:pt idx="5657">
                  <c:v>5657</c:v>
                </c:pt>
                <c:pt idx="5658">
                  <c:v>5658</c:v>
                </c:pt>
                <c:pt idx="5659">
                  <c:v>5659</c:v>
                </c:pt>
                <c:pt idx="5660">
                  <c:v>5660</c:v>
                </c:pt>
                <c:pt idx="5661">
                  <c:v>5661</c:v>
                </c:pt>
                <c:pt idx="5662">
                  <c:v>5662</c:v>
                </c:pt>
                <c:pt idx="5663">
                  <c:v>5663</c:v>
                </c:pt>
                <c:pt idx="5664">
                  <c:v>5664</c:v>
                </c:pt>
                <c:pt idx="5665">
                  <c:v>5665</c:v>
                </c:pt>
                <c:pt idx="5666">
                  <c:v>5666</c:v>
                </c:pt>
                <c:pt idx="5667">
                  <c:v>5667</c:v>
                </c:pt>
                <c:pt idx="5668">
                  <c:v>5668</c:v>
                </c:pt>
                <c:pt idx="5669">
                  <c:v>5669</c:v>
                </c:pt>
                <c:pt idx="5670">
                  <c:v>5670</c:v>
                </c:pt>
                <c:pt idx="5671">
                  <c:v>5671</c:v>
                </c:pt>
                <c:pt idx="5672">
                  <c:v>5672</c:v>
                </c:pt>
                <c:pt idx="5673">
                  <c:v>5673</c:v>
                </c:pt>
                <c:pt idx="5674">
                  <c:v>5674</c:v>
                </c:pt>
                <c:pt idx="5675">
                  <c:v>5675</c:v>
                </c:pt>
                <c:pt idx="5676">
                  <c:v>5676</c:v>
                </c:pt>
                <c:pt idx="5677">
                  <c:v>5677</c:v>
                </c:pt>
                <c:pt idx="5678">
                  <c:v>5678</c:v>
                </c:pt>
                <c:pt idx="5679">
                  <c:v>5679</c:v>
                </c:pt>
                <c:pt idx="5680">
                  <c:v>5680</c:v>
                </c:pt>
                <c:pt idx="5681">
                  <c:v>5681</c:v>
                </c:pt>
                <c:pt idx="5682">
                  <c:v>5682</c:v>
                </c:pt>
                <c:pt idx="5683">
                  <c:v>5683</c:v>
                </c:pt>
                <c:pt idx="5684">
                  <c:v>5684</c:v>
                </c:pt>
                <c:pt idx="5685">
                  <c:v>5685</c:v>
                </c:pt>
                <c:pt idx="5686">
                  <c:v>5686</c:v>
                </c:pt>
                <c:pt idx="5687">
                  <c:v>5687</c:v>
                </c:pt>
                <c:pt idx="5688">
                  <c:v>5688</c:v>
                </c:pt>
                <c:pt idx="5689">
                  <c:v>5689</c:v>
                </c:pt>
                <c:pt idx="5690">
                  <c:v>5690</c:v>
                </c:pt>
                <c:pt idx="5691">
                  <c:v>5691</c:v>
                </c:pt>
                <c:pt idx="5692">
                  <c:v>5692</c:v>
                </c:pt>
                <c:pt idx="5693">
                  <c:v>5693</c:v>
                </c:pt>
                <c:pt idx="5694">
                  <c:v>5694</c:v>
                </c:pt>
                <c:pt idx="5695">
                  <c:v>5695</c:v>
                </c:pt>
                <c:pt idx="5696">
                  <c:v>5696</c:v>
                </c:pt>
                <c:pt idx="5697">
                  <c:v>5697</c:v>
                </c:pt>
                <c:pt idx="5698">
                  <c:v>5698</c:v>
                </c:pt>
                <c:pt idx="5699">
                  <c:v>5699</c:v>
                </c:pt>
                <c:pt idx="5700">
                  <c:v>5700</c:v>
                </c:pt>
                <c:pt idx="5701">
                  <c:v>5701</c:v>
                </c:pt>
                <c:pt idx="5702">
                  <c:v>5702</c:v>
                </c:pt>
                <c:pt idx="5703">
                  <c:v>5703</c:v>
                </c:pt>
                <c:pt idx="5704">
                  <c:v>5704</c:v>
                </c:pt>
                <c:pt idx="5705">
                  <c:v>5705</c:v>
                </c:pt>
                <c:pt idx="5706">
                  <c:v>5706</c:v>
                </c:pt>
                <c:pt idx="5707">
                  <c:v>5707</c:v>
                </c:pt>
                <c:pt idx="5708">
                  <c:v>5708</c:v>
                </c:pt>
                <c:pt idx="5709">
                  <c:v>5709</c:v>
                </c:pt>
                <c:pt idx="5710">
                  <c:v>5710</c:v>
                </c:pt>
                <c:pt idx="5711">
                  <c:v>5711</c:v>
                </c:pt>
                <c:pt idx="5712">
                  <c:v>5712</c:v>
                </c:pt>
                <c:pt idx="5713">
                  <c:v>5713</c:v>
                </c:pt>
                <c:pt idx="5714">
                  <c:v>5714</c:v>
                </c:pt>
                <c:pt idx="5715">
                  <c:v>5715</c:v>
                </c:pt>
                <c:pt idx="5716">
                  <c:v>5716</c:v>
                </c:pt>
                <c:pt idx="5717">
                  <c:v>5717</c:v>
                </c:pt>
                <c:pt idx="5718">
                  <c:v>5718</c:v>
                </c:pt>
                <c:pt idx="5719">
                  <c:v>5719</c:v>
                </c:pt>
                <c:pt idx="5720">
                  <c:v>5720</c:v>
                </c:pt>
                <c:pt idx="5721">
                  <c:v>5721</c:v>
                </c:pt>
                <c:pt idx="5722">
                  <c:v>5722</c:v>
                </c:pt>
                <c:pt idx="5723">
                  <c:v>5723</c:v>
                </c:pt>
                <c:pt idx="5724">
                  <c:v>5724</c:v>
                </c:pt>
                <c:pt idx="5725">
                  <c:v>5725</c:v>
                </c:pt>
                <c:pt idx="5726">
                  <c:v>5726</c:v>
                </c:pt>
                <c:pt idx="5727">
                  <c:v>5727</c:v>
                </c:pt>
                <c:pt idx="5728">
                  <c:v>5728</c:v>
                </c:pt>
                <c:pt idx="5729">
                  <c:v>5729</c:v>
                </c:pt>
                <c:pt idx="5730">
                  <c:v>5730</c:v>
                </c:pt>
                <c:pt idx="5731">
                  <c:v>5731</c:v>
                </c:pt>
                <c:pt idx="5732">
                  <c:v>5732</c:v>
                </c:pt>
                <c:pt idx="5733">
                  <c:v>5733</c:v>
                </c:pt>
                <c:pt idx="5734">
                  <c:v>5734</c:v>
                </c:pt>
                <c:pt idx="5735">
                  <c:v>5735</c:v>
                </c:pt>
                <c:pt idx="5736">
                  <c:v>5736</c:v>
                </c:pt>
                <c:pt idx="5737">
                  <c:v>5737</c:v>
                </c:pt>
                <c:pt idx="5738">
                  <c:v>5738</c:v>
                </c:pt>
                <c:pt idx="5739">
                  <c:v>5739</c:v>
                </c:pt>
                <c:pt idx="5740">
                  <c:v>5740</c:v>
                </c:pt>
                <c:pt idx="5741">
                  <c:v>5741</c:v>
                </c:pt>
                <c:pt idx="5742">
                  <c:v>5742</c:v>
                </c:pt>
                <c:pt idx="5743">
                  <c:v>5743</c:v>
                </c:pt>
                <c:pt idx="5744">
                  <c:v>5744</c:v>
                </c:pt>
                <c:pt idx="5745">
                  <c:v>5745</c:v>
                </c:pt>
                <c:pt idx="5746">
                  <c:v>5746</c:v>
                </c:pt>
                <c:pt idx="5747">
                  <c:v>5747</c:v>
                </c:pt>
                <c:pt idx="5748">
                  <c:v>5748</c:v>
                </c:pt>
                <c:pt idx="5749">
                  <c:v>5749</c:v>
                </c:pt>
                <c:pt idx="5750">
                  <c:v>5750</c:v>
                </c:pt>
                <c:pt idx="5751">
                  <c:v>5751</c:v>
                </c:pt>
                <c:pt idx="5752">
                  <c:v>5752</c:v>
                </c:pt>
                <c:pt idx="5753">
                  <c:v>5753</c:v>
                </c:pt>
                <c:pt idx="5754">
                  <c:v>5754</c:v>
                </c:pt>
                <c:pt idx="5755">
                  <c:v>5755</c:v>
                </c:pt>
                <c:pt idx="5756">
                  <c:v>5756</c:v>
                </c:pt>
                <c:pt idx="5757">
                  <c:v>5757</c:v>
                </c:pt>
                <c:pt idx="5758">
                  <c:v>5758</c:v>
                </c:pt>
                <c:pt idx="5759">
                  <c:v>5759</c:v>
                </c:pt>
                <c:pt idx="5760">
                  <c:v>5760</c:v>
                </c:pt>
                <c:pt idx="5761">
                  <c:v>5761</c:v>
                </c:pt>
                <c:pt idx="5762">
                  <c:v>5762</c:v>
                </c:pt>
                <c:pt idx="5763">
                  <c:v>5763</c:v>
                </c:pt>
                <c:pt idx="5764">
                  <c:v>5764</c:v>
                </c:pt>
                <c:pt idx="5765">
                  <c:v>5765</c:v>
                </c:pt>
                <c:pt idx="5766">
                  <c:v>5766</c:v>
                </c:pt>
                <c:pt idx="5767">
                  <c:v>5767</c:v>
                </c:pt>
                <c:pt idx="5768">
                  <c:v>5768</c:v>
                </c:pt>
                <c:pt idx="5769">
                  <c:v>5769</c:v>
                </c:pt>
                <c:pt idx="5770">
                  <c:v>5770</c:v>
                </c:pt>
                <c:pt idx="5771">
                  <c:v>5771</c:v>
                </c:pt>
                <c:pt idx="5772">
                  <c:v>5772</c:v>
                </c:pt>
                <c:pt idx="5773">
                  <c:v>5773</c:v>
                </c:pt>
                <c:pt idx="5774">
                  <c:v>5774</c:v>
                </c:pt>
                <c:pt idx="5775">
                  <c:v>5775</c:v>
                </c:pt>
                <c:pt idx="5776">
                  <c:v>5776</c:v>
                </c:pt>
                <c:pt idx="5777">
                  <c:v>5777</c:v>
                </c:pt>
                <c:pt idx="5778">
                  <c:v>5778</c:v>
                </c:pt>
                <c:pt idx="5779">
                  <c:v>5779</c:v>
                </c:pt>
                <c:pt idx="5780">
                  <c:v>5780</c:v>
                </c:pt>
                <c:pt idx="5781">
                  <c:v>5781</c:v>
                </c:pt>
                <c:pt idx="5782">
                  <c:v>5782</c:v>
                </c:pt>
                <c:pt idx="5783">
                  <c:v>5783</c:v>
                </c:pt>
                <c:pt idx="5784">
                  <c:v>5784</c:v>
                </c:pt>
                <c:pt idx="5785">
                  <c:v>5785</c:v>
                </c:pt>
                <c:pt idx="5786">
                  <c:v>5786</c:v>
                </c:pt>
                <c:pt idx="5787">
                  <c:v>5787</c:v>
                </c:pt>
                <c:pt idx="5788">
                  <c:v>5788</c:v>
                </c:pt>
                <c:pt idx="5789">
                  <c:v>5789</c:v>
                </c:pt>
                <c:pt idx="5790">
                  <c:v>5790</c:v>
                </c:pt>
                <c:pt idx="5791">
                  <c:v>5791</c:v>
                </c:pt>
                <c:pt idx="5792">
                  <c:v>5792</c:v>
                </c:pt>
                <c:pt idx="5793">
                  <c:v>5793</c:v>
                </c:pt>
                <c:pt idx="5794">
                  <c:v>5794</c:v>
                </c:pt>
                <c:pt idx="5795">
                  <c:v>5795</c:v>
                </c:pt>
                <c:pt idx="5796">
                  <c:v>5796</c:v>
                </c:pt>
                <c:pt idx="5797">
                  <c:v>5797</c:v>
                </c:pt>
                <c:pt idx="5798">
                  <c:v>5798</c:v>
                </c:pt>
                <c:pt idx="5799">
                  <c:v>5799</c:v>
                </c:pt>
                <c:pt idx="5800">
                  <c:v>5800</c:v>
                </c:pt>
                <c:pt idx="5801">
                  <c:v>5801</c:v>
                </c:pt>
                <c:pt idx="5802">
                  <c:v>5802</c:v>
                </c:pt>
                <c:pt idx="5803">
                  <c:v>5803</c:v>
                </c:pt>
                <c:pt idx="5804">
                  <c:v>5804</c:v>
                </c:pt>
                <c:pt idx="5805">
                  <c:v>5805</c:v>
                </c:pt>
                <c:pt idx="5806">
                  <c:v>5806</c:v>
                </c:pt>
                <c:pt idx="5807">
                  <c:v>5807</c:v>
                </c:pt>
                <c:pt idx="5808">
                  <c:v>5808</c:v>
                </c:pt>
                <c:pt idx="5809">
                  <c:v>5809</c:v>
                </c:pt>
                <c:pt idx="5810">
                  <c:v>5810</c:v>
                </c:pt>
                <c:pt idx="5811">
                  <c:v>5811</c:v>
                </c:pt>
                <c:pt idx="5812">
                  <c:v>5812</c:v>
                </c:pt>
                <c:pt idx="5813">
                  <c:v>5813</c:v>
                </c:pt>
                <c:pt idx="5814">
                  <c:v>5814</c:v>
                </c:pt>
                <c:pt idx="5815">
                  <c:v>5815</c:v>
                </c:pt>
                <c:pt idx="5816">
                  <c:v>5816</c:v>
                </c:pt>
                <c:pt idx="5817">
                  <c:v>5817</c:v>
                </c:pt>
                <c:pt idx="5818">
                  <c:v>5818</c:v>
                </c:pt>
                <c:pt idx="5819">
                  <c:v>5819</c:v>
                </c:pt>
                <c:pt idx="5820">
                  <c:v>5820</c:v>
                </c:pt>
                <c:pt idx="5821">
                  <c:v>5821</c:v>
                </c:pt>
                <c:pt idx="5822">
                  <c:v>5822</c:v>
                </c:pt>
                <c:pt idx="5823">
                  <c:v>5823</c:v>
                </c:pt>
                <c:pt idx="5824">
                  <c:v>5824</c:v>
                </c:pt>
                <c:pt idx="5825">
                  <c:v>5825</c:v>
                </c:pt>
                <c:pt idx="5826">
                  <c:v>5826</c:v>
                </c:pt>
                <c:pt idx="5827">
                  <c:v>5827</c:v>
                </c:pt>
                <c:pt idx="5828">
                  <c:v>5828</c:v>
                </c:pt>
                <c:pt idx="5829">
                  <c:v>5829</c:v>
                </c:pt>
                <c:pt idx="5830">
                  <c:v>5830</c:v>
                </c:pt>
                <c:pt idx="5831">
                  <c:v>5831</c:v>
                </c:pt>
                <c:pt idx="5832">
                  <c:v>5832</c:v>
                </c:pt>
                <c:pt idx="5833">
                  <c:v>5833</c:v>
                </c:pt>
                <c:pt idx="5834">
                  <c:v>5834</c:v>
                </c:pt>
                <c:pt idx="5835">
                  <c:v>5835</c:v>
                </c:pt>
                <c:pt idx="5836">
                  <c:v>5836</c:v>
                </c:pt>
                <c:pt idx="5837">
                  <c:v>5837</c:v>
                </c:pt>
                <c:pt idx="5838">
                  <c:v>5838</c:v>
                </c:pt>
                <c:pt idx="5839">
                  <c:v>5839</c:v>
                </c:pt>
                <c:pt idx="5840">
                  <c:v>5840</c:v>
                </c:pt>
                <c:pt idx="5841">
                  <c:v>5841</c:v>
                </c:pt>
                <c:pt idx="5842">
                  <c:v>5842</c:v>
                </c:pt>
                <c:pt idx="5843">
                  <c:v>5843</c:v>
                </c:pt>
                <c:pt idx="5844">
                  <c:v>5844</c:v>
                </c:pt>
                <c:pt idx="5845">
                  <c:v>5845</c:v>
                </c:pt>
                <c:pt idx="5846">
                  <c:v>5846</c:v>
                </c:pt>
                <c:pt idx="5847">
                  <c:v>5847</c:v>
                </c:pt>
                <c:pt idx="5848">
                  <c:v>5848</c:v>
                </c:pt>
                <c:pt idx="5849">
                  <c:v>5849</c:v>
                </c:pt>
                <c:pt idx="5850">
                  <c:v>5850</c:v>
                </c:pt>
                <c:pt idx="5851">
                  <c:v>5851</c:v>
                </c:pt>
                <c:pt idx="5852">
                  <c:v>5852</c:v>
                </c:pt>
                <c:pt idx="5853">
                  <c:v>5853</c:v>
                </c:pt>
                <c:pt idx="5854">
                  <c:v>5854</c:v>
                </c:pt>
                <c:pt idx="5855">
                  <c:v>5855</c:v>
                </c:pt>
                <c:pt idx="5856">
                  <c:v>5856</c:v>
                </c:pt>
                <c:pt idx="5857">
                  <c:v>5857</c:v>
                </c:pt>
                <c:pt idx="5858">
                  <c:v>5858</c:v>
                </c:pt>
                <c:pt idx="5859">
                  <c:v>5859</c:v>
                </c:pt>
                <c:pt idx="5860">
                  <c:v>5860</c:v>
                </c:pt>
                <c:pt idx="5861">
                  <c:v>5861</c:v>
                </c:pt>
                <c:pt idx="5862">
                  <c:v>5862</c:v>
                </c:pt>
                <c:pt idx="5863">
                  <c:v>5863</c:v>
                </c:pt>
                <c:pt idx="5864">
                  <c:v>5864</c:v>
                </c:pt>
                <c:pt idx="5865">
                  <c:v>5865</c:v>
                </c:pt>
                <c:pt idx="5866">
                  <c:v>5866</c:v>
                </c:pt>
                <c:pt idx="5867">
                  <c:v>5867</c:v>
                </c:pt>
                <c:pt idx="5868">
                  <c:v>5868</c:v>
                </c:pt>
                <c:pt idx="5869">
                  <c:v>5869</c:v>
                </c:pt>
                <c:pt idx="5870">
                  <c:v>5870</c:v>
                </c:pt>
                <c:pt idx="5871">
                  <c:v>5871</c:v>
                </c:pt>
                <c:pt idx="5872">
                  <c:v>5872</c:v>
                </c:pt>
                <c:pt idx="5873">
                  <c:v>5873</c:v>
                </c:pt>
                <c:pt idx="5874">
                  <c:v>5874</c:v>
                </c:pt>
                <c:pt idx="5875">
                  <c:v>5875</c:v>
                </c:pt>
                <c:pt idx="5876">
                  <c:v>5876</c:v>
                </c:pt>
                <c:pt idx="5877">
                  <c:v>5877</c:v>
                </c:pt>
                <c:pt idx="5878">
                  <c:v>5878</c:v>
                </c:pt>
                <c:pt idx="5879">
                  <c:v>5879</c:v>
                </c:pt>
                <c:pt idx="5880">
                  <c:v>5880</c:v>
                </c:pt>
                <c:pt idx="5881">
                  <c:v>5881</c:v>
                </c:pt>
                <c:pt idx="5882">
                  <c:v>5882</c:v>
                </c:pt>
                <c:pt idx="5883">
                  <c:v>5883</c:v>
                </c:pt>
                <c:pt idx="5884">
                  <c:v>5884</c:v>
                </c:pt>
                <c:pt idx="5885">
                  <c:v>5885</c:v>
                </c:pt>
                <c:pt idx="5886">
                  <c:v>5886</c:v>
                </c:pt>
                <c:pt idx="5887">
                  <c:v>5887</c:v>
                </c:pt>
                <c:pt idx="5888">
                  <c:v>5888</c:v>
                </c:pt>
                <c:pt idx="5889">
                  <c:v>5889</c:v>
                </c:pt>
                <c:pt idx="5890">
                  <c:v>5890</c:v>
                </c:pt>
                <c:pt idx="5891">
                  <c:v>5891</c:v>
                </c:pt>
                <c:pt idx="5892">
                  <c:v>5892</c:v>
                </c:pt>
                <c:pt idx="5893">
                  <c:v>5893</c:v>
                </c:pt>
                <c:pt idx="5894">
                  <c:v>5894</c:v>
                </c:pt>
                <c:pt idx="5895">
                  <c:v>5895</c:v>
                </c:pt>
                <c:pt idx="5896">
                  <c:v>5896</c:v>
                </c:pt>
                <c:pt idx="5897">
                  <c:v>5897</c:v>
                </c:pt>
                <c:pt idx="5898">
                  <c:v>5898</c:v>
                </c:pt>
                <c:pt idx="5899">
                  <c:v>5899</c:v>
                </c:pt>
                <c:pt idx="5900">
                  <c:v>5900</c:v>
                </c:pt>
                <c:pt idx="5901">
                  <c:v>5901</c:v>
                </c:pt>
                <c:pt idx="5902">
                  <c:v>5902</c:v>
                </c:pt>
                <c:pt idx="5903">
                  <c:v>5903</c:v>
                </c:pt>
                <c:pt idx="5904">
                  <c:v>5904</c:v>
                </c:pt>
                <c:pt idx="5905">
                  <c:v>5905</c:v>
                </c:pt>
                <c:pt idx="5906">
                  <c:v>5906</c:v>
                </c:pt>
                <c:pt idx="5907">
                  <c:v>5907</c:v>
                </c:pt>
                <c:pt idx="5908">
                  <c:v>5908</c:v>
                </c:pt>
                <c:pt idx="5909">
                  <c:v>5909</c:v>
                </c:pt>
                <c:pt idx="5910">
                  <c:v>5910</c:v>
                </c:pt>
                <c:pt idx="5911">
                  <c:v>5911</c:v>
                </c:pt>
                <c:pt idx="5912">
                  <c:v>5912</c:v>
                </c:pt>
                <c:pt idx="5913">
                  <c:v>5913</c:v>
                </c:pt>
                <c:pt idx="5914">
                  <c:v>5914</c:v>
                </c:pt>
                <c:pt idx="5915">
                  <c:v>5915</c:v>
                </c:pt>
                <c:pt idx="5916">
                  <c:v>5916</c:v>
                </c:pt>
                <c:pt idx="5917">
                  <c:v>5917</c:v>
                </c:pt>
                <c:pt idx="5918">
                  <c:v>5918</c:v>
                </c:pt>
                <c:pt idx="5919">
                  <c:v>5919</c:v>
                </c:pt>
                <c:pt idx="5920">
                  <c:v>5920</c:v>
                </c:pt>
                <c:pt idx="5921">
                  <c:v>5921</c:v>
                </c:pt>
                <c:pt idx="5922">
                  <c:v>5922</c:v>
                </c:pt>
                <c:pt idx="5923">
                  <c:v>5923</c:v>
                </c:pt>
                <c:pt idx="5924">
                  <c:v>5924</c:v>
                </c:pt>
                <c:pt idx="5925">
                  <c:v>5925</c:v>
                </c:pt>
                <c:pt idx="5926">
                  <c:v>5926</c:v>
                </c:pt>
                <c:pt idx="5927">
                  <c:v>5927</c:v>
                </c:pt>
                <c:pt idx="5928">
                  <c:v>5928</c:v>
                </c:pt>
                <c:pt idx="5929">
                  <c:v>5929</c:v>
                </c:pt>
                <c:pt idx="5930">
                  <c:v>5930</c:v>
                </c:pt>
                <c:pt idx="5931">
                  <c:v>5931</c:v>
                </c:pt>
                <c:pt idx="5932">
                  <c:v>5932</c:v>
                </c:pt>
                <c:pt idx="5933">
                  <c:v>5933</c:v>
                </c:pt>
                <c:pt idx="5934">
                  <c:v>5934</c:v>
                </c:pt>
                <c:pt idx="5935">
                  <c:v>5935</c:v>
                </c:pt>
                <c:pt idx="5936">
                  <c:v>5936</c:v>
                </c:pt>
                <c:pt idx="5937">
                  <c:v>5937</c:v>
                </c:pt>
                <c:pt idx="5938">
                  <c:v>5938</c:v>
                </c:pt>
                <c:pt idx="5939">
                  <c:v>5939</c:v>
                </c:pt>
                <c:pt idx="5940">
                  <c:v>5940</c:v>
                </c:pt>
                <c:pt idx="5941">
                  <c:v>5941</c:v>
                </c:pt>
                <c:pt idx="5942">
                  <c:v>5942</c:v>
                </c:pt>
                <c:pt idx="5943">
                  <c:v>5943</c:v>
                </c:pt>
                <c:pt idx="5944">
                  <c:v>5944</c:v>
                </c:pt>
                <c:pt idx="5945">
                  <c:v>5945</c:v>
                </c:pt>
                <c:pt idx="5946">
                  <c:v>5946</c:v>
                </c:pt>
                <c:pt idx="5947">
                  <c:v>5947</c:v>
                </c:pt>
                <c:pt idx="5948">
                  <c:v>5948</c:v>
                </c:pt>
                <c:pt idx="5949">
                  <c:v>5949</c:v>
                </c:pt>
                <c:pt idx="5950">
                  <c:v>5950</c:v>
                </c:pt>
                <c:pt idx="5951">
                  <c:v>5951</c:v>
                </c:pt>
                <c:pt idx="5952">
                  <c:v>5952</c:v>
                </c:pt>
                <c:pt idx="5953">
                  <c:v>5953</c:v>
                </c:pt>
                <c:pt idx="5954">
                  <c:v>5954</c:v>
                </c:pt>
                <c:pt idx="5955">
                  <c:v>5955</c:v>
                </c:pt>
                <c:pt idx="5956">
                  <c:v>5956</c:v>
                </c:pt>
                <c:pt idx="5957">
                  <c:v>5957</c:v>
                </c:pt>
                <c:pt idx="5958">
                  <c:v>5958</c:v>
                </c:pt>
                <c:pt idx="5959">
                  <c:v>5959</c:v>
                </c:pt>
                <c:pt idx="5960">
                  <c:v>5960</c:v>
                </c:pt>
                <c:pt idx="5961">
                  <c:v>5961</c:v>
                </c:pt>
                <c:pt idx="5962">
                  <c:v>5962</c:v>
                </c:pt>
                <c:pt idx="5963">
                  <c:v>5963</c:v>
                </c:pt>
                <c:pt idx="5964">
                  <c:v>5964</c:v>
                </c:pt>
                <c:pt idx="5965">
                  <c:v>5965</c:v>
                </c:pt>
                <c:pt idx="5966">
                  <c:v>5966</c:v>
                </c:pt>
                <c:pt idx="5967">
                  <c:v>5967</c:v>
                </c:pt>
                <c:pt idx="5968">
                  <c:v>5968</c:v>
                </c:pt>
                <c:pt idx="5969">
                  <c:v>5969</c:v>
                </c:pt>
                <c:pt idx="5970">
                  <c:v>5970</c:v>
                </c:pt>
                <c:pt idx="5971">
                  <c:v>5971</c:v>
                </c:pt>
                <c:pt idx="5972">
                  <c:v>5972</c:v>
                </c:pt>
                <c:pt idx="5973">
                  <c:v>5973</c:v>
                </c:pt>
                <c:pt idx="5974">
                  <c:v>5974</c:v>
                </c:pt>
                <c:pt idx="5975">
                  <c:v>5975</c:v>
                </c:pt>
                <c:pt idx="5976">
                  <c:v>5976</c:v>
                </c:pt>
                <c:pt idx="5977">
                  <c:v>5977</c:v>
                </c:pt>
                <c:pt idx="5978">
                  <c:v>5978</c:v>
                </c:pt>
                <c:pt idx="5979">
                  <c:v>5979</c:v>
                </c:pt>
                <c:pt idx="5980">
                  <c:v>5980</c:v>
                </c:pt>
                <c:pt idx="5981">
                  <c:v>5981</c:v>
                </c:pt>
                <c:pt idx="5982">
                  <c:v>5982</c:v>
                </c:pt>
                <c:pt idx="5983">
                  <c:v>5983</c:v>
                </c:pt>
                <c:pt idx="5984">
                  <c:v>5984</c:v>
                </c:pt>
                <c:pt idx="5985">
                  <c:v>5985</c:v>
                </c:pt>
                <c:pt idx="5986">
                  <c:v>5986</c:v>
                </c:pt>
                <c:pt idx="5987">
                  <c:v>5987</c:v>
                </c:pt>
                <c:pt idx="5988">
                  <c:v>5988</c:v>
                </c:pt>
                <c:pt idx="5989">
                  <c:v>5989</c:v>
                </c:pt>
                <c:pt idx="5990">
                  <c:v>5990</c:v>
                </c:pt>
                <c:pt idx="5991">
                  <c:v>5991</c:v>
                </c:pt>
                <c:pt idx="5992">
                  <c:v>5992</c:v>
                </c:pt>
                <c:pt idx="5993">
                  <c:v>5993</c:v>
                </c:pt>
                <c:pt idx="5994">
                  <c:v>5994</c:v>
                </c:pt>
                <c:pt idx="5995">
                  <c:v>5995</c:v>
                </c:pt>
                <c:pt idx="5996">
                  <c:v>5996</c:v>
                </c:pt>
                <c:pt idx="5997">
                  <c:v>5997</c:v>
                </c:pt>
                <c:pt idx="5998">
                  <c:v>5998</c:v>
                </c:pt>
                <c:pt idx="5999">
                  <c:v>5999</c:v>
                </c:pt>
                <c:pt idx="6000">
                  <c:v>6000</c:v>
                </c:pt>
                <c:pt idx="6001">
                  <c:v>6001</c:v>
                </c:pt>
                <c:pt idx="6002">
                  <c:v>6002</c:v>
                </c:pt>
                <c:pt idx="6003">
                  <c:v>6003</c:v>
                </c:pt>
                <c:pt idx="6004">
                  <c:v>6004</c:v>
                </c:pt>
                <c:pt idx="6005">
                  <c:v>6005</c:v>
                </c:pt>
                <c:pt idx="6006">
                  <c:v>6006</c:v>
                </c:pt>
                <c:pt idx="6007">
                  <c:v>6007</c:v>
                </c:pt>
                <c:pt idx="6008">
                  <c:v>6008</c:v>
                </c:pt>
                <c:pt idx="6009">
                  <c:v>6009</c:v>
                </c:pt>
                <c:pt idx="6010">
                  <c:v>6010</c:v>
                </c:pt>
                <c:pt idx="6011">
                  <c:v>6011</c:v>
                </c:pt>
                <c:pt idx="6012">
                  <c:v>6012</c:v>
                </c:pt>
                <c:pt idx="6013">
                  <c:v>6013</c:v>
                </c:pt>
                <c:pt idx="6014">
                  <c:v>6014</c:v>
                </c:pt>
                <c:pt idx="6015">
                  <c:v>6015</c:v>
                </c:pt>
                <c:pt idx="6016">
                  <c:v>6016</c:v>
                </c:pt>
                <c:pt idx="6017">
                  <c:v>6017</c:v>
                </c:pt>
                <c:pt idx="6018">
                  <c:v>6018</c:v>
                </c:pt>
                <c:pt idx="6019">
                  <c:v>6019</c:v>
                </c:pt>
                <c:pt idx="6020">
                  <c:v>6020</c:v>
                </c:pt>
                <c:pt idx="6021">
                  <c:v>6021</c:v>
                </c:pt>
                <c:pt idx="6022">
                  <c:v>6022</c:v>
                </c:pt>
                <c:pt idx="6023">
                  <c:v>6023</c:v>
                </c:pt>
                <c:pt idx="6024">
                  <c:v>6024</c:v>
                </c:pt>
                <c:pt idx="6025">
                  <c:v>6025</c:v>
                </c:pt>
                <c:pt idx="6026">
                  <c:v>6026</c:v>
                </c:pt>
                <c:pt idx="6027">
                  <c:v>6027</c:v>
                </c:pt>
                <c:pt idx="6028">
                  <c:v>6028</c:v>
                </c:pt>
                <c:pt idx="6029">
                  <c:v>6029</c:v>
                </c:pt>
                <c:pt idx="6030">
                  <c:v>6030</c:v>
                </c:pt>
                <c:pt idx="6031">
                  <c:v>6031</c:v>
                </c:pt>
                <c:pt idx="6032">
                  <c:v>6032</c:v>
                </c:pt>
                <c:pt idx="6033">
                  <c:v>6033</c:v>
                </c:pt>
                <c:pt idx="6034">
                  <c:v>6034</c:v>
                </c:pt>
                <c:pt idx="6035">
                  <c:v>6035</c:v>
                </c:pt>
                <c:pt idx="6036">
                  <c:v>6036</c:v>
                </c:pt>
                <c:pt idx="6037">
                  <c:v>6037</c:v>
                </c:pt>
                <c:pt idx="6038">
                  <c:v>6038</c:v>
                </c:pt>
                <c:pt idx="6039">
                  <c:v>6039</c:v>
                </c:pt>
                <c:pt idx="6040">
                  <c:v>6040</c:v>
                </c:pt>
                <c:pt idx="6041">
                  <c:v>6041</c:v>
                </c:pt>
                <c:pt idx="6042">
                  <c:v>6042</c:v>
                </c:pt>
                <c:pt idx="6043">
                  <c:v>6043</c:v>
                </c:pt>
                <c:pt idx="6044">
                  <c:v>6044</c:v>
                </c:pt>
                <c:pt idx="6045">
                  <c:v>6045</c:v>
                </c:pt>
                <c:pt idx="6046">
                  <c:v>6046</c:v>
                </c:pt>
                <c:pt idx="6047">
                  <c:v>6047</c:v>
                </c:pt>
                <c:pt idx="6048">
                  <c:v>6048</c:v>
                </c:pt>
                <c:pt idx="6049">
                  <c:v>6049</c:v>
                </c:pt>
                <c:pt idx="6050">
                  <c:v>6050</c:v>
                </c:pt>
                <c:pt idx="6051">
                  <c:v>6051</c:v>
                </c:pt>
                <c:pt idx="6052">
                  <c:v>6052</c:v>
                </c:pt>
                <c:pt idx="6053">
                  <c:v>6053</c:v>
                </c:pt>
                <c:pt idx="6054">
                  <c:v>6054</c:v>
                </c:pt>
                <c:pt idx="6055">
                  <c:v>6055</c:v>
                </c:pt>
                <c:pt idx="6056">
                  <c:v>6056</c:v>
                </c:pt>
                <c:pt idx="6057">
                  <c:v>6057</c:v>
                </c:pt>
                <c:pt idx="6058">
                  <c:v>6058</c:v>
                </c:pt>
                <c:pt idx="6059">
                  <c:v>6059</c:v>
                </c:pt>
                <c:pt idx="6060">
                  <c:v>6060</c:v>
                </c:pt>
                <c:pt idx="6061">
                  <c:v>6061</c:v>
                </c:pt>
                <c:pt idx="6062">
                  <c:v>6062</c:v>
                </c:pt>
                <c:pt idx="6063">
                  <c:v>6063</c:v>
                </c:pt>
                <c:pt idx="6064">
                  <c:v>6064</c:v>
                </c:pt>
                <c:pt idx="6065">
                  <c:v>6065</c:v>
                </c:pt>
                <c:pt idx="6066">
                  <c:v>6066</c:v>
                </c:pt>
                <c:pt idx="6067">
                  <c:v>6067</c:v>
                </c:pt>
                <c:pt idx="6068">
                  <c:v>6068</c:v>
                </c:pt>
                <c:pt idx="6069">
                  <c:v>6069</c:v>
                </c:pt>
                <c:pt idx="6070">
                  <c:v>6070</c:v>
                </c:pt>
                <c:pt idx="6071">
                  <c:v>6071</c:v>
                </c:pt>
                <c:pt idx="6072">
                  <c:v>6072</c:v>
                </c:pt>
                <c:pt idx="6073">
                  <c:v>6073</c:v>
                </c:pt>
                <c:pt idx="6074">
                  <c:v>6074</c:v>
                </c:pt>
                <c:pt idx="6075">
                  <c:v>6075</c:v>
                </c:pt>
                <c:pt idx="6076">
                  <c:v>6076</c:v>
                </c:pt>
                <c:pt idx="6077">
                  <c:v>6077</c:v>
                </c:pt>
                <c:pt idx="6078">
                  <c:v>6078</c:v>
                </c:pt>
                <c:pt idx="6079">
                  <c:v>6079</c:v>
                </c:pt>
                <c:pt idx="6080">
                  <c:v>6080</c:v>
                </c:pt>
                <c:pt idx="6081">
                  <c:v>6081</c:v>
                </c:pt>
                <c:pt idx="6082">
                  <c:v>6082</c:v>
                </c:pt>
                <c:pt idx="6083">
                  <c:v>6083</c:v>
                </c:pt>
                <c:pt idx="6084">
                  <c:v>6084</c:v>
                </c:pt>
                <c:pt idx="6085">
                  <c:v>6085</c:v>
                </c:pt>
                <c:pt idx="6086">
                  <c:v>6086</c:v>
                </c:pt>
                <c:pt idx="6087">
                  <c:v>6087</c:v>
                </c:pt>
                <c:pt idx="6088">
                  <c:v>6088</c:v>
                </c:pt>
                <c:pt idx="6089">
                  <c:v>6089</c:v>
                </c:pt>
                <c:pt idx="6090">
                  <c:v>6090</c:v>
                </c:pt>
                <c:pt idx="6091">
                  <c:v>6091</c:v>
                </c:pt>
                <c:pt idx="6092">
                  <c:v>6092</c:v>
                </c:pt>
                <c:pt idx="6093">
                  <c:v>6093</c:v>
                </c:pt>
                <c:pt idx="6094">
                  <c:v>6094</c:v>
                </c:pt>
                <c:pt idx="6095">
                  <c:v>6095</c:v>
                </c:pt>
                <c:pt idx="6096">
                  <c:v>6096</c:v>
                </c:pt>
                <c:pt idx="6097">
                  <c:v>6097</c:v>
                </c:pt>
                <c:pt idx="6098">
                  <c:v>6098</c:v>
                </c:pt>
                <c:pt idx="6099">
                  <c:v>6099</c:v>
                </c:pt>
                <c:pt idx="6100">
                  <c:v>6100</c:v>
                </c:pt>
                <c:pt idx="6101">
                  <c:v>6101</c:v>
                </c:pt>
                <c:pt idx="6102">
                  <c:v>6102</c:v>
                </c:pt>
                <c:pt idx="6103">
                  <c:v>6103</c:v>
                </c:pt>
                <c:pt idx="6104">
                  <c:v>6104</c:v>
                </c:pt>
                <c:pt idx="6105">
                  <c:v>6105</c:v>
                </c:pt>
                <c:pt idx="6106">
                  <c:v>6106</c:v>
                </c:pt>
                <c:pt idx="6107">
                  <c:v>6107</c:v>
                </c:pt>
                <c:pt idx="6108">
                  <c:v>6108</c:v>
                </c:pt>
                <c:pt idx="6109">
                  <c:v>6109</c:v>
                </c:pt>
                <c:pt idx="6110">
                  <c:v>6110</c:v>
                </c:pt>
                <c:pt idx="6111">
                  <c:v>6111</c:v>
                </c:pt>
                <c:pt idx="6112">
                  <c:v>6112</c:v>
                </c:pt>
                <c:pt idx="6113">
                  <c:v>6113</c:v>
                </c:pt>
                <c:pt idx="6114">
                  <c:v>6114</c:v>
                </c:pt>
                <c:pt idx="6115">
                  <c:v>6115</c:v>
                </c:pt>
                <c:pt idx="6116">
                  <c:v>6116</c:v>
                </c:pt>
                <c:pt idx="6117">
                  <c:v>6117</c:v>
                </c:pt>
                <c:pt idx="6118">
                  <c:v>6118</c:v>
                </c:pt>
                <c:pt idx="6119">
                  <c:v>6119</c:v>
                </c:pt>
                <c:pt idx="6120">
                  <c:v>6120</c:v>
                </c:pt>
                <c:pt idx="6121">
                  <c:v>6121</c:v>
                </c:pt>
                <c:pt idx="6122">
                  <c:v>6122</c:v>
                </c:pt>
                <c:pt idx="6123">
                  <c:v>6123</c:v>
                </c:pt>
                <c:pt idx="6124">
                  <c:v>6124</c:v>
                </c:pt>
                <c:pt idx="6125">
                  <c:v>6125</c:v>
                </c:pt>
                <c:pt idx="6126">
                  <c:v>6126</c:v>
                </c:pt>
                <c:pt idx="6127">
                  <c:v>6127</c:v>
                </c:pt>
                <c:pt idx="6128">
                  <c:v>6128</c:v>
                </c:pt>
                <c:pt idx="6129">
                  <c:v>6129</c:v>
                </c:pt>
                <c:pt idx="6130">
                  <c:v>6130</c:v>
                </c:pt>
                <c:pt idx="6131">
                  <c:v>6131</c:v>
                </c:pt>
                <c:pt idx="6132">
                  <c:v>6132</c:v>
                </c:pt>
                <c:pt idx="6133">
                  <c:v>6133</c:v>
                </c:pt>
                <c:pt idx="6134">
                  <c:v>6134</c:v>
                </c:pt>
                <c:pt idx="6135">
                  <c:v>6135</c:v>
                </c:pt>
                <c:pt idx="6136">
                  <c:v>6136</c:v>
                </c:pt>
                <c:pt idx="6137">
                  <c:v>6137</c:v>
                </c:pt>
                <c:pt idx="6138">
                  <c:v>6138</c:v>
                </c:pt>
                <c:pt idx="6139">
                  <c:v>6139</c:v>
                </c:pt>
                <c:pt idx="6140">
                  <c:v>6140</c:v>
                </c:pt>
                <c:pt idx="6141">
                  <c:v>6141</c:v>
                </c:pt>
                <c:pt idx="6142">
                  <c:v>6142</c:v>
                </c:pt>
                <c:pt idx="6143">
                  <c:v>6143</c:v>
                </c:pt>
                <c:pt idx="6144">
                  <c:v>6144</c:v>
                </c:pt>
                <c:pt idx="6145">
                  <c:v>6145</c:v>
                </c:pt>
                <c:pt idx="6146">
                  <c:v>6146</c:v>
                </c:pt>
                <c:pt idx="6147">
                  <c:v>6147</c:v>
                </c:pt>
                <c:pt idx="6148">
                  <c:v>6148</c:v>
                </c:pt>
                <c:pt idx="6149">
                  <c:v>6149</c:v>
                </c:pt>
                <c:pt idx="6150">
                  <c:v>6150</c:v>
                </c:pt>
                <c:pt idx="6151">
                  <c:v>6151</c:v>
                </c:pt>
                <c:pt idx="6152">
                  <c:v>6152</c:v>
                </c:pt>
                <c:pt idx="6153">
                  <c:v>6153</c:v>
                </c:pt>
                <c:pt idx="6154">
                  <c:v>6154</c:v>
                </c:pt>
                <c:pt idx="6155">
                  <c:v>6155</c:v>
                </c:pt>
                <c:pt idx="6156">
                  <c:v>6156</c:v>
                </c:pt>
                <c:pt idx="6157">
                  <c:v>6157</c:v>
                </c:pt>
                <c:pt idx="6158">
                  <c:v>6158</c:v>
                </c:pt>
                <c:pt idx="6159">
                  <c:v>6159</c:v>
                </c:pt>
                <c:pt idx="6160">
                  <c:v>6160</c:v>
                </c:pt>
                <c:pt idx="6161">
                  <c:v>6161</c:v>
                </c:pt>
                <c:pt idx="6162">
                  <c:v>6162</c:v>
                </c:pt>
                <c:pt idx="6163">
                  <c:v>6163</c:v>
                </c:pt>
                <c:pt idx="6164">
                  <c:v>6164</c:v>
                </c:pt>
                <c:pt idx="6165">
                  <c:v>6165</c:v>
                </c:pt>
                <c:pt idx="6166">
                  <c:v>6166</c:v>
                </c:pt>
                <c:pt idx="6167">
                  <c:v>6167</c:v>
                </c:pt>
                <c:pt idx="6168">
                  <c:v>6168</c:v>
                </c:pt>
                <c:pt idx="6169">
                  <c:v>6169</c:v>
                </c:pt>
                <c:pt idx="6170">
                  <c:v>6170</c:v>
                </c:pt>
                <c:pt idx="6171">
                  <c:v>6171</c:v>
                </c:pt>
                <c:pt idx="6172">
                  <c:v>6172</c:v>
                </c:pt>
                <c:pt idx="6173">
                  <c:v>6173</c:v>
                </c:pt>
                <c:pt idx="6174">
                  <c:v>6174</c:v>
                </c:pt>
                <c:pt idx="6175">
                  <c:v>6175</c:v>
                </c:pt>
                <c:pt idx="6176">
                  <c:v>6176</c:v>
                </c:pt>
                <c:pt idx="6177">
                  <c:v>6177</c:v>
                </c:pt>
                <c:pt idx="6178">
                  <c:v>6178</c:v>
                </c:pt>
                <c:pt idx="6179">
                  <c:v>6179</c:v>
                </c:pt>
                <c:pt idx="6180">
                  <c:v>6180</c:v>
                </c:pt>
                <c:pt idx="6181">
                  <c:v>6181</c:v>
                </c:pt>
                <c:pt idx="6182">
                  <c:v>6182</c:v>
                </c:pt>
                <c:pt idx="6183">
                  <c:v>6183</c:v>
                </c:pt>
                <c:pt idx="6184">
                  <c:v>6184</c:v>
                </c:pt>
                <c:pt idx="6185">
                  <c:v>6185</c:v>
                </c:pt>
                <c:pt idx="6186">
                  <c:v>6186</c:v>
                </c:pt>
                <c:pt idx="6187">
                  <c:v>6187</c:v>
                </c:pt>
                <c:pt idx="6188">
                  <c:v>6188</c:v>
                </c:pt>
                <c:pt idx="6189">
                  <c:v>6189</c:v>
                </c:pt>
                <c:pt idx="6190">
                  <c:v>6190</c:v>
                </c:pt>
                <c:pt idx="6191">
                  <c:v>6191</c:v>
                </c:pt>
                <c:pt idx="6192">
                  <c:v>6192</c:v>
                </c:pt>
                <c:pt idx="6193">
                  <c:v>6193</c:v>
                </c:pt>
                <c:pt idx="6194">
                  <c:v>6194</c:v>
                </c:pt>
                <c:pt idx="6195">
                  <c:v>6195</c:v>
                </c:pt>
                <c:pt idx="6196">
                  <c:v>6196</c:v>
                </c:pt>
                <c:pt idx="6197">
                  <c:v>6197</c:v>
                </c:pt>
                <c:pt idx="6198">
                  <c:v>6198</c:v>
                </c:pt>
                <c:pt idx="6199">
                  <c:v>6199</c:v>
                </c:pt>
                <c:pt idx="6200">
                  <c:v>6200</c:v>
                </c:pt>
                <c:pt idx="6201">
                  <c:v>6201</c:v>
                </c:pt>
                <c:pt idx="6202">
                  <c:v>6202</c:v>
                </c:pt>
                <c:pt idx="6203">
                  <c:v>6203</c:v>
                </c:pt>
                <c:pt idx="6204">
                  <c:v>6204</c:v>
                </c:pt>
                <c:pt idx="6205">
                  <c:v>6205</c:v>
                </c:pt>
                <c:pt idx="6206">
                  <c:v>6206</c:v>
                </c:pt>
                <c:pt idx="6207">
                  <c:v>6207</c:v>
                </c:pt>
                <c:pt idx="6208">
                  <c:v>6208</c:v>
                </c:pt>
                <c:pt idx="6209">
                  <c:v>6209</c:v>
                </c:pt>
                <c:pt idx="6210">
                  <c:v>6210</c:v>
                </c:pt>
                <c:pt idx="6211">
                  <c:v>6211</c:v>
                </c:pt>
                <c:pt idx="6212">
                  <c:v>6212</c:v>
                </c:pt>
                <c:pt idx="6213">
                  <c:v>6213</c:v>
                </c:pt>
                <c:pt idx="6214">
                  <c:v>6214</c:v>
                </c:pt>
                <c:pt idx="6215">
                  <c:v>6215</c:v>
                </c:pt>
                <c:pt idx="6216">
                  <c:v>6216</c:v>
                </c:pt>
                <c:pt idx="6217">
                  <c:v>6217</c:v>
                </c:pt>
                <c:pt idx="6218">
                  <c:v>6218</c:v>
                </c:pt>
                <c:pt idx="6219">
                  <c:v>6219</c:v>
                </c:pt>
                <c:pt idx="6220">
                  <c:v>6220</c:v>
                </c:pt>
                <c:pt idx="6221">
                  <c:v>6221</c:v>
                </c:pt>
                <c:pt idx="6222">
                  <c:v>6222</c:v>
                </c:pt>
                <c:pt idx="6223">
                  <c:v>6223</c:v>
                </c:pt>
                <c:pt idx="6224">
                  <c:v>6224</c:v>
                </c:pt>
                <c:pt idx="6225">
                  <c:v>6225</c:v>
                </c:pt>
                <c:pt idx="6226">
                  <c:v>6226</c:v>
                </c:pt>
                <c:pt idx="6227">
                  <c:v>6227</c:v>
                </c:pt>
                <c:pt idx="6228">
                  <c:v>6228</c:v>
                </c:pt>
                <c:pt idx="6229">
                  <c:v>6229</c:v>
                </c:pt>
                <c:pt idx="6230">
                  <c:v>6230</c:v>
                </c:pt>
                <c:pt idx="6231">
                  <c:v>6231</c:v>
                </c:pt>
                <c:pt idx="6232">
                  <c:v>6232</c:v>
                </c:pt>
                <c:pt idx="6233">
                  <c:v>6233</c:v>
                </c:pt>
                <c:pt idx="6234">
                  <c:v>6234</c:v>
                </c:pt>
                <c:pt idx="6235">
                  <c:v>6235</c:v>
                </c:pt>
                <c:pt idx="6236">
                  <c:v>6236</c:v>
                </c:pt>
                <c:pt idx="6237">
                  <c:v>6237</c:v>
                </c:pt>
                <c:pt idx="6238">
                  <c:v>6238</c:v>
                </c:pt>
                <c:pt idx="6239">
                  <c:v>6239</c:v>
                </c:pt>
                <c:pt idx="6240">
                  <c:v>6240</c:v>
                </c:pt>
                <c:pt idx="6241">
                  <c:v>6241</c:v>
                </c:pt>
                <c:pt idx="6242">
                  <c:v>6242</c:v>
                </c:pt>
                <c:pt idx="6243">
                  <c:v>6243</c:v>
                </c:pt>
                <c:pt idx="6244">
                  <c:v>6244</c:v>
                </c:pt>
                <c:pt idx="6245">
                  <c:v>6245</c:v>
                </c:pt>
                <c:pt idx="6246">
                  <c:v>6246</c:v>
                </c:pt>
                <c:pt idx="6247">
                  <c:v>6247</c:v>
                </c:pt>
                <c:pt idx="6248">
                  <c:v>6248</c:v>
                </c:pt>
                <c:pt idx="6249">
                  <c:v>6249</c:v>
                </c:pt>
                <c:pt idx="6250">
                  <c:v>6250</c:v>
                </c:pt>
                <c:pt idx="6251">
                  <c:v>6251</c:v>
                </c:pt>
                <c:pt idx="6252">
                  <c:v>6252</c:v>
                </c:pt>
                <c:pt idx="6253">
                  <c:v>6253</c:v>
                </c:pt>
                <c:pt idx="6254">
                  <c:v>6254</c:v>
                </c:pt>
                <c:pt idx="6255">
                  <c:v>6255</c:v>
                </c:pt>
                <c:pt idx="6256">
                  <c:v>6256</c:v>
                </c:pt>
                <c:pt idx="6257">
                  <c:v>6257</c:v>
                </c:pt>
                <c:pt idx="6258">
                  <c:v>6258</c:v>
                </c:pt>
                <c:pt idx="6259">
                  <c:v>6259</c:v>
                </c:pt>
                <c:pt idx="6260">
                  <c:v>6260</c:v>
                </c:pt>
                <c:pt idx="6261">
                  <c:v>6261</c:v>
                </c:pt>
                <c:pt idx="6262">
                  <c:v>6262</c:v>
                </c:pt>
                <c:pt idx="6263">
                  <c:v>6263</c:v>
                </c:pt>
                <c:pt idx="6264">
                  <c:v>6264</c:v>
                </c:pt>
                <c:pt idx="6265">
                  <c:v>6265</c:v>
                </c:pt>
                <c:pt idx="6266">
                  <c:v>6266</c:v>
                </c:pt>
                <c:pt idx="6267">
                  <c:v>6267</c:v>
                </c:pt>
                <c:pt idx="6268">
                  <c:v>6268</c:v>
                </c:pt>
                <c:pt idx="6269">
                  <c:v>6269</c:v>
                </c:pt>
                <c:pt idx="6270">
                  <c:v>6270</c:v>
                </c:pt>
                <c:pt idx="6271">
                  <c:v>6271</c:v>
                </c:pt>
                <c:pt idx="6272">
                  <c:v>6272</c:v>
                </c:pt>
                <c:pt idx="6273">
                  <c:v>6273</c:v>
                </c:pt>
                <c:pt idx="6274">
                  <c:v>6274</c:v>
                </c:pt>
                <c:pt idx="6275">
                  <c:v>6275</c:v>
                </c:pt>
                <c:pt idx="6276">
                  <c:v>6276</c:v>
                </c:pt>
                <c:pt idx="6277">
                  <c:v>6277</c:v>
                </c:pt>
                <c:pt idx="6278">
                  <c:v>6278</c:v>
                </c:pt>
                <c:pt idx="6279">
                  <c:v>6279</c:v>
                </c:pt>
                <c:pt idx="6280">
                  <c:v>6280</c:v>
                </c:pt>
                <c:pt idx="6281">
                  <c:v>6281</c:v>
                </c:pt>
                <c:pt idx="6282">
                  <c:v>6282</c:v>
                </c:pt>
                <c:pt idx="6283">
                  <c:v>6283</c:v>
                </c:pt>
                <c:pt idx="6284">
                  <c:v>6284</c:v>
                </c:pt>
                <c:pt idx="6285">
                  <c:v>6285</c:v>
                </c:pt>
                <c:pt idx="6286">
                  <c:v>6286</c:v>
                </c:pt>
                <c:pt idx="6287">
                  <c:v>6287</c:v>
                </c:pt>
                <c:pt idx="6288">
                  <c:v>6288</c:v>
                </c:pt>
                <c:pt idx="6289">
                  <c:v>6289</c:v>
                </c:pt>
                <c:pt idx="6290">
                  <c:v>6290</c:v>
                </c:pt>
                <c:pt idx="6291">
                  <c:v>6291</c:v>
                </c:pt>
                <c:pt idx="6292">
                  <c:v>6292</c:v>
                </c:pt>
                <c:pt idx="6293">
                  <c:v>6293</c:v>
                </c:pt>
                <c:pt idx="6294">
                  <c:v>6294</c:v>
                </c:pt>
                <c:pt idx="6295">
                  <c:v>6295</c:v>
                </c:pt>
                <c:pt idx="6296">
                  <c:v>6296</c:v>
                </c:pt>
                <c:pt idx="6297">
                  <c:v>6297</c:v>
                </c:pt>
                <c:pt idx="6298">
                  <c:v>6298</c:v>
                </c:pt>
                <c:pt idx="6299">
                  <c:v>6299</c:v>
                </c:pt>
                <c:pt idx="6300">
                  <c:v>6300</c:v>
                </c:pt>
                <c:pt idx="6301">
                  <c:v>6301</c:v>
                </c:pt>
                <c:pt idx="6302">
                  <c:v>6302</c:v>
                </c:pt>
                <c:pt idx="6303">
                  <c:v>6303</c:v>
                </c:pt>
                <c:pt idx="6304">
                  <c:v>6304</c:v>
                </c:pt>
                <c:pt idx="6305">
                  <c:v>6305</c:v>
                </c:pt>
                <c:pt idx="6306">
                  <c:v>6306</c:v>
                </c:pt>
                <c:pt idx="6307">
                  <c:v>6307</c:v>
                </c:pt>
                <c:pt idx="6308">
                  <c:v>6308</c:v>
                </c:pt>
                <c:pt idx="6309">
                  <c:v>6309</c:v>
                </c:pt>
                <c:pt idx="6310">
                  <c:v>6310</c:v>
                </c:pt>
                <c:pt idx="6311">
                  <c:v>6311</c:v>
                </c:pt>
                <c:pt idx="6312">
                  <c:v>6312</c:v>
                </c:pt>
                <c:pt idx="6313">
                  <c:v>6313</c:v>
                </c:pt>
                <c:pt idx="6314">
                  <c:v>6314</c:v>
                </c:pt>
                <c:pt idx="6315">
                  <c:v>6315</c:v>
                </c:pt>
                <c:pt idx="6316">
                  <c:v>6316</c:v>
                </c:pt>
                <c:pt idx="6317">
                  <c:v>6317</c:v>
                </c:pt>
                <c:pt idx="6318">
                  <c:v>6318</c:v>
                </c:pt>
                <c:pt idx="6319">
                  <c:v>6319</c:v>
                </c:pt>
                <c:pt idx="6320">
                  <c:v>6320</c:v>
                </c:pt>
                <c:pt idx="6321">
                  <c:v>6321</c:v>
                </c:pt>
                <c:pt idx="6322">
                  <c:v>6322</c:v>
                </c:pt>
                <c:pt idx="6323">
                  <c:v>6323</c:v>
                </c:pt>
                <c:pt idx="6324">
                  <c:v>6324</c:v>
                </c:pt>
                <c:pt idx="6325">
                  <c:v>6325</c:v>
                </c:pt>
                <c:pt idx="6326">
                  <c:v>6326</c:v>
                </c:pt>
                <c:pt idx="6327">
                  <c:v>6327</c:v>
                </c:pt>
                <c:pt idx="6328">
                  <c:v>6328</c:v>
                </c:pt>
                <c:pt idx="6329">
                  <c:v>6329</c:v>
                </c:pt>
                <c:pt idx="6330">
                  <c:v>6330</c:v>
                </c:pt>
                <c:pt idx="6331">
                  <c:v>6331</c:v>
                </c:pt>
                <c:pt idx="6332">
                  <c:v>6332</c:v>
                </c:pt>
                <c:pt idx="6333">
                  <c:v>6333</c:v>
                </c:pt>
                <c:pt idx="6334">
                  <c:v>6334</c:v>
                </c:pt>
                <c:pt idx="6335">
                  <c:v>6335</c:v>
                </c:pt>
                <c:pt idx="6336">
                  <c:v>6336</c:v>
                </c:pt>
                <c:pt idx="6337">
                  <c:v>6337</c:v>
                </c:pt>
                <c:pt idx="6338">
                  <c:v>6338</c:v>
                </c:pt>
                <c:pt idx="6339">
                  <c:v>6339</c:v>
                </c:pt>
                <c:pt idx="6340">
                  <c:v>6340</c:v>
                </c:pt>
                <c:pt idx="6341">
                  <c:v>6341</c:v>
                </c:pt>
                <c:pt idx="6342">
                  <c:v>6342</c:v>
                </c:pt>
                <c:pt idx="6343">
                  <c:v>6343</c:v>
                </c:pt>
                <c:pt idx="6344">
                  <c:v>6344</c:v>
                </c:pt>
                <c:pt idx="6345">
                  <c:v>6345</c:v>
                </c:pt>
                <c:pt idx="6346">
                  <c:v>6346</c:v>
                </c:pt>
                <c:pt idx="6347">
                  <c:v>6347</c:v>
                </c:pt>
                <c:pt idx="6348">
                  <c:v>6348</c:v>
                </c:pt>
                <c:pt idx="6349">
                  <c:v>6349</c:v>
                </c:pt>
                <c:pt idx="6350">
                  <c:v>6350</c:v>
                </c:pt>
                <c:pt idx="6351">
                  <c:v>6351</c:v>
                </c:pt>
                <c:pt idx="6352">
                  <c:v>6352</c:v>
                </c:pt>
                <c:pt idx="6353">
                  <c:v>6353</c:v>
                </c:pt>
                <c:pt idx="6354">
                  <c:v>6354</c:v>
                </c:pt>
                <c:pt idx="6355">
                  <c:v>6355</c:v>
                </c:pt>
                <c:pt idx="6356">
                  <c:v>6356</c:v>
                </c:pt>
                <c:pt idx="6357">
                  <c:v>6357</c:v>
                </c:pt>
                <c:pt idx="6358">
                  <c:v>6358</c:v>
                </c:pt>
                <c:pt idx="6359">
                  <c:v>6359</c:v>
                </c:pt>
                <c:pt idx="6360">
                  <c:v>6360</c:v>
                </c:pt>
                <c:pt idx="6361">
                  <c:v>6361</c:v>
                </c:pt>
                <c:pt idx="6362">
                  <c:v>6362</c:v>
                </c:pt>
                <c:pt idx="6363">
                  <c:v>6363</c:v>
                </c:pt>
                <c:pt idx="6364">
                  <c:v>6364</c:v>
                </c:pt>
                <c:pt idx="6365">
                  <c:v>6365</c:v>
                </c:pt>
                <c:pt idx="6366">
                  <c:v>6366</c:v>
                </c:pt>
                <c:pt idx="6367">
                  <c:v>6367</c:v>
                </c:pt>
                <c:pt idx="6368">
                  <c:v>6368</c:v>
                </c:pt>
                <c:pt idx="6369">
                  <c:v>6369</c:v>
                </c:pt>
                <c:pt idx="6370">
                  <c:v>6370</c:v>
                </c:pt>
                <c:pt idx="6371">
                  <c:v>6371</c:v>
                </c:pt>
                <c:pt idx="6372">
                  <c:v>6372</c:v>
                </c:pt>
                <c:pt idx="6373">
                  <c:v>6373</c:v>
                </c:pt>
                <c:pt idx="6374">
                  <c:v>6374</c:v>
                </c:pt>
                <c:pt idx="6375">
                  <c:v>6375</c:v>
                </c:pt>
                <c:pt idx="6376">
                  <c:v>6376</c:v>
                </c:pt>
                <c:pt idx="6377">
                  <c:v>6377</c:v>
                </c:pt>
                <c:pt idx="6378">
                  <c:v>6378</c:v>
                </c:pt>
                <c:pt idx="6379">
                  <c:v>6379</c:v>
                </c:pt>
                <c:pt idx="6380">
                  <c:v>6380</c:v>
                </c:pt>
                <c:pt idx="6381">
                  <c:v>6381</c:v>
                </c:pt>
                <c:pt idx="6382">
                  <c:v>6382</c:v>
                </c:pt>
                <c:pt idx="6383">
                  <c:v>6383</c:v>
                </c:pt>
                <c:pt idx="6384">
                  <c:v>6384</c:v>
                </c:pt>
                <c:pt idx="6385">
                  <c:v>6385</c:v>
                </c:pt>
                <c:pt idx="6386">
                  <c:v>6386</c:v>
                </c:pt>
                <c:pt idx="6387">
                  <c:v>6387</c:v>
                </c:pt>
                <c:pt idx="6388">
                  <c:v>6388</c:v>
                </c:pt>
                <c:pt idx="6389">
                  <c:v>6389</c:v>
                </c:pt>
                <c:pt idx="6390">
                  <c:v>6390</c:v>
                </c:pt>
                <c:pt idx="6391">
                  <c:v>6391</c:v>
                </c:pt>
                <c:pt idx="6392">
                  <c:v>6392</c:v>
                </c:pt>
                <c:pt idx="6393">
                  <c:v>6393</c:v>
                </c:pt>
                <c:pt idx="6394">
                  <c:v>6394</c:v>
                </c:pt>
                <c:pt idx="6395">
                  <c:v>6395</c:v>
                </c:pt>
                <c:pt idx="6396">
                  <c:v>6396</c:v>
                </c:pt>
                <c:pt idx="6397">
                  <c:v>6397</c:v>
                </c:pt>
                <c:pt idx="6398">
                  <c:v>6398</c:v>
                </c:pt>
                <c:pt idx="6399">
                  <c:v>6399</c:v>
                </c:pt>
                <c:pt idx="6400">
                  <c:v>6400</c:v>
                </c:pt>
                <c:pt idx="6401">
                  <c:v>6401</c:v>
                </c:pt>
                <c:pt idx="6402">
                  <c:v>6402</c:v>
                </c:pt>
                <c:pt idx="6403">
                  <c:v>6403</c:v>
                </c:pt>
                <c:pt idx="6404">
                  <c:v>6404</c:v>
                </c:pt>
                <c:pt idx="6405">
                  <c:v>6405</c:v>
                </c:pt>
                <c:pt idx="6406">
                  <c:v>6406</c:v>
                </c:pt>
                <c:pt idx="6407">
                  <c:v>6407</c:v>
                </c:pt>
                <c:pt idx="6408">
                  <c:v>6408</c:v>
                </c:pt>
                <c:pt idx="6409">
                  <c:v>6409</c:v>
                </c:pt>
                <c:pt idx="6410">
                  <c:v>6410</c:v>
                </c:pt>
                <c:pt idx="6411">
                  <c:v>6411</c:v>
                </c:pt>
                <c:pt idx="6412">
                  <c:v>6412</c:v>
                </c:pt>
                <c:pt idx="6413">
                  <c:v>6413</c:v>
                </c:pt>
                <c:pt idx="6414">
                  <c:v>6414</c:v>
                </c:pt>
                <c:pt idx="6415">
                  <c:v>6415</c:v>
                </c:pt>
                <c:pt idx="6416">
                  <c:v>6416</c:v>
                </c:pt>
                <c:pt idx="6417">
                  <c:v>6417</c:v>
                </c:pt>
                <c:pt idx="6418">
                  <c:v>6418</c:v>
                </c:pt>
                <c:pt idx="6419">
                  <c:v>6419</c:v>
                </c:pt>
                <c:pt idx="6420">
                  <c:v>6420</c:v>
                </c:pt>
                <c:pt idx="6421">
                  <c:v>6421</c:v>
                </c:pt>
                <c:pt idx="6422">
                  <c:v>6422</c:v>
                </c:pt>
                <c:pt idx="6423">
                  <c:v>6423</c:v>
                </c:pt>
                <c:pt idx="6424">
                  <c:v>6424</c:v>
                </c:pt>
                <c:pt idx="6425">
                  <c:v>6425</c:v>
                </c:pt>
                <c:pt idx="6426">
                  <c:v>6426</c:v>
                </c:pt>
                <c:pt idx="6427">
                  <c:v>6427</c:v>
                </c:pt>
                <c:pt idx="6428">
                  <c:v>6428</c:v>
                </c:pt>
                <c:pt idx="6429">
                  <c:v>6429</c:v>
                </c:pt>
                <c:pt idx="6430">
                  <c:v>6430</c:v>
                </c:pt>
                <c:pt idx="6431">
                  <c:v>6431</c:v>
                </c:pt>
                <c:pt idx="6432">
                  <c:v>6432</c:v>
                </c:pt>
                <c:pt idx="6433">
                  <c:v>6433</c:v>
                </c:pt>
                <c:pt idx="6434">
                  <c:v>6434</c:v>
                </c:pt>
                <c:pt idx="6435">
                  <c:v>6435</c:v>
                </c:pt>
                <c:pt idx="6436">
                  <c:v>6436</c:v>
                </c:pt>
                <c:pt idx="6437">
                  <c:v>6437</c:v>
                </c:pt>
                <c:pt idx="6438">
                  <c:v>6438</c:v>
                </c:pt>
                <c:pt idx="6439">
                  <c:v>6439</c:v>
                </c:pt>
                <c:pt idx="6440">
                  <c:v>6440</c:v>
                </c:pt>
                <c:pt idx="6441">
                  <c:v>6441</c:v>
                </c:pt>
                <c:pt idx="6442">
                  <c:v>6442</c:v>
                </c:pt>
                <c:pt idx="6443">
                  <c:v>6443</c:v>
                </c:pt>
                <c:pt idx="6444">
                  <c:v>6444</c:v>
                </c:pt>
                <c:pt idx="6445">
                  <c:v>6445</c:v>
                </c:pt>
                <c:pt idx="6446">
                  <c:v>6446</c:v>
                </c:pt>
                <c:pt idx="6447">
                  <c:v>6447</c:v>
                </c:pt>
                <c:pt idx="6448">
                  <c:v>6448</c:v>
                </c:pt>
                <c:pt idx="6449">
                  <c:v>6449</c:v>
                </c:pt>
                <c:pt idx="6450">
                  <c:v>6450</c:v>
                </c:pt>
                <c:pt idx="6451">
                  <c:v>6451</c:v>
                </c:pt>
                <c:pt idx="6452">
                  <c:v>6452</c:v>
                </c:pt>
                <c:pt idx="6453">
                  <c:v>6453</c:v>
                </c:pt>
                <c:pt idx="6454">
                  <c:v>6454</c:v>
                </c:pt>
                <c:pt idx="6455">
                  <c:v>6455</c:v>
                </c:pt>
                <c:pt idx="6456">
                  <c:v>6456</c:v>
                </c:pt>
                <c:pt idx="6457">
                  <c:v>6457</c:v>
                </c:pt>
                <c:pt idx="6458">
                  <c:v>6458</c:v>
                </c:pt>
                <c:pt idx="6459">
                  <c:v>6459</c:v>
                </c:pt>
                <c:pt idx="6460">
                  <c:v>6460</c:v>
                </c:pt>
                <c:pt idx="6461">
                  <c:v>6461</c:v>
                </c:pt>
                <c:pt idx="6462">
                  <c:v>6462</c:v>
                </c:pt>
                <c:pt idx="6463">
                  <c:v>6463</c:v>
                </c:pt>
                <c:pt idx="6464">
                  <c:v>6464</c:v>
                </c:pt>
                <c:pt idx="6465">
                  <c:v>6465</c:v>
                </c:pt>
                <c:pt idx="6466">
                  <c:v>6466</c:v>
                </c:pt>
                <c:pt idx="6467">
                  <c:v>6467</c:v>
                </c:pt>
                <c:pt idx="6468">
                  <c:v>6468</c:v>
                </c:pt>
                <c:pt idx="6469">
                  <c:v>6469</c:v>
                </c:pt>
                <c:pt idx="6470">
                  <c:v>6470</c:v>
                </c:pt>
                <c:pt idx="6471">
                  <c:v>6471</c:v>
                </c:pt>
                <c:pt idx="6472">
                  <c:v>6472</c:v>
                </c:pt>
                <c:pt idx="6473">
                  <c:v>6473</c:v>
                </c:pt>
                <c:pt idx="6474">
                  <c:v>6474</c:v>
                </c:pt>
                <c:pt idx="6475">
                  <c:v>6475</c:v>
                </c:pt>
                <c:pt idx="6476">
                  <c:v>6476</c:v>
                </c:pt>
                <c:pt idx="6477">
                  <c:v>6477</c:v>
                </c:pt>
                <c:pt idx="6478">
                  <c:v>6478</c:v>
                </c:pt>
                <c:pt idx="6479">
                  <c:v>6479</c:v>
                </c:pt>
                <c:pt idx="6480">
                  <c:v>6480</c:v>
                </c:pt>
                <c:pt idx="6481">
                  <c:v>6481</c:v>
                </c:pt>
                <c:pt idx="6482">
                  <c:v>6482</c:v>
                </c:pt>
                <c:pt idx="6483">
                  <c:v>6483</c:v>
                </c:pt>
                <c:pt idx="6484">
                  <c:v>6484</c:v>
                </c:pt>
                <c:pt idx="6485">
                  <c:v>6485</c:v>
                </c:pt>
                <c:pt idx="6486">
                  <c:v>6486</c:v>
                </c:pt>
                <c:pt idx="6487">
                  <c:v>6487</c:v>
                </c:pt>
                <c:pt idx="6488">
                  <c:v>6488</c:v>
                </c:pt>
                <c:pt idx="6489">
                  <c:v>6489</c:v>
                </c:pt>
                <c:pt idx="6490">
                  <c:v>6490</c:v>
                </c:pt>
                <c:pt idx="6491">
                  <c:v>6491</c:v>
                </c:pt>
                <c:pt idx="6492">
                  <c:v>6492</c:v>
                </c:pt>
                <c:pt idx="6493">
                  <c:v>6493</c:v>
                </c:pt>
                <c:pt idx="6494">
                  <c:v>6494</c:v>
                </c:pt>
                <c:pt idx="6495">
                  <c:v>6495</c:v>
                </c:pt>
                <c:pt idx="6496">
                  <c:v>6496</c:v>
                </c:pt>
                <c:pt idx="6497">
                  <c:v>6497</c:v>
                </c:pt>
                <c:pt idx="6498">
                  <c:v>6498</c:v>
                </c:pt>
                <c:pt idx="6499">
                  <c:v>6499</c:v>
                </c:pt>
                <c:pt idx="6500">
                  <c:v>6500</c:v>
                </c:pt>
                <c:pt idx="6501">
                  <c:v>6501</c:v>
                </c:pt>
                <c:pt idx="6502">
                  <c:v>6502</c:v>
                </c:pt>
                <c:pt idx="6503">
                  <c:v>6503</c:v>
                </c:pt>
                <c:pt idx="6504">
                  <c:v>6504</c:v>
                </c:pt>
                <c:pt idx="6505">
                  <c:v>6505</c:v>
                </c:pt>
                <c:pt idx="6506">
                  <c:v>6506</c:v>
                </c:pt>
                <c:pt idx="6507">
                  <c:v>6507</c:v>
                </c:pt>
                <c:pt idx="6508">
                  <c:v>6508</c:v>
                </c:pt>
                <c:pt idx="6509">
                  <c:v>6509</c:v>
                </c:pt>
                <c:pt idx="6510">
                  <c:v>6510</c:v>
                </c:pt>
                <c:pt idx="6511">
                  <c:v>6511</c:v>
                </c:pt>
                <c:pt idx="6512">
                  <c:v>6512</c:v>
                </c:pt>
                <c:pt idx="6513">
                  <c:v>6513</c:v>
                </c:pt>
                <c:pt idx="6514">
                  <c:v>6514</c:v>
                </c:pt>
                <c:pt idx="6515">
                  <c:v>6515</c:v>
                </c:pt>
                <c:pt idx="6516">
                  <c:v>6516</c:v>
                </c:pt>
                <c:pt idx="6517">
                  <c:v>6517</c:v>
                </c:pt>
                <c:pt idx="6518">
                  <c:v>6518</c:v>
                </c:pt>
                <c:pt idx="6519">
                  <c:v>6519</c:v>
                </c:pt>
                <c:pt idx="6520">
                  <c:v>6520</c:v>
                </c:pt>
                <c:pt idx="6521">
                  <c:v>6521</c:v>
                </c:pt>
                <c:pt idx="6522">
                  <c:v>6522</c:v>
                </c:pt>
                <c:pt idx="6523">
                  <c:v>6523</c:v>
                </c:pt>
                <c:pt idx="6524">
                  <c:v>6524</c:v>
                </c:pt>
                <c:pt idx="6525">
                  <c:v>6525</c:v>
                </c:pt>
                <c:pt idx="6526">
                  <c:v>6526</c:v>
                </c:pt>
                <c:pt idx="6527">
                  <c:v>6527</c:v>
                </c:pt>
                <c:pt idx="6528">
                  <c:v>6528</c:v>
                </c:pt>
                <c:pt idx="6529">
                  <c:v>6529</c:v>
                </c:pt>
                <c:pt idx="6530">
                  <c:v>6530</c:v>
                </c:pt>
                <c:pt idx="6531">
                  <c:v>6531</c:v>
                </c:pt>
                <c:pt idx="6532">
                  <c:v>6532</c:v>
                </c:pt>
                <c:pt idx="6533">
                  <c:v>6533</c:v>
                </c:pt>
                <c:pt idx="6534">
                  <c:v>6534</c:v>
                </c:pt>
                <c:pt idx="6535">
                  <c:v>6535</c:v>
                </c:pt>
                <c:pt idx="6536">
                  <c:v>6536</c:v>
                </c:pt>
                <c:pt idx="6537">
                  <c:v>6537</c:v>
                </c:pt>
                <c:pt idx="6538">
                  <c:v>6538</c:v>
                </c:pt>
                <c:pt idx="6539">
                  <c:v>6539</c:v>
                </c:pt>
                <c:pt idx="6540">
                  <c:v>6540</c:v>
                </c:pt>
                <c:pt idx="6541">
                  <c:v>6541</c:v>
                </c:pt>
                <c:pt idx="6542">
                  <c:v>6542</c:v>
                </c:pt>
                <c:pt idx="6543">
                  <c:v>6543</c:v>
                </c:pt>
                <c:pt idx="6544">
                  <c:v>6544</c:v>
                </c:pt>
                <c:pt idx="6545">
                  <c:v>6545</c:v>
                </c:pt>
                <c:pt idx="6546">
                  <c:v>6546</c:v>
                </c:pt>
                <c:pt idx="6547">
                  <c:v>6547</c:v>
                </c:pt>
                <c:pt idx="6548">
                  <c:v>6548</c:v>
                </c:pt>
                <c:pt idx="6549">
                  <c:v>6549</c:v>
                </c:pt>
                <c:pt idx="6550">
                  <c:v>6550</c:v>
                </c:pt>
                <c:pt idx="6551">
                  <c:v>6551</c:v>
                </c:pt>
                <c:pt idx="6552">
                  <c:v>6552</c:v>
                </c:pt>
                <c:pt idx="6553">
                  <c:v>6553</c:v>
                </c:pt>
                <c:pt idx="6554">
                  <c:v>6554</c:v>
                </c:pt>
                <c:pt idx="6555">
                  <c:v>6555</c:v>
                </c:pt>
                <c:pt idx="6556">
                  <c:v>6556</c:v>
                </c:pt>
                <c:pt idx="6557">
                  <c:v>6557</c:v>
                </c:pt>
                <c:pt idx="6558">
                  <c:v>6558</c:v>
                </c:pt>
                <c:pt idx="6559">
                  <c:v>6559</c:v>
                </c:pt>
                <c:pt idx="6560">
                  <c:v>6560</c:v>
                </c:pt>
                <c:pt idx="6561">
                  <c:v>6561</c:v>
                </c:pt>
                <c:pt idx="6562">
                  <c:v>6562</c:v>
                </c:pt>
                <c:pt idx="6563">
                  <c:v>6563</c:v>
                </c:pt>
                <c:pt idx="6564">
                  <c:v>6564</c:v>
                </c:pt>
                <c:pt idx="6565">
                  <c:v>6565</c:v>
                </c:pt>
                <c:pt idx="6566">
                  <c:v>6566</c:v>
                </c:pt>
                <c:pt idx="6567">
                  <c:v>6567</c:v>
                </c:pt>
                <c:pt idx="6568">
                  <c:v>6568</c:v>
                </c:pt>
                <c:pt idx="6569">
                  <c:v>6569</c:v>
                </c:pt>
                <c:pt idx="6570">
                  <c:v>6570</c:v>
                </c:pt>
                <c:pt idx="6571">
                  <c:v>6571</c:v>
                </c:pt>
                <c:pt idx="6572">
                  <c:v>6572</c:v>
                </c:pt>
                <c:pt idx="6573">
                  <c:v>6573</c:v>
                </c:pt>
                <c:pt idx="6574">
                  <c:v>6574</c:v>
                </c:pt>
                <c:pt idx="6575">
                  <c:v>6575</c:v>
                </c:pt>
                <c:pt idx="6576">
                  <c:v>6576</c:v>
                </c:pt>
                <c:pt idx="6577">
                  <c:v>6577</c:v>
                </c:pt>
                <c:pt idx="6578">
                  <c:v>6578</c:v>
                </c:pt>
                <c:pt idx="6579">
                  <c:v>6579</c:v>
                </c:pt>
                <c:pt idx="6580">
                  <c:v>6580</c:v>
                </c:pt>
                <c:pt idx="6581">
                  <c:v>6581</c:v>
                </c:pt>
                <c:pt idx="6582">
                  <c:v>6582</c:v>
                </c:pt>
                <c:pt idx="6583">
                  <c:v>6583</c:v>
                </c:pt>
                <c:pt idx="6584">
                  <c:v>6584</c:v>
                </c:pt>
                <c:pt idx="6585">
                  <c:v>6585</c:v>
                </c:pt>
                <c:pt idx="6586">
                  <c:v>6586</c:v>
                </c:pt>
                <c:pt idx="6587">
                  <c:v>6587</c:v>
                </c:pt>
                <c:pt idx="6588">
                  <c:v>6588</c:v>
                </c:pt>
                <c:pt idx="6589">
                  <c:v>6589</c:v>
                </c:pt>
                <c:pt idx="6590">
                  <c:v>6590</c:v>
                </c:pt>
                <c:pt idx="6591">
                  <c:v>6591</c:v>
                </c:pt>
                <c:pt idx="6592">
                  <c:v>6592</c:v>
                </c:pt>
                <c:pt idx="6593">
                  <c:v>6593</c:v>
                </c:pt>
                <c:pt idx="6594">
                  <c:v>6594</c:v>
                </c:pt>
                <c:pt idx="6595">
                  <c:v>6595</c:v>
                </c:pt>
                <c:pt idx="6596">
                  <c:v>6596</c:v>
                </c:pt>
                <c:pt idx="6597">
                  <c:v>6597</c:v>
                </c:pt>
                <c:pt idx="6598">
                  <c:v>6598</c:v>
                </c:pt>
                <c:pt idx="6599">
                  <c:v>6599</c:v>
                </c:pt>
                <c:pt idx="6600">
                  <c:v>6600</c:v>
                </c:pt>
                <c:pt idx="6601">
                  <c:v>6601</c:v>
                </c:pt>
                <c:pt idx="6602">
                  <c:v>6602</c:v>
                </c:pt>
                <c:pt idx="6603">
                  <c:v>6603</c:v>
                </c:pt>
                <c:pt idx="6604">
                  <c:v>6604</c:v>
                </c:pt>
                <c:pt idx="6605">
                  <c:v>6605</c:v>
                </c:pt>
                <c:pt idx="6606">
                  <c:v>6606</c:v>
                </c:pt>
                <c:pt idx="6607">
                  <c:v>6607</c:v>
                </c:pt>
                <c:pt idx="6608">
                  <c:v>6608</c:v>
                </c:pt>
                <c:pt idx="6609">
                  <c:v>6609</c:v>
                </c:pt>
                <c:pt idx="6610">
                  <c:v>6610</c:v>
                </c:pt>
                <c:pt idx="6611">
                  <c:v>6611</c:v>
                </c:pt>
                <c:pt idx="6612">
                  <c:v>6612</c:v>
                </c:pt>
                <c:pt idx="6613">
                  <c:v>6613</c:v>
                </c:pt>
                <c:pt idx="6614">
                  <c:v>6614</c:v>
                </c:pt>
                <c:pt idx="6615">
                  <c:v>6615</c:v>
                </c:pt>
                <c:pt idx="6616">
                  <c:v>6616</c:v>
                </c:pt>
                <c:pt idx="6617">
                  <c:v>6617</c:v>
                </c:pt>
                <c:pt idx="6618">
                  <c:v>6618</c:v>
                </c:pt>
                <c:pt idx="6619">
                  <c:v>6619</c:v>
                </c:pt>
                <c:pt idx="6620">
                  <c:v>6620</c:v>
                </c:pt>
                <c:pt idx="6621">
                  <c:v>6621</c:v>
                </c:pt>
                <c:pt idx="6622">
                  <c:v>6622</c:v>
                </c:pt>
                <c:pt idx="6623">
                  <c:v>6623</c:v>
                </c:pt>
                <c:pt idx="6624">
                  <c:v>6624</c:v>
                </c:pt>
                <c:pt idx="6625">
                  <c:v>6625</c:v>
                </c:pt>
                <c:pt idx="6626">
                  <c:v>6626</c:v>
                </c:pt>
                <c:pt idx="6627">
                  <c:v>6627</c:v>
                </c:pt>
                <c:pt idx="6628">
                  <c:v>6628</c:v>
                </c:pt>
                <c:pt idx="6629">
                  <c:v>6629</c:v>
                </c:pt>
                <c:pt idx="6630">
                  <c:v>6630</c:v>
                </c:pt>
                <c:pt idx="6631">
                  <c:v>6631</c:v>
                </c:pt>
                <c:pt idx="6632">
                  <c:v>6632</c:v>
                </c:pt>
                <c:pt idx="6633">
                  <c:v>6633</c:v>
                </c:pt>
                <c:pt idx="6634">
                  <c:v>6634</c:v>
                </c:pt>
                <c:pt idx="6635">
                  <c:v>6635</c:v>
                </c:pt>
                <c:pt idx="6636">
                  <c:v>6636</c:v>
                </c:pt>
                <c:pt idx="6637">
                  <c:v>6637</c:v>
                </c:pt>
                <c:pt idx="6638">
                  <c:v>6638</c:v>
                </c:pt>
                <c:pt idx="6639">
                  <c:v>6639</c:v>
                </c:pt>
                <c:pt idx="6640">
                  <c:v>6640</c:v>
                </c:pt>
                <c:pt idx="6641">
                  <c:v>6641</c:v>
                </c:pt>
                <c:pt idx="6642">
                  <c:v>6642</c:v>
                </c:pt>
                <c:pt idx="6643">
                  <c:v>6643</c:v>
                </c:pt>
                <c:pt idx="6644">
                  <c:v>6644</c:v>
                </c:pt>
                <c:pt idx="6645">
                  <c:v>6645</c:v>
                </c:pt>
                <c:pt idx="6646">
                  <c:v>6646</c:v>
                </c:pt>
                <c:pt idx="6647">
                  <c:v>6647</c:v>
                </c:pt>
                <c:pt idx="6648">
                  <c:v>6648</c:v>
                </c:pt>
                <c:pt idx="6649">
                  <c:v>6649</c:v>
                </c:pt>
                <c:pt idx="6650">
                  <c:v>6650</c:v>
                </c:pt>
                <c:pt idx="6651">
                  <c:v>6651</c:v>
                </c:pt>
                <c:pt idx="6652">
                  <c:v>6652</c:v>
                </c:pt>
                <c:pt idx="6653">
                  <c:v>6653</c:v>
                </c:pt>
                <c:pt idx="6654">
                  <c:v>6654</c:v>
                </c:pt>
                <c:pt idx="6655">
                  <c:v>6655</c:v>
                </c:pt>
                <c:pt idx="6656">
                  <c:v>6656</c:v>
                </c:pt>
                <c:pt idx="6657">
                  <c:v>6657</c:v>
                </c:pt>
                <c:pt idx="6658">
                  <c:v>6658</c:v>
                </c:pt>
                <c:pt idx="6659">
                  <c:v>6659</c:v>
                </c:pt>
                <c:pt idx="6660">
                  <c:v>6660</c:v>
                </c:pt>
                <c:pt idx="6661">
                  <c:v>6661</c:v>
                </c:pt>
                <c:pt idx="6662">
                  <c:v>6662</c:v>
                </c:pt>
                <c:pt idx="6663">
                  <c:v>6663</c:v>
                </c:pt>
                <c:pt idx="6664">
                  <c:v>6664</c:v>
                </c:pt>
                <c:pt idx="6665">
                  <c:v>6665</c:v>
                </c:pt>
                <c:pt idx="6666">
                  <c:v>6666</c:v>
                </c:pt>
                <c:pt idx="6667">
                  <c:v>6667</c:v>
                </c:pt>
                <c:pt idx="6668">
                  <c:v>6668</c:v>
                </c:pt>
                <c:pt idx="6669">
                  <c:v>6669</c:v>
                </c:pt>
                <c:pt idx="6670">
                  <c:v>6670</c:v>
                </c:pt>
                <c:pt idx="6671">
                  <c:v>6671</c:v>
                </c:pt>
                <c:pt idx="6672">
                  <c:v>6672</c:v>
                </c:pt>
                <c:pt idx="6673">
                  <c:v>6673</c:v>
                </c:pt>
                <c:pt idx="6674">
                  <c:v>6674</c:v>
                </c:pt>
                <c:pt idx="6675">
                  <c:v>6675</c:v>
                </c:pt>
                <c:pt idx="6676">
                  <c:v>6676</c:v>
                </c:pt>
                <c:pt idx="6677">
                  <c:v>6677</c:v>
                </c:pt>
                <c:pt idx="6678">
                  <c:v>6678</c:v>
                </c:pt>
                <c:pt idx="6679">
                  <c:v>6679</c:v>
                </c:pt>
                <c:pt idx="6680">
                  <c:v>6680</c:v>
                </c:pt>
                <c:pt idx="6681">
                  <c:v>6681</c:v>
                </c:pt>
                <c:pt idx="6682">
                  <c:v>6682</c:v>
                </c:pt>
                <c:pt idx="6683">
                  <c:v>6683</c:v>
                </c:pt>
                <c:pt idx="6684">
                  <c:v>6684</c:v>
                </c:pt>
                <c:pt idx="6685">
                  <c:v>6685</c:v>
                </c:pt>
                <c:pt idx="6686">
                  <c:v>6686</c:v>
                </c:pt>
                <c:pt idx="6687">
                  <c:v>6687</c:v>
                </c:pt>
                <c:pt idx="6688">
                  <c:v>6688</c:v>
                </c:pt>
                <c:pt idx="6689">
                  <c:v>6689</c:v>
                </c:pt>
                <c:pt idx="6690">
                  <c:v>6690</c:v>
                </c:pt>
                <c:pt idx="6691">
                  <c:v>6691</c:v>
                </c:pt>
                <c:pt idx="6692">
                  <c:v>6692</c:v>
                </c:pt>
                <c:pt idx="6693">
                  <c:v>6693</c:v>
                </c:pt>
                <c:pt idx="6694">
                  <c:v>6694</c:v>
                </c:pt>
                <c:pt idx="6695">
                  <c:v>6695</c:v>
                </c:pt>
                <c:pt idx="6696">
                  <c:v>6696</c:v>
                </c:pt>
                <c:pt idx="6697">
                  <c:v>6697</c:v>
                </c:pt>
                <c:pt idx="6698">
                  <c:v>6698</c:v>
                </c:pt>
                <c:pt idx="6699">
                  <c:v>6699</c:v>
                </c:pt>
                <c:pt idx="6700">
                  <c:v>6700</c:v>
                </c:pt>
                <c:pt idx="6701">
                  <c:v>6701</c:v>
                </c:pt>
                <c:pt idx="6702">
                  <c:v>6702</c:v>
                </c:pt>
                <c:pt idx="6703">
                  <c:v>6703</c:v>
                </c:pt>
                <c:pt idx="6704">
                  <c:v>6704</c:v>
                </c:pt>
                <c:pt idx="6705">
                  <c:v>6705</c:v>
                </c:pt>
                <c:pt idx="6706">
                  <c:v>6706</c:v>
                </c:pt>
                <c:pt idx="6707">
                  <c:v>6707</c:v>
                </c:pt>
                <c:pt idx="6708">
                  <c:v>6708</c:v>
                </c:pt>
                <c:pt idx="6709">
                  <c:v>6709</c:v>
                </c:pt>
                <c:pt idx="6710">
                  <c:v>6710</c:v>
                </c:pt>
                <c:pt idx="6711">
                  <c:v>6711</c:v>
                </c:pt>
                <c:pt idx="6712">
                  <c:v>6712</c:v>
                </c:pt>
                <c:pt idx="6713">
                  <c:v>6713</c:v>
                </c:pt>
                <c:pt idx="6714">
                  <c:v>6714</c:v>
                </c:pt>
                <c:pt idx="6715">
                  <c:v>6715</c:v>
                </c:pt>
                <c:pt idx="6716">
                  <c:v>6716</c:v>
                </c:pt>
                <c:pt idx="6717">
                  <c:v>6717</c:v>
                </c:pt>
                <c:pt idx="6718">
                  <c:v>6718</c:v>
                </c:pt>
                <c:pt idx="6719">
                  <c:v>6719</c:v>
                </c:pt>
                <c:pt idx="6720">
                  <c:v>6720</c:v>
                </c:pt>
                <c:pt idx="6721">
                  <c:v>6721</c:v>
                </c:pt>
                <c:pt idx="6722">
                  <c:v>6722</c:v>
                </c:pt>
                <c:pt idx="6723">
                  <c:v>6723</c:v>
                </c:pt>
                <c:pt idx="6724">
                  <c:v>6724</c:v>
                </c:pt>
                <c:pt idx="6725">
                  <c:v>6725</c:v>
                </c:pt>
                <c:pt idx="6726">
                  <c:v>6726</c:v>
                </c:pt>
                <c:pt idx="6727">
                  <c:v>6727</c:v>
                </c:pt>
                <c:pt idx="6728">
                  <c:v>6728</c:v>
                </c:pt>
                <c:pt idx="6729">
                  <c:v>6729</c:v>
                </c:pt>
                <c:pt idx="6730">
                  <c:v>6730</c:v>
                </c:pt>
                <c:pt idx="6731">
                  <c:v>6731</c:v>
                </c:pt>
                <c:pt idx="6732">
                  <c:v>6732</c:v>
                </c:pt>
                <c:pt idx="6733">
                  <c:v>6733</c:v>
                </c:pt>
                <c:pt idx="6734">
                  <c:v>6734</c:v>
                </c:pt>
                <c:pt idx="6735">
                  <c:v>6735</c:v>
                </c:pt>
                <c:pt idx="6736">
                  <c:v>6736</c:v>
                </c:pt>
                <c:pt idx="6737">
                  <c:v>6737</c:v>
                </c:pt>
                <c:pt idx="6738">
                  <c:v>6738</c:v>
                </c:pt>
                <c:pt idx="6739">
                  <c:v>6739</c:v>
                </c:pt>
                <c:pt idx="6740">
                  <c:v>6740</c:v>
                </c:pt>
                <c:pt idx="6741">
                  <c:v>6741</c:v>
                </c:pt>
                <c:pt idx="6742">
                  <c:v>6742</c:v>
                </c:pt>
                <c:pt idx="6743">
                  <c:v>6743</c:v>
                </c:pt>
                <c:pt idx="6744">
                  <c:v>6744</c:v>
                </c:pt>
                <c:pt idx="6745">
                  <c:v>6745</c:v>
                </c:pt>
                <c:pt idx="6746">
                  <c:v>6746</c:v>
                </c:pt>
                <c:pt idx="6747">
                  <c:v>6747</c:v>
                </c:pt>
                <c:pt idx="6748">
                  <c:v>6748</c:v>
                </c:pt>
                <c:pt idx="6749">
                  <c:v>6749</c:v>
                </c:pt>
                <c:pt idx="6750">
                  <c:v>6750</c:v>
                </c:pt>
                <c:pt idx="6751">
                  <c:v>6751</c:v>
                </c:pt>
                <c:pt idx="6752">
                  <c:v>6752</c:v>
                </c:pt>
                <c:pt idx="6753">
                  <c:v>6753</c:v>
                </c:pt>
                <c:pt idx="6754">
                  <c:v>6754</c:v>
                </c:pt>
                <c:pt idx="6755">
                  <c:v>6755</c:v>
                </c:pt>
                <c:pt idx="6756">
                  <c:v>6756</c:v>
                </c:pt>
                <c:pt idx="6757">
                  <c:v>6757</c:v>
                </c:pt>
                <c:pt idx="6758">
                  <c:v>6758</c:v>
                </c:pt>
                <c:pt idx="6759">
                  <c:v>6759</c:v>
                </c:pt>
                <c:pt idx="6760">
                  <c:v>6760</c:v>
                </c:pt>
                <c:pt idx="6761">
                  <c:v>6761</c:v>
                </c:pt>
                <c:pt idx="6762">
                  <c:v>6762</c:v>
                </c:pt>
                <c:pt idx="6763">
                  <c:v>6763</c:v>
                </c:pt>
                <c:pt idx="6764">
                  <c:v>6764</c:v>
                </c:pt>
                <c:pt idx="6765">
                  <c:v>6765</c:v>
                </c:pt>
                <c:pt idx="6766">
                  <c:v>6766</c:v>
                </c:pt>
                <c:pt idx="6767">
                  <c:v>6767</c:v>
                </c:pt>
                <c:pt idx="6768">
                  <c:v>6768</c:v>
                </c:pt>
                <c:pt idx="6769">
                  <c:v>6769</c:v>
                </c:pt>
                <c:pt idx="6770">
                  <c:v>6770</c:v>
                </c:pt>
                <c:pt idx="6771">
                  <c:v>6771</c:v>
                </c:pt>
                <c:pt idx="6772">
                  <c:v>6772</c:v>
                </c:pt>
                <c:pt idx="6773">
                  <c:v>6773</c:v>
                </c:pt>
                <c:pt idx="6774">
                  <c:v>6774</c:v>
                </c:pt>
                <c:pt idx="6775">
                  <c:v>6775</c:v>
                </c:pt>
                <c:pt idx="6776">
                  <c:v>6776</c:v>
                </c:pt>
                <c:pt idx="6777">
                  <c:v>6777</c:v>
                </c:pt>
                <c:pt idx="6778">
                  <c:v>6778</c:v>
                </c:pt>
                <c:pt idx="6779">
                  <c:v>6779</c:v>
                </c:pt>
                <c:pt idx="6780">
                  <c:v>6780</c:v>
                </c:pt>
                <c:pt idx="6781">
                  <c:v>6781</c:v>
                </c:pt>
                <c:pt idx="6782">
                  <c:v>6782</c:v>
                </c:pt>
                <c:pt idx="6783">
                  <c:v>6783</c:v>
                </c:pt>
                <c:pt idx="6784">
                  <c:v>6784</c:v>
                </c:pt>
                <c:pt idx="6785">
                  <c:v>6785</c:v>
                </c:pt>
                <c:pt idx="6786">
                  <c:v>6786</c:v>
                </c:pt>
                <c:pt idx="6787">
                  <c:v>6787</c:v>
                </c:pt>
                <c:pt idx="6788">
                  <c:v>6788</c:v>
                </c:pt>
                <c:pt idx="6789">
                  <c:v>6789</c:v>
                </c:pt>
                <c:pt idx="6790">
                  <c:v>6790</c:v>
                </c:pt>
                <c:pt idx="6791">
                  <c:v>6791</c:v>
                </c:pt>
                <c:pt idx="6792">
                  <c:v>6792</c:v>
                </c:pt>
                <c:pt idx="6793">
                  <c:v>6793</c:v>
                </c:pt>
                <c:pt idx="6794">
                  <c:v>6794</c:v>
                </c:pt>
                <c:pt idx="6795">
                  <c:v>6795</c:v>
                </c:pt>
                <c:pt idx="6796">
                  <c:v>6796</c:v>
                </c:pt>
                <c:pt idx="6797">
                  <c:v>6797</c:v>
                </c:pt>
                <c:pt idx="6798">
                  <c:v>6798</c:v>
                </c:pt>
                <c:pt idx="6799">
                  <c:v>6799</c:v>
                </c:pt>
                <c:pt idx="6800">
                  <c:v>6800</c:v>
                </c:pt>
                <c:pt idx="6801">
                  <c:v>6801</c:v>
                </c:pt>
                <c:pt idx="6802">
                  <c:v>6802</c:v>
                </c:pt>
                <c:pt idx="6803">
                  <c:v>6803</c:v>
                </c:pt>
                <c:pt idx="6804">
                  <c:v>6804</c:v>
                </c:pt>
                <c:pt idx="6805">
                  <c:v>6805</c:v>
                </c:pt>
                <c:pt idx="6806">
                  <c:v>6806</c:v>
                </c:pt>
                <c:pt idx="6807">
                  <c:v>6807</c:v>
                </c:pt>
                <c:pt idx="6808">
                  <c:v>6808</c:v>
                </c:pt>
                <c:pt idx="6809">
                  <c:v>6809</c:v>
                </c:pt>
                <c:pt idx="6810">
                  <c:v>6810</c:v>
                </c:pt>
                <c:pt idx="6811">
                  <c:v>6811</c:v>
                </c:pt>
                <c:pt idx="6812">
                  <c:v>6812</c:v>
                </c:pt>
                <c:pt idx="6813">
                  <c:v>6813</c:v>
                </c:pt>
                <c:pt idx="6814">
                  <c:v>6814</c:v>
                </c:pt>
                <c:pt idx="6815">
                  <c:v>6815</c:v>
                </c:pt>
                <c:pt idx="6816">
                  <c:v>6816</c:v>
                </c:pt>
                <c:pt idx="6817">
                  <c:v>6817</c:v>
                </c:pt>
                <c:pt idx="6818">
                  <c:v>6818</c:v>
                </c:pt>
                <c:pt idx="6819">
                  <c:v>6819</c:v>
                </c:pt>
                <c:pt idx="6820">
                  <c:v>6820</c:v>
                </c:pt>
                <c:pt idx="6821">
                  <c:v>6821</c:v>
                </c:pt>
                <c:pt idx="6822">
                  <c:v>6822</c:v>
                </c:pt>
                <c:pt idx="6823">
                  <c:v>6823</c:v>
                </c:pt>
                <c:pt idx="6824">
                  <c:v>6824</c:v>
                </c:pt>
                <c:pt idx="6825">
                  <c:v>6825</c:v>
                </c:pt>
                <c:pt idx="6826">
                  <c:v>6826</c:v>
                </c:pt>
                <c:pt idx="6827">
                  <c:v>6827</c:v>
                </c:pt>
                <c:pt idx="6828">
                  <c:v>6828</c:v>
                </c:pt>
                <c:pt idx="6829">
                  <c:v>6829</c:v>
                </c:pt>
                <c:pt idx="6830">
                  <c:v>6830</c:v>
                </c:pt>
                <c:pt idx="6831">
                  <c:v>6831</c:v>
                </c:pt>
                <c:pt idx="6832">
                  <c:v>6832</c:v>
                </c:pt>
                <c:pt idx="6833">
                  <c:v>6833</c:v>
                </c:pt>
                <c:pt idx="6834">
                  <c:v>6834</c:v>
                </c:pt>
                <c:pt idx="6835">
                  <c:v>6835</c:v>
                </c:pt>
                <c:pt idx="6836">
                  <c:v>6836</c:v>
                </c:pt>
                <c:pt idx="6837">
                  <c:v>6837</c:v>
                </c:pt>
                <c:pt idx="6838">
                  <c:v>6838</c:v>
                </c:pt>
                <c:pt idx="6839">
                  <c:v>6839</c:v>
                </c:pt>
                <c:pt idx="6840">
                  <c:v>6840</c:v>
                </c:pt>
                <c:pt idx="6841">
                  <c:v>6841</c:v>
                </c:pt>
                <c:pt idx="6842">
                  <c:v>6842</c:v>
                </c:pt>
                <c:pt idx="6843">
                  <c:v>6843</c:v>
                </c:pt>
                <c:pt idx="6844">
                  <c:v>6844</c:v>
                </c:pt>
                <c:pt idx="6845">
                  <c:v>6845</c:v>
                </c:pt>
                <c:pt idx="6846">
                  <c:v>6846</c:v>
                </c:pt>
                <c:pt idx="6847">
                  <c:v>6847</c:v>
                </c:pt>
                <c:pt idx="6848">
                  <c:v>6848</c:v>
                </c:pt>
                <c:pt idx="6849">
                  <c:v>6849</c:v>
                </c:pt>
                <c:pt idx="6850">
                  <c:v>6850</c:v>
                </c:pt>
                <c:pt idx="6851">
                  <c:v>6851</c:v>
                </c:pt>
                <c:pt idx="6852">
                  <c:v>6852</c:v>
                </c:pt>
                <c:pt idx="6853">
                  <c:v>6853</c:v>
                </c:pt>
                <c:pt idx="6854">
                  <c:v>6854</c:v>
                </c:pt>
                <c:pt idx="6855">
                  <c:v>6855</c:v>
                </c:pt>
                <c:pt idx="6856">
                  <c:v>6856</c:v>
                </c:pt>
                <c:pt idx="6857">
                  <c:v>6857</c:v>
                </c:pt>
                <c:pt idx="6858">
                  <c:v>6858</c:v>
                </c:pt>
                <c:pt idx="6859">
                  <c:v>6859</c:v>
                </c:pt>
                <c:pt idx="6860">
                  <c:v>6860</c:v>
                </c:pt>
                <c:pt idx="6861">
                  <c:v>6861</c:v>
                </c:pt>
                <c:pt idx="6862">
                  <c:v>6862</c:v>
                </c:pt>
                <c:pt idx="6863">
                  <c:v>6863</c:v>
                </c:pt>
                <c:pt idx="6864">
                  <c:v>6864</c:v>
                </c:pt>
                <c:pt idx="6865">
                  <c:v>6865</c:v>
                </c:pt>
                <c:pt idx="6866">
                  <c:v>6866</c:v>
                </c:pt>
                <c:pt idx="6867">
                  <c:v>6867</c:v>
                </c:pt>
                <c:pt idx="6868">
                  <c:v>6868</c:v>
                </c:pt>
                <c:pt idx="6869">
                  <c:v>6869</c:v>
                </c:pt>
                <c:pt idx="6870">
                  <c:v>6870</c:v>
                </c:pt>
                <c:pt idx="6871">
                  <c:v>6871</c:v>
                </c:pt>
                <c:pt idx="6872">
                  <c:v>6872</c:v>
                </c:pt>
                <c:pt idx="6873">
                  <c:v>6873</c:v>
                </c:pt>
                <c:pt idx="6874">
                  <c:v>6874</c:v>
                </c:pt>
                <c:pt idx="6875">
                  <c:v>6875</c:v>
                </c:pt>
                <c:pt idx="6876">
                  <c:v>6876</c:v>
                </c:pt>
                <c:pt idx="6877">
                  <c:v>6877</c:v>
                </c:pt>
                <c:pt idx="6878">
                  <c:v>6878</c:v>
                </c:pt>
                <c:pt idx="6879">
                  <c:v>6879</c:v>
                </c:pt>
                <c:pt idx="6880">
                  <c:v>6880</c:v>
                </c:pt>
                <c:pt idx="6881">
                  <c:v>6881</c:v>
                </c:pt>
                <c:pt idx="6882">
                  <c:v>6882</c:v>
                </c:pt>
                <c:pt idx="6883">
                  <c:v>6883</c:v>
                </c:pt>
                <c:pt idx="6884">
                  <c:v>6884</c:v>
                </c:pt>
                <c:pt idx="6885">
                  <c:v>6885</c:v>
                </c:pt>
                <c:pt idx="6886">
                  <c:v>6886</c:v>
                </c:pt>
                <c:pt idx="6887">
                  <c:v>6887</c:v>
                </c:pt>
                <c:pt idx="6888">
                  <c:v>6888</c:v>
                </c:pt>
                <c:pt idx="6889">
                  <c:v>6889</c:v>
                </c:pt>
                <c:pt idx="6890">
                  <c:v>6890</c:v>
                </c:pt>
                <c:pt idx="6891">
                  <c:v>6891</c:v>
                </c:pt>
                <c:pt idx="6892">
                  <c:v>6892</c:v>
                </c:pt>
                <c:pt idx="6893">
                  <c:v>6893</c:v>
                </c:pt>
                <c:pt idx="6894">
                  <c:v>6894</c:v>
                </c:pt>
                <c:pt idx="6895">
                  <c:v>6895</c:v>
                </c:pt>
                <c:pt idx="6896">
                  <c:v>6896</c:v>
                </c:pt>
                <c:pt idx="6897">
                  <c:v>6897</c:v>
                </c:pt>
                <c:pt idx="6898">
                  <c:v>6898</c:v>
                </c:pt>
                <c:pt idx="6899">
                  <c:v>6899</c:v>
                </c:pt>
                <c:pt idx="6900">
                  <c:v>6900</c:v>
                </c:pt>
                <c:pt idx="6901">
                  <c:v>6901</c:v>
                </c:pt>
                <c:pt idx="6902">
                  <c:v>6902</c:v>
                </c:pt>
                <c:pt idx="6903">
                  <c:v>6903</c:v>
                </c:pt>
                <c:pt idx="6904">
                  <c:v>6904</c:v>
                </c:pt>
                <c:pt idx="6905">
                  <c:v>6905</c:v>
                </c:pt>
                <c:pt idx="6906">
                  <c:v>6906</c:v>
                </c:pt>
                <c:pt idx="6907">
                  <c:v>6907</c:v>
                </c:pt>
                <c:pt idx="6908">
                  <c:v>6908</c:v>
                </c:pt>
                <c:pt idx="6909">
                  <c:v>6909</c:v>
                </c:pt>
                <c:pt idx="6910">
                  <c:v>6910</c:v>
                </c:pt>
                <c:pt idx="6911">
                  <c:v>6911</c:v>
                </c:pt>
                <c:pt idx="6912">
                  <c:v>6912</c:v>
                </c:pt>
                <c:pt idx="6913">
                  <c:v>6913</c:v>
                </c:pt>
                <c:pt idx="6914">
                  <c:v>6914</c:v>
                </c:pt>
                <c:pt idx="6915">
                  <c:v>6915</c:v>
                </c:pt>
                <c:pt idx="6916">
                  <c:v>6916</c:v>
                </c:pt>
                <c:pt idx="6917">
                  <c:v>6917</c:v>
                </c:pt>
                <c:pt idx="6918">
                  <c:v>6918</c:v>
                </c:pt>
                <c:pt idx="6919">
                  <c:v>6919</c:v>
                </c:pt>
                <c:pt idx="6920">
                  <c:v>6920</c:v>
                </c:pt>
                <c:pt idx="6921">
                  <c:v>6921</c:v>
                </c:pt>
                <c:pt idx="6922">
                  <c:v>6922</c:v>
                </c:pt>
                <c:pt idx="6923">
                  <c:v>6923</c:v>
                </c:pt>
                <c:pt idx="6924">
                  <c:v>6924</c:v>
                </c:pt>
                <c:pt idx="6925">
                  <c:v>6925</c:v>
                </c:pt>
                <c:pt idx="6926">
                  <c:v>6926</c:v>
                </c:pt>
                <c:pt idx="6927">
                  <c:v>6927</c:v>
                </c:pt>
                <c:pt idx="6928">
                  <c:v>6928</c:v>
                </c:pt>
                <c:pt idx="6929">
                  <c:v>6929</c:v>
                </c:pt>
                <c:pt idx="6930">
                  <c:v>6930</c:v>
                </c:pt>
                <c:pt idx="6931">
                  <c:v>6931</c:v>
                </c:pt>
                <c:pt idx="6932">
                  <c:v>6932</c:v>
                </c:pt>
                <c:pt idx="6933">
                  <c:v>6933</c:v>
                </c:pt>
                <c:pt idx="6934">
                  <c:v>6934</c:v>
                </c:pt>
                <c:pt idx="6935">
                  <c:v>6935</c:v>
                </c:pt>
                <c:pt idx="6936">
                  <c:v>6936</c:v>
                </c:pt>
                <c:pt idx="6937">
                  <c:v>6937</c:v>
                </c:pt>
                <c:pt idx="6938">
                  <c:v>6938</c:v>
                </c:pt>
                <c:pt idx="6939">
                  <c:v>6939</c:v>
                </c:pt>
                <c:pt idx="6940">
                  <c:v>6940</c:v>
                </c:pt>
                <c:pt idx="6941">
                  <c:v>6941</c:v>
                </c:pt>
                <c:pt idx="6942">
                  <c:v>6942</c:v>
                </c:pt>
                <c:pt idx="6943">
                  <c:v>6943</c:v>
                </c:pt>
                <c:pt idx="6944">
                  <c:v>6944</c:v>
                </c:pt>
                <c:pt idx="6945">
                  <c:v>6945</c:v>
                </c:pt>
                <c:pt idx="6946">
                  <c:v>6946</c:v>
                </c:pt>
                <c:pt idx="6947">
                  <c:v>6947</c:v>
                </c:pt>
                <c:pt idx="6948">
                  <c:v>6948</c:v>
                </c:pt>
                <c:pt idx="6949">
                  <c:v>6949</c:v>
                </c:pt>
                <c:pt idx="6950">
                  <c:v>6950</c:v>
                </c:pt>
                <c:pt idx="6951">
                  <c:v>6951</c:v>
                </c:pt>
                <c:pt idx="6952">
                  <c:v>6952</c:v>
                </c:pt>
                <c:pt idx="6953">
                  <c:v>6953</c:v>
                </c:pt>
                <c:pt idx="6954">
                  <c:v>6954</c:v>
                </c:pt>
                <c:pt idx="6955">
                  <c:v>6955</c:v>
                </c:pt>
                <c:pt idx="6956">
                  <c:v>6956</c:v>
                </c:pt>
                <c:pt idx="6957">
                  <c:v>6957</c:v>
                </c:pt>
                <c:pt idx="6958">
                  <c:v>6958</c:v>
                </c:pt>
                <c:pt idx="6959">
                  <c:v>6959</c:v>
                </c:pt>
                <c:pt idx="6960">
                  <c:v>6960</c:v>
                </c:pt>
                <c:pt idx="6961">
                  <c:v>6961</c:v>
                </c:pt>
                <c:pt idx="6962">
                  <c:v>6962</c:v>
                </c:pt>
                <c:pt idx="6963">
                  <c:v>6963</c:v>
                </c:pt>
                <c:pt idx="6964">
                  <c:v>6964</c:v>
                </c:pt>
                <c:pt idx="6965">
                  <c:v>6965</c:v>
                </c:pt>
                <c:pt idx="6966">
                  <c:v>6966</c:v>
                </c:pt>
                <c:pt idx="6967">
                  <c:v>6967</c:v>
                </c:pt>
                <c:pt idx="6968">
                  <c:v>6968</c:v>
                </c:pt>
                <c:pt idx="6969">
                  <c:v>6969</c:v>
                </c:pt>
                <c:pt idx="6970">
                  <c:v>6970</c:v>
                </c:pt>
                <c:pt idx="6971">
                  <c:v>6971</c:v>
                </c:pt>
                <c:pt idx="6972">
                  <c:v>6972</c:v>
                </c:pt>
                <c:pt idx="6973">
                  <c:v>6973</c:v>
                </c:pt>
                <c:pt idx="6974">
                  <c:v>6974</c:v>
                </c:pt>
                <c:pt idx="6975">
                  <c:v>6975</c:v>
                </c:pt>
                <c:pt idx="6976">
                  <c:v>6976</c:v>
                </c:pt>
                <c:pt idx="6977">
                  <c:v>6977</c:v>
                </c:pt>
                <c:pt idx="6978">
                  <c:v>6978</c:v>
                </c:pt>
                <c:pt idx="6979">
                  <c:v>6979</c:v>
                </c:pt>
                <c:pt idx="6980">
                  <c:v>6980</c:v>
                </c:pt>
                <c:pt idx="6981">
                  <c:v>6981</c:v>
                </c:pt>
                <c:pt idx="6982">
                  <c:v>6982</c:v>
                </c:pt>
                <c:pt idx="6983">
                  <c:v>6983</c:v>
                </c:pt>
                <c:pt idx="6984">
                  <c:v>6984</c:v>
                </c:pt>
                <c:pt idx="6985">
                  <c:v>6985</c:v>
                </c:pt>
                <c:pt idx="6986">
                  <c:v>6986</c:v>
                </c:pt>
                <c:pt idx="6987">
                  <c:v>6987</c:v>
                </c:pt>
                <c:pt idx="6988">
                  <c:v>6988</c:v>
                </c:pt>
                <c:pt idx="6989">
                  <c:v>6989</c:v>
                </c:pt>
                <c:pt idx="6990">
                  <c:v>6990</c:v>
                </c:pt>
                <c:pt idx="6991">
                  <c:v>6991</c:v>
                </c:pt>
                <c:pt idx="6992">
                  <c:v>6992</c:v>
                </c:pt>
                <c:pt idx="6993">
                  <c:v>6993</c:v>
                </c:pt>
                <c:pt idx="6994">
                  <c:v>6994</c:v>
                </c:pt>
                <c:pt idx="6995">
                  <c:v>6995</c:v>
                </c:pt>
                <c:pt idx="6996">
                  <c:v>6996</c:v>
                </c:pt>
                <c:pt idx="6997">
                  <c:v>6997</c:v>
                </c:pt>
                <c:pt idx="6998">
                  <c:v>6998</c:v>
                </c:pt>
                <c:pt idx="6999">
                  <c:v>6999</c:v>
                </c:pt>
                <c:pt idx="7000">
                  <c:v>7000</c:v>
                </c:pt>
                <c:pt idx="7001">
                  <c:v>7001</c:v>
                </c:pt>
                <c:pt idx="7002">
                  <c:v>7002</c:v>
                </c:pt>
                <c:pt idx="7003">
                  <c:v>7003</c:v>
                </c:pt>
                <c:pt idx="7004">
                  <c:v>7004</c:v>
                </c:pt>
                <c:pt idx="7005">
                  <c:v>7005</c:v>
                </c:pt>
                <c:pt idx="7006">
                  <c:v>7006</c:v>
                </c:pt>
                <c:pt idx="7007">
                  <c:v>7007</c:v>
                </c:pt>
                <c:pt idx="7008">
                  <c:v>7008</c:v>
                </c:pt>
                <c:pt idx="7009">
                  <c:v>7009</c:v>
                </c:pt>
                <c:pt idx="7010">
                  <c:v>7010</c:v>
                </c:pt>
                <c:pt idx="7011">
                  <c:v>7011</c:v>
                </c:pt>
                <c:pt idx="7012">
                  <c:v>7012</c:v>
                </c:pt>
                <c:pt idx="7013">
                  <c:v>7013</c:v>
                </c:pt>
                <c:pt idx="7014">
                  <c:v>7014</c:v>
                </c:pt>
                <c:pt idx="7015">
                  <c:v>7015</c:v>
                </c:pt>
                <c:pt idx="7016">
                  <c:v>7016</c:v>
                </c:pt>
                <c:pt idx="7017">
                  <c:v>7017</c:v>
                </c:pt>
                <c:pt idx="7018">
                  <c:v>7018</c:v>
                </c:pt>
                <c:pt idx="7019">
                  <c:v>7019</c:v>
                </c:pt>
                <c:pt idx="7020">
                  <c:v>7020</c:v>
                </c:pt>
                <c:pt idx="7021">
                  <c:v>7021</c:v>
                </c:pt>
                <c:pt idx="7022">
                  <c:v>7022</c:v>
                </c:pt>
                <c:pt idx="7023">
                  <c:v>7023</c:v>
                </c:pt>
                <c:pt idx="7024">
                  <c:v>7024</c:v>
                </c:pt>
                <c:pt idx="7025">
                  <c:v>7025</c:v>
                </c:pt>
                <c:pt idx="7026">
                  <c:v>7026</c:v>
                </c:pt>
                <c:pt idx="7027">
                  <c:v>7027</c:v>
                </c:pt>
                <c:pt idx="7028">
                  <c:v>7028</c:v>
                </c:pt>
                <c:pt idx="7029">
                  <c:v>7029</c:v>
                </c:pt>
                <c:pt idx="7030">
                  <c:v>7030</c:v>
                </c:pt>
                <c:pt idx="7031">
                  <c:v>7031</c:v>
                </c:pt>
                <c:pt idx="7032">
                  <c:v>7032</c:v>
                </c:pt>
                <c:pt idx="7033">
                  <c:v>7033</c:v>
                </c:pt>
                <c:pt idx="7034">
                  <c:v>7034</c:v>
                </c:pt>
                <c:pt idx="7035">
                  <c:v>7035</c:v>
                </c:pt>
                <c:pt idx="7036">
                  <c:v>7036</c:v>
                </c:pt>
                <c:pt idx="7037">
                  <c:v>7037</c:v>
                </c:pt>
                <c:pt idx="7038">
                  <c:v>7038</c:v>
                </c:pt>
                <c:pt idx="7039">
                  <c:v>7039</c:v>
                </c:pt>
                <c:pt idx="7040">
                  <c:v>7040</c:v>
                </c:pt>
                <c:pt idx="7041">
                  <c:v>7041</c:v>
                </c:pt>
                <c:pt idx="7042">
                  <c:v>7042</c:v>
                </c:pt>
                <c:pt idx="7043">
                  <c:v>7043</c:v>
                </c:pt>
                <c:pt idx="7044">
                  <c:v>7044</c:v>
                </c:pt>
                <c:pt idx="7045">
                  <c:v>7045</c:v>
                </c:pt>
                <c:pt idx="7046">
                  <c:v>7046</c:v>
                </c:pt>
                <c:pt idx="7047">
                  <c:v>7047</c:v>
                </c:pt>
                <c:pt idx="7048">
                  <c:v>7048</c:v>
                </c:pt>
                <c:pt idx="7049">
                  <c:v>7049</c:v>
                </c:pt>
                <c:pt idx="7050">
                  <c:v>7050</c:v>
                </c:pt>
                <c:pt idx="7051">
                  <c:v>7051</c:v>
                </c:pt>
                <c:pt idx="7052">
                  <c:v>7052</c:v>
                </c:pt>
                <c:pt idx="7053">
                  <c:v>7053</c:v>
                </c:pt>
                <c:pt idx="7054">
                  <c:v>7054</c:v>
                </c:pt>
                <c:pt idx="7055">
                  <c:v>7055</c:v>
                </c:pt>
                <c:pt idx="7056">
                  <c:v>7056</c:v>
                </c:pt>
                <c:pt idx="7057">
                  <c:v>7057</c:v>
                </c:pt>
                <c:pt idx="7058">
                  <c:v>7058</c:v>
                </c:pt>
                <c:pt idx="7059">
                  <c:v>7059</c:v>
                </c:pt>
                <c:pt idx="7060">
                  <c:v>7060</c:v>
                </c:pt>
                <c:pt idx="7061">
                  <c:v>7061</c:v>
                </c:pt>
                <c:pt idx="7062">
                  <c:v>7062</c:v>
                </c:pt>
                <c:pt idx="7063">
                  <c:v>7063</c:v>
                </c:pt>
                <c:pt idx="7064">
                  <c:v>7064</c:v>
                </c:pt>
                <c:pt idx="7065">
                  <c:v>7065</c:v>
                </c:pt>
                <c:pt idx="7066">
                  <c:v>7066</c:v>
                </c:pt>
                <c:pt idx="7067">
                  <c:v>7067</c:v>
                </c:pt>
                <c:pt idx="7068">
                  <c:v>7068</c:v>
                </c:pt>
                <c:pt idx="7069">
                  <c:v>7069</c:v>
                </c:pt>
                <c:pt idx="7070">
                  <c:v>7070</c:v>
                </c:pt>
                <c:pt idx="7071">
                  <c:v>7071</c:v>
                </c:pt>
                <c:pt idx="7072">
                  <c:v>7072</c:v>
                </c:pt>
                <c:pt idx="7073">
                  <c:v>7073</c:v>
                </c:pt>
                <c:pt idx="7074">
                  <c:v>7074</c:v>
                </c:pt>
                <c:pt idx="7075">
                  <c:v>7075</c:v>
                </c:pt>
                <c:pt idx="7076">
                  <c:v>7076</c:v>
                </c:pt>
                <c:pt idx="7077">
                  <c:v>7077</c:v>
                </c:pt>
                <c:pt idx="7078">
                  <c:v>7078</c:v>
                </c:pt>
                <c:pt idx="7079">
                  <c:v>7079</c:v>
                </c:pt>
                <c:pt idx="7080">
                  <c:v>7080</c:v>
                </c:pt>
                <c:pt idx="7081">
                  <c:v>7081</c:v>
                </c:pt>
                <c:pt idx="7082">
                  <c:v>7082</c:v>
                </c:pt>
                <c:pt idx="7083">
                  <c:v>7083</c:v>
                </c:pt>
                <c:pt idx="7084">
                  <c:v>7084</c:v>
                </c:pt>
                <c:pt idx="7085">
                  <c:v>7085</c:v>
                </c:pt>
                <c:pt idx="7086">
                  <c:v>7086</c:v>
                </c:pt>
                <c:pt idx="7087">
                  <c:v>7087</c:v>
                </c:pt>
                <c:pt idx="7088">
                  <c:v>7088</c:v>
                </c:pt>
                <c:pt idx="7089">
                  <c:v>7089</c:v>
                </c:pt>
                <c:pt idx="7090">
                  <c:v>7090</c:v>
                </c:pt>
                <c:pt idx="7091">
                  <c:v>7091</c:v>
                </c:pt>
                <c:pt idx="7092">
                  <c:v>7092</c:v>
                </c:pt>
                <c:pt idx="7093">
                  <c:v>7093</c:v>
                </c:pt>
                <c:pt idx="7094">
                  <c:v>7094</c:v>
                </c:pt>
                <c:pt idx="7095">
                  <c:v>7095</c:v>
                </c:pt>
                <c:pt idx="7096">
                  <c:v>7096</c:v>
                </c:pt>
                <c:pt idx="7097">
                  <c:v>7097</c:v>
                </c:pt>
                <c:pt idx="7098">
                  <c:v>7098</c:v>
                </c:pt>
                <c:pt idx="7099">
                  <c:v>7099</c:v>
                </c:pt>
                <c:pt idx="7100">
                  <c:v>7100</c:v>
                </c:pt>
                <c:pt idx="7101">
                  <c:v>7101</c:v>
                </c:pt>
                <c:pt idx="7102">
                  <c:v>7102</c:v>
                </c:pt>
                <c:pt idx="7103">
                  <c:v>7103</c:v>
                </c:pt>
                <c:pt idx="7104">
                  <c:v>7104</c:v>
                </c:pt>
                <c:pt idx="7105">
                  <c:v>7105</c:v>
                </c:pt>
                <c:pt idx="7106">
                  <c:v>7106</c:v>
                </c:pt>
                <c:pt idx="7107">
                  <c:v>7107</c:v>
                </c:pt>
                <c:pt idx="7108">
                  <c:v>7108</c:v>
                </c:pt>
                <c:pt idx="7109">
                  <c:v>7109</c:v>
                </c:pt>
                <c:pt idx="7110">
                  <c:v>7110</c:v>
                </c:pt>
                <c:pt idx="7111">
                  <c:v>7111</c:v>
                </c:pt>
                <c:pt idx="7112">
                  <c:v>7112</c:v>
                </c:pt>
                <c:pt idx="7113">
                  <c:v>7113</c:v>
                </c:pt>
                <c:pt idx="7114">
                  <c:v>7114</c:v>
                </c:pt>
                <c:pt idx="7115">
                  <c:v>7115</c:v>
                </c:pt>
                <c:pt idx="7116">
                  <c:v>7116</c:v>
                </c:pt>
                <c:pt idx="7117">
                  <c:v>7117</c:v>
                </c:pt>
                <c:pt idx="7118">
                  <c:v>7118</c:v>
                </c:pt>
                <c:pt idx="7119">
                  <c:v>7119</c:v>
                </c:pt>
                <c:pt idx="7120">
                  <c:v>7120</c:v>
                </c:pt>
                <c:pt idx="7121">
                  <c:v>7121</c:v>
                </c:pt>
                <c:pt idx="7122">
                  <c:v>7122</c:v>
                </c:pt>
                <c:pt idx="7123">
                  <c:v>7123</c:v>
                </c:pt>
                <c:pt idx="7124">
                  <c:v>7124</c:v>
                </c:pt>
                <c:pt idx="7125">
                  <c:v>7125</c:v>
                </c:pt>
                <c:pt idx="7126">
                  <c:v>7126</c:v>
                </c:pt>
                <c:pt idx="7127">
                  <c:v>7127</c:v>
                </c:pt>
                <c:pt idx="7128">
                  <c:v>7128</c:v>
                </c:pt>
                <c:pt idx="7129">
                  <c:v>7129</c:v>
                </c:pt>
                <c:pt idx="7130">
                  <c:v>7130</c:v>
                </c:pt>
                <c:pt idx="7131">
                  <c:v>7131</c:v>
                </c:pt>
                <c:pt idx="7132">
                  <c:v>7132</c:v>
                </c:pt>
                <c:pt idx="7133">
                  <c:v>7133</c:v>
                </c:pt>
                <c:pt idx="7134">
                  <c:v>7134</c:v>
                </c:pt>
                <c:pt idx="7135">
                  <c:v>7135</c:v>
                </c:pt>
                <c:pt idx="7136">
                  <c:v>7136</c:v>
                </c:pt>
                <c:pt idx="7137">
                  <c:v>7137</c:v>
                </c:pt>
                <c:pt idx="7138">
                  <c:v>7138</c:v>
                </c:pt>
                <c:pt idx="7139">
                  <c:v>7139</c:v>
                </c:pt>
                <c:pt idx="7140">
                  <c:v>7140</c:v>
                </c:pt>
                <c:pt idx="7141">
                  <c:v>7141</c:v>
                </c:pt>
                <c:pt idx="7142">
                  <c:v>7142</c:v>
                </c:pt>
                <c:pt idx="7143">
                  <c:v>7143</c:v>
                </c:pt>
                <c:pt idx="7144">
                  <c:v>7144</c:v>
                </c:pt>
                <c:pt idx="7145">
                  <c:v>7145</c:v>
                </c:pt>
                <c:pt idx="7146">
                  <c:v>7146</c:v>
                </c:pt>
                <c:pt idx="7147">
                  <c:v>7147</c:v>
                </c:pt>
                <c:pt idx="7148">
                  <c:v>7148</c:v>
                </c:pt>
                <c:pt idx="7149">
                  <c:v>7149</c:v>
                </c:pt>
                <c:pt idx="7150">
                  <c:v>7150</c:v>
                </c:pt>
                <c:pt idx="7151">
                  <c:v>7151</c:v>
                </c:pt>
                <c:pt idx="7152">
                  <c:v>7152</c:v>
                </c:pt>
                <c:pt idx="7153">
                  <c:v>7153</c:v>
                </c:pt>
                <c:pt idx="7154">
                  <c:v>7154</c:v>
                </c:pt>
                <c:pt idx="7155">
                  <c:v>7155</c:v>
                </c:pt>
                <c:pt idx="7156">
                  <c:v>7156</c:v>
                </c:pt>
                <c:pt idx="7157">
                  <c:v>7157</c:v>
                </c:pt>
                <c:pt idx="7158">
                  <c:v>7158</c:v>
                </c:pt>
                <c:pt idx="7159">
                  <c:v>7159</c:v>
                </c:pt>
                <c:pt idx="7160">
                  <c:v>7160</c:v>
                </c:pt>
                <c:pt idx="7161">
                  <c:v>7161</c:v>
                </c:pt>
                <c:pt idx="7162">
                  <c:v>7162</c:v>
                </c:pt>
                <c:pt idx="7163">
                  <c:v>7163</c:v>
                </c:pt>
                <c:pt idx="7164">
                  <c:v>7164</c:v>
                </c:pt>
                <c:pt idx="7165">
                  <c:v>7165</c:v>
                </c:pt>
                <c:pt idx="7166">
                  <c:v>7166</c:v>
                </c:pt>
                <c:pt idx="7167">
                  <c:v>7167</c:v>
                </c:pt>
                <c:pt idx="7168">
                  <c:v>7168</c:v>
                </c:pt>
                <c:pt idx="7169">
                  <c:v>7169</c:v>
                </c:pt>
                <c:pt idx="7170">
                  <c:v>7170</c:v>
                </c:pt>
                <c:pt idx="7171">
                  <c:v>7171</c:v>
                </c:pt>
                <c:pt idx="7172">
                  <c:v>7172</c:v>
                </c:pt>
                <c:pt idx="7173">
                  <c:v>7173</c:v>
                </c:pt>
                <c:pt idx="7174">
                  <c:v>7174</c:v>
                </c:pt>
                <c:pt idx="7175">
                  <c:v>7175</c:v>
                </c:pt>
                <c:pt idx="7176">
                  <c:v>7176</c:v>
                </c:pt>
                <c:pt idx="7177">
                  <c:v>7177</c:v>
                </c:pt>
                <c:pt idx="7178">
                  <c:v>7178</c:v>
                </c:pt>
                <c:pt idx="7179">
                  <c:v>7179</c:v>
                </c:pt>
                <c:pt idx="7180">
                  <c:v>7180</c:v>
                </c:pt>
                <c:pt idx="7181">
                  <c:v>7181</c:v>
                </c:pt>
                <c:pt idx="7182">
                  <c:v>7182</c:v>
                </c:pt>
                <c:pt idx="7183">
                  <c:v>7183</c:v>
                </c:pt>
                <c:pt idx="7184">
                  <c:v>7184</c:v>
                </c:pt>
                <c:pt idx="7185">
                  <c:v>7185</c:v>
                </c:pt>
                <c:pt idx="7186">
                  <c:v>7186</c:v>
                </c:pt>
                <c:pt idx="7187">
                  <c:v>7187</c:v>
                </c:pt>
                <c:pt idx="7188">
                  <c:v>7188</c:v>
                </c:pt>
                <c:pt idx="7189">
                  <c:v>7189</c:v>
                </c:pt>
                <c:pt idx="7190">
                  <c:v>7190</c:v>
                </c:pt>
                <c:pt idx="7191">
                  <c:v>7191</c:v>
                </c:pt>
                <c:pt idx="7192">
                  <c:v>7192</c:v>
                </c:pt>
                <c:pt idx="7193">
                  <c:v>7193</c:v>
                </c:pt>
                <c:pt idx="7194">
                  <c:v>7194</c:v>
                </c:pt>
                <c:pt idx="7195">
                  <c:v>7195</c:v>
                </c:pt>
                <c:pt idx="7196">
                  <c:v>7196</c:v>
                </c:pt>
                <c:pt idx="7197">
                  <c:v>7197</c:v>
                </c:pt>
                <c:pt idx="7198">
                  <c:v>7198</c:v>
                </c:pt>
                <c:pt idx="7199">
                  <c:v>7199</c:v>
                </c:pt>
                <c:pt idx="7200">
                  <c:v>7200</c:v>
                </c:pt>
                <c:pt idx="7201">
                  <c:v>7201</c:v>
                </c:pt>
                <c:pt idx="7202">
                  <c:v>7202</c:v>
                </c:pt>
                <c:pt idx="7203">
                  <c:v>7203</c:v>
                </c:pt>
                <c:pt idx="7204">
                  <c:v>7204</c:v>
                </c:pt>
                <c:pt idx="7205">
                  <c:v>7205</c:v>
                </c:pt>
                <c:pt idx="7206">
                  <c:v>7206</c:v>
                </c:pt>
                <c:pt idx="7207">
                  <c:v>7207</c:v>
                </c:pt>
                <c:pt idx="7208">
                  <c:v>7208</c:v>
                </c:pt>
                <c:pt idx="7209">
                  <c:v>7209</c:v>
                </c:pt>
                <c:pt idx="7210">
                  <c:v>7210</c:v>
                </c:pt>
                <c:pt idx="7211">
                  <c:v>7211</c:v>
                </c:pt>
                <c:pt idx="7212">
                  <c:v>7212</c:v>
                </c:pt>
                <c:pt idx="7213">
                  <c:v>7213</c:v>
                </c:pt>
                <c:pt idx="7214">
                  <c:v>7214</c:v>
                </c:pt>
                <c:pt idx="7215">
                  <c:v>7215</c:v>
                </c:pt>
                <c:pt idx="7216">
                  <c:v>7216</c:v>
                </c:pt>
                <c:pt idx="7217">
                  <c:v>7217</c:v>
                </c:pt>
                <c:pt idx="7218">
                  <c:v>7218</c:v>
                </c:pt>
                <c:pt idx="7219">
                  <c:v>7219</c:v>
                </c:pt>
                <c:pt idx="7220">
                  <c:v>7220</c:v>
                </c:pt>
                <c:pt idx="7221">
                  <c:v>7221</c:v>
                </c:pt>
                <c:pt idx="7222">
                  <c:v>7222</c:v>
                </c:pt>
                <c:pt idx="7223">
                  <c:v>7223</c:v>
                </c:pt>
                <c:pt idx="7224">
                  <c:v>7224</c:v>
                </c:pt>
                <c:pt idx="7225">
                  <c:v>7225</c:v>
                </c:pt>
                <c:pt idx="7226">
                  <c:v>7226</c:v>
                </c:pt>
                <c:pt idx="7227">
                  <c:v>7227</c:v>
                </c:pt>
                <c:pt idx="7228">
                  <c:v>7228</c:v>
                </c:pt>
                <c:pt idx="7229">
                  <c:v>7229</c:v>
                </c:pt>
                <c:pt idx="7230">
                  <c:v>7230</c:v>
                </c:pt>
                <c:pt idx="7231">
                  <c:v>7231</c:v>
                </c:pt>
                <c:pt idx="7232">
                  <c:v>7232</c:v>
                </c:pt>
                <c:pt idx="7233">
                  <c:v>7233</c:v>
                </c:pt>
                <c:pt idx="7234">
                  <c:v>7234</c:v>
                </c:pt>
                <c:pt idx="7235">
                  <c:v>7235</c:v>
                </c:pt>
                <c:pt idx="7236">
                  <c:v>7236</c:v>
                </c:pt>
                <c:pt idx="7237">
                  <c:v>7237</c:v>
                </c:pt>
                <c:pt idx="7238">
                  <c:v>7238</c:v>
                </c:pt>
                <c:pt idx="7239">
                  <c:v>7239</c:v>
                </c:pt>
                <c:pt idx="7240">
                  <c:v>7240</c:v>
                </c:pt>
                <c:pt idx="7241">
                  <c:v>7241</c:v>
                </c:pt>
                <c:pt idx="7242">
                  <c:v>7242</c:v>
                </c:pt>
                <c:pt idx="7243">
                  <c:v>7243</c:v>
                </c:pt>
                <c:pt idx="7244">
                  <c:v>7244</c:v>
                </c:pt>
                <c:pt idx="7245">
                  <c:v>7245</c:v>
                </c:pt>
                <c:pt idx="7246">
                  <c:v>7246</c:v>
                </c:pt>
                <c:pt idx="7247">
                  <c:v>7247</c:v>
                </c:pt>
                <c:pt idx="7248">
                  <c:v>7248</c:v>
                </c:pt>
                <c:pt idx="7249">
                  <c:v>7249</c:v>
                </c:pt>
                <c:pt idx="7250">
                  <c:v>7250</c:v>
                </c:pt>
                <c:pt idx="7251">
                  <c:v>7251</c:v>
                </c:pt>
                <c:pt idx="7252">
                  <c:v>7252</c:v>
                </c:pt>
                <c:pt idx="7253">
                  <c:v>7253</c:v>
                </c:pt>
                <c:pt idx="7254">
                  <c:v>7254</c:v>
                </c:pt>
                <c:pt idx="7255">
                  <c:v>7255</c:v>
                </c:pt>
                <c:pt idx="7256">
                  <c:v>7256</c:v>
                </c:pt>
                <c:pt idx="7257">
                  <c:v>7257</c:v>
                </c:pt>
                <c:pt idx="7258">
                  <c:v>7258</c:v>
                </c:pt>
                <c:pt idx="7259">
                  <c:v>7259</c:v>
                </c:pt>
                <c:pt idx="7260">
                  <c:v>7260</c:v>
                </c:pt>
                <c:pt idx="7261">
                  <c:v>7261</c:v>
                </c:pt>
                <c:pt idx="7262">
                  <c:v>7262</c:v>
                </c:pt>
                <c:pt idx="7263">
                  <c:v>7263</c:v>
                </c:pt>
                <c:pt idx="7264">
                  <c:v>7264</c:v>
                </c:pt>
                <c:pt idx="7265">
                  <c:v>7265</c:v>
                </c:pt>
                <c:pt idx="7266">
                  <c:v>7266</c:v>
                </c:pt>
                <c:pt idx="7267">
                  <c:v>7267</c:v>
                </c:pt>
                <c:pt idx="7268">
                  <c:v>7268</c:v>
                </c:pt>
                <c:pt idx="7269">
                  <c:v>7269</c:v>
                </c:pt>
                <c:pt idx="7270">
                  <c:v>7270</c:v>
                </c:pt>
                <c:pt idx="7271">
                  <c:v>7271</c:v>
                </c:pt>
                <c:pt idx="7272">
                  <c:v>7272</c:v>
                </c:pt>
                <c:pt idx="7273">
                  <c:v>7273</c:v>
                </c:pt>
                <c:pt idx="7274">
                  <c:v>7274</c:v>
                </c:pt>
                <c:pt idx="7275">
                  <c:v>7275</c:v>
                </c:pt>
                <c:pt idx="7276">
                  <c:v>7276</c:v>
                </c:pt>
                <c:pt idx="7277">
                  <c:v>7277</c:v>
                </c:pt>
                <c:pt idx="7278">
                  <c:v>7278</c:v>
                </c:pt>
                <c:pt idx="7279">
                  <c:v>7279</c:v>
                </c:pt>
                <c:pt idx="7280">
                  <c:v>7280</c:v>
                </c:pt>
                <c:pt idx="7281">
                  <c:v>7281</c:v>
                </c:pt>
                <c:pt idx="7282">
                  <c:v>7282</c:v>
                </c:pt>
                <c:pt idx="7283">
                  <c:v>7283</c:v>
                </c:pt>
                <c:pt idx="7284">
                  <c:v>7284</c:v>
                </c:pt>
                <c:pt idx="7285">
                  <c:v>7285</c:v>
                </c:pt>
                <c:pt idx="7286">
                  <c:v>7286</c:v>
                </c:pt>
                <c:pt idx="7287">
                  <c:v>7287</c:v>
                </c:pt>
                <c:pt idx="7288">
                  <c:v>7288</c:v>
                </c:pt>
                <c:pt idx="7289">
                  <c:v>7289</c:v>
                </c:pt>
                <c:pt idx="7290">
                  <c:v>7290</c:v>
                </c:pt>
                <c:pt idx="7291">
                  <c:v>7291</c:v>
                </c:pt>
                <c:pt idx="7292">
                  <c:v>7292</c:v>
                </c:pt>
                <c:pt idx="7293">
                  <c:v>7293</c:v>
                </c:pt>
                <c:pt idx="7294">
                  <c:v>7294</c:v>
                </c:pt>
                <c:pt idx="7295">
                  <c:v>7295</c:v>
                </c:pt>
                <c:pt idx="7296">
                  <c:v>7296</c:v>
                </c:pt>
                <c:pt idx="7297">
                  <c:v>7297</c:v>
                </c:pt>
                <c:pt idx="7298">
                  <c:v>7298</c:v>
                </c:pt>
                <c:pt idx="7299">
                  <c:v>7299</c:v>
                </c:pt>
                <c:pt idx="7300">
                  <c:v>7300</c:v>
                </c:pt>
                <c:pt idx="7301">
                  <c:v>7301</c:v>
                </c:pt>
                <c:pt idx="7302">
                  <c:v>7302</c:v>
                </c:pt>
                <c:pt idx="7303">
                  <c:v>7303</c:v>
                </c:pt>
                <c:pt idx="7304">
                  <c:v>7304</c:v>
                </c:pt>
                <c:pt idx="7305">
                  <c:v>7305</c:v>
                </c:pt>
                <c:pt idx="7306">
                  <c:v>7306</c:v>
                </c:pt>
                <c:pt idx="7307">
                  <c:v>7307</c:v>
                </c:pt>
                <c:pt idx="7308">
                  <c:v>7308</c:v>
                </c:pt>
                <c:pt idx="7309">
                  <c:v>7309</c:v>
                </c:pt>
                <c:pt idx="7310">
                  <c:v>7310</c:v>
                </c:pt>
                <c:pt idx="7311">
                  <c:v>7311</c:v>
                </c:pt>
                <c:pt idx="7312">
                  <c:v>7312</c:v>
                </c:pt>
                <c:pt idx="7313">
                  <c:v>7313</c:v>
                </c:pt>
                <c:pt idx="7314">
                  <c:v>7314</c:v>
                </c:pt>
                <c:pt idx="7315">
                  <c:v>7315</c:v>
                </c:pt>
                <c:pt idx="7316">
                  <c:v>7316</c:v>
                </c:pt>
                <c:pt idx="7317">
                  <c:v>7317</c:v>
                </c:pt>
                <c:pt idx="7318">
                  <c:v>7318</c:v>
                </c:pt>
                <c:pt idx="7319">
                  <c:v>7319</c:v>
                </c:pt>
                <c:pt idx="7320">
                  <c:v>7320</c:v>
                </c:pt>
                <c:pt idx="7321">
                  <c:v>7321</c:v>
                </c:pt>
                <c:pt idx="7322">
                  <c:v>7322</c:v>
                </c:pt>
                <c:pt idx="7323">
                  <c:v>7323</c:v>
                </c:pt>
                <c:pt idx="7324">
                  <c:v>7324</c:v>
                </c:pt>
                <c:pt idx="7325">
                  <c:v>7325</c:v>
                </c:pt>
                <c:pt idx="7326">
                  <c:v>7326</c:v>
                </c:pt>
                <c:pt idx="7327">
                  <c:v>7327</c:v>
                </c:pt>
                <c:pt idx="7328">
                  <c:v>7328</c:v>
                </c:pt>
                <c:pt idx="7329">
                  <c:v>7329</c:v>
                </c:pt>
                <c:pt idx="7330">
                  <c:v>7330</c:v>
                </c:pt>
                <c:pt idx="7331">
                  <c:v>7331</c:v>
                </c:pt>
                <c:pt idx="7332">
                  <c:v>7332</c:v>
                </c:pt>
                <c:pt idx="7333">
                  <c:v>7333</c:v>
                </c:pt>
                <c:pt idx="7334">
                  <c:v>7334</c:v>
                </c:pt>
                <c:pt idx="7335">
                  <c:v>7335</c:v>
                </c:pt>
                <c:pt idx="7336">
                  <c:v>7336</c:v>
                </c:pt>
                <c:pt idx="7337">
                  <c:v>7337</c:v>
                </c:pt>
                <c:pt idx="7338">
                  <c:v>7338</c:v>
                </c:pt>
                <c:pt idx="7339">
                  <c:v>7339</c:v>
                </c:pt>
                <c:pt idx="7340">
                  <c:v>7340</c:v>
                </c:pt>
                <c:pt idx="7341">
                  <c:v>7341</c:v>
                </c:pt>
                <c:pt idx="7342">
                  <c:v>7342</c:v>
                </c:pt>
                <c:pt idx="7343">
                  <c:v>7343</c:v>
                </c:pt>
                <c:pt idx="7344">
                  <c:v>7344</c:v>
                </c:pt>
                <c:pt idx="7345">
                  <c:v>7345</c:v>
                </c:pt>
                <c:pt idx="7346">
                  <c:v>7346</c:v>
                </c:pt>
                <c:pt idx="7347">
                  <c:v>7347</c:v>
                </c:pt>
                <c:pt idx="7348">
                  <c:v>7348</c:v>
                </c:pt>
                <c:pt idx="7349">
                  <c:v>7349</c:v>
                </c:pt>
                <c:pt idx="7350">
                  <c:v>7350</c:v>
                </c:pt>
                <c:pt idx="7351">
                  <c:v>7351</c:v>
                </c:pt>
                <c:pt idx="7352">
                  <c:v>7352</c:v>
                </c:pt>
                <c:pt idx="7353">
                  <c:v>7353</c:v>
                </c:pt>
                <c:pt idx="7354">
                  <c:v>7354</c:v>
                </c:pt>
                <c:pt idx="7355">
                  <c:v>7355</c:v>
                </c:pt>
                <c:pt idx="7356">
                  <c:v>7356</c:v>
                </c:pt>
                <c:pt idx="7357">
                  <c:v>7357</c:v>
                </c:pt>
                <c:pt idx="7358">
                  <c:v>7358</c:v>
                </c:pt>
                <c:pt idx="7359">
                  <c:v>7359</c:v>
                </c:pt>
                <c:pt idx="7360">
                  <c:v>7360</c:v>
                </c:pt>
                <c:pt idx="7361">
                  <c:v>7361</c:v>
                </c:pt>
                <c:pt idx="7362">
                  <c:v>7362</c:v>
                </c:pt>
                <c:pt idx="7363">
                  <c:v>7363</c:v>
                </c:pt>
                <c:pt idx="7364">
                  <c:v>7364</c:v>
                </c:pt>
                <c:pt idx="7365">
                  <c:v>7365</c:v>
                </c:pt>
                <c:pt idx="7366">
                  <c:v>7366</c:v>
                </c:pt>
                <c:pt idx="7367">
                  <c:v>7367</c:v>
                </c:pt>
                <c:pt idx="7368">
                  <c:v>7368</c:v>
                </c:pt>
                <c:pt idx="7369">
                  <c:v>7369</c:v>
                </c:pt>
                <c:pt idx="7370">
                  <c:v>7370</c:v>
                </c:pt>
                <c:pt idx="7371">
                  <c:v>7371</c:v>
                </c:pt>
                <c:pt idx="7372">
                  <c:v>7372</c:v>
                </c:pt>
                <c:pt idx="7373">
                  <c:v>7373</c:v>
                </c:pt>
                <c:pt idx="7374">
                  <c:v>7374</c:v>
                </c:pt>
                <c:pt idx="7375">
                  <c:v>7375</c:v>
                </c:pt>
                <c:pt idx="7376">
                  <c:v>7376</c:v>
                </c:pt>
                <c:pt idx="7377">
                  <c:v>7377</c:v>
                </c:pt>
                <c:pt idx="7378">
                  <c:v>7378</c:v>
                </c:pt>
                <c:pt idx="7379">
                  <c:v>7379</c:v>
                </c:pt>
                <c:pt idx="7380">
                  <c:v>7380</c:v>
                </c:pt>
                <c:pt idx="7381">
                  <c:v>7381</c:v>
                </c:pt>
                <c:pt idx="7382">
                  <c:v>7382</c:v>
                </c:pt>
                <c:pt idx="7383">
                  <c:v>7383</c:v>
                </c:pt>
                <c:pt idx="7384">
                  <c:v>7384</c:v>
                </c:pt>
                <c:pt idx="7385">
                  <c:v>7385</c:v>
                </c:pt>
                <c:pt idx="7386">
                  <c:v>7386</c:v>
                </c:pt>
                <c:pt idx="7387">
                  <c:v>7387</c:v>
                </c:pt>
                <c:pt idx="7388">
                  <c:v>7388</c:v>
                </c:pt>
                <c:pt idx="7389">
                  <c:v>7389</c:v>
                </c:pt>
                <c:pt idx="7390">
                  <c:v>7390</c:v>
                </c:pt>
                <c:pt idx="7391">
                  <c:v>7391</c:v>
                </c:pt>
                <c:pt idx="7392">
                  <c:v>7392</c:v>
                </c:pt>
                <c:pt idx="7393">
                  <c:v>7393</c:v>
                </c:pt>
                <c:pt idx="7394">
                  <c:v>7394</c:v>
                </c:pt>
                <c:pt idx="7395">
                  <c:v>7395</c:v>
                </c:pt>
                <c:pt idx="7396">
                  <c:v>7396</c:v>
                </c:pt>
                <c:pt idx="7397">
                  <c:v>7397</c:v>
                </c:pt>
                <c:pt idx="7398">
                  <c:v>7398</c:v>
                </c:pt>
                <c:pt idx="7399">
                  <c:v>7399</c:v>
                </c:pt>
                <c:pt idx="7400">
                  <c:v>7400</c:v>
                </c:pt>
                <c:pt idx="7401">
                  <c:v>7401</c:v>
                </c:pt>
                <c:pt idx="7402">
                  <c:v>7402</c:v>
                </c:pt>
                <c:pt idx="7403">
                  <c:v>7403</c:v>
                </c:pt>
                <c:pt idx="7404">
                  <c:v>7404</c:v>
                </c:pt>
                <c:pt idx="7405">
                  <c:v>7405</c:v>
                </c:pt>
                <c:pt idx="7406">
                  <c:v>7406</c:v>
                </c:pt>
                <c:pt idx="7407">
                  <c:v>7407</c:v>
                </c:pt>
                <c:pt idx="7408">
                  <c:v>7408</c:v>
                </c:pt>
                <c:pt idx="7409">
                  <c:v>7409</c:v>
                </c:pt>
                <c:pt idx="7410">
                  <c:v>7410</c:v>
                </c:pt>
                <c:pt idx="7411">
                  <c:v>7411</c:v>
                </c:pt>
                <c:pt idx="7412">
                  <c:v>7412</c:v>
                </c:pt>
                <c:pt idx="7413">
                  <c:v>7413</c:v>
                </c:pt>
                <c:pt idx="7414">
                  <c:v>7414</c:v>
                </c:pt>
                <c:pt idx="7415">
                  <c:v>7415</c:v>
                </c:pt>
                <c:pt idx="7416">
                  <c:v>7416</c:v>
                </c:pt>
                <c:pt idx="7417">
                  <c:v>7417</c:v>
                </c:pt>
                <c:pt idx="7418">
                  <c:v>7418</c:v>
                </c:pt>
                <c:pt idx="7419">
                  <c:v>7419</c:v>
                </c:pt>
                <c:pt idx="7420">
                  <c:v>7420</c:v>
                </c:pt>
                <c:pt idx="7421">
                  <c:v>7421</c:v>
                </c:pt>
                <c:pt idx="7422">
                  <c:v>7422</c:v>
                </c:pt>
                <c:pt idx="7423">
                  <c:v>7423</c:v>
                </c:pt>
                <c:pt idx="7424">
                  <c:v>7424</c:v>
                </c:pt>
                <c:pt idx="7425">
                  <c:v>7425</c:v>
                </c:pt>
                <c:pt idx="7426">
                  <c:v>7426</c:v>
                </c:pt>
                <c:pt idx="7427">
                  <c:v>7427</c:v>
                </c:pt>
                <c:pt idx="7428">
                  <c:v>7428</c:v>
                </c:pt>
                <c:pt idx="7429">
                  <c:v>7429</c:v>
                </c:pt>
                <c:pt idx="7430">
                  <c:v>7430</c:v>
                </c:pt>
                <c:pt idx="7431">
                  <c:v>7431</c:v>
                </c:pt>
                <c:pt idx="7432">
                  <c:v>7432</c:v>
                </c:pt>
                <c:pt idx="7433">
                  <c:v>7433</c:v>
                </c:pt>
                <c:pt idx="7434">
                  <c:v>7434</c:v>
                </c:pt>
                <c:pt idx="7435">
                  <c:v>7435</c:v>
                </c:pt>
                <c:pt idx="7436">
                  <c:v>7436</c:v>
                </c:pt>
                <c:pt idx="7437">
                  <c:v>7437</c:v>
                </c:pt>
                <c:pt idx="7438">
                  <c:v>7438</c:v>
                </c:pt>
                <c:pt idx="7439">
                  <c:v>7439</c:v>
                </c:pt>
                <c:pt idx="7440">
                  <c:v>7440</c:v>
                </c:pt>
                <c:pt idx="7441">
                  <c:v>7441</c:v>
                </c:pt>
                <c:pt idx="7442">
                  <c:v>7442</c:v>
                </c:pt>
                <c:pt idx="7443">
                  <c:v>7443</c:v>
                </c:pt>
                <c:pt idx="7444">
                  <c:v>7444</c:v>
                </c:pt>
                <c:pt idx="7445">
                  <c:v>7445</c:v>
                </c:pt>
                <c:pt idx="7446">
                  <c:v>7446</c:v>
                </c:pt>
                <c:pt idx="7447">
                  <c:v>7447</c:v>
                </c:pt>
                <c:pt idx="7448">
                  <c:v>7448</c:v>
                </c:pt>
                <c:pt idx="7449">
                  <c:v>7449</c:v>
                </c:pt>
                <c:pt idx="7450">
                  <c:v>7450</c:v>
                </c:pt>
                <c:pt idx="7451">
                  <c:v>7451</c:v>
                </c:pt>
                <c:pt idx="7452">
                  <c:v>7452</c:v>
                </c:pt>
                <c:pt idx="7453">
                  <c:v>7453</c:v>
                </c:pt>
                <c:pt idx="7454">
                  <c:v>7454</c:v>
                </c:pt>
                <c:pt idx="7455">
                  <c:v>7455</c:v>
                </c:pt>
                <c:pt idx="7456">
                  <c:v>7456</c:v>
                </c:pt>
                <c:pt idx="7457">
                  <c:v>7457</c:v>
                </c:pt>
                <c:pt idx="7458">
                  <c:v>7458</c:v>
                </c:pt>
                <c:pt idx="7459">
                  <c:v>7459</c:v>
                </c:pt>
                <c:pt idx="7460">
                  <c:v>7460</c:v>
                </c:pt>
                <c:pt idx="7461">
                  <c:v>7461</c:v>
                </c:pt>
                <c:pt idx="7462">
                  <c:v>7462</c:v>
                </c:pt>
                <c:pt idx="7463">
                  <c:v>7463</c:v>
                </c:pt>
                <c:pt idx="7464">
                  <c:v>7464</c:v>
                </c:pt>
                <c:pt idx="7465">
                  <c:v>7465</c:v>
                </c:pt>
                <c:pt idx="7466">
                  <c:v>7466</c:v>
                </c:pt>
                <c:pt idx="7467">
                  <c:v>7467</c:v>
                </c:pt>
                <c:pt idx="7468">
                  <c:v>7468</c:v>
                </c:pt>
                <c:pt idx="7469">
                  <c:v>7469</c:v>
                </c:pt>
                <c:pt idx="7470">
                  <c:v>7470</c:v>
                </c:pt>
                <c:pt idx="7471">
                  <c:v>7471</c:v>
                </c:pt>
                <c:pt idx="7472">
                  <c:v>7472</c:v>
                </c:pt>
                <c:pt idx="7473">
                  <c:v>7473</c:v>
                </c:pt>
                <c:pt idx="7474">
                  <c:v>7474</c:v>
                </c:pt>
                <c:pt idx="7475">
                  <c:v>7475</c:v>
                </c:pt>
                <c:pt idx="7476">
                  <c:v>7476</c:v>
                </c:pt>
                <c:pt idx="7477">
                  <c:v>7477</c:v>
                </c:pt>
                <c:pt idx="7478">
                  <c:v>7478</c:v>
                </c:pt>
                <c:pt idx="7479">
                  <c:v>7479</c:v>
                </c:pt>
                <c:pt idx="7480">
                  <c:v>7480</c:v>
                </c:pt>
                <c:pt idx="7481">
                  <c:v>7481</c:v>
                </c:pt>
                <c:pt idx="7482">
                  <c:v>7482</c:v>
                </c:pt>
                <c:pt idx="7483">
                  <c:v>7483</c:v>
                </c:pt>
                <c:pt idx="7484">
                  <c:v>7484</c:v>
                </c:pt>
                <c:pt idx="7485">
                  <c:v>7485</c:v>
                </c:pt>
                <c:pt idx="7486">
                  <c:v>7486</c:v>
                </c:pt>
                <c:pt idx="7487">
                  <c:v>7487</c:v>
                </c:pt>
                <c:pt idx="7488">
                  <c:v>7488</c:v>
                </c:pt>
                <c:pt idx="7489">
                  <c:v>7489</c:v>
                </c:pt>
                <c:pt idx="7490">
                  <c:v>7490</c:v>
                </c:pt>
                <c:pt idx="7491">
                  <c:v>7491</c:v>
                </c:pt>
                <c:pt idx="7492">
                  <c:v>7492</c:v>
                </c:pt>
                <c:pt idx="7493">
                  <c:v>7493</c:v>
                </c:pt>
                <c:pt idx="7494">
                  <c:v>7494</c:v>
                </c:pt>
                <c:pt idx="7495">
                  <c:v>7495</c:v>
                </c:pt>
                <c:pt idx="7496">
                  <c:v>7496</c:v>
                </c:pt>
                <c:pt idx="7497">
                  <c:v>7497</c:v>
                </c:pt>
                <c:pt idx="7498">
                  <c:v>7498</c:v>
                </c:pt>
                <c:pt idx="7499">
                  <c:v>7499</c:v>
                </c:pt>
                <c:pt idx="7500">
                  <c:v>7500</c:v>
                </c:pt>
                <c:pt idx="7501">
                  <c:v>7501</c:v>
                </c:pt>
                <c:pt idx="7502">
                  <c:v>7502</c:v>
                </c:pt>
                <c:pt idx="7503">
                  <c:v>7503</c:v>
                </c:pt>
                <c:pt idx="7504">
                  <c:v>7504</c:v>
                </c:pt>
                <c:pt idx="7505">
                  <c:v>7505</c:v>
                </c:pt>
                <c:pt idx="7506">
                  <c:v>7506</c:v>
                </c:pt>
                <c:pt idx="7507">
                  <c:v>7507</c:v>
                </c:pt>
                <c:pt idx="7508">
                  <c:v>7508</c:v>
                </c:pt>
                <c:pt idx="7509">
                  <c:v>7509</c:v>
                </c:pt>
                <c:pt idx="7510">
                  <c:v>7510</c:v>
                </c:pt>
                <c:pt idx="7511">
                  <c:v>7511</c:v>
                </c:pt>
                <c:pt idx="7512">
                  <c:v>7512</c:v>
                </c:pt>
                <c:pt idx="7513">
                  <c:v>7513</c:v>
                </c:pt>
                <c:pt idx="7514">
                  <c:v>7514</c:v>
                </c:pt>
                <c:pt idx="7515">
                  <c:v>7515</c:v>
                </c:pt>
                <c:pt idx="7516">
                  <c:v>7516</c:v>
                </c:pt>
                <c:pt idx="7517">
                  <c:v>7517</c:v>
                </c:pt>
                <c:pt idx="7518">
                  <c:v>7518</c:v>
                </c:pt>
                <c:pt idx="7519">
                  <c:v>7519</c:v>
                </c:pt>
                <c:pt idx="7520">
                  <c:v>7520</c:v>
                </c:pt>
                <c:pt idx="7521">
                  <c:v>7521</c:v>
                </c:pt>
                <c:pt idx="7522">
                  <c:v>7522</c:v>
                </c:pt>
                <c:pt idx="7523">
                  <c:v>7523</c:v>
                </c:pt>
                <c:pt idx="7524">
                  <c:v>7524</c:v>
                </c:pt>
                <c:pt idx="7525">
                  <c:v>7525</c:v>
                </c:pt>
                <c:pt idx="7526">
                  <c:v>7526</c:v>
                </c:pt>
                <c:pt idx="7527">
                  <c:v>7527</c:v>
                </c:pt>
                <c:pt idx="7528">
                  <c:v>7528</c:v>
                </c:pt>
                <c:pt idx="7529">
                  <c:v>7529</c:v>
                </c:pt>
                <c:pt idx="7530">
                  <c:v>7530</c:v>
                </c:pt>
                <c:pt idx="7531">
                  <c:v>7531</c:v>
                </c:pt>
                <c:pt idx="7532">
                  <c:v>7532</c:v>
                </c:pt>
                <c:pt idx="7533">
                  <c:v>7533</c:v>
                </c:pt>
                <c:pt idx="7534">
                  <c:v>7534</c:v>
                </c:pt>
                <c:pt idx="7535">
                  <c:v>7535</c:v>
                </c:pt>
                <c:pt idx="7536">
                  <c:v>7536</c:v>
                </c:pt>
                <c:pt idx="7537">
                  <c:v>7537</c:v>
                </c:pt>
                <c:pt idx="7538">
                  <c:v>7538</c:v>
                </c:pt>
                <c:pt idx="7539">
                  <c:v>7539</c:v>
                </c:pt>
                <c:pt idx="7540">
                  <c:v>7540</c:v>
                </c:pt>
                <c:pt idx="7541">
                  <c:v>7541</c:v>
                </c:pt>
                <c:pt idx="7542">
                  <c:v>7542</c:v>
                </c:pt>
                <c:pt idx="7543">
                  <c:v>7543</c:v>
                </c:pt>
                <c:pt idx="7544">
                  <c:v>7544</c:v>
                </c:pt>
                <c:pt idx="7545">
                  <c:v>7545</c:v>
                </c:pt>
                <c:pt idx="7546">
                  <c:v>7546</c:v>
                </c:pt>
                <c:pt idx="7547">
                  <c:v>7547</c:v>
                </c:pt>
                <c:pt idx="7548">
                  <c:v>7548</c:v>
                </c:pt>
                <c:pt idx="7549">
                  <c:v>7549</c:v>
                </c:pt>
                <c:pt idx="7550">
                  <c:v>7550</c:v>
                </c:pt>
                <c:pt idx="7551">
                  <c:v>7551</c:v>
                </c:pt>
                <c:pt idx="7552">
                  <c:v>7552</c:v>
                </c:pt>
                <c:pt idx="7553">
                  <c:v>7553</c:v>
                </c:pt>
                <c:pt idx="7554">
                  <c:v>7554</c:v>
                </c:pt>
                <c:pt idx="7555">
                  <c:v>7555</c:v>
                </c:pt>
                <c:pt idx="7556">
                  <c:v>7556</c:v>
                </c:pt>
                <c:pt idx="7557">
                  <c:v>7557</c:v>
                </c:pt>
                <c:pt idx="7558">
                  <c:v>7558</c:v>
                </c:pt>
                <c:pt idx="7559">
                  <c:v>7559</c:v>
                </c:pt>
                <c:pt idx="7560">
                  <c:v>7560</c:v>
                </c:pt>
                <c:pt idx="7561">
                  <c:v>7561</c:v>
                </c:pt>
                <c:pt idx="7562">
                  <c:v>7562</c:v>
                </c:pt>
                <c:pt idx="7563">
                  <c:v>7563</c:v>
                </c:pt>
                <c:pt idx="7564">
                  <c:v>7564</c:v>
                </c:pt>
                <c:pt idx="7565">
                  <c:v>7565</c:v>
                </c:pt>
                <c:pt idx="7566">
                  <c:v>7566</c:v>
                </c:pt>
                <c:pt idx="7567">
                  <c:v>7567</c:v>
                </c:pt>
                <c:pt idx="7568">
                  <c:v>7568</c:v>
                </c:pt>
                <c:pt idx="7569">
                  <c:v>7569</c:v>
                </c:pt>
                <c:pt idx="7570">
                  <c:v>7570</c:v>
                </c:pt>
                <c:pt idx="7571">
                  <c:v>7571</c:v>
                </c:pt>
                <c:pt idx="7572">
                  <c:v>7572</c:v>
                </c:pt>
                <c:pt idx="7573">
                  <c:v>7573</c:v>
                </c:pt>
                <c:pt idx="7574">
                  <c:v>7574</c:v>
                </c:pt>
                <c:pt idx="7575">
                  <c:v>7575</c:v>
                </c:pt>
                <c:pt idx="7576">
                  <c:v>7576</c:v>
                </c:pt>
                <c:pt idx="7577">
                  <c:v>7577</c:v>
                </c:pt>
                <c:pt idx="7578">
                  <c:v>7578</c:v>
                </c:pt>
                <c:pt idx="7579">
                  <c:v>7579</c:v>
                </c:pt>
                <c:pt idx="7580">
                  <c:v>7580</c:v>
                </c:pt>
                <c:pt idx="7581">
                  <c:v>7581</c:v>
                </c:pt>
                <c:pt idx="7582">
                  <c:v>7582</c:v>
                </c:pt>
                <c:pt idx="7583">
                  <c:v>7583</c:v>
                </c:pt>
                <c:pt idx="7584">
                  <c:v>7584</c:v>
                </c:pt>
                <c:pt idx="7585">
                  <c:v>7585</c:v>
                </c:pt>
                <c:pt idx="7586">
                  <c:v>7586</c:v>
                </c:pt>
                <c:pt idx="7587">
                  <c:v>7587</c:v>
                </c:pt>
                <c:pt idx="7588">
                  <c:v>7588</c:v>
                </c:pt>
                <c:pt idx="7589">
                  <c:v>7589</c:v>
                </c:pt>
                <c:pt idx="7590">
                  <c:v>7590</c:v>
                </c:pt>
                <c:pt idx="7591">
                  <c:v>7591</c:v>
                </c:pt>
                <c:pt idx="7592">
                  <c:v>7592</c:v>
                </c:pt>
                <c:pt idx="7593">
                  <c:v>7593</c:v>
                </c:pt>
                <c:pt idx="7594">
                  <c:v>7594</c:v>
                </c:pt>
                <c:pt idx="7595">
                  <c:v>7595</c:v>
                </c:pt>
                <c:pt idx="7596">
                  <c:v>7596</c:v>
                </c:pt>
                <c:pt idx="7597">
                  <c:v>7597</c:v>
                </c:pt>
                <c:pt idx="7598">
                  <c:v>7598</c:v>
                </c:pt>
                <c:pt idx="7599">
                  <c:v>7599</c:v>
                </c:pt>
                <c:pt idx="7600">
                  <c:v>7600</c:v>
                </c:pt>
                <c:pt idx="7601">
                  <c:v>7601</c:v>
                </c:pt>
                <c:pt idx="7602">
                  <c:v>7602</c:v>
                </c:pt>
                <c:pt idx="7603">
                  <c:v>7603</c:v>
                </c:pt>
                <c:pt idx="7604">
                  <c:v>7604</c:v>
                </c:pt>
                <c:pt idx="7605">
                  <c:v>7605</c:v>
                </c:pt>
                <c:pt idx="7606">
                  <c:v>7606</c:v>
                </c:pt>
                <c:pt idx="7607">
                  <c:v>7607</c:v>
                </c:pt>
                <c:pt idx="7608">
                  <c:v>7608</c:v>
                </c:pt>
                <c:pt idx="7609">
                  <c:v>7609</c:v>
                </c:pt>
                <c:pt idx="7610">
                  <c:v>7610</c:v>
                </c:pt>
                <c:pt idx="7611">
                  <c:v>7611</c:v>
                </c:pt>
                <c:pt idx="7612">
                  <c:v>7612</c:v>
                </c:pt>
                <c:pt idx="7613">
                  <c:v>7613</c:v>
                </c:pt>
                <c:pt idx="7614">
                  <c:v>7614</c:v>
                </c:pt>
                <c:pt idx="7615">
                  <c:v>7615</c:v>
                </c:pt>
                <c:pt idx="7616">
                  <c:v>7616</c:v>
                </c:pt>
                <c:pt idx="7617">
                  <c:v>7617</c:v>
                </c:pt>
                <c:pt idx="7618">
                  <c:v>7618</c:v>
                </c:pt>
                <c:pt idx="7619">
                  <c:v>7619</c:v>
                </c:pt>
                <c:pt idx="7620">
                  <c:v>7620</c:v>
                </c:pt>
                <c:pt idx="7621">
                  <c:v>7621</c:v>
                </c:pt>
                <c:pt idx="7622">
                  <c:v>7622</c:v>
                </c:pt>
                <c:pt idx="7623">
                  <c:v>7623</c:v>
                </c:pt>
                <c:pt idx="7624">
                  <c:v>7624</c:v>
                </c:pt>
                <c:pt idx="7625">
                  <c:v>7625</c:v>
                </c:pt>
                <c:pt idx="7626">
                  <c:v>7626</c:v>
                </c:pt>
                <c:pt idx="7627">
                  <c:v>7627</c:v>
                </c:pt>
                <c:pt idx="7628">
                  <c:v>7628</c:v>
                </c:pt>
                <c:pt idx="7629">
                  <c:v>7629</c:v>
                </c:pt>
                <c:pt idx="7630">
                  <c:v>7630</c:v>
                </c:pt>
                <c:pt idx="7631">
                  <c:v>7631</c:v>
                </c:pt>
                <c:pt idx="7632">
                  <c:v>7632</c:v>
                </c:pt>
                <c:pt idx="7633">
                  <c:v>7633</c:v>
                </c:pt>
                <c:pt idx="7634">
                  <c:v>7634</c:v>
                </c:pt>
                <c:pt idx="7635">
                  <c:v>7635</c:v>
                </c:pt>
                <c:pt idx="7636">
                  <c:v>7636</c:v>
                </c:pt>
                <c:pt idx="7637">
                  <c:v>7637</c:v>
                </c:pt>
                <c:pt idx="7638">
                  <c:v>7638</c:v>
                </c:pt>
                <c:pt idx="7639">
                  <c:v>7639</c:v>
                </c:pt>
                <c:pt idx="7640">
                  <c:v>7640</c:v>
                </c:pt>
                <c:pt idx="7641">
                  <c:v>7641</c:v>
                </c:pt>
                <c:pt idx="7642">
                  <c:v>7642</c:v>
                </c:pt>
                <c:pt idx="7643">
                  <c:v>7643</c:v>
                </c:pt>
                <c:pt idx="7644">
                  <c:v>7644</c:v>
                </c:pt>
                <c:pt idx="7645">
                  <c:v>7645</c:v>
                </c:pt>
                <c:pt idx="7646">
                  <c:v>7646</c:v>
                </c:pt>
                <c:pt idx="7647">
                  <c:v>7647</c:v>
                </c:pt>
                <c:pt idx="7648">
                  <c:v>7648</c:v>
                </c:pt>
                <c:pt idx="7649">
                  <c:v>7649</c:v>
                </c:pt>
                <c:pt idx="7650">
                  <c:v>7650</c:v>
                </c:pt>
                <c:pt idx="7651">
                  <c:v>7651</c:v>
                </c:pt>
                <c:pt idx="7652">
                  <c:v>7652</c:v>
                </c:pt>
                <c:pt idx="7653">
                  <c:v>7653</c:v>
                </c:pt>
                <c:pt idx="7654">
                  <c:v>7654</c:v>
                </c:pt>
                <c:pt idx="7655">
                  <c:v>7655</c:v>
                </c:pt>
                <c:pt idx="7656">
                  <c:v>7656</c:v>
                </c:pt>
                <c:pt idx="7657">
                  <c:v>7657</c:v>
                </c:pt>
                <c:pt idx="7658">
                  <c:v>7658</c:v>
                </c:pt>
                <c:pt idx="7659">
                  <c:v>7659</c:v>
                </c:pt>
                <c:pt idx="7660">
                  <c:v>7660</c:v>
                </c:pt>
                <c:pt idx="7661">
                  <c:v>7661</c:v>
                </c:pt>
                <c:pt idx="7662">
                  <c:v>7662</c:v>
                </c:pt>
                <c:pt idx="7663">
                  <c:v>7663</c:v>
                </c:pt>
                <c:pt idx="7664">
                  <c:v>7664</c:v>
                </c:pt>
                <c:pt idx="7665">
                  <c:v>7665</c:v>
                </c:pt>
                <c:pt idx="7666">
                  <c:v>7666</c:v>
                </c:pt>
                <c:pt idx="7667">
                  <c:v>7667</c:v>
                </c:pt>
                <c:pt idx="7668">
                  <c:v>7668</c:v>
                </c:pt>
                <c:pt idx="7669">
                  <c:v>7669</c:v>
                </c:pt>
                <c:pt idx="7670">
                  <c:v>7670</c:v>
                </c:pt>
                <c:pt idx="7671">
                  <c:v>7671</c:v>
                </c:pt>
                <c:pt idx="7672">
                  <c:v>7672</c:v>
                </c:pt>
                <c:pt idx="7673">
                  <c:v>7673</c:v>
                </c:pt>
                <c:pt idx="7674">
                  <c:v>7674</c:v>
                </c:pt>
                <c:pt idx="7675">
                  <c:v>7675</c:v>
                </c:pt>
                <c:pt idx="7676">
                  <c:v>7676</c:v>
                </c:pt>
                <c:pt idx="7677">
                  <c:v>7677</c:v>
                </c:pt>
                <c:pt idx="7678">
                  <c:v>7678</c:v>
                </c:pt>
                <c:pt idx="7679">
                  <c:v>7679</c:v>
                </c:pt>
                <c:pt idx="7680">
                  <c:v>7680</c:v>
                </c:pt>
                <c:pt idx="7681">
                  <c:v>7681</c:v>
                </c:pt>
                <c:pt idx="7682">
                  <c:v>7682</c:v>
                </c:pt>
                <c:pt idx="7683">
                  <c:v>7683</c:v>
                </c:pt>
                <c:pt idx="7684">
                  <c:v>7684</c:v>
                </c:pt>
                <c:pt idx="7685">
                  <c:v>7685</c:v>
                </c:pt>
                <c:pt idx="7686">
                  <c:v>7686</c:v>
                </c:pt>
                <c:pt idx="7687">
                  <c:v>7687</c:v>
                </c:pt>
                <c:pt idx="7688">
                  <c:v>7688</c:v>
                </c:pt>
                <c:pt idx="7689">
                  <c:v>7689</c:v>
                </c:pt>
                <c:pt idx="7690">
                  <c:v>7690</c:v>
                </c:pt>
                <c:pt idx="7691">
                  <c:v>7691</c:v>
                </c:pt>
                <c:pt idx="7692">
                  <c:v>7692</c:v>
                </c:pt>
                <c:pt idx="7693">
                  <c:v>7693</c:v>
                </c:pt>
                <c:pt idx="7694">
                  <c:v>7694</c:v>
                </c:pt>
                <c:pt idx="7695">
                  <c:v>7695</c:v>
                </c:pt>
                <c:pt idx="7696">
                  <c:v>7696</c:v>
                </c:pt>
                <c:pt idx="7697">
                  <c:v>7697</c:v>
                </c:pt>
                <c:pt idx="7698">
                  <c:v>7698</c:v>
                </c:pt>
                <c:pt idx="7699">
                  <c:v>7699</c:v>
                </c:pt>
                <c:pt idx="7700">
                  <c:v>7700</c:v>
                </c:pt>
                <c:pt idx="7701">
                  <c:v>7701</c:v>
                </c:pt>
                <c:pt idx="7702">
                  <c:v>7702</c:v>
                </c:pt>
                <c:pt idx="7703">
                  <c:v>7703</c:v>
                </c:pt>
                <c:pt idx="7704">
                  <c:v>7704</c:v>
                </c:pt>
                <c:pt idx="7705">
                  <c:v>7705</c:v>
                </c:pt>
                <c:pt idx="7706">
                  <c:v>7706</c:v>
                </c:pt>
                <c:pt idx="7707">
                  <c:v>7707</c:v>
                </c:pt>
                <c:pt idx="7708">
                  <c:v>7708</c:v>
                </c:pt>
                <c:pt idx="7709">
                  <c:v>7709</c:v>
                </c:pt>
                <c:pt idx="7710">
                  <c:v>7710</c:v>
                </c:pt>
                <c:pt idx="7711">
                  <c:v>7711</c:v>
                </c:pt>
                <c:pt idx="7712">
                  <c:v>7712</c:v>
                </c:pt>
                <c:pt idx="7713">
                  <c:v>7713</c:v>
                </c:pt>
                <c:pt idx="7714">
                  <c:v>7714</c:v>
                </c:pt>
                <c:pt idx="7715">
                  <c:v>7715</c:v>
                </c:pt>
                <c:pt idx="7716">
                  <c:v>7716</c:v>
                </c:pt>
                <c:pt idx="7717">
                  <c:v>7717</c:v>
                </c:pt>
                <c:pt idx="7718">
                  <c:v>7718</c:v>
                </c:pt>
                <c:pt idx="7719">
                  <c:v>7719</c:v>
                </c:pt>
                <c:pt idx="7720">
                  <c:v>7720</c:v>
                </c:pt>
                <c:pt idx="7721">
                  <c:v>7721</c:v>
                </c:pt>
                <c:pt idx="7722">
                  <c:v>7722</c:v>
                </c:pt>
                <c:pt idx="7723">
                  <c:v>7723</c:v>
                </c:pt>
                <c:pt idx="7724">
                  <c:v>7724</c:v>
                </c:pt>
                <c:pt idx="7725">
                  <c:v>7725</c:v>
                </c:pt>
                <c:pt idx="7726">
                  <c:v>7726</c:v>
                </c:pt>
                <c:pt idx="7727">
                  <c:v>7727</c:v>
                </c:pt>
                <c:pt idx="7728">
                  <c:v>7728</c:v>
                </c:pt>
                <c:pt idx="7729">
                  <c:v>7729</c:v>
                </c:pt>
                <c:pt idx="7730">
                  <c:v>7730</c:v>
                </c:pt>
                <c:pt idx="7731">
                  <c:v>7731</c:v>
                </c:pt>
                <c:pt idx="7732">
                  <c:v>7732</c:v>
                </c:pt>
                <c:pt idx="7733">
                  <c:v>7733</c:v>
                </c:pt>
                <c:pt idx="7734">
                  <c:v>7734</c:v>
                </c:pt>
                <c:pt idx="7735">
                  <c:v>7735</c:v>
                </c:pt>
                <c:pt idx="7736">
                  <c:v>7736</c:v>
                </c:pt>
                <c:pt idx="7737">
                  <c:v>7737</c:v>
                </c:pt>
                <c:pt idx="7738">
                  <c:v>7738</c:v>
                </c:pt>
                <c:pt idx="7739">
                  <c:v>7739</c:v>
                </c:pt>
                <c:pt idx="7740">
                  <c:v>7740</c:v>
                </c:pt>
                <c:pt idx="7741">
                  <c:v>7741</c:v>
                </c:pt>
                <c:pt idx="7742">
                  <c:v>7742</c:v>
                </c:pt>
                <c:pt idx="7743">
                  <c:v>7743</c:v>
                </c:pt>
                <c:pt idx="7744">
                  <c:v>7744</c:v>
                </c:pt>
                <c:pt idx="7745">
                  <c:v>7745</c:v>
                </c:pt>
                <c:pt idx="7746">
                  <c:v>7746</c:v>
                </c:pt>
                <c:pt idx="7747">
                  <c:v>7747</c:v>
                </c:pt>
                <c:pt idx="7748">
                  <c:v>7748</c:v>
                </c:pt>
                <c:pt idx="7749">
                  <c:v>7749</c:v>
                </c:pt>
                <c:pt idx="7750">
                  <c:v>7750</c:v>
                </c:pt>
                <c:pt idx="7751">
                  <c:v>7751</c:v>
                </c:pt>
                <c:pt idx="7752">
                  <c:v>7752</c:v>
                </c:pt>
                <c:pt idx="7753">
                  <c:v>7753</c:v>
                </c:pt>
                <c:pt idx="7754">
                  <c:v>7754</c:v>
                </c:pt>
                <c:pt idx="7755">
                  <c:v>7755</c:v>
                </c:pt>
                <c:pt idx="7756">
                  <c:v>7756</c:v>
                </c:pt>
                <c:pt idx="7757">
                  <c:v>7757</c:v>
                </c:pt>
                <c:pt idx="7758">
                  <c:v>7758</c:v>
                </c:pt>
                <c:pt idx="7759">
                  <c:v>7759</c:v>
                </c:pt>
                <c:pt idx="7760">
                  <c:v>7760</c:v>
                </c:pt>
                <c:pt idx="7761">
                  <c:v>7761</c:v>
                </c:pt>
                <c:pt idx="7762">
                  <c:v>7762</c:v>
                </c:pt>
                <c:pt idx="7763">
                  <c:v>7763</c:v>
                </c:pt>
                <c:pt idx="7764">
                  <c:v>7764</c:v>
                </c:pt>
                <c:pt idx="7765">
                  <c:v>7765</c:v>
                </c:pt>
                <c:pt idx="7766">
                  <c:v>7766</c:v>
                </c:pt>
                <c:pt idx="7767">
                  <c:v>7767</c:v>
                </c:pt>
                <c:pt idx="7768">
                  <c:v>7768</c:v>
                </c:pt>
                <c:pt idx="7769">
                  <c:v>7769</c:v>
                </c:pt>
                <c:pt idx="7770">
                  <c:v>7770</c:v>
                </c:pt>
                <c:pt idx="7771">
                  <c:v>7771</c:v>
                </c:pt>
                <c:pt idx="7772">
                  <c:v>7772</c:v>
                </c:pt>
                <c:pt idx="7773">
                  <c:v>7773</c:v>
                </c:pt>
                <c:pt idx="7774">
                  <c:v>7774</c:v>
                </c:pt>
                <c:pt idx="7775">
                  <c:v>7775</c:v>
                </c:pt>
                <c:pt idx="7776">
                  <c:v>7776</c:v>
                </c:pt>
                <c:pt idx="7777">
                  <c:v>7777</c:v>
                </c:pt>
                <c:pt idx="7778">
                  <c:v>7778</c:v>
                </c:pt>
                <c:pt idx="7779">
                  <c:v>7779</c:v>
                </c:pt>
                <c:pt idx="7780">
                  <c:v>7780</c:v>
                </c:pt>
                <c:pt idx="7781">
                  <c:v>7781</c:v>
                </c:pt>
                <c:pt idx="7782">
                  <c:v>7782</c:v>
                </c:pt>
                <c:pt idx="7783">
                  <c:v>7783</c:v>
                </c:pt>
                <c:pt idx="7784">
                  <c:v>7784</c:v>
                </c:pt>
                <c:pt idx="7785">
                  <c:v>7785</c:v>
                </c:pt>
                <c:pt idx="7786">
                  <c:v>7786</c:v>
                </c:pt>
                <c:pt idx="7787">
                  <c:v>7787</c:v>
                </c:pt>
                <c:pt idx="7788">
                  <c:v>7788</c:v>
                </c:pt>
                <c:pt idx="7789">
                  <c:v>7789</c:v>
                </c:pt>
                <c:pt idx="7790">
                  <c:v>7790</c:v>
                </c:pt>
                <c:pt idx="7791">
                  <c:v>7791</c:v>
                </c:pt>
                <c:pt idx="7792">
                  <c:v>7792</c:v>
                </c:pt>
                <c:pt idx="7793">
                  <c:v>7793</c:v>
                </c:pt>
                <c:pt idx="7794">
                  <c:v>7794</c:v>
                </c:pt>
                <c:pt idx="7795">
                  <c:v>7795</c:v>
                </c:pt>
                <c:pt idx="7796">
                  <c:v>7796</c:v>
                </c:pt>
                <c:pt idx="7797">
                  <c:v>7797</c:v>
                </c:pt>
                <c:pt idx="7798">
                  <c:v>7798</c:v>
                </c:pt>
                <c:pt idx="7799">
                  <c:v>7799</c:v>
                </c:pt>
                <c:pt idx="7800">
                  <c:v>7800</c:v>
                </c:pt>
                <c:pt idx="7801">
                  <c:v>7801</c:v>
                </c:pt>
                <c:pt idx="7802">
                  <c:v>7802</c:v>
                </c:pt>
                <c:pt idx="7803">
                  <c:v>7803</c:v>
                </c:pt>
                <c:pt idx="7804">
                  <c:v>7804</c:v>
                </c:pt>
                <c:pt idx="7805">
                  <c:v>7805</c:v>
                </c:pt>
                <c:pt idx="7806">
                  <c:v>7806</c:v>
                </c:pt>
                <c:pt idx="7807">
                  <c:v>7807</c:v>
                </c:pt>
                <c:pt idx="7808">
                  <c:v>7808</c:v>
                </c:pt>
                <c:pt idx="7809">
                  <c:v>7809</c:v>
                </c:pt>
                <c:pt idx="7810">
                  <c:v>7810</c:v>
                </c:pt>
                <c:pt idx="7811">
                  <c:v>7811</c:v>
                </c:pt>
                <c:pt idx="7812">
                  <c:v>7812</c:v>
                </c:pt>
                <c:pt idx="7813">
                  <c:v>7813</c:v>
                </c:pt>
                <c:pt idx="7814">
                  <c:v>7814</c:v>
                </c:pt>
                <c:pt idx="7815">
                  <c:v>7815</c:v>
                </c:pt>
                <c:pt idx="7816">
                  <c:v>7816</c:v>
                </c:pt>
                <c:pt idx="7817">
                  <c:v>7817</c:v>
                </c:pt>
                <c:pt idx="7818">
                  <c:v>7818</c:v>
                </c:pt>
                <c:pt idx="7819">
                  <c:v>7819</c:v>
                </c:pt>
                <c:pt idx="7820">
                  <c:v>7820</c:v>
                </c:pt>
                <c:pt idx="7821">
                  <c:v>7821</c:v>
                </c:pt>
                <c:pt idx="7822">
                  <c:v>7822</c:v>
                </c:pt>
                <c:pt idx="7823">
                  <c:v>7823</c:v>
                </c:pt>
                <c:pt idx="7824">
                  <c:v>7824</c:v>
                </c:pt>
                <c:pt idx="7825">
                  <c:v>7825</c:v>
                </c:pt>
                <c:pt idx="7826">
                  <c:v>7826</c:v>
                </c:pt>
                <c:pt idx="7827">
                  <c:v>7827</c:v>
                </c:pt>
                <c:pt idx="7828">
                  <c:v>7828</c:v>
                </c:pt>
                <c:pt idx="7829">
                  <c:v>7829</c:v>
                </c:pt>
                <c:pt idx="7830">
                  <c:v>7830</c:v>
                </c:pt>
                <c:pt idx="7831">
                  <c:v>7831</c:v>
                </c:pt>
                <c:pt idx="7832">
                  <c:v>7832</c:v>
                </c:pt>
                <c:pt idx="7833">
                  <c:v>7833</c:v>
                </c:pt>
                <c:pt idx="7834">
                  <c:v>7834</c:v>
                </c:pt>
                <c:pt idx="7835">
                  <c:v>7835</c:v>
                </c:pt>
                <c:pt idx="7836">
                  <c:v>7836</c:v>
                </c:pt>
                <c:pt idx="7837">
                  <c:v>7837</c:v>
                </c:pt>
                <c:pt idx="7838">
                  <c:v>7838</c:v>
                </c:pt>
                <c:pt idx="7839">
                  <c:v>7839</c:v>
                </c:pt>
                <c:pt idx="7840">
                  <c:v>7840</c:v>
                </c:pt>
                <c:pt idx="7841">
                  <c:v>7841</c:v>
                </c:pt>
                <c:pt idx="7842">
                  <c:v>7842</c:v>
                </c:pt>
                <c:pt idx="7843">
                  <c:v>7843</c:v>
                </c:pt>
                <c:pt idx="7844">
                  <c:v>7844</c:v>
                </c:pt>
                <c:pt idx="7845">
                  <c:v>7845</c:v>
                </c:pt>
                <c:pt idx="7846">
                  <c:v>7846</c:v>
                </c:pt>
                <c:pt idx="7847">
                  <c:v>7847</c:v>
                </c:pt>
                <c:pt idx="7848">
                  <c:v>7848</c:v>
                </c:pt>
                <c:pt idx="7849">
                  <c:v>7849</c:v>
                </c:pt>
                <c:pt idx="7850">
                  <c:v>7850</c:v>
                </c:pt>
                <c:pt idx="7851">
                  <c:v>7851</c:v>
                </c:pt>
                <c:pt idx="7852">
                  <c:v>7852</c:v>
                </c:pt>
                <c:pt idx="7853">
                  <c:v>7853</c:v>
                </c:pt>
                <c:pt idx="7854">
                  <c:v>7854</c:v>
                </c:pt>
                <c:pt idx="7855">
                  <c:v>7855</c:v>
                </c:pt>
                <c:pt idx="7856">
                  <c:v>7856</c:v>
                </c:pt>
                <c:pt idx="7857">
                  <c:v>7857</c:v>
                </c:pt>
                <c:pt idx="7858">
                  <c:v>7858</c:v>
                </c:pt>
                <c:pt idx="7859">
                  <c:v>7859</c:v>
                </c:pt>
                <c:pt idx="7860">
                  <c:v>7860</c:v>
                </c:pt>
                <c:pt idx="7861">
                  <c:v>7861</c:v>
                </c:pt>
                <c:pt idx="7862">
                  <c:v>7862</c:v>
                </c:pt>
                <c:pt idx="7863">
                  <c:v>7863</c:v>
                </c:pt>
                <c:pt idx="7864">
                  <c:v>7864</c:v>
                </c:pt>
                <c:pt idx="7865">
                  <c:v>7865</c:v>
                </c:pt>
                <c:pt idx="7866">
                  <c:v>7866</c:v>
                </c:pt>
                <c:pt idx="7867">
                  <c:v>7867</c:v>
                </c:pt>
                <c:pt idx="7868">
                  <c:v>7868</c:v>
                </c:pt>
                <c:pt idx="7869">
                  <c:v>7869</c:v>
                </c:pt>
                <c:pt idx="7870">
                  <c:v>7870</c:v>
                </c:pt>
                <c:pt idx="7871">
                  <c:v>7871</c:v>
                </c:pt>
                <c:pt idx="7872">
                  <c:v>7872</c:v>
                </c:pt>
                <c:pt idx="7873">
                  <c:v>7873</c:v>
                </c:pt>
                <c:pt idx="7874">
                  <c:v>7874</c:v>
                </c:pt>
                <c:pt idx="7875">
                  <c:v>7875</c:v>
                </c:pt>
                <c:pt idx="7876">
                  <c:v>7876</c:v>
                </c:pt>
                <c:pt idx="7877">
                  <c:v>7877</c:v>
                </c:pt>
                <c:pt idx="7878">
                  <c:v>7878</c:v>
                </c:pt>
                <c:pt idx="7879">
                  <c:v>7879</c:v>
                </c:pt>
                <c:pt idx="7880">
                  <c:v>7880</c:v>
                </c:pt>
                <c:pt idx="7881">
                  <c:v>7881</c:v>
                </c:pt>
                <c:pt idx="7882">
                  <c:v>7882</c:v>
                </c:pt>
                <c:pt idx="7883">
                  <c:v>7883</c:v>
                </c:pt>
                <c:pt idx="7884">
                  <c:v>7884</c:v>
                </c:pt>
                <c:pt idx="7885">
                  <c:v>7885</c:v>
                </c:pt>
                <c:pt idx="7886">
                  <c:v>7886</c:v>
                </c:pt>
                <c:pt idx="7887">
                  <c:v>7887</c:v>
                </c:pt>
                <c:pt idx="7888">
                  <c:v>7888</c:v>
                </c:pt>
                <c:pt idx="7889">
                  <c:v>7889</c:v>
                </c:pt>
                <c:pt idx="7890">
                  <c:v>7890</c:v>
                </c:pt>
                <c:pt idx="7891">
                  <c:v>7891</c:v>
                </c:pt>
                <c:pt idx="7892">
                  <c:v>7892</c:v>
                </c:pt>
                <c:pt idx="7893">
                  <c:v>7893</c:v>
                </c:pt>
                <c:pt idx="7894">
                  <c:v>7894</c:v>
                </c:pt>
                <c:pt idx="7895">
                  <c:v>7895</c:v>
                </c:pt>
                <c:pt idx="7896">
                  <c:v>7896</c:v>
                </c:pt>
                <c:pt idx="7897">
                  <c:v>7897</c:v>
                </c:pt>
                <c:pt idx="7898">
                  <c:v>7898</c:v>
                </c:pt>
                <c:pt idx="7899">
                  <c:v>7899</c:v>
                </c:pt>
                <c:pt idx="7900">
                  <c:v>7900</c:v>
                </c:pt>
                <c:pt idx="7901">
                  <c:v>7901</c:v>
                </c:pt>
                <c:pt idx="7902">
                  <c:v>7902</c:v>
                </c:pt>
                <c:pt idx="7903">
                  <c:v>7903</c:v>
                </c:pt>
                <c:pt idx="7904">
                  <c:v>7904</c:v>
                </c:pt>
                <c:pt idx="7905">
                  <c:v>7905</c:v>
                </c:pt>
                <c:pt idx="7906">
                  <c:v>7906</c:v>
                </c:pt>
                <c:pt idx="7907">
                  <c:v>7907</c:v>
                </c:pt>
                <c:pt idx="7908">
                  <c:v>7908</c:v>
                </c:pt>
                <c:pt idx="7909">
                  <c:v>7909</c:v>
                </c:pt>
                <c:pt idx="7910">
                  <c:v>7910</c:v>
                </c:pt>
                <c:pt idx="7911">
                  <c:v>7911</c:v>
                </c:pt>
                <c:pt idx="7912">
                  <c:v>7912</c:v>
                </c:pt>
                <c:pt idx="7913">
                  <c:v>7913</c:v>
                </c:pt>
                <c:pt idx="7914">
                  <c:v>7914</c:v>
                </c:pt>
                <c:pt idx="7915">
                  <c:v>7915</c:v>
                </c:pt>
                <c:pt idx="7916">
                  <c:v>7916</c:v>
                </c:pt>
                <c:pt idx="7917">
                  <c:v>7917</c:v>
                </c:pt>
                <c:pt idx="7918">
                  <c:v>7918</c:v>
                </c:pt>
                <c:pt idx="7919">
                  <c:v>7919</c:v>
                </c:pt>
                <c:pt idx="7920">
                  <c:v>7920</c:v>
                </c:pt>
                <c:pt idx="7921">
                  <c:v>7921</c:v>
                </c:pt>
                <c:pt idx="7922">
                  <c:v>7922</c:v>
                </c:pt>
                <c:pt idx="7923">
                  <c:v>7923</c:v>
                </c:pt>
                <c:pt idx="7924">
                  <c:v>7924</c:v>
                </c:pt>
                <c:pt idx="7925">
                  <c:v>7925</c:v>
                </c:pt>
                <c:pt idx="7926">
                  <c:v>7926</c:v>
                </c:pt>
                <c:pt idx="7927">
                  <c:v>7927</c:v>
                </c:pt>
                <c:pt idx="7928">
                  <c:v>7928</c:v>
                </c:pt>
                <c:pt idx="7929">
                  <c:v>7929</c:v>
                </c:pt>
                <c:pt idx="7930">
                  <c:v>7930</c:v>
                </c:pt>
                <c:pt idx="7931">
                  <c:v>7931</c:v>
                </c:pt>
                <c:pt idx="7932">
                  <c:v>7932</c:v>
                </c:pt>
                <c:pt idx="7933">
                  <c:v>7933</c:v>
                </c:pt>
                <c:pt idx="7934">
                  <c:v>7934</c:v>
                </c:pt>
                <c:pt idx="7935">
                  <c:v>7935</c:v>
                </c:pt>
                <c:pt idx="7936">
                  <c:v>7936</c:v>
                </c:pt>
                <c:pt idx="7937">
                  <c:v>7937</c:v>
                </c:pt>
                <c:pt idx="7938">
                  <c:v>7938</c:v>
                </c:pt>
                <c:pt idx="7939">
                  <c:v>7939</c:v>
                </c:pt>
                <c:pt idx="7940">
                  <c:v>7940</c:v>
                </c:pt>
                <c:pt idx="7941">
                  <c:v>7941</c:v>
                </c:pt>
                <c:pt idx="7942">
                  <c:v>7942</c:v>
                </c:pt>
                <c:pt idx="7943">
                  <c:v>7943</c:v>
                </c:pt>
                <c:pt idx="7944">
                  <c:v>7944</c:v>
                </c:pt>
                <c:pt idx="7945">
                  <c:v>7945</c:v>
                </c:pt>
                <c:pt idx="7946">
                  <c:v>7946</c:v>
                </c:pt>
                <c:pt idx="7947">
                  <c:v>7947</c:v>
                </c:pt>
                <c:pt idx="7948">
                  <c:v>7948</c:v>
                </c:pt>
                <c:pt idx="7949">
                  <c:v>7949</c:v>
                </c:pt>
                <c:pt idx="7950">
                  <c:v>7950</c:v>
                </c:pt>
                <c:pt idx="7951">
                  <c:v>7951</c:v>
                </c:pt>
                <c:pt idx="7952">
                  <c:v>7952</c:v>
                </c:pt>
                <c:pt idx="7953">
                  <c:v>7953</c:v>
                </c:pt>
                <c:pt idx="7954">
                  <c:v>7954</c:v>
                </c:pt>
                <c:pt idx="7955">
                  <c:v>7955</c:v>
                </c:pt>
                <c:pt idx="7956">
                  <c:v>7956</c:v>
                </c:pt>
                <c:pt idx="7957">
                  <c:v>7957</c:v>
                </c:pt>
                <c:pt idx="7958">
                  <c:v>7958</c:v>
                </c:pt>
                <c:pt idx="7959">
                  <c:v>7959</c:v>
                </c:pt>
                <c:pt idx="7960">
                  <c:v>7960</c:v>
                </c:pt>
                <c:pt idx="7961">
                  <c:v>7961</c:v>
                </c:pt>
                <c:pt idx="7962">
                  <c:v>7962</c:v>
                </c:pt>
                <c:pt idx="7963">
                  <c:v>7963</c:v>
                </c:pt>
                <c:pt idx="7964">
                  <c:v>7964</c:v>
                </c:pt>
                <c:pt idx="7965">
                  <c:v>7965</c:v>
                </c:pt>
                <c:pt idx="7966">
                  <c:v>7966</c:v>
                </c:pt>
                <c:pt idx="7967">
                  <c:v>7967</c:v>
                </c:pt>
                <c:pt idx="7968">
                  <c:v>7968</c:v>
                </c:pt>
                <c:pt idx="7969">
                  <c:v>7969</c:v>
                </c:pt>
                <c:pt idx="7970">
                  <c:v>7970</c:v>
                </c:pt>
                <c:pt idx="7971">
                  <c:v>7971</c:v>
                </c:pt>
                <c:pt idx="7972">
                  <c:v>7972</c:v>
                </c:pt>
                <c:pt idx="7973">
                  <c:v>7973</c:v>
                </c:pt>
                <c:pt idx="7974">
                  <c:v>7974</c:v>
                </c:pt>
                <c:pt idx="7975">
                  <c:v>7975</c:v>
                </c:pt>
                <c:pt idx="7976">
                  <c:v>7976</c:v>
                </c:pt>
                <c:pt idx="7977">
                  <c:v>7977</c:v>
                </c:pt>
                <c:pt idx="7978">
                  <c:v>7978</c:v>
                </c:pt>
                <c:pt idx="7979">
                  <c:v>7979</c:v>
                </c:pt>
                <c:pt idx="7980">
                  <c:v>7980</c:v>
                </c:pt>
                <c:pt idx="7981">
                  <c:v>7981</c:v>
                </c:pt>
                <c:pt idx="7982">
                  <c:v>7982</c:v>
                </c:pt>
                <c:pt idx="7983">
                  <c:v>7983</c:v>
                </c:pt>
                <c:pt idx="7984">
                  <c:v>7984</c:v>
                </c:pt>
                <c:pt idx="7985">
                  <c:v>7985</c:v>
                </c:pt>
                <c:pt idx="7986">
                  <c:v>7986</c:v>
                </c:pt>
                <c:pt idx="7987">
                  <c:v>7987</c:v>
                </c:pt>
                <c:pt idx="7988">
                  <c:v>7988</c:v>
                </c:pt>
                <c:pt idx="7989">
                  <c:v>7989</c:v>
                </c:pt>
                <c:pt idx="7990">
                  <c:v>7990</c:v>
                </c:pt>
                <c:pt idx="7991">
                  <c:v>7991</c:v>
                </c:pt>
                <c:pt idx="7992">
                  <c:v>7992</c:v>
                </c:pt>
                <c:pt idx="7993">
                  <c:v>7993</c:v>
                </c:pt>
                <c:pt idx="7994">
                  <c:v>7994</c:v>
                </c:pt>
                <c:pt idx="7995">
                  <c:v>7995</c:v>
                </c:pt>
                <c:pt idx="7996">
                  <c:v>7996</c:v>
                </c:pt>
                <c:pt idx="7997">
                  <c:v>7997</c:v>
                </c:pt>
                <c:pt idx="7998">
                  <c:v>7998</c:v>
                </c:pt>
                <c:pt idx="7999">
                  <c:v>7999</c:v>
                </c:pt>
                <c:pt idx="8000">
                  <c:v>8000</c:v>
                </c:pt>
                <c:pt idx="8001">
                  <c:v>8001</c:v>
                </c:pt>
                <c:pt idx="8002">
                  <c:v>8002</c:v>
                </c:pt>
                <c:pt idx="8003">
                  <c:v>8003</c:v>
                </c:pt>
                <c:pt idx="8004">
                  <c:v>8004</c:v>
                </c:pt>
                <c:pt idx="8005">
                  <c:v>8005</c:v>
                </c:pt>
                <c:pt idx="8006">
                  <c:v>8006</c:v>
                </c:pt>
                <c:pt idx="8007">
                  <c:v>8007</c:v>
                </c:pt>
                <c:pt idx="8008">
                  <c:v>8008</c:v>
                </c:pt>
                <c:pt idx="8009">
                  <c:v>8009</c:v>
                </c:pt>
                <c:pt idx="8010">
                  <c:v>8010</c:v>
                </c:pt>
                <c:pt idx="8011">
                  <c:v>8011</c:v>
                </c:pt>
                <c:pt idx="8012">
                  <c:v>8012</c:v>
                </c:pt>
                <c:pt idx="8013">
                  <c:v>8013</c:v>
                </c:pt>
                <c:pt idx="8014">
                  <c:v>8014</c:v>
                </c:pt>
                <c:pt idx="8015">
                  <c:v>8015</c:v>
                </c:pt>
                <c:pt idx="8016">
                  <c:v>8016</c:v>
                </c:pt>
                <c:pt idx="8017">
                  <c:v>8017</c:v>
                </c:pt>
                <c:pt idx="8018">
                  <c:v>8018</c:v>
                </c:pt>
                <c:pt idx="8019">
                  <c:v>8019</c:v>
                </c:pt>
                <c:pt idx="8020">
                  <c:v>8020</c:v>
                </c:pt>
                <c:pt idx="8021">
                  <c:v>8021</c:v>
                </c:pt>
                <c:pt idx="8022">
                  <c:v>8022</c:v>
                </c:pt>
                <c:pt idx="8023">
                  <c:v>8023</c:v>
                </c:pt>
                <c:pt idx="8024">
                  <c:v>8024</c:v>
                </c:pt>
                <c:pt idx="8025">
                  <c:v>8025</c:v>
                </c:pt>
                <c:pt idx="8026">
                  <c:v>8026</c:v>
                </c:pt>
                <c:pt idx="8027">
                  <c:v>8027</c:v>
                </c:pt>
                <c:pt idx="8028">
                  <c:v>8028</c:v>
                </c:pt>
                <c:pt idx="8029">
                  <c:v>8029</c:v>
                </c:pt>
                <c:pt idx="8030">
                  <c:v>8030</c:v>
                </c:pt>
                <c:pt idx="8031">
                  <c:v>8031</c:v>
                </c:pt>
                <c:pt idx="8032">
                  <c:v>8032</c:v>
                </c:pt>
                <c:pt idx="8033">
                  <c:v>8033</c:v>
                </c:pt>
                <c:pt idx="8034">
                  <c:v>8034</c:v>
                </c:pt>
                <c:pt idx="8035">
                  <c:v>8035</c:v>
                </c:pt>
                <c:pt idx="8036">
                  <c:v>8036</c:v>
                </c:pt>
                <c:pt idx="8037">
                  <c:v>8037</c:v>
                </c:pt>
                <c:pt idx="8038">
                  <c:v>8038</c:v>
                </c:pt>
                <c:pt idx="8039">
                  <c:v>8039</c:v>
                </c:pt>
                <c:pt idx="8040">
                  <c:v>8040</c:v>
                </c:pt>
                <c:pt idx="8041">
                  <c:v>8041</c:v>
                </c:pt>
                <c:pt idx="8042">
                  <c:v>8042</c:v>
                </c:pt>
                <c:pt idx="8043">
                  <c:v>8043</c:v>
                </c:pt>
                <c:pt idx="8044">
                  <c:v>8044</c:v>
                </c:pt>
                <c:pt idx="8045">
                  <c:v>8045</c:v>
                </c:pt>
                <c:pt idx="8046">
                  <c:v>8046</c:v>
                </c:pt>
                <c:pt idx="8047">
                  <c:v>8047</c:v>
                </c:pt>
                <c:pt idx="8048">
                  <c:v>8048</c:v>
                </c:pt>
                <c:pt idx="8049">
                  <c:v>8049</c:v>
                </c:pt>
                <c:pt idx="8050">
                  <c:v>8050</c:v>
                </c:pt>
                <c:pt idx="8051">
                  <c:v>8051</c:v>
                </c:pt>
                <c:pt idx="8052">
                  <c:v>8052</c:v>
                </c:pt>
                <c:pt idx="8053">
                  <c:v>8053</c:v>
                </c:pt>
                <c:pt idx="8054">
                  <c:v>8054</c:v>
                </c:pt>
                <c:pt idx="8055">
                  <c:v>8055</c:v>
                </c:pt>
                <c:pt idx="8056">
                  <c:v>8056</c:v>
                </c:pt>
                <c:pt idx="8057">
                  <c:v>8057</c:v>
                </c:pt>
                <c:pt idx="8058">
                  <c:v>8058</c:v>
                </c:pt>
                <c:pt idx="8059">
                  <c:v>8059</c:v>
                </c:pt>
                <c:pt idx="8060">
                  <c:v>8060</c:v>
                </c:pt>
                <c:pt idx="8061">
                  <c:v>8061</c:v>
                </c:pt>
                <c:pt idx="8062">
                  <c:v>8062</c:v>
                </c:pt>
                <c:pt idx="8063">
                  <c:v>8063</c:v>
                </c:pt>
                <c:pt idx="8064">
                  <c:v>8064</c:v>
                </c:pt>
                <c:pt idx="8065">
                  <c:v>8065</c:v>
                </c:pt>
                <c:pt idx="8066">
                  <c:v>8066</c:v>
                </c:pt>
                <c:pt idx="8067">
                  <c:v>8067</c:v>
                </c:pt>
                <c:pt idx="8068">
                  <c:v>8068</c:v>
                </c:pt>
                <c:pt idx="8069">
                  <c:v>8069</c:v>
                </c:pt>
                <c:pt idx="8070">
                  <c:v>8070</c:v>
                </c:pt>
                <c:pt idx="8071">
                  <c:v>8071</c:v>
                </c:pt>
                <c:pt idx="8072">
                  <c:v>8072</c:v>
                </c:pt>
                <c:pt idx="8073">
                  <c:v>8073</c:v>
                </c:pt>
                <c:pt idx="8074">
                  <c:v>8074</c:v>
                </c:pt>
                <c:pt idx="8075">
                  <c:v>8075</c:v>
                </c:pt>
                <c:pt idx="8076">
                  <c:v>8076</c:v>
                </c:pt>
                <c:pt idx="8077">
                  <c:v>8077</c:v>
                </c:pt>
                <c:pt idx="8078">
                  <c:v>8078</c:v>
                </c:pt>
                <c:pt idx="8079">
                  <c:v>8079</c:v>
                </c:pt>
                <c:pt idx="8080">
                  <c:v>8080</c:v>
                </c:pt>
                <c:pt idx="8081">
                  <c:v>8081</c:v>
                </c:pt>
                <c:pt idx="8082">
                  <c:v>8082</c:v>
                </c:pt>
                <c:pt idx="8083">
                  <c:v>8083</c:v>
                </c:pt>
                <c:pt idx="8084">
                  <c:v>8084</c:v>
                </c:pt>
                <c:pt idx="8085">
                  <c:v>8085</c:v>
                </c:pt>
                <c:pt idx="8086">
                  <c:v>8086</c:v>
                </c:pt>
                <c:pt idx="8087">
                  <c:v>8087</c:v>
                </c:pt>
                <c:pt idx="8088">
                  <c:v>8088</c:v>
                </c:pt>
                <c:pt idx="8089">
                  <c:v>8089</c:v>
                </c:pt>
                <c:pt idx="8090">
                  <c:v>8090</c:v>
                </c:pt>
                <c:pt idx="8091">
                  <c:v>8091</c:v>
                </c:pt>
                <c:pt idx="8092">
                  <c:v>8092</c:v>
                </c:pt>
                <c:pt idx="8093">
                  <c:v>8093</c:v>
                </c:pt>
                <c:pt idx="8094">
                  <c:v>8094</c:v>
                </c:pt>
                <c:pt idx="8095">
                  <c:v>8095</c:v>
                </c:pt>
                <c:pt idx="8096">
                  <c:v>8096</c:v>
                </c:pt>
                <c:pt idx="8097">
                  <c:v>8097</c:v>
                </c:pt>
                <c:pt idx="8098">
                  <c:v>8098</c:v>
                </c:pt>
                <c:pt idx="8099">
                  <c:v>8099</c:v>
                </c:pt>
                <c:pt idx="8100">
                  <c:v>8100</c:v>
                </c:pt>
                <c:pt idx="8101">
                  <c:v>8101</c:v>
                </c:pt>
                <c:pt idx="8102">
                  <c:v>8102</c:v>
                </c:pt>
                <c:pt idx="8103">
                  <c:v>8103</c:v>
                </c:pt>
                <c:pt idx="8104">
                  <c:v>8104</c:v>
                </c:pt>
                <c:pt idx="8105">
                  <c:v>8105</c:v>
                </c:pt>
                <c:pt idx="8106">
                  <c:v>8106</c:v>
                </c:pt>
                <c:pt idx="8107">
                  <c:v>8107</c:v>
                </c:pt>
                <c:pt idx="8108">
                  <c:v>8108</c:v>
                </c:pt>
                <c:pt idx="8109">
                  <c:v>8109</c:v>
                </c:pt>
                <c:pt idx="8110">
                  <c:v>8110</c:v>
                </c:pt>
                <c:pt idx="8111">
                  <c:v>8111</c:v>
                </c:pt>
                <c:pt idx="8112">
                  <c:v>8112</c:v>
                </c:pt>
                <c:pt idx="8113">
                  <c:v>8113</c:v>
                </c:pt>
                <c:pt idx="8114">
                  <c:v>8114</c:v>
                </c:pt>
                <c:pt idx="8115">
                  <c:v>8115</c:v>
                </c:pt>
                <c:pt idx="8116">
                  <c:v>8116</c:v>
                </c:pt>
                <c:pt idx="8117">
                  <c:v>8117</c:v>
                </c:pt>
                <c:pt idx="8118">
                  <c:v>8118</c:v>
                </c:pt>
                <c:pt idx="8119">
                  <c:v>8119</c:v>
                </c:pt>
                <c:pt idx="8120">
                  <c:v>8120</c:v>
                </c:pt>
                <c:pt idx="8121">
                  <c:v>8121</c:v>
                </c:pt>
                <c:pt idx="8122">
                  <c:v>8122</c:v>
                </c:pt>
                <c:pt idx="8123">
                  <c:v>8123</c:v>
                </c:pt>
                <c:pt idx="8124">
                  <c:v>8124</c:v>
                </c:pt>
                <c:pt idx="8125">
                  <c:v>8125</c:v>
                </c:pt>
                <c:pt idx="8126">
                  <c:v>8126</c:v>
                </c:pt>
                <c:pt idx="8127">
                  <c:v>8127</c:v>
                </c:pt>
                <c:pt idx="8128">
                  <c:v>8128</c:v>
                </c:pt>
                <c:pt idx="8129">
                  <c:v>8129</c:v>
                </c:pt>
                <c:pt idx="8130">
                  <c:v>8130</c:v>
                </c:pt>
                <c:pt idx="8131">
                  <c:v>8131</c:v>
                </c:pt>
                <c:pt idx="8132">
                  <c:v>8132</c:v>
                </c:pt>
                <c:pt idx="8133">
                  <c:v>8133</c:v>
                </c:pt>
                <c:pt idx="8134">
                  <c:v>8134</c:v>
                </c:pt>
                <c:pt idx="8135">
                  <c:v>8135</c:v>
                </c:pt>
                <c:pt idx="8136">
                  <c:v>8136</c:v>
                </c:pt>
                <c:pt idx="8137">
                  <c:v>8137</c:v>
                </c:pt>
                <c:pt idx="8138">
                  <c:v>8138</c:v>
                </c:pt>
                <c:pt idx="8139">
                  <c:v>8139</c:v>
                </c:pt>
                <c:pt idx="8140">
                  <c:v>8140</c:v>
                </c:pt>
                <c:pt idx="8141">
                  <c:v>8141</c:v>
                </c:pt>
                <c:pt idx="8142">
                  <c:v>8142</c:v>
                </c:pt>
                <c:pt idx="8143">
                  <c:v>8143</c:v>
                </c:pt>
                <c:pt idx="8144">
                  <c:v>8144</c:v>
                </c:pt>
                <c:pt idx="8145">
                  <c:v>8145</c:v>
                </c:pt>
                <c:pt idx="8146">
                  <c:v>8146</c:v>
                </c:pt>
                <c:pt idx="8147">
                  <c:v>8147</c:v>
                </c:pt>
                <c:pt idx="8148">
                  <c:v>8148</c:v>
                </c:pt>
                <c:pt idx="8149">
                  <c:v>8149</c:v>
                </c:pt>
                <c:pt idx="8150">
                  <c:v>8150</c:v>
                </c:pt>
                <c:pt idx="8151">
                  <c:v>8151</c:v>
                </c:pt>
                <c:pt idx="8152">
                  <c:v>8152</c:v>
                </c:pt>
                <c:pt idx="8153">
                  <c:v>8153</c:v>
                </c:pt>
                <c:pt idx="8154">
                  <c:v>8154</c:v>
                </c:pt>
                <c:pt idx="8155">
                  <c:v>8155</c:v>
                </c:pt>
                <c:pt idx="8156">
                  <c:v>8156</c:v>
                </c:pt>
                <c:pt idx="8157">
                  <c:v>8157</c:v>
                </c:pt>
                <c:pt idx="8158">
                  <c:v>8158</c:v>
                </c:pt>
                <c:pt idx="8159">
                  <c:v>8159</c:v>
                </c:pt>
                <c:pt idx="8160">
                  <c:v>8160</c:v>
                </c:pt>
                <c:pt idx="8161">
                  <c:v>8161</c:v>
                </c:pt>
                <c:pt idx="8162">
                  <c:v>8162</c:v>
                </c:pt>
                <c:pt idx="8163">
                  <c:v>8163</c:v>
                </c:pt>
                <c:pt idx="8164">
                  <c:v>8164</c:v>
                </c:pt>
                <c:pt idx="8165">
                  <c:v>8165</c:v>
                </c:pt>
                <c:pt idx="8166">
                  <c:v>8166</c:v>
                </c:pt>
                <c:pt idx="8167">
                  <c:v>8167</c:v>
                </c:pt>
                <c:pt idx="8168">
                  <c:v>8168</c:v>
                </c:pt>
                <c:pt idx="8169">
                  <c:v>8169</c:v>
                </c:pt>
                <c:pt idx="8170">
                  <c:v>8170</c:v>
                </c:pt>
                <c:pt idx="8171">
                  <c:v>8171</c:v>
                </c:pt>
                <c:pt idx="8172">
                  <c:v>8172</c:v>
                </c:pt>
                <c:pt idx="8173">
                  <c:v>8173</c:v>
                </c:pt>
                <c:pt idx="8174">
                  <c:v>8174</c:v>
                </c:pt>
                <c:pt idx="8175">
                  <c:v>8175</c:v>
                </c:pt>
                <c:pt idx="8176">
                  <c:v>8176</c:v>
                </c:pt>
                <c:pt idx="8177">
                  <c:v>8177</c:v>
                </c:pt>
                <c:pt idx="8178">
                  <c:v>8178</c:v>
                </c:pt>
                <c:pt idx="8179">
                  <c:v>8179</c:v>
                </c:pt>
                <c:pt idx="8180">
                  <c:v>8180</c:v>
                </c:pt>
                <c:pt idx="8181">
                  <c:v>8181</c:v>
                </c:pt>
                <c:pt idx="8182">
                  <c:v>8182</c:v>
                </c:pt>
                <c:pt idx="8183">
                  <c:v>8183</c:v>
                </c:pt>
                <c:pt idx="8184">
                  <c:v>8184</c:v>
                </c:pt>
                <c:pt idx="8185">
                  <c:v>8185</c:v>
                </c:pt>
                <c:pt idx="8186">
                  <c:v>8186</c:v>
                </c:pt>
                <c:pt idx="8187">
                  <c:v>8187</c:v>
                </c:pt>
                <c:pt idx="8188">
                  <c:v>8188</c:v>
                </c:pt>
                <c:pt idx="8189">
                  <c:v>8189</c:v>
                </c:pt>
                <c:pt idx="8190">
                  <c:v>8190</c:v>
                </c:pt>
                <c:pt idx="8191">
                  <c:v>8191</c:v>
                </c:pt>
                <c:pt idx="8192">
                  <c:v>8192</c:v>
                </c:pt>
                <c:pt idx="8193">
                  <c:v>8193</c:v>
                </c:pt>
                <c:pt idx="8194">
                  <c:v>8194</c:v>
                </c:pt>
                <c:pt idx="8195">
                  <c:v>8195</c:v>
                </c:pt>
                <c:pt idx="8196">
                  <c:v>8196</c:v>
                </c:pt>
                <c:pt idx="8197">
                  <c:v>8197</c:v>
                </c:pt>
                <c:pt idx="8198">
                  <c:v>8198</c:v>
                </c:pt>
                <c:pt idx="8199">
                  <c:v>8199</c:v>
                </c:pt>
                <c:pt idx="8200">
                  <c:v>8200</c:v>
                </c:pt>
                <c:pt idx="8201">
                  <c:v>8201</c:v>
                </c:pt>
                <c:pt idx="8202">
                  <c:v>8202</c:v>
                </c:pt>
                <c:pt idx="8203">
                  <c:v>8203</c:v>
                </c:pt>
                <c:pt idx="8204">
                  <c:v>8204</c:v>
                </c:pt>
                <c:pt idx="8205">
                  <c:v>8205</c:v>
                </c:pt>
                <c:pt idx="8206">
                  <c:v>8206</c:v>
                </c:pt>
                <c:pt idx="8207">
                  <c:v>8207</c:v>
                </c:pt>
                <c:pt idx="8208">
                  <c:v>8208</c:v>
                </c:pt>
                <c:pt idx="8209">
                  <c:v>8209</c:v>
                </c:pt>
                <c:pt idx="8210">
                  <c:v>8210</c:v>
                </c:pt>
                <c:pt idx="8211">
                  <c:v>8211</c:v>
                </c:pt>
                <c:pt idx="8212">
                  <c:v>8212</c:v>
                </c:pt>
                <c:pt idx="8213">
                  <c:v>8213</c:v>
                </c:pt>
                <c:pt idx="8214">
                  <c:v>8214</c:v>
                </c:pt>
                <c:pt idx="8215">
                  <c:v>8215</c:v>
                </c:pt>
                <c:pt idx="8216">
                  <c:v>8216</c:v>
                </c:pt>
                <c:pt idx="8217">
                  <c:v>8217</c:v>
                </c:pt>
                <c:pt idx="8218">
                  <c:v>8218</c:v>
                </c:pt>
                <c:pt idx="8219">
                  <c:v>8219</c:v>
                </c:pt>
                <c:pt idx="8220">
                  <c:v>8220</c:v>
                </c:pt>
                <c:pt idx="8221">
                  <c:v>8221</c:v>
                </c:pt>
                <c:pt idx="8222">
                  <c:v>8222</c:v>
                </c:pt>
                <c:pt idx="8223">
                  <c:v>8223</c:v>
                </c:pt>
                <c:pt idx="8224">
                  <c:v>8224</c:v>
                </c:pt>
                <c:pt idx="8225">
                  <c:v>8225</c:v>
                </c:pt>
                <c:pt idx="8226">
                  <c:v>8226</c:v>
                </c:pt>
                <c:pt idx="8227">
                  <c:v>8227</c:v>
                </c:pt>
                <c:pt idx="8228">
                  <c:v>8228</c:v>
                </c:pt>
                <c:pt idx="8229">
                  <c:v>8229</c:v>
                </c:pt>
                <c:pt idx="8230">
                  <c:v>8230</c:v>
                </c:pt>
                <c:pt idx="8231">
                  <c:v>8231</c:v>
                </c:pt>
                <c:pt idx="8232">
                  <c:v>8232</c:v>
                </c:pt>
                <c:pt idx="8233">
                  <c:v>8233</c:v>
                </c:pt>
                <c:pt idx="8234">
                  <c:v>8234</c:v>
                </c:pt>
                <c:pt idx="8235">
                  <c:v>8235</c:v>
                </c:pt>
                <c:pt idx="8236">
                  <c:v>8236</c:v>
                </c:pt>
                <c:pt idx="8237">
                  <c:v>8237</c:v>
                </c:pt>
                <c:pt idx="8238">
                  <c:v>8238</c:v>
                </c:pt>
                <c:pt idx="8239">
                  <c:v>8239</c:v>
                </c:pt>
                <c:pt idx="8240">
                  <c:v>8240</c:v>
                </c:pt>
                <c:pt idx="8241">
                  <c:v>8241</c:v>
                </c:pt>
                <c:pt idx="8242">
                  <c:v>8242</c:v>
                </c:pt>
                <c:pt idx="8243">
                  <c:v>8243</c:v>
                </c:pt>
                <c:pt idx="8244">
                  <c:v>8244</c:v>
                </c:pt>
                <c:pt idx="8245">
                  <c:v>8245</c:v>
                </c:pt>
                <c:pt idx="8246">
                  <c:v>8246</c:v>
                </c:pt>
                <c:pt idx="8247">
                  <c:v>8247</c:v>
                </c:pt>
                <c:pt idx="8248">
                  <c:v>8248</c:v>
                </c:pt>
                <c:pt idx="8249">
                  <c:v>8249</c:v>
                </c:pt>
                <c:pt idx="8250">
                  <c:v>8250</c:v>
                </c:pt>
                <c:pt idx="8251">
                  <c:v>8251</c:v>
                </c:pt>
                <c:pt idx="8252">
                  <c:v>8252</c:v>
                </c:pt>
                <c:pt idx="8253">
                  <c:v>8253</c:v>
                </c:pt>
                <c:pt idx="8254">
                  <c:v>8254</c:v>
                </c:pt>
                <c:pt idx="8255">
                  <c:v>8255</c:v>
                </c:pt>
                <c:pt idx="8256">
                  <c:v>8256</c:v>
                </c:pt>
                <c:pt idx="8257">
                  <c:v>8257</c:v>
                </c:pt>
                <c:pt idx="8258">
                  <c:v>8258</c:v>
                </c:pt>
                <c:pt idx="8259">
                  <c:v>8259</c:v>
                </c:pt>
                <c:pt idx="8260">
                  <c:v>8260</c:v>
                </c:pt>
                <c:pt idx="8261">
                  <c:v>8261</c:v>
                </c:pt>
                <c:pt idx="8262">
                  <c:v>8262</c:v>
                </c:pt>
                <c:pt idx="8263">
                  <c:v>8263</c:v>
                </c:pt>
                <c:pt idx="8264">
                  <c:v>8264</c:v>
                </c:pt>
                <c:pt idx="8265">
                  <c:v>8265</c:v>
                </c:pt>
                <c:pt idx="8266">
                  <c:v>8266</c:v>
                </c:pt>
                <c:pt idx="8267">
                  <c:v>8267</c:v>
                </c:pt>
                <c:pt idx="8268">
                  <c:v>8268</c:v>
                </c:pt>
                <c:pt idx="8269">
                  <c:v>8269</c:v>
                </c:pt>
                <c:pt idx="8270">
                  <c:v>8270</c:v>
                </c:pt>
                <c:pt idx="8271">
                  <c:v>8271</c:v>
                </c:pt>
                <c:pt idx="8272">
                  <c:v>8272</c:v>
                </c:pt>
                <c:pt idx="8273">
                  <c:v>8273</c:v>
                </c:pt>
                <c:pt idx="8274">
                  <c:v>8274</c:v>
                </c:pt>
                <c:pt idx="8275">
                  <c:v>8275</c:v>
                </c:pt>
                <c:pt idx="8276">
                  <c:v>8276</c:v>
                </c:pt>
                <c:pt idx="8277">
                  <c:v>8277</c:v>
                </c:pt>
                <c:pt idx="8278">
                  <c:v>8278</c:v>
                </c:pt>
                <c:pt idx="8279">
                  <c:v>8279</c:v>
                </c:pt>
                <c:pt idx="8280">
                  <c:v>8280</c:v>
                </c:pt>
                <c:pt idx="8281">
                  <c:v>8281</c:v>
                </c:pt>
                <c:pt idx="8282">
                  <c:v>8282</c:v>
                </c:pt>
                <c:pt idx="8283">
                  <c:v>8283</c:v>
                </c:pt>
                <c:pt idx="8284">
                  <c:v>8284</c:v>
                </c:pt>
                <c:pt idx="8285">
                  <c:v>8285</c:v>
                </c:pt>
                <c:pt idx="8286">
                  <c:v>8286</c:v>
                </c:pt>
                <c:pt idx="8287">
                  <c:v>8287</c:v>
                </c:pt>
                <c:pt idx="8288">
                  <c:v>8288</c:v>
                </c:pt>
                <c:pt idx="8289">
                  <c:v>8289</c:v>
                </c:pt>
                <c:pt idx="8290">
                  <c:v>8290</c:v>
                </c:pt>
                <c:pt idx="8291">
                  <c:v>8291</c:v>
                </c:pt>
                <c:pt idx="8292">
                  <c:v>8292</c:v>
                </c:pt>
                <c:pt idx="8293">
                  <c:v>8293</c:v>
                </c:pt>
                <c:pt idx="8294">
                  <c:v>8294</c:v>
                </c:pt>
                <c:pt idx="8295">
                  <c:v>8295</c:v>
                </c:pt>
                <c:pt idx="8296">
                  <c:v>8296</c:v>
                </c:pt>
                <c:pt idx="8297">
                  <c:v>8297</c:v>
                </c:pt>
                <c:pt idx="8298">
                  <c:v>8298</c:v>
                </c:pt>
                <c:pt idx="8299">
                  <c:v>8299</c:v>
                </c:pt>
                <c:pt idx="8300">
                  <c:v>8300</c:v>
                </c:pt>
                <c:pt idx="8301">
                  <c:v>8301</c:v>
                </c:pt>
                <c:pt idx="8302">
                  <c:v>8302</c:v>
                </c:pt>
                <c:pt idx="8303">
                  <c:v>8303</c:v>
                </c:pt>
                <c:pt idx="8304">
                  <c:v>8304</c:v>
                </c:pt>
                <c:pt idx="8305">
                  <c:v>8305</c:v>
                </c:pt>
                <c:pt idx="8306">
                  <c:v>8306</c:v>
                </c:pt>
                <c:pt idx="8307">
                  <c:v>8307</c:v>
                </c:pt>
                <c:pt idx="8308">
                  <c:v>8308</c:v>
                </c:pt>
                <c:pt idx="8309">
                  <c:v>8309</c:v>
                </c:pt>
                <c:pt idx="8310">
                  <c:v>8310</c:v>
                </c:pt>
                <c:pt idx="8311">
                  <c:v>8311</c:v>
                </c:pt>
                <c:pt idx="8312">
                  <c:v>8312</c:v>
                </c:pt>
                <c:pt idx="8313">
                  <c:v>8313</c:v>
                </c:pt>
                <c:pt idx="8314">
                  <c:v>8314</c:v>
                </c:pt>
                <c:pt idx="8315">
                  <c:v>8315</c:v>
                </c:pt>
                <c:pt idx="8316">
                  <c:v>8316</c:v>
                </c:pt>
                <c:pt idx="8317">
                  <c:v>8317</c:v>
                </c:pt>
                <c:pt idx="8318">
                  <c:v>8318</c:v>
                </c:pt>
                <c:pt idx="8319">
                  <c:v>8319</c:v>
                </c:pt>
                <c:pt idx="8320">
                  <c:v>8320</c:v>
                </c:pt>
                <c:pt idx="8321">
                  <c:v>8321</c:v>
                </c:pt>
                <c:pt idx="8322">
                  <c:v>8322</c:v>
                </c:pt>
                <c:pt idx="8323">
                  <c:v>8323</c:v>
                </c:pt>
                <c:pt idx="8324">
                  <c:v>8324</c:v>
                </c:pt>
                <c:pt idx="8325">
                  <c:v>8325</c:v>
                </c:pt>
                <c:pt idx="8326">
                  <c:v>8326</c:v>
                </c:pt>
                <c:pt idx="8327">
                  <c:v>8327</c:v>
                </c:pt>
                <c:pt idx="8328">
                  <c:v>8328</c:v>
                </c:pt>
                <c:pt idx="8329">
                  <c:v>8329</c:v>
                </c:pt>
                <c:pt idx="8330">
                  <c:v>8330</c:v>
                </c:pt>
                <c:pt idx="8331">
                  <c:v>8331</c:v>
                </c:pt>
                <c:pt idx="8332">
                  <c:v>8332</c:v>
                </c:pt>
                <c:pt idx="8333">
                  <c:v>8333</c:v>
                </c:pt>
                <c:pt idx="8334">
                  <c:v>8334</c:v>
                </c:pt>
                <c:pt idx="8335">
                  <c:v>8335</c:v>
                </c:pt>
                <c:pt idx="8336">
                  <c:v>8336</c:v>
                </c:pt>
                <c:pt idx="8337">
                  <c:v>8337</c:v>
                </c:pt>
                <c:pt idx="8338">
                  <c:v>8338</c:v>
                </c:pt>
                <c:pt idx="8339">
                  <c:v>8339</c:v>
                </c:pt>
                <c:pt idx="8340">
                  <c:v>8340</c:v>
                </c:pt>
                <c:pt idx="8341">
                  <c:v>8341</c:v>
                </c:pt>
                <c:pt idx="8342">
                  <c:v>8342</c:v>
                </c:pt>
                <c:pt idx="8343">
                  <c:v>8343</c:v>
                </c:pt>
                <c:pt idx="8344">
                  <c:v>8344</c:v>
                </c:pt>
                <c:pt idx="8345">
                  <c:v>8345</c:v>
                </c:pt>
                <c:pt idx="8346">
                  <c:v>8346</c:v>
                </c:pt>
                <c:pt idx="8347">
                  <c:v>8347</c:v>
                </c:pt>
                <c:pt idx="8348">
                  <c:v>8348</c:v>
                </c:pt>
                <c:pt idx="8349">
                  <c:v>8349</c:v>
                </c:pt>
                <c:pt idx="8350">
                  <c:v>8350</c:v>
                </c:pt>
                <c:pt idx="8351">
                  <c:v>8351</c:v>
                </c:pt>
                <c:pt idx="8352">
                  <c:v>8352</c:v>
                </c:pt>
                <c:pt idx="8353">
                  <c:v>8353</c:v>
                </c:pt>
                <c:pt idx="8354">
                  <c:v>8354</c:v>
                </c:pt>
                <c:pt idx="8355">
                  <c:v>8355</c:v>
                </c:pt>
                <c:pt idx="8356">
                  <c:v>8356</c:v>
                </c:pt>
                <c:pt idx="8357">
                  <c:v>8357</c:v>
                </c:pt>
                <c:pt idx="8358">
                  <c:v>8358</c:v>
                </c:pt>
                <c:pt idx="8359">
                  <c:v>8359</c:v>
                </c:pt>
                <c:pt idx="8360">
                  <c:v>8360</c:v>
                </c:pt>
                <c:pt idx="8361">
                  <c:v>8361</c:v>
                </c:pt>
                <c:pt idx="8362">
                  <c:v>8362</c:v>
                </c:pt>
                <c:pt idx="8363">
                  <c:v>8363</c:v>
                </c:pt>
                <c:pt idx="8364">
                  <c:v>8364</c:v>
                </c:pt>
                <c:pt idx="8365">
                  <c:v>8365</c:v>
                </c:pt>
                <c:pt idx="8366">
                  <c:v>8366</c:v>
                </c:pt>
                <c:pt idx="8367">
                  <c:v>8367</c:v>
                </c:pt>
                <c:pt idx="8368">
                  <c:v>8368</c:v>
                </c:pt>
                <c:pt idx="8369">
                  <c:v>8369</c:v>
                </c:pt>
                <c:pt idx="8370">
                  <c:v>8370</c:v>
                </c:pt>
                <c:pt idx="8371">
                  <c:v>8371</c:v>
                </c:pt>
                <c:pt idx="8372">
                  <c:v>8372</c:v>
                </c:pt>
                <c:pt idx="8373">
                  <c:v>8373</c:v>
                </c:pt>
                <c:pt idx="8374">
                  <c:v>8374</c:v>
                </c:pt>
                <c:pt idx="8375">
                  <c:v>8375</c:v>
                </c:pt>
                <c:pt idx="8376">
                  <c:v>8376</c:v>
                </c:pt>
                <c:pt idx="8377">
                  <c:v>8377</c:v>
                </c:pt>
                <c:pt idx="8378">
                  <c:v>8378</c:v>
                </c:pt>
                <c:pt idx="8379">
                  <c:v>8379</c:v>
                </c:pt>
                <c:pt idx="8380">
                  <c:v>8380</c:v>
                </c:pt>
                <c:pt idx="8381">
                  <c:v>8381</c:v>
                </c:pt>
                <c:pt idx="8382">
                  <c:v>8382</c:v>
                </c:pt>
                <c:pt idx="8383">
                  <c:v>8383</c:v>
                </c:pt>
                <c:pt idx="8384">
                  <c:v>8384</c:v>
                </c:pt>
                <c:pt idx="8385">
                  <c:v>8385</c:v>
                </c:pt>
                <c:pt idx="8386">
                  <c:v>8386</c:v>
                </c:pt>
                <c:pt idx="8387">
                  <c:v>8387</c:v>
                </c:pt>
                <c:pt idx="8388">
                  <c:v>8388</c:v>
                </c:pt>
                <c:pt idx="8389">
                  <c:v>8389</c:v>
                </c:pt>
                <c:pt idx="8390">
                  <c:v>8390</c:v>
                </c:pt>
                <c:pt idx="8391">
                  <c:v>8391</c:v>
                </c:pt>
                <c:pt idx="8392">
                  <c:v>8392</c:v>
                </c:pt>
                <c:pt idx="8393">
                  <c:v>8393</c:v>
                </c:pt>
                <c:pt idx="8394">
                  <c:v>8394</c:v>
                </c:pt>
                <c:pt idx="8395">
                  <c:v>8395</c:v>
                </c:pt>
                <c:pt idx="8396">
                  <c:v>8396</c:v>
                </c:pt>
                <c:pt idx="8397">
                  <c:v>8397</c:v>
                </c:pt>
                <c:pt idx="8398">
                  <c:v>8398</c:v>
                </c:pt>
                <c:pt idx="8399">
                  <c:v>8399</c:v>
                </c:pt>
                <c:pt idx="8400">
                  <c:v>8400</c:v>
                </c:pt>
                <c:pt idx="8401">
                  <c:v>8401</c:v>
                </c:pt>
                <c:pt idx="8402">
                  <c:v>8402</c:v>
                </c:pt>
                <c:pt idx="8403">
                  <c:v>8403</c:v>
                </c:pt>
                <c:pt idx="8404">
                  <c:v>8404</c:v>
                </c:pt>
                <c:pt idx="8405">
                  <c:v>8405</c:v>
                </c:pt>
                <c:pt idx="8406">
                  <c:v>8406</c:v>
                </c:pt>
                <c:pt idx="8407">
                  <c:v>8407</c:v>
                </c:pt>
                <c:pt idx="8408">
                  <c:v>8408</c:v>
                </c:pt>
                <c:pt idx="8409">
                  <c:v>8409</c:v>
                </c:pt>
                <c:pt idx="8410">
                  <c:v>8410</c:v>
                </c:pt>
                <c:pt idx="8411">
                  <c:v>8411</c:v>
                </c:pt>
                <c:pt idx="8412">
                  <c:v>8412</c:v>
                </c:pt>
                <c:pt idx="8413">
                  <c:v>8413</c:v>
                </c:pt>
                <c:pt idx="8414">
                  <c:v>8414</c:v>
                </c:pt>
                <c:pt idx="8415">
                  <c:v>8415</c:v>
                </c:pt>
                <c:pt idx="8416">
                  <c:v>8416</c:v>
                </c:pt>
                <c:pt idx="8417">
                  <c:v>8417</c:v>
                </c:pt>
                <c:pt idx="8418">
                  <c:v>8418</c:v>
                </c:pt>
                <c:pt idx="8419">
                  <c:v>8419</c:v>
                </c:pt>
                <c:pt idx="8420">
                  <c:v>8420</c:v>
                </c:pt>
                <c:pt idx="8421">
                  <c:v>8421</c:v>
                </c:pt>
                <c:pt idx="8422">
                  <c:v>8422</c:v>
                </c:pt>
                <c:pt idx="8423">
                  <c:v>8423</c:v>
                </c:pt>
                <c:pt idx="8424">
                  <c:v>8424</c:v>
                </c:pt>
                <c:pt idx="8425">
                  <c:v>8425</c:v>
                </c:pt>
                <c:pt idx="8426">
                  <c:v>8426</c:v>
                </c:pt>
                <c:pt idx="8427">
                  <c:v>8427</c:v>
                </c:pt>
                <c:pt idx="8428">
                  <c:v>8428</c:v>
                </c:pt>
                <c:pt idx="8429">
                  <c:v>8429</c:v>
                </c:pt>
                <c:pt idx="8430">
                  <c:v>8430</c:v>
                </c:pt>
                <c:pt idx="8431">
                  <c:v>8431</c:v>
                </c:pt>
                <c:pt idx="8432">
                  <c:v>8432</c:v>
                </c:pt>
                <c:pt idx="8433">
                  <c:v>8433</c:v>
                </c:pt>
                <c:pt idx="8434">
                  <c:v>8434</c:v>
                </c:pt>
                <c:pt idx="8435">
                  <c:v>8435</c:v>
                </c:pt>
                <c:pt idx="8436">
                  <c:v>8436</c:v>
                </c:pt>
                <c:pt idx="8437">
                  <c:v>8437</c:v>
                </c:pt>
                <c:pt idx="8438">
                  <c:v>8438</c:v>
                </c:pt>
                <c:pt idx="8439">
                  <c:v>8439</c:v>
                </c:pt>
                <c:pt idx="8440">
                  <c:v>8440</c:v>
                </c:pt>
                <c:pt idx="8441">
                  <c:v>8441</c:v>
                </c:pt>
                <c:pt idx="8442">
                  <c:v>8442</c:v>
                </c:pt>
                <c:pt idx="8443">
                  <c:v>8443</c:v>
                </c:pt>
                <c:pt idx="8444">
                  <c:v>8444</c:v>
                </c:pt>
                <c:pt idx="8445">
                  <c:v>8445</c:v>
                </c:pt>
                <c:pt idx="8446">
                  <c:v>8446</c:v>
                </c:pt>
                <c:pt idx="8447">
                  <c:v>8447</c:v>
                </c:pt>
                <c:pt idx="8448">
                  <c:v>8448</c:v>
                </c:pt>
                <c:pt idx="8449">
                  <c:v>8449</c:v>
                </c:pt>
                <c:pt idx="8450">
                  <c:v>8450</c:v>
                </c:pt>
                <c:pt idx="8451">
                  <c:v>8451</c:v>
                </c:pt>
                <c:pt idx="8452">
                  <c:v>8452</c:v>
                </c:pt>
                <c:pt idx="8453">
                  <c:v>8453</c:v>
                </c:pt>
                <c:pt idx="8454">
                  <c:v>8454</c:v>
                </c:pt>
                <c:pt idx="8455">
                  <c:v>8455</c:v>
                </c:pt>
                <c:pt idx="8456">
                  <c:v>8456</c:v>
                </c:pt>
                <c:pt idx="8457">
                  <c:v>8457</c:v>
                </c:pt>
                <c:pt idx="8458">
                  <c:v>8458</c:v>
                </c:pt>
                <c:pt idx="8459">
                  <c:v>8459</c:v>
                </c:pt>
                <c:pt idx="8460">
                  <c:v>8460</c:v>
                </c:pt>
                <c:pt idx="8461">
                  <c:v>8461</c:v>
                </c:pt>
                <c:pt idx="8462">
                  <c:v>8462</c:v>
                </c:pt>
                <c:pt idx="8463">
                  <c:v>8463</c:v>
                </c:pt>
                <c:pt idx="8464">
                  <c:v>8464</c:v>
                </c:pt>
                <c:pt idx="8465">
                  <c:v>8465</c:v>
                </c:pt>
                <c:pt idx="8466">
                  <c:v>8466</c:v>
                </c:pt>
                <c:pt idx="8467">
                  <c:v>8467</c:v>
                </c:pt>
                <c:pt idx="8468">
                  <c:v>8468</c:v>
                </c:pt>
                <c:pt idx="8469">
                  <c:v>8469</c:v>
                </c:pt>
                <c:pt idx="8470">
                  <c:v>8470</c:v>
                </c:pt>
                <c:pt idx="8471">
                  <c:v>8471</c:v>
                </c:pt>
                <c:pt idx="8472">
                  <c:v>8472</c:v>
                </c:pt>
                <c:pt idx="8473">
                  <c:v>8473</c:v>
                </c:pt>
                <c:pt idx="8474">
                  <c:v>8474</c:v>
                </c:pt>
                <c:pt idx="8475">
                  <c:v>8475</c:v>
                </c:pt>
                <c:pt idx="8476">
                  <c:v>8476</c:v>
                </c:pt>
                <c:pt idx="8477">
                  <c:v>8477</c:v>
                </c:pt>
                <c:pt idx="8478">
                  <c:v>8478</c:v>
                </c:pt>
                <c:pt idx="8479">
                  <c:v>8479</c:v>
                </c:pt>
                <c:pt idx="8480">
                  <c:v>8480</c:v>
                </c:pt>
                <c:pt idx="8481">
                  <c:v>8481</c:v>
                </c:pt>
                <c:pt idx="8482">
                  <c:v>8482</c:v>
                </c:pt>
                <c:pt idx="8483">
                  <c:v>8483</c:v>
                </c:pt>
                <c:pt idx="8484">
                  <c:v>8484</c:v>
                </c:pt>
                <c:pt idx="8485">
                  <c:v>8485</c:v>
                </c:pt>
                <c:pt idx="8486">
                  <c:v>8486</c:v>
                </c:pt>
                <c:pt idx="8487">
                  <c:v>8487</c:v>
                </c:pt>
                <c:pt idx="8488">
                  <c:v>8488</c:v>
                </c:pt>
                <c:pt idx="8489">
                  <c:v>8489</c:v>
                </c:pt>
                <c:pt idx="8490">
                  <c:v>8490</c:v>
                </c:pt>
                <c:pt idx="8491">
                  <c:v>8491</c:v>
                </c:pt>
                <c:pt idx="8492">
                  <c:v>8492</c:v>
                </c:pt>
                <c:pt idx="8493">
                  <c:v>8493</c:v>
                </c:pt>
                <c:pt idx="8494">
                  <c:v>8494</c:v>
                </c:pt>
                <c:pt idx="8495">
                  <c:v>8495</c:v>
                </c:pt>
                <c:pt idx="8496">
                  <c:v>8496</c:v>
                </c:pt>
                <c:pt idx="8497">
                  <c:v>8497</c:v>
                </c:pt>
                <c:pt idx="8498">
                  <c:v>8498</c:v>
                </c:pt>
                <c:pt idx="8499">
                  <c:v>8499</c:v>
                </c:pt>
                <c:pt idx="8500">
                  <c:v>8500</c:v>
                </c:pt>
                <c:pt idx="8501">
                  <c:v>8501</c:v>
                </c:pt>
                <c:pt idx="8502">
                  <c:v>8502</c:v>
                </c:pt>
                <c:pt idx="8503">
                  <c:v>8503</c:v>
                </c:pt>
                <c:pt idx="8504">
                  <c:v>8504</c:v>
                </c:pt>
                <c:pt idx="8505">
                  <c:v>8505</c:v>
                </c:pt>
                <c:pt idx="8506">
                  <c:v>8506</c:v>
                </c:pt>
                <c:pt idx="8507">
                  <c:v>8507</c:v>
                </c:pt>
                <c:pt idx="8508">
                  <c:v>8508</c:v>
                </c:pt>
                <c:pt idx="8509">
                  <c:v>8509</c:v>
                </c:pt>
                <c:pt idx="8510">
                  <c:v>8510</c:v>
                </c:pt>
                <c:pt idx="8511">
                  <c:v>8511</c:v>
                </c:pt>
                <c:pt idx="8512">
                  <c:v>8512</c:v>
                </c:pt>
                <c:pt idx="8513">
                  <c:v>8513</c:v>
                </c:pt>
                <c:pt idx="8514">
                  <c:v>8514</c:v>
                </c:pt>
                <c:pt idx="8515">
                  <c:v>8515</c:v>
                </c:pt>
                <c:pt idx="8516">
                  <c:v>8516</c:v>
                </c:pt>
                <c:pt idx="8517">
                  <c:v>8517</c:v>
                </c:pt>
                <c:pt idx="8518">
                  <c:v>8518</c:v>
                </c:pt>
                <c:pt idx="8519">
                  <c:v>8519</c:v>
                </c:pt>
                <c:pt idx="8520">
                  <c:v>8520</c:v>
                </c:pt>
                <c:pt idx="8521">
                  <c:v>8521</c:v>
                </c:pt>
                <c:pt idx="8522">
                  <c:v>8522</c:v>
                </c:pt>
                <c:pt idx="8523">
                  <c:v>8523</c:v>
                </c:pt>
                <c:pt idx="8524">
                  <c:v>8524</c:v>
                </c:pt>
                <c:pt idx="8525">
                  <c:v>8525</c:v>
                </c:pt>
                <c:pt idx="8526">
                  <c:v>8526</c:v>
                </c:pt>
                <c:pt idx="8527">
                  <c:v>8527</c:v>
                </c:pt>
                <c:pt idx="8528">
                  <c:v>8528</c:v>
                </c:pt>
                <c:pt idx="8529">
                  <c:v>8529</c:v>
                </c:pt>
                <c:pt idx="8530">
                  <c:v>8530</c:v>
                </c:pt>
                <c:pt idx="8531">
                  <c:v>8531</c:v>
                </c:pt>
                <c:pt idx="8532">
                  <c:v>8532</c:v>
                </c:pt>
                <c:pt idx="8533">
                  <c:v>8533</c:v>
                </c:pt>
                <c:pt idx="8534">
                  <c:v>8534</c:v>
                </c:pt>
                <c:pt idx="8535">
                  <c:v>8535</c:v>
                </c:pt>
                <c:pt idx="8536">
                  <c:v>8536</c:v>
                </c:pt>
                <c:pt idx="8537">
                  <c:v>8537</c:v>
                </c:pt>
                <c:pt idx="8538">
                  <c:v>8538</c:v>
                </c:pt>
                <c:pt idx="8539">
                  <c:v>8539</c:v>
                </c:pt>
                <c:pt idx="8540">
                  <c:v>8540</c:v>
                </c:pt>
                <c:pt idx="8541">
                  <c:v>8541</c:v>
                </c:pt>
                <c:pt idx="8542">
                  <c:v>8542</c:v>
                </c:pt>
                <c:pt idx="8543">
                  <c:v>8543</c:v>
                </c:pt>
                <c:pt idx="8544">
                  <c:v>8544</c:v>
                </c:pt>
                <c:pt idx="8545">
                  <c:v>8545</c:v>
                </c:pt>
                <c:pt idx="8546">
                  <c:v>8546</c:v>
                </c:pt>
                <c:pt idx="8547">
                  <c:v>8547</c:v>
                </c:pt>
                <c:pt idx="8548">
                  <c:v>8548</c:v>
                </c:pt>
                <c:pt idx="8549">
                  <c:v>8549</c:v>
                </c:pt>
                <c:pt idx="8550">
                  <c:v>8550</c:v>
                </c:pt>
                <c:pt idx="8551">
                  <c:v>8551</c:v>
                </c:pt>
                <c:pt idx="8552">
                  <c:v>8552</c:v>
                </c:pt>
                <c:pt idx="8553">
                  <c:v>8553</c:v>
                </c:pt>
                <c:pt idx="8554">
                  <c:v>8554</c:v>
                </c:pt>
                <c:pt idx="8555">
                  <c:v>8555</c:v>
                </c:pt>
                <c:pt idx="8556">
                  <c:v>8556</c:v>
                </c:pt>
                <c:pt idx="8557">
                  <c:v>8557</c:v>
                </c:pt>
                <c:pt idx="8558">
                  <c:v>8558</c:v>
                </c:pt>
                <c:pt idx="8559">
                  <c:v>8559</c:v>
                </c:pt>
                <c:pt idx="8560">
                  <c:v>8560</c:v>
                </c:pt>
                <c:pt idx="8561">
                  <c:v>8561</c:v>
                </c:pt>
                <c:pt idx="8562">
                  <c:v>8562</c:v>
                </c:pt>
                <c:pt idx="8563">
                  <c:v>8563</c:v>
                </c:pt>
                <c:pt idx="8564">
                  <c:v>8564</c:v>
                </c:pt>
                <c:pt idx="8565">
                  <c:v>8565</c:v>
                </c:pt>
                <c:pt idx="8566">
                  <c:v>8566</c:v>
                </c:pt>
                <c:pt idx="8567">
                  <c:v>8567</c:v>
                </c:pt>
                <c:pt idx="8568">
                  <c:v>8568</c:v>
                </c:pt>
                <c:pt idx="8569">
                  <c:v>8569</c:v>
                </c:pt>
                <c:pt idx="8570">
                  <c:v>8570</c:v>
                </c:pt>
                <c:pt idx="8571">
                  <c:v>8571</c:v>
                </c:pt>
                <c:pt idx="8572">
                  <c:v>8572</c:v>
                </c:pt>
                <c:pt idx="8573">
                  <c:v>8573</c:v>
                </c:pt>
                <c:pt idx="8574">
                  <c:v>8574</c:v>
                </c:pt>
                <c:pt idx="8575">
                  <c:v>8575</c:v>
                </c:pt>
                <c:pt idx="8576">
                  <c:v>8576</c:v>
                </c:pt>
                <c:pt idx="8577">
                  <c:v>8577</c:v>
                </c:pt>
                <c:pt idx="8578">
                  <c:v>8578</c:v>
                </c:pt>
                <c:pt idx="8579">
                  <c:v>8579</c:v>
                </c:pt>
                <c:pt idx="8580">
                  <c:v>8580</c:v>
                </c:pt>
                <c:pt idx="8581">
                  <c:v>8581</c:v>
                </c:pt>
                <c:pt idx="8582">
                  <c:v>8582</c:v>
                </c:pt>
                <c:pt idx="8583">
                  <c:v>8583</c:v>
                </c:pt>
                <c:pt idx="8584">
                  <c:v>8584</c:v>
                </c:pt>
                <c:pt idx="8585">
                  <c:v>8585</c:v>
                </c:pt>
                <c:pt idx="8586">
                  <c:v>8586</c:v>
                </c:pt>
                <c:pt idx="8587">
                  <c:v>8587</c:v>
                </c:pt>
                <c:pt idx="8588">
                  <c:v>8588</c:v>
                </c:pt>
                <c:pt idx="8589">
                  <c:v>8589</c:v>
                </c:pt>
                <c:pt idx="8590">
                  <c:v>8590</c:v>
                </c:pt>
                <c:pt idx="8591">
                  <c:v>8591</c:v>
                </c:pt>
                <c:pt idx="8592">
                  <c:v>8592</c:v>
                </c:pt>
                <c:pt idx="8593">
                  <c:v>8593</c:v>
                </c:pt>
                <c:pt idx="8594">
                  <c:v>8594</c:v>
                </c:pt>
                <c:pt idx="8595">
                  <c:v>8595</c:v>
                </c:pt>
                <c:pt idx="8596">
                  <c:v>8596</c:v>
                </c:pt>
                <c:pt idx="8597">
                  <c:v>8597</c:v>
                </c:pt>
                <c:pt idx="8598">
                  <c:v>8598</c:v>
                </c:pt>
                <c:pt idx="8599">
                  <c:v>8599</c:v>
                </c:pt>
                <c:pt idx="8600">
                  <c:v>8600</c:v>
                </c:pt>
                <c:pt idx="8601">
                  <c:v>8601</c:v>
                </c:pt>
                <c:pt idx="8602">
                  <c:v>8602</c:v>
                </c:pt>
                <c:pt idx="8603">
                  <c:v>8603</c:v>
                </c:pt>
                <c:pt idx="8604">
                  <c:v>8604</c:v>
                </c:pt>
                <c:pt idx="8605">
                  <c:v>8605</c:v>
                </c:pt>
                <c:pt idx="8606">
                  <c:v>8606</c:v>
                </c:pt>
                <c:pt idx="8607">
                  <c:v>8607</c:v>
                </c:pt>
                <c:pt idx="8608">
                  <c:v>8608</c:v>
                </c:pt>
                <c:pt idx="8609">
                  <c:v>8609</c:v>
                </c:pt>
                <c:pt idx="8610">
                  <c:v>8610</c:v>
                </c:pt>
                <c:pt idx="8611">
                  <c:v>8611</c:v>
                </c:pt>
                <c:pt idx="8612">
                  <c:v>8612</c:v>
                </c:pt>
                <c:pt idx="8613">
                  <c:v>8613</c:v>
                </c:pt>
                <c:pt idx="8614">
                  <c:v>8614</c:v>
                </c:pt>
                <c:pt idx="8615">
                  <c:v>8615</c:v>
                </c:pt>
                <c:pt idx="8616">
                  <c:v>8616</c:v>
                </c:pt>
                <c:pt idx="8617">
                  <c:v>8617</c:v>
                </c:pt>
                <c:pt idx="8618">
                  <c:v>8618</c:v>
                </c:pt>
                <c:pt idx="8619">
                  <c:v>8619</c:v>
                </c:pt>
                <c:pt idx="8620">
                  <c:v>8620</c:v>
                </c:pt>
                <c:pt idx="8621">
                  <c:v>8621</c:v>
                </c:pt>
                <c:pt idx="8622">
                  <c:v>8622</c:v>
                </c:pt>
                <c:pt idx="8623">
                  <c:v>8623</c:v>
                </c:pt>
                <c:pt idx="8624">
                  <c:v>8624</c:v>
                </c:pt>
                <c:pt idx="8625">
                  <c:v>8625</c:v>
                </c:pt>
                <c:pt idx="8626">
                  <c:v>8626</c:v>
                </c:pt>
                <c:pt idx="8627">
                  <c:v>8627</c:v>
                </c:pt>
                <c:pt idx="8628">
                  <c:v>8628</c:v>
                </c:pt>
                <c:pt idx="8629">
                  <c:v>8629</c:v>
                </c:pt>
                <c:pt idx="8630">
                  <c:v>8630</c:v>
                </c:pt>
                <c:pt idx="8631">
                  <c:v>8631</c:v>
                </c:pt>
                <c:pt idx="8632">
                  <c:v>8632</c:v>
                </c:pt>
                <c:pt idx="8633">
                  <c:v>8633</c:v>
                </c:pt>
                <c:pt idx="8634">
                  <c:v>8634</c:v>
                </c:pt>
                <c:pt idx="8635">
                  <c:v>8635</c:v>
                </c:pt>
                <c:pt idx="8636">
                  <c:v>8636</c:v>
                </c:pt>
                <c:pt idx="8637">
                  <c:v>8637</c:v>
                </c:pt>
                <c:pt idx="8638">
                  <c:v>8638</c:v>
                </c:pt>
                <c:pt idx="8639">
                  <c:v>8639</c:v>
                </c:pt>
                <c:pt idx="8640">
                  <c:v>8640</c:v>
                </c:pt>
                <c:pt idx="8641">
                  <c:v>8641</c:v>
                </c:pt>
                <c:pt idx="8642">
                  <c:v>8642</c:v>
                </c:pt>
                <c:pt idx="8643">
                  <c:v>8643</c:v>
                </c:pt>
                <c:pt idx="8644">
                  <c:v>8644</c:v>
                </c:pt>
                <c:pt idx="8645">
                  <c:v>8645</c:v>
                </c:pt>
                <c:pt idx="8646">
                  <c:v>8646</c:v>
                </c:pt>
                <c:pt idx="8647">
                  <c:v>8647</c:v>
                </c:pt>
                <c:pt idx="8648">
                  <c:v>8648</c:v>
                </c:pt>
                <c:pt idx="8649">
                  <c:v>8649</c:v>
                </c:pt>
                <c:pt idx="8650">
                  <c:v>8650</c:v>
                </c:pt>
                <c:pt idx="8651">
                  <c:v>8651</c:v>
                </c:pt>
                <c:pt idx="8652">
                  <c:v>8652</c:v>
                </c:pt>
                <c:pt idx="8653">
                  <c:v>8653</c:v>
                </c:pt>
                <c:pt idx="8654">
                  <c:v>8654</c:v>
                </c:pt>
                <c:pt idx="8655">
                  <c:v>8655</c:v>
                </c:pt>
                <c:pt idx="8656">
                  <c:v>8656</c:v>
                </c:pt>
                <c:pt idx="8657">
                  <c:v>8657</c:v>
                </c:pt>
                <c:pt idx="8658">
                  <c:v>8658</c:v>
                </c:pt>
                <c:pt idx="8659">
                  <c:v>8659</c:v>
                </c:pt>
                <c:pt idx="8660">
                  <c:v>8660</c:v>
                </c:pt>
                <c:pt idx="8661">
                  <c:v>8661</c:v>
                </c:pt>
                <c:pt idx="8662">
                  <c:v>8662</c:v>
                </c:pt>
                <c:pt idx="8663">
                  <c:v>8663</c:v>
                </c:pt>
                <c:pt idx="8664">
                  <c:v>8664</c:v>
                </c:pt>
                <c:pt idx="8665">
                  <c:v>8665</c:v>
                </c:pt>
                <c:pt idx="8666">
                  <c:v>8666</c:v>
                </c:pt>
                <c:pt idx="8667">
                  <c:v>8667</c:v>
                </c:pt>
                <c:pt idx="8668">
                  <c:v>8668</c:v>
                </c:pt>
                <c:pt idx="8669">
                  <c:v>8669</c:v>
                </c:pt>
                <c:pt idx="8670">
                  <c:v>8670</c:v>
                </c:pt>
                <c:pt idx="8671">
                  <c:v>8671</c:v>
                </c:pt>
                <c:pt idx="8672">
                  <c:v>8672</c:v>
                </c:pt>
                <c:pt idx="8673">
                  <c:v>8673</c:v>
                </c:pt>
                <c:pt idx="8674">
                  <c:v>8674</c:v>
                </c:pt>
                <c:pt idx="8675">
                  <c:v>8675</c:v>
                </c:pt>
                <c:pt idx="8676">
                  <c:v>8676</c:v>
                </c:pt>
                <c:pt idx="8677">
                  <c:v>8677</c:v>
                </c:pt>
                <c:pt idx="8678">
                  <c:v>8678</c:v>
                </c:pt>
                <c:pt idx="8679">
                  <c:v>8679</c:v>
                </c:pt>
                <c:pt idx="8680">
                  <c:v>8680</c:v>
                </c:pt>
                <c:pt idx="8681">
                  <c:v>8681</c:v>
                </c:pt>
                <c:pt idx="8682">
                  <c:v>8682</c:v>
                </c:pt>
                <c:pt idx="8683">
                  <c:v>8683</c:v>
                </c:pt>
                <c:pt idx="8684">
                  <c:v>8684</c:v>
                </c:pt>
                <c:pt idx="8685">
                  <c:v>8685</c:v>
                </c:pt>
                <c:pt idx="8686">
                  <c:v>8686</c:v>
                </c:pt>
                <c:pt idx="8687">
                  <c:v>8687</c:v>
                </c:pt>
                <c:pt idx="8688">
                  <c:v>8688</c:v>
                </c:pt>
                <c:pt idx="8689">
                  <c:v>8689</c:v>
                </c:pt>
                <c:pt idx="8690">
                  <c:v>8690</c:v>
                </c:pt>
                <c:pt idx="8691">
                  <c:v>8691</c:v>
                </c:pt>
                <c:pt idx="8692">
                  <c:v>8692</c:v>
                </c:pt>
                <c:pt idx="8693">
                  <c:v>8693</c:v>
                </c:pt>
                <c:pt idx="8694">
                  <c:v>8694</c:v>
                </c:pt>
                <c:pt idx="8695">
                  <c:v>8695</c:v>
                </c:pt>
                <c:pt idx="8696">
                  <c:v>8696</c:v>
                </c:pt>
                <c:pt idx="8697">
                  <c:v>8697</c:v>
                </c:pt>
                <c:pt idx="8698">
                  <c:v>8698</c:v>
                </c:pt>
                <c:pt idx="8699">
                  <c:v>8699</c:v>
                </c:pt>
                <c:pt idx="8700">
                  <c:v>8700</c:v>
                </c:pt>
                <c:pt idx="8701">
                  <c:v>8701</c:v>
                </c:pt>
                <c:pt idx="8702">
                  <c:v>8702</c:v>
                </c:pt>
                <c:pt idx="8703">
                  <c:v>8703</c:v>
                </c:pt>
                <c:pt idx="8704">
                  <c:v>8704</c:v>
                </c:pt>
                <c:pt idx="8705">
                  <c:v>8705</c:v>
                </c:pt>
                <c:pt idx="8706">
                  <c:v>8706</c:v>
                </c:pt>
                <c:pt idx="8707">
                  <c:v>8707</c:v>
                </c:pt>
                <c:pt idx="8708">
                  <c:v>8708</c:v>
                </c:pt>
                <c:pt idx="8709">
                  <c:v>8709</c:v>
                </c:pt>
                <c:pt idx="8710">
                  <c:v>8710</c:v>
                </c:pt>
                <c:pt idx="8711">
                  <c:v>8711</c:v>
                </c:pt>
                <c:pt idx="8712">
                  <c:v>8712</c:v>
                </c:pt>
                <c:pt idx="8713">
                  <c:v>8713</c:v>
                </c:pt>
                <c:pt idx="8714">
                  <c:v>8714</c:v>
                </c:pt>
                <c:pt idx="8715">
                  <c:v>8715</c:v>
                </c:pt>
                <c:pt idx="8716">
                  <c:v>8716</c:v>
                </c:pt>
                <c:pt idx="8717">
                  <c:v>8717</c:v>
                </c:pt>
                <c:pt idx="8718">
                  <c:v>8718</c:v>
                </c:pt>
                <c:pt idx="8719">
                  <c:v>8719</c:v>
                </c:pt>
                <c:pt idx="8720">
                  <c:v>8720</c:v>
                </c:pt>
                <c:pt idx="8721">
                  <c:v>8721</c:v>
                </c:pt>
                <c:pt idx="8722">
                  <c:v>8722</c:v>
                </c:pt>
                <c:pt idx="8723">
                  <c:v>8723</c:v>
                </c:pt>
                <c:pt idx="8724">
                  <c:v>8724</c:v>
                </c:pt>
                <c:pt idx="8725">
                  <c:v>8725</c:v>
                </c:pt>
                <c:pt idx="8726">
                  <c:v>8726</c:v>
                </c:pt>
                <c:pt idx="8727">
                  <c:v>8727</c:v>
                </c:pt>
                <c:pt idx="8728">
                  <c:v>8728</c:v>
                </c:pt>
                <c:pt idx="8729">
                  <c:v>8729</c:v>
                </c:pt>
                <c:pt idx="8730">
                  <c:v>8730</c:v>
                </c:pt>
                <c:pt idx="8731">
                  <c:v>8731</c:v>
                </c:pt>
                <c:pt idx="8732">
                  <c:v>8732</c:v>
                </c:pt>
                <c:pt idx="8733">
                  <c:v>8733</c:v>
                </c:pt>
                <c:pt idx="8734">
                  <c:v>8734</c:v>
                </c:pt>
                <c:pt idx="8735">
                  <c:v>8735</c:v>
                </c:pt>
                <c:pt idx="8736">
                  <c:v>8736</c:v>
                </c:pt>
                <c:pt idx="8737">
                  <c:v>8737</c:v>
                </c:pt>
                <c:pt idx="8738">
                  <c:v>8738</c:v>
                </c:pt>
                <c:pt idx="8739">
                  <c:v>8739</c:v>
                </c:pt>
                <c:pt idx="8740">
                  <c:v>8740</c:v>
                </c:pt>
                <c:pt idx="8741">
                  <c:v>8741</c:v>
                </c:pt>
                <c:pt idx="8742">
                  <c:v>8742</c:v>
                </c:pt>
                <c:pt idx="8743">
                  <c:v>8743</c:v>
                </c:pt>
                <c:pt idx="8744">
                  <c:v>8744</c:v>
                </c:pt>
                <c:pt idx="8745">
                  <c:v>8745</c:v>
                </c:pt>
                <c:pt idx="8746">
                  <c:v>8746</c:v>
                </c:pt>
                <c:pt idx="8747">
                  <c:v>8747</c:v>
                </c:pt>
                <c:pt idx="8748">
                  <c:v>8748</c:v>
                </c:pt>
                <c:pt idx="8749">
                  <c:v>8749</c:v>
                </c:pt>
                <c:pt idx="8750">
                  <c:v>8750</c:v>
                </c:pt>
                <c:pt idx="8751">
                  <c:v>8751</c:v>
                </c:pt>
                <c:pt idx="8752">
                  <c:v>8752</c:v>
                </c:pt>
                <c:pt idx="8753">
                  <c:v>8753</c:v>
                </c:pt>
                <c:pt idx="8754">
                  <c:v>8754</c:v>
                </c:pt>
                <c:pt idx="8755">
                  <c:v>8755</c:v>
                </c:pt>
                <c:pt idx="8756">
                  <c:v>8756</c:v>
                </c:pt>
                <c:pt idx="8757">
                  <c:v>8757</c:v>
                </c:pt>
                <c:pt idx="8758">
                  <c:v>8758</c:v>
                </c:pt>
                <c:pt idx="8759">
                  <c:v>8759</c:v>
                </c:pt>
                <c:pt idx="8760">
                  <c:v>8760</c:v>
                </c:pt>
                <c:pt idx="8761">
                  <c:v>8761</c:v>
                </c:pt>
                <c:pt idx="8762">
                  <c:v>8762</c:v>
                </c:pt>
                <c:pt idx="8763">
                  <c:v>8763</c:v>
                </c:pt>
                <c:pt idx="8764">
                  <c:v>8764</c:v>
                </c:pt>
                <c:pt idx="8765">
                  <c:v>8765</c:v>
                </c:pt>
                <c:pt idx="8766">
                  <c:v>8766</c:v>
                </c:pt>
                <c:pt idx="8767">
                  <c:v>8767</c:v>
                </c:pt>
                <c:pt idx="8768">
                  <c:v>8768</c:v>
                </c:pt>
                <c:pt idx="8769">
                  <c:v>8769</c:v>
                </c:pt>
                <c:pt idx="8770">
                  <c:v>8770</c:v>
                </c:pt>
                <c:pt idx="8771">
                  <c:v>8771</c:v>
                </c:pt>
                <c:pt idx="8772">
                  <c:v>8772</c:v>
                </c:pt>
                <c:pt idx="8773">
                  <c:v>8773</c:v>
                </c:pt>
                <c:pt idx="8774">
                  <c:v>8774</c:v>
                </c:pt>
                <c:pt idx="8775">
                  <c:v>8775</c:v>
                </c:pt>
                <c:pt idx="8776">
                  <c:v>8776</c:v>
                </c:pt>
                <c:pt idx="8777">
                  <c:v>8777</c:v>
                </c:pt>
                <c:pt idx="8778">
                  <c:v>8778</c:v>
                </c:pt>
                <c:pt idx="8779">
                  <c:v>8779</c:v>
                </c:pt>
                <c:pt idx="8780">
                  <c:v>8780</c:v>
                </c:pt>
                <c:pt idx="8781">
                  <c:v>8781</c:v>
                </c:pt>
                <c:pt idx="8782">
                  <c:v>8782</c:v>
                </c:pt>
                <c:pt idx="8783">
                  <c:v>8783</c:v>
                </c:pt>
                <c:pt idx="8784">
                  <c:v>8784</c:v>
                </c:pt>
                <c:pt idx="8785">
                  <c:v>8785</c:v>
                </c:pt>
                <c:pt idx="8786">
                  <c:v>8786</c:v>
                </c:pt>
                <c:pt idx="8787">
                  <c:v>8787</c:v>
                </c:pt>
                <c:pt idx="8788">
                  <c:v>8788</c:v>
                </c:pt>
                <c:pt idx="8789">
                  <c:v>8789</c:v>
                </c:pt>
                <c:pt idx="8790">
                  <c:v>8790</c:v>
                </c:pt>
                <c:pt idx="8791">
                  <c:v>8791</c:v>
                </c:pt>
                <c:pt idx="8792">
                  <c:v>8792</c:v>
                </c:pt>
                <c:pt idx="8793">
                  <c:v>8793</c:v>
                </c:pt>
                <c:pt idx="8794">
                  <c:v>8794</c:v>
                </c:pt>
                <c:pt idx="8795">
                  <c:v>8795</c:v>
                </c:pt>
                <c:pt idx="8796">
                  <c:v>8796</c:v>
                </c:pt>
                <c:pt idx="8797">
                  <c:v>8797</c:v>
                </c:pt>
                <c:pt idx="8798">
                  <c:v>8798</c:v>
                </c:pt>
                <c:pt idx="8799">
                  <c:v>8799</c:v>
                </c:pt>
                <c:pt idx="8800">
                  <c:v>8800</c:v>
                </c:pt>
                <c:pt idx="8801">
                  <c:v>8801</c:v>
                </c:pt>
                <c:pt idx="8802">
                  <c:v>8802</c:v>
                </c:pt>
                <c:pt idx="8803">
                  <c:v>8803</c:v>
                </c:pt>
                <c:pt idx="8804">
                  <c:v>8804</c:v>
                </c:pt>
                <c:pt idx="8805">
                  <c:v>8805</c:v>
                </c:pt>
                <c:pt idx="8806">
                  <c:v>8806</c:v>
                </c:pt>
                <c:pt idx="8807">
                  <c:v>8807</c:v>
                </c:pt>
                <c:pt idx="8808">
                  <c:v>8808</c:v>
                </c:pt>
                <c:pt idx="8809">
                  <c:v>8809</c:v>
                </c:pt>
                <c:pt idx="8810">
                  <c:v>8810</c:v>
                </c:pt>
                <c:pt idx="8811">
                  <c:v>8811</c:v>
                </c:pt>
                <c:pt idx="8812">
                  <c:v>8812</c:v>
                </c:pt>
                <c:pt idx="8813">
                  <c:v>8813</c:v>
                </c:pt>
                <c:pt idx="8814">
                  <c:v>8814</c:v>
                </c:pt>
                <c:pt idx="8815">
                  <c:v>8815</c:v>
                </c:pt>
                <c:pt idx="8816">
                  <c:v>8816</c:v>
                </c:pt>
                <c:pt idx="8817">
                  <c:v>8817</c:v>
                </c:pt>
                <c:pt idx="8818">
                  <c:v>8818</c:v>
                </c:pt>
                <c:pt idx="8819">
                  <c:v>8819</c:v>
                </c:pt>
                <c:pt idx="8820">
                  <c:v>8820</c:v>
                </c:pt>
                <c:pt idx="8821">
                  <c:v>8821</c:v>
                </c:pt>
                <c:pt idx="8822">
                  <c:v>8822</c:v>
                </c:pt>
                <c:pt idx="8823">
                  <c:v>8823</c:v>
                </c:pt>
                <c:pt idx="8824">
                  <c:v>8824</c:v>
                </c:pt>
                <c:pt idx="8825">
                  <c:v>8825</c:v>
                </c:pt>
                <c:pt idx="8826">
                  <c:v>8826</c:v>
                </c:pt>
                <c:pt idx="8827">
                  <c:v>8827</c:v>
                </c:pt>
                <c:pt idx="8828">
                  <c:v>8828</c:v>
                </c:pt>
                <c:pt idx="8829">
                  <c:v>8829</c:v>
                </c:pt>
                <c:pt idx="8830">
                  <c:v>8830</c:v>
                </c:pt>
                <c:pt idx="8831">
                  <c:v>8831</c:v>
                </c:pt>
                <c:pt idx="8832">
                  <c:v>8832</c:v>
                </c:pt>
                <c:pt idx="8833">
                  <c:v>8833</c:v>
                </c:pt>
                <c:pt idx="8834">
                  <c:v>8834</c:v>
                </c:pt>
                <c:pt idx="8835">
                  <c:v>8835</c:v>
                </c:pt>
                <c:pt idx="8836">
                  <c:v>8836</c:v>
                </c:pt>
                <c:pt idx="8837">
                  <c:v>8837</c:v>
                </c:pt>
                <c:pt idx="8838">
                  <c:v>8838</c:v>
                </c:pt>
                <c:pt idx="8839">
                  <c:v>8839</c:v>
                </c:pt>
                <c:pt idx="8840">
                  <c:v>8840</c:v>
                </c:pt>
                <c:pt idx="8841">
                  <c:v>8841</c:v>
                </c:pt>
                <c:pt idx="8842">
                  <c:v>8842</c:v>
                </c:pt>
                <c:pt idx="8843">
                  <c:v>8843</c:v>
                </c:pt>
                <c:pt idx="8844">
                  <c:v>8844</c:v>
                </c:pt>
                <c:pt idx="8845">
                  <c:v>8845</c:v>
                </c:pt>
                <c:pt idx="8846">
                  <c:v>8846</c:v>
                </c:pt>
                <c:pt idx="8847">
                  <c:v>8847</c:v>
                </c:pt>
                <c:pt idx="8848">
                  <c:v>8848</c:v>
                </c:pt>
                <c:pt idx="8849">
                  <c:v>8849</c:v>
                </c:pt>
                <c:pt idx="8850">
                  <c:v>8850</c:v>
                </c:pt>
                <c:pt idx="8851">
                  <c:v>8851</c:v>
                </c:pt>
                <c:pt idx="8852">
                  <c:v>8852</c:v>
                </c:pt>
                <c:pt idx="8853">
                  <c:v>8853</c:v>
                </c:pt>
                <c:pt idx="8854">
                  <c:v>8854</c:v>
                </c:pt>
                <c:pt idx="8855">
                  <c:v>8855</c:v>
                </c:pt>
                <c:pt idx="8856">
                  <c:v>8856</c:v>
                </c:pt>
                <c:pt idx="8857">
                  <c:v>8857</c:v>
                </c:pt>
                <c:pt idx="8858">
                  <c:v>8858</c:v>
                </c:pt>
                <c:pt idx="8859">
                  <c:v>8859</c:v>
                </c:pt>
                <c:pt idx="8860">
                  <c:v>8860</c:v>
                </c:pt>
                <c:pt idx="8861">
                  <c:v>8861</c:v>
                </c:pt>
                <c:pt idx="8862">
                  <c:v>8862</c:v>
                </c:pt>
                <c:pt idx="8863">
                  <c:v>8863</c:v>
                </c:pt>
                <c:pt idx="8864">
                  <c:v>8864</c:v>
                </c:pt>
                <c:pt idx="8865">
                  <c:v>8865</c:v>
                </c:pt>
                <c:pt idx="8866">
                  <c:v>8866</c:v>
                </c:pt>
                <c:pt idx="8867">
                  <c:v>8867</c:v>
                </c:pt>
                <c:pt idx="8868">
                  <c:v>8868</c:v>
                </c:pt>
                <c:pt idx="8869">
                  <c:v>8869</c:v>
                </c:pt>
                <c:pt idx="8870">
                  <c:v>8870</c:v>
                </c:pt>
                <c:pt idx="8871">
                  <c:v>8871</c:v>
                </c:pt>
                <c:pt idx="8872">
                  <c:v>8872</c:v>
                </c:pt>
                <c:pt idx="8873">
                  <c:v>8873</c:v>
                </c:pt>
                <c:pt idx="8874">
                  <c:v>8874</c:v>
                </c:pt>
                <c:pt idx="8875">
                  <c:v>8875</c:v>
                </c:pt>
                <c:pt idx="8876">
                  <c:v>8876</c:v>
                </c:pt>
                <c:pt idx="8877">
                  <c:v>8877</c:v>
                </c:pt>
                <c:pt idx="8878">
                  <c:v>8878</c:v>
                </c:pt>
                <c:pt idx="8879">
                  <c:v>8879</c:v>
                </c:pt>
                <c:pt idx="8880">
                  <c:v>8880</c:v>
                </c:pt>
                <c:pt idx="8881">
                  <c:v>8881</c:v>
                </c:pt>
                <c:pt idx="8882">
                  <c:v>8882</c:v>
                </c:pt>
                <c:pt idx="8883">
                  <c:v>8883</c:v>
                </c:pt>
                <c:pt idx="8884">
                  <c:v>8884</c:v>
                </c:pt>
                <c:pt idx="8885">
                  <c:v>8885</c:v>
                </c:pt>
                <c:pt idx="8886">
                  <c:v>8886</c:v>
                </c:pt>
                <c:pt idx="8887">
                  <c:v>8887</c:v>
                </c:pt>
                <c:pt idx="8888">
                  <c:v>8888</c:v>
                </c:pt>
                <c:pt idx="8889">
                  <c:v>8889</c:v>
                </c:pt>
                <c:pt idx="8890">
                  <c:v>8890</c:v>
                </c:pt>
                <c:pt idx="8891">
                  <c:v>8891</c:v>
                </c:pt>
                <c:pt idx="8892">
                  <c:v>8892</c:v>
                </c:pt>
                <c:pt idx="8893">
                  <c:v>8893</c:v>
                </c:pt>
                <c:pt idx="8894">
                  <c:v>8894</c:v>
                </c:pt>
                <c:pt idx="8895">
                  <c:v>8895</c:v>
                </c:pt>
                <c:pt idx="8896">
                  <c:v>8896</c:v>
                </c:pt>
                <c:pt idx="8897">
                  <c:v>8897</c:v>
                </c:pt>
                <c:pt idx="8898">
                  <c:v>8898</c:v>
                </c:pt>
                <c:pt idx="8899">
                  <c:v>8899</c:v>
                </c:pt>
                <c:pt idx="8900">
                  <c:v>8900</c:v>
                </c:pt>
                <c:pt idx="8901">
                  <c:v>8901</c:v>
                </c:pt>
                <c:pt idx="8902">
                  <c:v>8902</c:v>
                </c:pt>
                <c:pt idx="8903">
                  <c:v>8903</c:v>
                </c:pt>
                <c:pt idx="8904">
                  <c:v>8904</c:v>
                </c:pt>
                <c:pt idx="8905">
                  <c:v>8905</c:v>
                </c:pt>
                <c:pt idx="8906">
                  <c:v>8906</c:v>
                </c:pt>
                <c:pt idx="8907">
                  <c:v>8907</c:v>
                </c:pt>
                <c:pt idx="8908">
                  <c:v>8908</c:v>
                </c:pt>
                <c:pt idx="8909">
                  <c:v>8909</c:v>
                </c:pt>
                <c:pt idx="8910">
                  <c:v>8910</c:v>
                </c:pt>
                <c:pt idx="8911">
                  <c:v>8911</c:v>
                </c:pt>
                <c:pt idx="8912">
                  <c:v>8912</c:v>
                </c:pt>
                <c:pt idx="8913">
                  <c:v>8913</c:v>
                </c:pt>
                <c:pt idx="8914">
                  <c:v>8914</c:v>
                </c:pt>
                <c:pt idx="8915">
                  <c:v>8915</c:v>
                </c:pt>
                <c:pt idx="8916">
                  <c:v>8916</c:v>
                </c:pt>
                <c:pt idx="8917">
                  <c:v>8917</c:v>
                </c:pt>
                <c:pt idx="8918">
                  <c:v>8918</c:v>
                </c:pt>
                <c:pt idx="8919">
                  <c:v>8919</c:v>
                </c:pt>
                <c:pt idx="8920">
                  <c:v>8920</c:v>
                </c:pt>
                <c:pt idx="8921">
                  <c:v>8921</c:v>
                </c:pt>
                <c:pt idx="8922">
                  <c:v>8922</c:v>
                </c:pt>
                <c:pt idx="8923">
                  <c:v>8923</c:v>
                </c:pt>
                <c:pt idx="8924">
                  <c:v>8924</c:v>
                </c:pt>
                <c:pt idx="8925">
                  <c:v>8925</c:v>
                </c:pt>
                <c:pt idx="8926">
                  <c:v>8926</c:v>
                </c:pt>
                <c:pt idx="8927">
                  <c:v>8927</c:v>
                </c:pt>
                <c:pt idx="8928">
                  <c:v>8928</c:v>
                </c:pt>
                <c:pt idx="8929">
                  <c:v>8929</c:v>
                </c:pt>
                <c:pt idx="8930">
                  <c:v>8930</c:v>
                </c:pt>
                <c:pt idx="8931">
                  <c:v>8931</c:v>
                </c:pt>
                <c:pt idx="8932">
                  <c:v>8932</c:v>
                </c:pt>
                <c:pt idx="8933">
                  <c:v>8933</c:v>
                </c:pt>
                <c:pt idx="8934">
                  <c:v>8934</c:v>
                </c:pt>
                <c:pt idx="8935">
                  <c:v>8935</c:v>
                </c:pt>
                <c:pt idx="8936">
                  <c:v>8936</c:v>
                </c:pt>
                <c:pt idx="8937">
                  <c:v>8937</c:v>
                </c:pt>
                <c:pt idx="8938">
                  <c:v>8938</c:v>
                </c:pt>
                <c:pt idx="8939">
                  <c:v>8939</c:v>
                </c:pt>
                <c:pt idx="8940">
                  <c:v>8940</c:v>
                </c:pt>
                <c:pt idx="8941">
                  <c:v>8941</c:v>
                </c:pt>
                <c:pt idx="8942">
                  <c:v>8942</c:v>
                </c:pt>
                <c:pt idx="8943">
                  <c:v>8943</c:v>
                </c:pt>
                <c:pt idx="8944">
                  <c:v>8944</c:v>
                </c:pt>
                <c:pt idx="8945">
                  <c:v>8945</c:v>
                </c:pt>
                <c:pt idx="8946">
                  <c:v>8946</c:v>
                </c:pt>
                <c:pt idx="8947">
                  <c:v>8947</c:v>
                </c:pt>
                <c:pt idx="8948">
                  <c:v>8948</c:v>
                </c:pt>
                <c:pt idx="8949">
                  <c:v>8949</c:v>
                </c:pt>
                <c:pt idx="8950">
                  <c:v>8950</c:v>
                </c:pt>
                <c:pt idx="8951">
                  <c:v>8951</c:v>
                </c:pt>
                <c:pt idx="8952">
                  <c:v>8952</c:v>
                </c:pt>
                <c:pt idx="8953">
                  <c:v>8953</c:v>
                </c:pt>
                <c:pt idx="8954">
                  <c:v>8954</c:v>
                </c:pt>
                <c:pt idx="8955">
                  <c:v>8955</c:v>
                </c:pt>
                <c:pt idx="8956">
                  <c:v>8956</c:v>
                </c:pt>
                <c:pt idx="8957">
                  <c:v>8957</c:v>
                </c:pt>
                <c:pt idx="8958">
                  <c:v>8958</c:v>
                </c:pt>
                <c:pt idx="8959">
                  <c:v>8959</c:v>
                </c:pt>
                <c:pt idx="8960">
                  <c:v>8960</c:v>
                </c:pt>
                <c:pt idx="8961">
                  <c:v>8961</c:v>
                </c:pt>
                <c:pt idx="8962">
                  <c:v>8962</c:v>
                </c:pt>
                <c:pt idx="8963">
                  <c:v>8963</c:v>
                </c:pt>
                <c:pt idx="8964">
                  <c:v>8964</c:v>
                </c:pt>
                <c:pt idx="8965">
                  <c:v>8965</c:v>
                </c:pt>
                <c:pt idx="8966">
                  <c:v>8966</c:v>
                </c:pt>
                <c:pt idx="8967">
                  <c:v>8967</c:v>
                </c:pt>
                <c:pt idx="8968">
                  <c:v>8968</c:v>
                </c:pt>
                <c:pt idx="8969">
                  <c:v>8969</c:v>
                </c:pt>
                <c:pt idx="8970">
                  <c:v>8970</c:v>
                </c:pt>
                <c:pt idx="8971">
                  <c:v>8971</c:v>
                </c:pt>
                <c:pt idx="8972">
                  <c:v>8972</c:v>
                </c:pt>
                <c:pt idx="8973">
                  <c:v>8973</c:v>
                </c:pt>
                <c:pt idx="8974">
                  <c:v>8974</c:v>
                </c:pt>
                <c:pt idx="8975">
                  <c:v>8975</c:v>
                </c:pt>
                <c:pt idx="8976">
                  <c:v>8976</c:v>
                </c:pt>
                <c:pt idx="8977">
                  <c:v>8977</c:v>
                </c:pt>
                <c:pt idx="8978">
                  <c:v>8978</c:v>
                </c:pt>
                <c:pt idx="8979">
                  <c:v>8979</c:v>
                </c:pt>
                <c:pt idx="8980">
                  <c:v>8980</c:v>
                </c:pt>
                <c:pt idx="8981">
                  <c:v>8981</c:v>
                </c:pt>
                <c:pt idx="8982">
                  <c:v>8982</c:v>
                </c:pt>
                <c:pt idx="8983">
                  <c:v>8983</c:v>
                </c:pt>
                <c:pt idx="8984">
                  <c:v>8984</c:v>
                </c:pt>
                <c:pt idx="8985">
                  <c:v>8985</c:v>
                </c:pt>
                <c:pt idx="8986">
                  <c:v>8986</c:v>
                </c:pt>
                <c:pt idx="8987">
                  <c:v>8987</c:v>
                </c:pt>
                <c:pt idx="8988">
                  <c:v>8988</c:v>
                </c:pt>
                <c:pt idx="8989">
                  <c:v>8989</c:v>
                </c:pt>
                <c:pt idx="8990">
                  <c:v>8990</c:v>
                </c:pt>
                <c:pt idx="8991">
                  <c:v>8991</c:v>
                </c:pt>
                <c:pt idx="8992">
                  <c:v>8992</c:v>
                </c:pt>
                <c:pt idx="8993">
                  <c:v>8993</c:v>
                </c:pt>
                <c:pt idx="8994">
                  <c:v>8994</c:v>
                </c:pt>
                <c:pt idx="8995">
                  <c:v>8995</c:v>
                </c:pt>
                <c:pt idx="8996">
                  <c:v>8996</c:v>
                </c:pt>
                <c:pt idx="8997">
                  <c:v>8997</c:v>
                </c:pt>
                <c:pt idx="8998">
                  <c:v>8998</c:v>
                </c:pt>
                <c:pt idx="8999">
                  <c:v>8999</c:v>
                </c:pt>
                <c:pt idx="9000">
                  <c:v>9000</c:v>
                </c:pt>
                <c:pt idx="9001">
                  <c:v>9001</c:v>
                </c:pt>
                <c:pt idx="9002">
                  <c:v>9002</c:v>
                </c:pt>
                <c:pt idx="9003">
                  <c:v>9003</c:v>
                </c:pt>
                <c:pt idx="9004">
                  <c:v>9004</c:v>
                </c:pt>
                <c:pt idx="9005">
                  <c:v>9005</c:v>
                </c:pt>
                <c:pt idx="9006">
                  <c:v>9006</c:v>
                </c:pt>
                <c:pt idx="9007">
                  <c:v>9007</c:v>
                </c:pt>
                <c:pt idx="9008">
                  <c:v>9008</c:v>
                </c:pt>
                <c:pt idx="9009">
                  <c:v>9009</c:v>
                </c:pt>
                <c:pt idx="9010">
                  <c:v>9010</c:v>
                </c:pt>
                <c:pt idx="9011">
                  <c:v>9011</c:v>
                </c:pt>
                <c:pt idx="9012">
                  <c:v>9012</c:v>
                </c:pt>
                <c:pt idx="9013">
                  <c:v>9013</c:v>
                </c:pt>
                <c:pt idx="9014">
                  <c:v>9014</c:v>
                </c:pt>
                <c:pt idx="9015">
                  <c:v>9015</c:v>
                </c:pt>
                <c:pt idx="9016">
                  <c:v>9016</c:v>
                </c:pt>
                <c:pt idx="9017">
                  <c:v>9017</c:v>
                </c:pt>
                <c:pt idx="9018">
                  <c:v>9018</c:v>
                </c:pt>
                <c:pt idx="9019">
                  <c:v>9019</c:v>
                </c:pt>
                <c:pt idx="9020">
                  <c:v>9020</c:v>
                </c:pt>
                <c:pt idx="9021">
                  <c:v>9021</c:v>
                </c:pt>
                <c:pt idx="9022">
                  <c:v>9022</c:v>
                </c:pt>
                <c:pt idx="9023">
                  <c:v>9023</c:v>
                </c:pt>
                <c:pt idx="9024">
                  <c:v>9024</c:v>
                </c:pt>
                <c:pt idx="9025">
                  <c:v>9025</c:v>
                </c:pt>
                <c:pt idx="9026">
                  <c:v>9026</c:v>
                </c:pt>
                <c:pt idx="9027">
                  <c:v>9027</c:v>
                </c:pt>
                <c:pt idx="9028">
                  <c:v>9028</c:v>
                </c:pt>
                <c:pt idx="9029">
                  <c:v>9029</c:v>
                </c:pt>
                <c:pt idx="9030">
                  <c:v>9030</c:v>
                </c:pt>
                <c:pt idx="9031">
                  <c:v>9031</c:v>
                </c:pt>
                <c:pt idx="9032">
                  <c:v>9032</c:v>
                </c:pt>
                <c:pt idx="9033">
                  <c:v>9033</c:v>
                </c:pt>
                <c:pt idx="9034">
                  <c:v>9034</c:v>
                </c:pt>
                <c:pt idx="9035">
                  <c:v>9035</c:v>
                </c:pt>
                <c:pt idx="9036">
                  <c:v>9036</c:v>
                </c:pt>
                <c:pt idx="9037">
                  <c:v>9037</c:v>
                </c:pt>
                <c:pt idx="9038">
                  <c:v>9038</c:v>
                </c:pt>
                <c:pt idx="9039">
                  <c:v>9039</c:v>
                </c:pt>
                <c:pt idx="9040">
                  <c:v>9040</c:v>
                </c:pt>
                <c:pt idx="9041">
                  <c:v>9041</c:v>
                </c:pt>
                <c:pt idx="9042">
                  <c:v>9042</c:v>
                </c:pt>
                <c:pt idx="9043">
                  <c:v>9043</c:v>
                </c:pt>
                <c:pt idx="9044">
                  <c:v>9044</c:v>
                </c:pt>
                <c:pt idx="9045">
                  <c:v>9045</c:v>
                </c:pt>
                <c:pt idx="9046">
                  <c:v>9046</c:v>
                </c:pt>
                <c:pt idx="9047">
                  <c:v>9047</c:v>
                </c:pt>
                <c:pt idx="9048">
                  <c:v>9048</c:v>
                </c:pt>
                <c:pt idx="9049">
                  <c:v>9049</c:v>
                </c:pt>
                <c:pt idx="9050">
                  <c:v>9050</c:v>
                </c:pt>
                <c:pt idx="9051">
                  <c:v>9051</c:v>
                </c:pt>
                <c:pt idx="9052">
                  <c:v>9052</c:v>
                </c:pt>
                <c:pt idx="9053">
                  <c:v>9053</c:v>
                </c:pt>
                <c:pt idx="9054">
                  <c:v>9054</c:v>
                </c:pt>
                <c:pt idx="9055">
                  <c:v>9055</c:v>
                </c:pt>
                <c:pt idx="9056">
                  <c:v>9056</c:v>
                </c:pt>
                <c:pt idx="9057">
                  <c:v>9057</c:v>
                </c:pt>
                <c:pt idx="9058">
                  <c:v>9058</c:v>
                </c:pt>
                <c:pt idx="9059">
                  <c:v>9059</c:v>
                </c:pt>
                <c:pt idx="9060">
                  <c:v>9060</c:v>
                </c:pt>
                <c:pt idx="9061">
                  <c:v>9061</c:v>
                </c:pt>
                <c:pt idx="9062">
                  <c:v>9062</c:v>
                </c:pt>
                <c:pt idx="9063">
                  <c:v>9063</c:v>
                </c:pt>
                <c:pt idx="9064">
                  <c:v>9064</c:v>
                </c:pt>
                <c:pt idx="9065">
                  <c:v>9065</c:v>
                </c:pt>
                <c:pt idx="9066">
                  <c:v>9066</c:v>
                </c:pt>
                <c:pt idx="9067">
                  <c:v>9067</c:v>
                </c:pt>
                <c:pt idx="9068">
                  <c:v>9068</c:v>
                </c:pt>
                <c:pt idx="9069">
                  <c:v>9069</c:v>
                </c:pt>
                <c:pt idx="9070">
                  <c:v>9070</c:v>
                </c:pt>
                <c:pt idx="9071">
                  <c:v>9071</c:v>
                </c:pt>
                <c:pt idx="9072">
                  <c:v>9072</c:v>
                </c:pt>
                <c:pt idx="9073">
                  <c:v>9073</c:v>
                </c:pt>
                <c:pt idx="9074">
                  <c:v>9074</c:v>
                </c:pt>
                <c:pt idx="9075">
                  <c:v>9075</c:v>
                </c:pt>
                <c:pt idx="9076">
                  <c:v>9076</c:v>
                </c:pt>
                <c:pt idx="9077">
                  <c:v>9077</c:v>
                </c:pt>
                <c:pt idx="9078">
                  <c:v>9078</c:v>
                </c:pt>
                <c:pt idx="9079">
                  <c:v>9079</c:v>
                </c:pt>
                <c:pt idx="9080">
                  <c:v>9080</c:v>
                </c:pt>
                <c:pt idx="9081">
                  <c:v>9081</c:v>
                </c:pt>
                <c:pt idx="9082">
                  <c:v>9082</c:v>
                </c:pt>
                <c:pt idx="9083">
                  <c:v>9083</c:v>
                </c:pt>
                <c:pt idx="9084">
                  <c:v>9084</c:v>
                </c:pt>
                <c:pt idx="9085">
                  <c:v>9085</c:v>
                </c:pt>
                <c:pt idx="9086">
                  <c:v>9086</c:v>
                </c:pt>
                <c:pt idx="9087">
                  <c:v>9087</c:v>
                </c:pt>
                <c:pt idx="9088">
                  <c:v>9088</c:v>
                </c:pt>
                <c:pt idx="9089">
                  <c:v>9089</c:v>
                </c:pt>
                <c:pt idx="9090">
                  <c:v>9090</c:v>
                </c:pt>
                <c:pt idx="9091">
                  <c:v>9091</c:v>
                </c:pt>
                <c:pt idx="9092">
                  <c:v>9092</c:v>
                </c:pt>
                <c:pt idx="9093">
                  <c:v>9093</c:v>
                </c:pt>
                <c:pt idx="9094">
                  <c:v>9094</c:v>
                </c:pt>
                <c:pt idx="9095">
                  <c:v>9095</c:v>
                </c:pt>
                <c:pt idx="9096">
                  <c:v>9096</c:v>
                </c:pt>
                <c:pt idx="9097">
                  <c:v>9097</c:v>
                </c:pt>
                <c:pt idx="9098">
                  <c:v>9098</c:v>
                </c:pt>
                <c:pt idx="9099">
                  <c:v>9099</c:v>
                </c:pt>
                <c:pt idx="9100">
                  <c:v>9100</c:v>
                </c:pt>
                <c:pt idx="9101">
                  <c:v>9101</c:v>
                </c:pt>
                <c:pt idx="9102">
                  <c:v>9102</c:v>
                </c:pt>
                <c:pt idx="9103">
                  <c:v>9103</c:v>
                </c:pt>
                <c:pt idx="9104">
                  <c:v>9104</c:v>
                </c:pt>
                <c:pt idx="9105">
                  <c:v>9105</c:v>
                </c:pt>
                <c:pt idx="9106">
                  <c:v>9106</c:v>
                </c:pt>
                <c:pt idx="9107">
                  <c:v>9107</c:v>
                </c:pt>
                <c:pt idx="9108">
                  <c:v>9108</c:v>
                </c:pt>
                <c:pt idx="9109">
                  <c:v>9109</c:v>
                </c:pt>
                <c:pt idx="9110">
                  <c:v>9110</c:v>
                </c:pt>
                <c:pt idx="9111">
                  <c:v>9111</c:v>
                </c:pt>
                <c:pt idx="9112">
                  <c:v>9112</c:v>
                </c:pt>
                <c:pt idx="9113">
                  <c:v>9113</c:v>
                </c:pt>
                <c:pt idx="9114">
                  <c:v>9114</c:v>
                </c:pt>
                <c:pt idx="9115">
                  <c:v>9115</c:v>
                </c:pt>
                <c:pt idx="9116">
                  <c:v>9116</c:v>
                </c:pt>
                <c:pt idx="9117">
                  <c:v>9117</c:v>
                </c:pt>
                <c:pt idx="9118">
                  <c:v>9118</c:v>
                </c:pt>
                <c:pt idx="9119">
                  <c:v>9119</c:v>
                </c:pt>
                <c:pt idx="9120">
                  <c:v>9120</c:v>
                </c:pt>
                <c:pt idx="9121">
                  <c:v>9121</c:v>
                </c:pt>
                <c:pt idx="9122">
                  <c:v>9122</c:v>
                </c:pt>
                <c:pt idx="9123">
                  <c:v>9123</c:v>
                </c:pt>
                <c:pt idx="9124">
                  <c:v>9124</c:v>
                </c:pt>
                <c:pt idx="9125">
                  <c:v>9125</c:v>
                </c:pt>
                <c:pt idx="9126">
                  <c:v>9126</c:v>
                </c:pt>
                <c:pt idx="9127">
                  <c:v>9127</c:v>
                </c:pt>
                <c:pt idx="9128">
                  <c:v>9128</c:v>
                </c:pt>
                <c:pt idx="9129">
                  <c:v>9129</c:v>
                </c:pt>
                <c:pt idx="9130">
                  <c:v>9130</c:v>
                </c:pt>
                <c:pt idx="9131">
                  <c:v>9131</c:v>
                </c:pt>
                <c:pt idx="9132">
                  <c:v>9132</c:v>
                </c:pt>
                <c:pt idx="9133">
                  <c:v>9133</c:v>
                </c:pt>
                <c:pt idx="9134">
                  <c:v>9134</c:v>
                </c:pt>
                <c:pt idx="9135">
                  <c:v>9135</c:v>
                </c:pt>
                <c:pt idx="9136">
                  <c:v>9136</c:v>
                </c:pt>
                <c:pt idx="9137">
                  <c:v>9137</c:v>
                </c:pt>
                <c:pt idx="9138">
                  <c:v>9138</c:v>
                </c:pt>
                <c:pt idx="9139">
                  <c:v>9139</c:v>
                </c:pt>
                <c:pt idx="9140">
                  <c:v>9140</c:v>
                </c:pt>
                <c:pt idx="9141">
                  <c:v>9141</c:v>
                </c:pt>
                <c:pt idx="9142">
                  <c:v>9142</c:v>
                </c:pt>
                <c:pt idx="9143">
                  <c:v>9143</c:v>
                </c:pt>
                <c:pt idx="9144">
                  <c:v>9144</c:v>
                </c:pt>
                <c:pt idx="9145">
                  <c:v>9145</c:v>
                </c:pt>
                <c:pt idx="9146">
                  <c:v>9146</c:v>
                </c:pt>
                <c:pt idx="9147">
                  <c:v>9147</c:v>
                </c:pt>
                <c:pt idx="9148">
                  <c:v>9148</c:v>
                </c:pt>
                <c:pt idx="9149">
                  <c:v>9149</c:v>
                </c:pt>
                <c:pt idx="9150">
                  <c:v>9150</c:v>
                </c:pt>
                <c:pt idx="9151">
                  <c:v>9151</c:v>
                </c:pt>
                <c:pt idx="9152">
                  <c:v>9152</c:v>
                </c:pt>
                <c:pt idx="9153">
                  <c:v>9153</c:v>
                </c:pt>
                <c:pt idx="9154">
                  <c:v>9154</c:v>
                </c:pt>
                <c:pt idx="9155">
                  <c:v>9155</c:v>
                </c:pt>
                <c:pt idx="9156">
                  <c:v>9156</c:v>
                </c:pt>
                <c:pt idx="9157">
                  <c:v>9157</c:v>
                </c:pt>
                <c:pt idx="9158">
                  <c:v>9158</c:v>
                </c:pt>
                <c:pt idx="9159">
                  <c:v>9159</c:v>
                </c:pt>
                <c:pt idx="9160">
                  <c:v>9160</c:v>
                </c:pt>
                <c:pt idx="9161">
                  <c:v>9161</c:v>
                </c:pt>
                <c:pt idx="9162">
                  <c:v>9162</c:v>
                </c:pt>
                <c:pt idx="9163">
                  <c:v>9163</c:v>
                </c:pt>
                <c:pt idx="9164">
                  <c:v>9164</c:v>
                </c:pt>
                <c:pt idx="9165">
                  <c:v>9165</c:v>
                </c:pt>
                <c:pt idx="9166">
                  <c:v>9166</c:v>
                </c:pt>
                <c:pt idx="9167">
                  <c:v>9167</c:v>
                </c:pt>
                <c:pt idx="9168">
                  <c:v>9168</c:v>
                </c:pt>
                <c:pt idx="9169">
                  <c:v>9169</c:v>
                </c:pt>
                <c:pt idx="9170">
                  <c:v>9170</c:v>
                </c:pt>
                <c:pt idx="9171">
                  <c:v>9171</c:v>
                </c:pt>
                <c:pt idx="9172">
                  <c:v>9172</c:v>
                </c:pt>
                <c:pt idx="9173">
                  <c:v>9173</c:v>
                </c:pt>
                <c:pt idx="9174">
                  <c:v>9174</c:v>
                </c:pt>
                <c:pt idx="9175">
                  <c:v>9175</c:v>
                </c:pt>
                <c:pt idx="9176">
                  <c:v>9176</c:v>
                </c:pt>
                <c:pt idx="9177">
                  <c:v>9177</c:v>
                </c:pt>
                <c:pt idx="9178">
                  <c:v>9178</c:v>
                </c:pt>
                <c:pt idx="9179">
                  <c:v>9179</c:v>
                </c:pt>
                <c:pt idx="9180">
                  <c:v>9180</c:v>
                </c:pt>
                <c:pt idx="9181">
                  <c:v>9181</c:v>
                </c:pt>
                <c:pt idx="9182">
                  <c:v>9182</c:v>
                </c:pt>
                <c:pt idx="9183">
                  <c:v>9183</c:v>
                </c:pt>
                <c:pt idx="9184">
                  <c:v>9184</c:v>
                </c:pt>
                <c:pt idx="9185">
                  <c:v>9185</c:v>
                </c:pt>
                <c:pt idx="9186">
                  <c:v>9186</c:v>
                </c:pt>
                <c:pt idx="9187">
                  <c:v>9187</c:v>
                </c:pt>
                <c:pt idx="9188">
                  <c:v>9188</c:v>
                </c:pt>
                <c:pt idx="9189">
                  <c:v>9189</c:v>
                </c:pt>
                <c:pt idx="9190">
                  <c:v>9190</c:v>
                </c:pt>
                <c:pt idx="9191">
                  <c:v>9191</c:v>
                </c:pt>
                <c:pt idx="9192">
                  <c:v>9192</c:v>
                </c:pt>
                <c:pt idx="9193">
                  <c:v>9193</c:v>
                </c:pt>
                <c:pt idx="9194">
                  <c:v>9194</c:v>
                </c:pt>
                <c:pt idx="9195">
                  <c:v>9195</c:v>
                </c:pt>
                <c:pt idx="9196">
                  <c:v>9196</c:v>
                </c:pt>
                <c:pt idx="9197">
                  <c:v>9197</c:v>
                </c:pt>
                <c:pt idx="9198">
                  <c:v>9198</c:v>
                </c:pt>
                <c:pt idx="9199">
                  <c:v>9199</c:v>
                </c:pt>
                <c:pt idx="9200">
                  <c:v>9200</c:v>
                </c:pt>
                <c:pt idx="9201">
                  <c:v>9201</c:v>
                </c:pt>
                <c:pt idx="9202">
                  <c:v>9202</c:v>
                </c:pt>
                <c:pt idx="9203">
                  <c:v>9203</c:v>
                </c:pt>
                <c:pt idx="9204">
                  <c:v>9204</c:v>
                </c:pt>
                <c:pt idx="9205">
                  <c:v>9205</c:v>
                </c:pt>
                <c:pt idx="9206">
                  <c:v>9206</c:v>
                </c:pt>
                <c:pt idx="9207">
                  <c:v>9207</c:v>
                </c:pt>
                <c:pt idx="9208">
                  <c:v>9208</c:v>
                </c:pt>
                <c:pt idx="9209">
                  <c:v>9209</c:v>
                </c:pt>
                <c:pt idx="9210">
                  <c:v>9210</c:v>
                </c:pt>
                <c:pt idx="9211">
                  <c:v>9211</c:v>
                </c:pt>
                <c:pt idx="9212">
                  <c:v>9212</c:v>
                </c:pt>
                <c:pt idx="9213">
                  <c:v>9213</c:v>
                </c:pt>
                <c:pt idx="9214">
                  <c:v>9214</c:v>
                </c:pt>
                <c:pt idx="9215">
                  <c:v>9215</c:v>
                </c:pt>
                <c:pt idx="9216">
                  <c:v>9216</c:v>
                </c:pt>
                <c:pt idx="9217">
                  <c:v>9217</c:v>
                </c:pt>
                <c:pt idx="9218">
                  <c:v>9218</c:v>
                </c:pt>
                <c:pt idx="9219">
                  <c:v>9219</c:v>
                </c:pt>
                <c:pt idx="9220">
                  <c:v>9220</c:v>
                </c:pt>
                <c:pt idx="9221">
                  <c:v>9221</c:v>
                </c:pt>
                <c:pt idx="9222">
                  <c:v>9222</c:v>
                </c:pt>
                <c:pt idx="9223">
                  <c:v>9223</c:v>
                </c:pt>
                <c:pt idx="9224">
                  <c:v>9224</c:v>
                </c:pt>
                <c:pt idx="9225">
                  <c:v>9225</c:v>
                </c:pt>
                <c:pt idx="9226">
                  <c:v>9226</c:v>
                </c:pt>
                <c:pt idx="9227">
                  <c:v>9227</c:v>
                </c:pt>
                <c:pt idx="9228">
                  <c:v>9228</c:v>
                </c:pt>
                <c:pt idx="9229">
                  <c:v>9229</c:v>
                </c:pt>
                <c:pt idx="9230">
                  <c:v>9230</c:v>
                </c:pt>
                <c:pt idx="9231">
                  <c:v>9231</c:v>
                </c:pt>
                <c:pt idx="9232">
                  <c:v>9232</c:v>
                </c:pt>
                <c:pt idx="9233">
                  <c:v>9233</c:v>
                </c:pt>
                <c:pt idx="9234">
                  <c:v>9234</c:v>
                </c:pt>
                <c:pt idx="9235">
                  <c:v>9235</c:v>
                </c:pt>
                <c:pt idx="9236">
                  <c:v>9236</c:v>
                </c:pt>
                <c:pt idx="9237">
                  <c:v>9237</c:v>
                </c:pt>
                <c:pt idx="9238">
                  <c:v>9238</c:v>
                </c:pt>
                <c:pt idx="9239">
                  <c:v>9239</c:v>
                </c:pt>
                <c:pt idx="9240">
                  <c:v>9240</c:v>
                </c:pt>
                <c:pt idx="9241">
                  <c:v>9241</c:v>
                </c:pt>
                <c:pt idx="9242">
                  <c:v>9242</c:v>
                </c:pt>
                <c:pt idx="9243">
                  <c:v>9243</c:v>
                </c:pt>
                <c:pt idx="9244">
                  <c:v>9244</c:v>
                </c:pt>
                <c:pt idx="9245">
                  <c:v>9245</c:v>
                </c:pt>
                <c:pt idx="9246">
                  <c:v>9246</c:v>
                </c:pt>
                <c:pt idx="9247">
                  <c:v>9247</c:v>
                </c:pt>
                <c:pt idx="9248">
                  <c:v>9248</c:v>
                </c:pt>
                <c:pt idx="9249">
                  <c:v>9249</c:v>
                </c:pt>
                <c:pt idx="9250">
                  <c:v>9250</c:v>
                </c:pt>
                <c:pt idx="9251">
                  <c:v>9251</c:v>
                </c:pt>
                <c:pt idx="9252">
                  <c:v>9252</c:v>
                </c:pt>
                <c:pt idx="9253">
                  <c:v>9253</c:v>
                </c:pt>
                <c:pt idx="9254">
                  <c:v>9254</c:v>
                </c:pt>
                <c:pt idx="9255">
                  <c:v>9255</c:v>
                </c:pt>
                <c:pt idx="9256">
                  <c:v>9256</c:v>
                </c:pt>
                <c:pt idx="9257">
                  <c:v>9257</c:v>
                </c:pt>
                <c:pt idx="9258">
                  <c:v>9258</c:v>
                </c:pt>
                <c:pt idx="9259">
                  <c:v>9259</c:v>
                </c:pt>
                <c:pt idx="9260">
                  <c:v>9260</c:v>
                </c:pt>
                <c:pt idx="9261">
                  <c:v>9261</c:v>
                </c:pt>
                <c:pt idx="9262">
                  <c:v>9262</c:v>
                </c:pt>
                <c:pt idx="9263">
                  <c:v>9263</c:v>
                </c:pt>
                <c:pt idx="9264">
                  <c:v>9264</c:v>
                </c:pt>
                <c:pt idx="9265">
                  <c:v>9265</c:v>
                </c:pt>
                <c:pt idx="9266">
                  <c:v>9266</c:v>
                </c:pt>
                <c:pt idx="9267">
                  <c:v>9267</c:v>
                </c:pt>
                <c:pt idx="9268">
                  <c:v>9268</c:v>
                </c:pt>
                <c:pt idx="9269">
                  <c:v>9269</c:v>
                </c:pt>
                <c:pt idx="9270">
                  <c:v>9270</c:v>
                </c:pt>
                <c:pt idx="9271">
                  <c:v>9271</c:v>
                </c:pt>
                <c:pt idx="9272">
                  <c:v>9272</c:v>
                </c:pt>
                <c:pt idx="9273">
                  <c:v>9273</c:v>
                </c:pt>
                <c:pt idx="9274">
                  <c:v>9274</c:v>
                </c:pt>
                <c:pt idx="9275">
                  <c:v>9275</c:v>
                </c:pt>
                <c:pt idx="9276">
                  <c:v>9276</c:v>
                </c:pt>
                <c:pt idx="9277">
                  <c:v>9277</c:v>
                </c:pt>
                <c:pt idx="9278">
                  <c:v>9278</c:v>
                </c:pt>
                <c:pt idx="9279">
                  <c:v>9279</c:v>
                </c:pt>
                <c:pt idx="9280">
                  <c:v>9280</c:v>
                </c:pt>
                <c:pt idx="9281">
                  <c:v>9281</c:v>
                </c:pt>
                <c:pt idx="9282">
                  <c:v>9282</c:v>
                </c:pt>
                <c:pt idx="9283">
                  <c:v>9283</c:v>
                </c:pt>
                <c:pt idx="9284">
                  <c:v>9284</c:v>
                </c:pt>
                <c:pt idx="9285">
                  <c:v>9285</c:v>
                </c:pt>
                <c:pt idx="9286">
                  <c:v>9286</c:v>
                </c:pt>
                <c:pt idx="9287">
                  <c:v>9287</c:v>
                </c:pt>
                <c:pt idx="9288">
                  <c:v>9288</c:v>
                </c:pt>
                <c:pt idx="9289">
                  <c:v>9289</c:v>
                </c:pt>
                <c:pt idx="9290">
                  <c:v>9290</c:v>
                </c:pt>
                <c:pt idx="9291">
                  <c:v>9291</c:v>
                </c:pt>
                <c:pt idx="9292">
                  <c:v>9292</c:v>
                </c:pt>
                <c:pt idx="9293">
                  <c:v>9293</c:v>
                </c:pt>
                <c:pt idx="9294">
                  <c:v>9294</c:v>
                </c:pt>
                <c:pt idx="9295">
                  <c:v>9295</c:v>
                </c:pt>
                <c:pt idx="9296">
                  <c:v>9296</c:v>
                </c:pt>
                <c:pt idx="9297">
                  <c:v>9297</c:v>
                </c:pt>
                <c:pt idx="9298">
                  <c:v>9298</c:v>
                </c:pt>
                <c:pt idx="9299">
                  <c:v>9299</c:v>
                </c:pt>
                <c:pt idx="9300">
                  <c:v>9300</c:v>
                </c:pt>
                <c:pt idx="9301">
                  <c:v>9301</c:v>
                </c:pt>
                <c:pt idx="9302">
                  <c:v>9302</c:v>
                </c:pt>
                <c:pt idx="9303">
                  <c:v>9303</c:v>
                </c:pt>
                <c:pt idx="9304">
                  <c:v>9304</c:v>
                </c:pt>
                <c:pt idx="9305">
                  <c:v>9305</c:v>
                </c:pt>
                <c:pt idx="9306">
                  <c:v>9306</c:v>
                </c:pt>
                <c:pt idx="9307">
                  <c:v>9307</c:v>
                </c:pt>
                <c:pt idx="9308">
                  <c:v>9308</c:v>
                </c:pt>
                <c:pt idx="9309">
                  <c:v>9309</c:v>
                </c:pt>
                <c:pt idx="9310">
                  <c:v>9310</c:v>
                </c:pt>
                <c:pt idx="9311">
                  <c:v>9311</c:v>
                </c:pt>
                <c:pt idx="9312">
                  <c:v>9312</c:v>
                </c:pt>
                <c:pt idx="9313">
                  <c:v>9313</c:v>
                </c:pt>
                <c:pt idx="9314">
                  <c:v>9314</c:v>
                </c:pt>
                <c:pt idx="9315">
                  <c:v>9315</c:v>
                </c:pt>
                <c:pt idx="9316">
                  <c:v>9316</c:v>
                </c:pt>
                <c:pt idx="9317">
                  <c:v>9317</c:v>
                </c:pt>
                <c:pt idx="9318">
                  <c:v>9318</c:v>
                </c:pt>
                <c:pt idx="9319">
                  <c:v>9319</c:v>
                </c:pt>
                <c:pt idx="9320">
                  <c:v>9320</c:v>
                </c:pt>
                <c:pt idx="9321">
                  <c:v>9321</c:v>
                </c:pt>
                <c:pt idx="9322">
                  <c:v>9322</c:v>
                </c:pt>
                <c:pt idx="9323">
                  <c:v>9323</c:v>
                </c:pt>
                <c:pt idx="9324">
                  <c:v>9324</c:v>
                </c:pt>
                <c:pt idx="9325">
                  <c:v>9325</c:v>
                </c:pt>
                <c:pt idx="9326">
                  <c:v>9326</c:v>
                </c:pt>
                <c:pt idx="9327">
                  <c:v>9327</c:v>
                </c:pt>
                <c:pt idx="9328">
                  <c:v>9328</c:v>
                </c:pt>
                <c:pt idx="9329">
                  <c:v>9329</c:v>
                </c:pt>
                <c:pt idx="9330">
                  <c:v>9330</c:v>
                </c:pt>
                <c:pt idx="9331">
                  <c:v>9331</c:v>
                </c:pt>
                <c:pt idx="9332">
                  <c:v>9332</c:v>
                </c:pt>
                <c:pt idx="9333">
                  <c:v>9333</c:v>
                </c:pt>
                <c:pt idx="9334">
                  <c:v>9334</c:v>
                </c:pt>
                <c:pt idx="9335">
                  <c:v>9335</c:v>
                </c:pt>
                <c:pt idx="9336">
                  <c:v>9336</c:v>
                </c:pt>
                <c:pt idx="9337">
                  <c:v>9337</c:v>
                </c:pt>
                <c:pt idx="9338">
                  <c:v>9338</c:v>
                </c:pt>
                <c:pt idx="9339">
                  <c:v>9339</c:v>
                </c:pt>
                <c:pt idx="9340">
                  <c:v>9340</c:v>
                </c:pt>
                <c:pt idx="9341">
                  <c:v>9341</c:v>
                </c:pt>
                <c:pt idx="9342">
                  <c:v>9342</c:v>
                </c:pt>
                <c:pt idx="9343">
                  <c:v>9343</c:v>
                </c:pt>
                <c:pt idx="9344">
                  <c:v>9344</c:v>
                </c:pt>
                <c:pt idx="9345">
                  <c:v>9345</c:v>
                </c:pt>
                <c:pt idx="9346">
                  <c:v>9346</c:v>
                </c:pt>
                <c:pt idx="9347">
                  <c:v>9347</c:v>
                </c:pt>
                <c:pt idx="9348">
                  <c:v>9348</c:v>
                </c:pt>
                <c:pt idx="9349">
                  <c:v>9349</c:v>
                </c:pt>
                <c:pt idx="9350">
                  <c:v>9350</c:v>
                </c:pt>
                <c:pt idx="9351">
                  <c:v>9351</c:v>
                </c:pt>
                <c:pt idx="9352">
                  <c:v>9352</c:v>
                </c:pt>
                <c:pt idx="9353">
                  <c:v>9353</c:v>
                </c:pt>
                <c:pt idx="9354">
                  <c:v>9354</c:v>
                </c:pt>
                <c:pt idx="9355">
                  <c:v>9355</c:v>
                </c:pt>
                <c:pt idx="9356">
                  <c:v>9356</c:v>
                </c:pt>
                <c:pt idx="9357">
                  <c:v>9357</c:v>
                </c:pt>
                <c:pt idx="9358">
                  <c:v>9358</c:v>
                </c:pt>
                <c:pt idx="9359">
                  <c:v>9359</c:v>
                </c:pt>
                <c:pt idx="9360">
                  <c:v>9360</c:v>
                </c:pt>
                <c:pt idx="9361">
                  <c:v>9361</c:v>
                </c:pt>
                <c:pt idx="9362">
                  <c:v>9362</c:v>
                </c:pt>
                <c:pt idx="9363">
                  <c:v>9363</c:v>
                </c:pt>
                <c:pt idx="9364">
                  <c:v>9364</c:v>
                </c:pt>
                <c:pt idx="9365">
                  <c:v>9365</c:v>
                </c:pt>
                <c:pt idx="9366">
                  <c:v>9366</c:v>
                </c:pt>
                <c:pt idx="9367">
                  <c:v>9367</c:v>
                </c:pt>
                <c:pt idx="9368">
                  <c:v>9368</c:v>
                </c:pt>
                <c:pt idx="9369">
                  <c:v>9369</c:v>
                </c:pt>
                <c:pt idx="9370">
                  <c:v>9370</c:v>
                </c:pt>
                <c:pt idx="9371">
                  <c:v>9371</c:v>
                </c:pt>
                <c:pt idx="9372">
                  <c:v>9372</c:v>
                </c:pt>
                <c:pt idx="9373">
                  <c:v>9373</c:v>
                </c:pt>
                <c:pt idx="9374">
                  <c:v>9374</c:v>
                </c:pt>
                <c:pt idx="9375">
                  <c:v>9375</c:v>
                </c:pt>
                <c:pt idx="9376">
                  <c:v>9376</c:v>
                </c:pt>
                <c:pt idx="9377">
                  <c:v>9377</c:v>
                </c:pt>
                <c:pt idx="9378">
                  <c:v>9378</c:v>
                </c:pt>
                <c:pt idx="9379">
                  <c:v>9379</c:v>
                </c:pt>
                <c:pt idx="9380">
                  <c:v>9380</c:v>
                </c:pt>
                <c:pt idx="9381">
                  <c:v>9381</c:v>
                </c:pt>
                <c:pt idx="9382">
                  <c:v>9382</c:v>
                </c:pt>
                <c:pt idx="9383">
                  <c:v>9383</c:v>
                </c:pt>
                <c:pt idx="9384">
                  <c:v>9384</c:v>
                </c:pt>
                <c:pt idx="9385">
                  <c:v>9385</c:v>
                </c:pt>
                <c:pt idx="9386">
                  <c:v>9386</c:v>
                </c:pt>
                <c:pt idx="9387">
                  <c:v>9387</c:v>
                </c:pt>
                <c:pt idx="9388">
                  <c:v>9388</c:v>
                </c:pt>
                <c:pt idx="9389">
                  <c:v>9389</c:v>
                </c:pt>
                <c:pt idx="9390">
                  <c:v>9390</c:v>
                </c:pt>
                <c:pt idx="9391">
                  <c:v>9391</c:v>
                </c:pt>
                <c:pt idx="9392">
                  <c:v>9392</c:v>
                </c:pt>
                <c:pt idx="9393">
                  <c:v>9393</c:v>
                </c:pt>
                <c:pt idx="9394">
                  <c:v>9394</c:v>
                </c:pt>
                <c:pt idx="9395">
                  <c:v>9395</c:v>
                </c:pt>
                <c:pt idx="9396">
                  <c:v>9396</c:v>
                </c:pt>
                <c:pt idx="9397">
                  <c:v>9397</c:v>
                </c:pt>
                <c:pt idx="9398">
                  <c:v>9398</c:v>
                </c:pt>
                <c:pt idx="9399">
                  <c:v>9399</c:v>
                </c:pt>
                <c:pt idx="9400">
                  <c:v>9400</c:v>
                </c:pt>
                <c:pt idx="9401">
                  <c:v>9401</c:v>
                </c:pt>
                <c:pt idx="9402">
                  <c:v>9402</c:v>
                </c:pt>
                <c:pt idx="9403">
                  <c:v>9403</c:v>
                </c:pt>
                <c:pt idx="9404">
                  <c:v>9404</c:v>
                </c:pt>
                <c:pt idx="9405">
                  <c:v>9405</c:v>
                </c:pt>
                <c:pt idx="9406">
                  <c:v>9406</c:v>
                </c:pt>
                <c:pt idx="9407">
                  <c:v>9407</c:v>
                </c:pt>
                <c:pt idx="9408">
                  <c:v>9408</c:v>
                </c:pt>
                <c:pt idx="9409">
                  <c:v>9409</c:v>
                </c:pt>
                <c:pt idx="9410">
                  <c:v>9410</c:v>
                </c:pt>
                <c:pt idx="9411">
                  <c:v>9411</c:v>
                </c:pt>
                <c:pt idx="9412">
                  <c:v>9412</c:v>
                </c:pt>
                <c:pt idx="9413">
                  <c:v>9413</c:v>
                </c:pt>
                <c:pt idx="9414">
                  <c:v>9414</c:v>
                </c:pt>
                <c:pt idx="9415">
                  <c:v>9415</c:v>
                </c:pt>
                <c:pt idx="9416">
                  <c:v>9416</c:v>
                </c:pt>
                <c:pt idx="9417">
                  <c:v>9417</c:v>
                </c:pt>
                <c:pt idx="9418">
                  <c:v>9418</c:v>
                </c:pt>
                <c:pt idx="9419">
                  <c:v>9419</c:v>
                </c:pt>
                <c:pt idx="9420">
                  <c:v>9420</c:v>
                </c:pt>
                <c:pt idx="9421">
                  <c:v>9421</c:v>
                </c:pt>
                <c:pt idx="9422">
                  <c:v>9422</c:v>
                </c:pt>
                <c:pt idx="9423">
                  <c:v>9423</c:v>
                </c:pt>
                <c:pt idx="9424">
                  <c:v>9424</c:v>
                </c:pt>
                <c:pt idx="9425">
                  <c:v>9425</c:v>
                </c:pt>
                <c:pt idx="9426">
                  <c:v>9426</c:v>
                </c:pt>
                <c:pt idx="9427">
                  <c:v>9427</c:v>
                </c:pt>
                <c:pt idx="9428">
                  <c:v>9428</c:v>
                </c:pt>
                <c:pt idx="9429">
                  <c:v>9429</c:v>
                </c:pt>
                <c:pt idx="9430">
                  <c:v>9430</c:v>
                </c:pt>
                <c:pt idx="9431">
                  <c:v>9431</c:v>
                </c:pt>
                <c:pt idx="9432">
                  <c:v>9432</c:v>
                </c:pt>
                <c:pt idx="9433">
                  <c:v>9433</c:v>
                </c:pt>
                <c:pt idx="9434">
                  <c:v>9434</c:v>
                </c:pt>
                <c:pt idx="9435">
                  <c:v>9435</c:v>
                </c:pt>
                <c:pt idx="9436">
                  <c:v>9436</c:v>
                </c:pt>
                <c:pt idx="9437">
                  <c:v>9437</c:v>
                </c:pt>
                <c:pt idx="9438">
                  <c:v>9438</c:v>
                </c:pt>
                <c:pt idx="9439">
                  <c:v>9439</c:v>
                </c:pt>
                <c:pt idx="9440">
                  <c:v>9440</c:v>
                </c:pt>
                <c:pt idx="9441">
                  <c:v>9441</c:v>
                </c:pt>
                <c:pt idx="9442">
                  <c:v>9442</c:v>
                </c:pt>
                <c:pt idx="9443">
                  <c:v>9443</c:v>
                </c:pt>
                <c:pt idx="9444">
                  <c:v>9444</c:v>
                </c:pt>
                <c:pt idx="9445">
                  <c:v>9445</c:v>
                </c:pt>
                <c:pt idx="9446">
                  <c:v>9446</c:v>
                </c:pt>
                <c:pt idx="9447">
                  <c:v>9447</c:v>
                </c:pt>
                <c:pt idx="9448">
                  <c:v>9448</c:v>
                </c:pt>
                <c:pt idx="9449">
                  <c:v>9449</c:v>
                </c:pt>
                <c:pt idx="9450">
                  <c:v>9450</c:v>
                </c:pt>
                <c:pt idx="9451">
                  <c:v>9451</c:v>
                </c:pt>
                <c:pt idx="9452">
                  <c:v>9452</c:v>
                </c:pt>
                <c:pt idx="9453">
                  <c:v>9453</c:v>
                </c:pt>
                <c:pt idx="9454">
                  <c:v>9454</c:v>
                </c:pt>
                <c:pt idx="9455">
                  <c:v>9455</c:v>
                </c:pt>
                <c:pt idx="9456">
                  <c:v>9456</c:v>
                </c:pt>
                <c:pt idx="9457">
                  <c:v>9457</c:v>
                </c:pt>
                <c:pt idx="9458">
                  <c:v>9458</c:v>
                </c:pt>
                <c:pt idx="9459">
                  <c:v>9459</c:v>
                </c:pt>
                <c:pt idx="9460">
                  <c:v>9460</c:v>
                </c:pt>
                <c:pt idx="9461">
                  <c:v>9461</c:v>
                </c:pt>
                <c:pt idx="9462">
                  <c:v>9462</c:v>
                </c:pt>
                <c:pt idx="9463">
                  <c:v>9463</c:v>
                </c:pt>
                <c:pt idx="9464">
                  <c:v>9464</c:v>
                </c:pt>
                <c:pt idx="9465">
                  <c:v>9465</c:v>
                </c:pt>
                <c:pt idx="9466">
                  <c:v>9466</c:v>
                </c:pt>
                <c:pt idx="9467">
                  <c:v>9467</c:v>
                </c:pt>
                <c:pt idx="9468">
                  <c:v>9468</c:v>
                </c:pt>
                <c:pt idx="9469">
                  <c:v>9469</c:v>
                </c:pt>
                <c:pt idx="9470">
                  <c:v>9470</c:v>
                </c:pt>
                <c:pt idx="9471">
                  <c:v>9471</c:v>
                </c:pt>
                <c:pt idx="9472">
                  <c:v>9472</c:v>
                </c:pt>
                <c:pt idx="9473">
                  <c:v>9473</c:v>
                </c:pt>
                <c:pt idx="9474">
                  <c:v>9474</c:v>
                </c:pt>
                <c:pt idx="9475">
                  <c:v>9475</c:v>
                </c:pt>
                <c:pt idx="9476">
                  <c:v>9476</c:v>
                </c:pt>
                <c:pt idx="9477">
                  <c:v>9477</c:v>
                </c:pt>
                <c:pt idx="9478">
                  <c:v>9478</c:v>
                </c:pt>
                <c:pt idx="9479">
                  <c:v>9479</c:v>
                </c:pt>
                <c:pt idx="9480">
                  <c:v>9480</c:v>
                </c:pt>
                <c:pt idx="9481">
                  <c:v>9481</c:v>
                </c:pt>
                <c:pt idx="9482">
                  <c:v>9482</c:v>
                </c:pt>
                <c:pt idx="9483">
                  <c:v>9483</c:v>
                </c:pt>
                <c:pt idx="9484">
                  <c:v>9484</c:v>
                </c:pt>
                <c:pt idx="9485">
                  <c:v>9485</c:v>
                </c:pt>
                <c:pt idx="9486">
                  <c:v>9486</c:v>
                </c:pt>
                <c:pt idx="9487">
                  <c:v>9487</c:v>
                </c:pt>
                <c:pt idx="9488">
                  <c:v>9488</c:v>
                </c:pt>
                <c:pt idx="9489">
                  <c:v>9489</c:v>
                </c:pt>
                <c:pt idx="9490">
                  <c:v>9490</c:v>
                </c:pt>
                <c:pt idx="9491">
                  <c:v>9491</c:v>
                </c:pt>
                <c:pt idx="9492">
                  <c:v>9492</c:v>
                </c:pt>
                <c:pt idx="9493">
                  <c:v>9493</c:v>
                </c:pt>
                <c:pt idx="9494">
                  <c:v>9494</c:v>
                </c:pt>
                <c:pt idx="9495">
                  <c:v>9495</c:v>
                </c:pt>
                <c:pt idx="9496">
                  <c:v>9496</c:v>
                </c:pt>
                <c:pt idx="9497">
                  <c:v>9497</c:v>
                </c:pt>
                <c:pt idx="9498">
                  <c:v>9498</c:v>
                </c:pt>
                <c:pt idx="9499">
                  <c:v>9499</c:v>
                </c:pt>
                <c:pt idx="9500">
                  <c:v>9500</c:v>
                </c:pt>
                <c:pt idx="9501">
                  <c:v>9501</c:v>
                </c:pt>
                <c:pt idx="9502">
                  <c:v>9502</c:v>
                </c:pt>
                <c:pt idx="9503">
                  <c:v>9503</c:v>
                </c:pt>
                <c:pt idx="9504">
                  <c:v>9504</c:v>
                </c:pt>
                <c:pt idx="9505">
                  <c:v>9505</c:v>
                </c:pt>
                <c:pt idx="9506">
                  <c:v>9506</c:v>
                </c:pt>
                <c:pt idx="9507">
                  <c:v>9507</c:v>
                </c:pt>
                <c:pt idx="9508">
                  <c:v>9508</c:v>
                </c:pt>
                <c:pt idx="9509">
                  <c:v>9509</c:v>
                </c:pt>
                <c:pt idx="9510">
                  <c:v>9510</c:v>
                </c:pt>
                <c:pt idx="9511">
                  <c:v>9511</c:v>
                </c:pt>
                <c:pt idx="9512">
                  <c:v>9512</c:v>
                </c:pt>
                <c:pt idx="9513">
                  <c:v>9513</c:v>
                </c:pt>
                <c:pt idx="9514">
                  <c:v>9514</c:v>
                </c:pt>
                <c:pt idx="9515">
                  <c:v>9515</c:v>
                </c:pt>
                <c:pt idx="9516">
                  <c:v>9516</c:v>
                </c:pt>
                <c:pt idx="9517">
                  <c:v>9517</c:v>
                </c:pt>
                <c:pt idx="9518">
                  <c:v>9518</c:v>
                </c:pt>
                <c:pt idx="9519">
                  <c:v>9519</c:v>
                </c:pt>
                <c:pt idx="9520">
                  <c:v>9520</c:v>
                </c:pt>
                <c:pt idx="9521">
                  <c:v>9521</c:v>
                </c:pt>
                <c:pt idx="9522">
                  <c:v>9522</c:v>
                </c:pt>
                <c:pt idx="9523">
                  <c:v>9523</c:v>
                </c:pt>
                <c:pt idx="9524">
                  <c:v>9524</c:v>
                </c:pt>
                <c:pt idx="9525">
                  <c:v>9525</c:v>
                </c:pt>
                <c:pt idx="9526">
                  <c:v>9526</c:v>
                </c:pt>
                <c:pt idx="9527">
                  <c:v>9527</c:v>
                </c:pt>
                <c:pt idx="9528">
                  <c:v>9528</c:v>
                </c:pt>
                <c:pt idx="9529">
                  <c:v>9529</c:v>
                </c:pt>
                <c:pt idx="9530">
                  <c:v>9530</c:v>
                </c:pt>
                <c:pt idx="9531">
                  <c:v>9531</c:v>
                </c:pt>
                <c:pt idx="9532">
                  <c:v>9532</c:v>
                </c:pt>
                <c:pt idx="9533">
                  <c:v>9533</c:v>
                </c:pt>
                <c:pt idx="9534">
                  <c:v>9534</c:v>
                </c:pt>
                <c:pt idx="9535">
                  <c:v>9535</c:v>
                </c:pt>
                <c:pt idx="9536">
                  <c:v>9536</c:v>
                </c:pt>
                <c:pt idx="9537">
                  <c:v>9537</c:v>
                </c:pt>
                <c:pt idx="9538">
                  <c:v>9538</c:v>
                </c:pt>
                <c:pt idx="9539">
                  <c:v>9539</c:v>
                </c:pt>
                <c:pt idx="9540">
                  <c:v>9540</c:v>
                </c:pt>
                <c:pt idx="9541">
                  <c:v>9541</c:v>
                </c:pt>
                <c:pt idx="9542">
                  <c:v>9542</c:v>
                </c:pt>
                <c:pt idx="9543">
                  <c:v>9543</c:v>
                </c:pt>
                <c:pt idx="9544">
                  <c:v>9544</c:v>
                </c:pt>
                <c:pt idx="9545">
                  <c:v>9545</c:v>
                </c:pt>
                <c:pt idx="9546">
                  <c:v>9546</c:v>
                </c:pt>
                <c:pt idx="9547">
                  <c:v>9547</c:v>
                </c:pt>
                <c:pt idx="9548">
                  <c:v>9548</c:v>
                </c:pt>
                <c:pt idx="9549">
                  <c:v>9549</c:v>
                </c:pt>
                <c:pt idx="9550">
                  <c:v>9550</c:v>
                </c:pt>
                <c:pt idx="9551">
                  <c:v>9551</c:v>
                </c:pt>
                <c:pt idx="9552">
                  <c:v>9552</c:v>
                </c:pt>
                <c:pt idx="9553">
                  <c:v>9553</c:v>
                </c:pt>
                <c:pt idx="9554">
                  <c:v>9554</c:v>
                </c:pt>
                <c:pt idx="9555">
                  <c:v>9555</c:v>
                </c:pt>
                <c:pt idx="9556">
                  <c:v>9556</c:v>
                </c:pt>
                <c:pt idx="9557">
                  <c:v>9557</c:v>
                </c:pt>
                <c:pt idx="9558">
                  <c:v>9558</c:v>
                </c:pt>
                <c:pt idx="9559">
                  <c:v>9559</c:v>
                </c:pt>
                <c:pt idx="9560">
                  <c:v>9560</c:v>
                </c:pt>
                <c:pt idx="9561">
                  <c:v>9561</c:v>
                </c:pt>
                <c:pt idx="9562">
                  <c:v>9562</c:v>
                </c:pt>
                <c:pt idx="9563">
                  <c:v>9563</c:v>
                </c:pt>
                <c:pt idx="9564">
                  <c:v>9564</c:v>
                </c:pt>
                <c:pt idx="9565">
                  <c:v>9565</c:v>
                </c:pt>
                <c:pt idx="9566">
                  <c:v>9566</c:v>
                </c:pt>
                <c:pt idx="9567">
                  <c:v>9567</c:v>
                </c:pt>
                <c:pt idx="9568">
                  <c:v>9568</c:v>
                </c:pt>
                <c:pt idx="9569">
                  <c:v>9569</c:v>
                </c:pt>
                <c:pt idx="9570">
                  <c:v>9570</c:v>
                </c:pt>
                <c:pt idx="9571">
                  <c:v>9571</c:v>
                </c:pt>
                <c:pt idx="9572">
                  <c:v>9572</c:v>
                </c:pt>
                <c:pt idx="9573">
                  <c:v>9573</c:v>
                </c:pt>
                <c:pt idx="9574">
                  <c:v>9574</c:v>
                </c:pt>
                <c:pt idx="9575">
                  <c:v>9575</c:v>
                </c:pt>
                <c:pt idx="9576">
                  <c:v>9576</c:v>
                </c:pt>
                <c:pt idx="9577">
                  <c:v>9577</c:v>
                </c:pt>
                <c:pt idx="9578">
                  <c:v>9578</c:v>
                </c:pt>
                <c:pt idx="9579">
                  <c:v>9579</c:v>
                </c:pt>
                <c:pt idx="9580">
                  <c:v>9580</c:v>
                </c:pt>
                <c:pt idx="9581">
                  <c:v>9581</c:v>
                </c:pt>
                <c:pt idx="9582">
                  <c:v>9582</c:v>
                </c:pt>
                <c:pt idx="9583">
                  <c:v>9583</c:v>
                </c:pt>
                <c:pt idx="9584">
                  <c:v>9584</c:v>
                </c:pt>
                <c:pt idx="9585">
                  <c:v>9585</c:v>
                </c:pt>
                <c:pt idx="9586">
                  <c:v>9586</c:v>
                </c:pt>
                <c:pt idx="9587">
                  <c:v>9587</c:v>
                </c:pt>
                <c:pt idx="9588">
                  <c:v>9588</c:v>
                </c:pt>
                <c:pt idx="9589">
                  <c:v>9589</c:v>
                </c:pt>
                <c:pt idx="9590">
                  <c:v>9590</c:v>
                </c:pt>
                <c:pt idx="9591">
                  <c:v>9591</c:v>
                </c:pt>
                <c:pt idx="9592">
                  <c:v>9592</c:v>
                </c:pt>
                <c:pt idx="9593">
                  <c:v>9593</c:v>
                </c:pt>
                <c:pt idx="9594">
                  <c:v>9594</c:v>
                </c:pt>
                <c:pt idx="9595">
                  <c:v>9595</c:v>
                </c:pt>
                <c:pt idx="9596">
                  <c:v>9596</c:v>
                </c:pt>
                <c:pt idx="9597">
                  <c:v>9597</c:v>
                </c:pt>
                <c:pt idx="9598">
                  <c:v>9598</c:v>
                </c:pt>
                <c:pt idx="9599">
                  <c:v>9599</c:v>
                </c:pt>
                <c:pt idx="9600">
                  <c:v>9600</c:v>
                </c:pt>
                <c:pt idx="9601">
                  <c:v>9601</c:v>
                </c:pt>
                <c:pt idx="9602">
                  <c:v>9602</c:v>
                </c:pt>
                <c:pt idx="9603">
                  <c:v>9603</c:v>
                </c:pt>
                <c:pt idx="9604">
                  <c:v>9604</c:v>
                </c:pt>
                <c:pt idx="9605">
                  <c:v>9605</c:v>
                </c:pt>
                <c:pt idx="9606">
                  <c:v>9606</c:v>
                </c:pt>
                <c:pt idx="9607">
                  <c:v>9607</c:v>
                </c:pt>
                <c:pt idx="9608">
                  <c:v>9608</c:v>
                </c:pt>
                <c:pt idx="9609">
                  <c:v>9609</c:v>
                </c:pt>
                <c:pt idx="9610">
                  <c:v>9610</c:v>
                </c:pt>
                <c:pt idx="9611">
                  <c:v>9611</c:v>
                </c:pt>
                <c:pt idx="9612">
                  <c:v>9612</c:v>
                </c:pt>
                <c:pt idx="9613">
                  <c:v>9613</c:v>
                </c:pt>
                <c:pt idx="9614">
                  <c:v>9614</c:v>
                </c:pt>
                <c:pt idx="9615">
                  <c:v>9615</c:v>
                </c:pt>
                <c:pt idx="9616">
                  <c:v>9616</c:v>
                </c:pt>
                <c:pt idx="9617">
                  <c:v>9617</c:v>
                </c:pt>
                <c:pt idx="9618">
                  <c:v>9618</c:v>
                </c:pt>
                <c:pt idx="9619">
                  <c:v>9619</c:v>
                </c:pt>
                <c:pt idx="9620">
                  <c:v>9620</c:v>
                </c:pt>
                <c:pt idx="9621">
                  <c:v>9621</c:v>
                </c:pt>
                <c:pt idx="9622">
                  <c:v>9622</c:v>
                </c:pt>
                <c:pt idx="9623">
                  <c:v>9623</c:v>
                </c:pt>
                <c:pt idx="9624">
                  <c:v>9624</c:v>
                </c:pt>
                <c:pt idx="9625">
                  <c:v>9625</c:v>
                </c:pt>
                <c:pt idx="9626">
                  <c:v>9626</c:v>
                </c:pt>
                <c:pt idx="9627">
                  <c:v>9627</c:v>
                </c:pt>
                <c:pt idx="9628">
                  <c:v>9628</c:v>
                </c:pt>
                <c:pt idx="9629">
                  <c:v>9629</c:v>
                </c:pt>
                <c:pt idx="9630">
                  <c:v>9630</c:v>
                </c:pt>
                <c:pt idx="9631">
                  <c:v>9631</c:v>
                </c:pt>
                <c:pt idx="9632">
                  <c:v>9632</c:v>
                </c:pt>
                <c:pt idx="9633">
                  <c:v>9633</c:v>
                </c:pt>
                <c:pt idx="9634">
                  <c:v>9634</c:v>
                </c:pt>
                <c:pt idx="9635">
                  <c:v>9635</c:v>
                </c:pt>
                <c:pt idx="9636">
                  <c:v>9636</c:v>
                </c:pt>
                <c:pt idx="9637">
                  <c:v>9637</c:v>
                </c:pt>
                <c:pt idx="9638">
                  <c:v>9638</c:v>
                </c:pt>
                <c:pt idx="9639">
                  <c:v>9639</c:v>
                </c:pt>
                <c:pt idx="9640">
                  <c:v>9640</c:v>
                </c:pt>
                <c:pt idx="9641">
                  <c:v>9641</c:v>
                </c:pt>
                <c:pt idx="9642">
                  <c:v>9642</c:v>
                </c:pt>
                <c:pt idx="9643">
                  <c:v>9643</c:v>
                </c:pt>
                <c:pt idx="9644">
                  <c:v>9644</c:v>
                </c:pt>
                <c:pt idx="9645">
                  <c:v>9645</c:v>
                </c:pt>
                <c:pt idx="9646">
                  <c:v>9646</c:v>
                </c:pt>
                <c:pt idx="9647">
                  <c:v>9647</c:v>
                </c:pt>
                <c:pt idx="9648">
                  <c:v>9648</c:v>
                </c:pt>
                <c:pt idx="9649">
                  <c:v>9649</c:v>
                </c:pt>
                <c:pt idx="9650">
                  <c:v>9650</c:v>
                </c:pt>
                <c:pt idx="9651">
                  <c:v>9651</c:v>
                </c:pt>
                <c:pt idx="9652">
                  <c:v>9652</c:v>
                </c:pt>
                <c:pt idx="9653">
                  <c:v>9653</c:v>
                </c:pt>
                <c:pt idx="9654">
                  <c:v>9654</c:v>
                </c:pt>
                <c:pt idx="9655">
                  <c:v>9655</c:v>
                </c:pt>
                <c:pt idx="9656">
                  <c:v>9656</c:v>
                </c:pt>
                <c:pt idx="9657">
                  <c:v>9657</c:v>
                </c:pt>
                <c:pt idx="9658">
                  <c:v>9658</c:v>
                </c:pt>
                <c:pt idx="9659">
                  <c:v>9659</c:v>
                </c:pt>
                <c:pt idx="9660">
                  <c:v>9660</c:v>
                </c:pt>
                <c:pt idx="9661">
                  <c:v>9661</c:v>
                </c:pt>
                <c:pt idx="9662">
                  <c:v>9662</c:v>
                </c:pt>
                <c:pt idx="9663">
                  <c:v>9663</c:v>
                </c:pt>
                <c:pt idx="9664">
                  <c:v>9664</c:v>
                </c:pt>
                <c:pt idx="9665">
                  <c:v>9665</c:v>
                </c:pt>
                <c:pt idx="9666">
                  <c:v>9666</c:v>
                </c:pt>
                <c:pt idx="9667">
                  <c:v>9667</c:v>
                </c:pt>
                <c:pt idx="9668">
                  <c:v>9668</c:v>
                </c:pt>
                <c:pt idx="9669">
                  <c:v>9669</c:v>
                </c:pt>
                <c:pt idx="9670">
                  <c:v>9670</c:v>
                </c:pt>
                <c:pt idx="9671">
                  <c:v>9671</c:v>
                </c:pt>
                <c:pt idx="9672">
                  <c:v>9672</c:v>
                </c:pt>
                <c:pt idx="9673">
                  <c:v>9673</c:v>
                </c:pt>
                <c:pt idx="9674">
                  <c:v>9674</c:v>
                </c:pt>
                <c:pt idx="9675">
                  <c:v>9675</c:v>
                </c:pt>
                <c:pt idx="9676">
                  <c:v>9676</c:v>
                </c:pt>
                <c:pt idx="9677">
                  <c:v>9677</c:v>
                </c:pt>
                <c:pt idx="9678">
                  <c:v>9678</c:v>
                </c:pt>
                <c:pt idx="9679">
                  <c:v>9679</c:v>
                </c:pt>
                <c:pt idx="9680">
                  <c:v>9680</c:v>
                </c:pt>
                <c:pt idx="9681">
                  <c:v>9681</c:v>
                </c:pt>
                <c:pt idx="9682">
                  <c:v>9682</c:v>
                </c:pt>
                <c:pt idx="9683">
                  <c:v>9683</c:v>
                </c:pt>
                <c:pt idx="9684">
                  <c:v>9684</c:v>
                </c:pt>
                <c:pt idx="9685">
                  <c:v>9685</c:v>
                </c:pt>
                <c:pt idx="9686">
                  <c:v>9686</c:v>
                </c:pt>
                <c:pt idx="9687">
                  <c:v>9687</c:v>
                </c:pt>
                <c:pt idx="9688">
                  <c:v>9688</c:v>
                </c:pt>
                <c:pt idx="9689">
                  <c:v>9689</c:v>
                </c:pt>
                <c:pt idx="9690">
                  <c:v>9690</c:v>
                </c:pt>
                <c:pt idx="9691">
                  <c:v>9691</c:v>
                </c:pt>
                <c:pt idx="9692">
                  <c:v>9692</c:v>
                </c:pt>
                <c:pt idx="9693">
                  <c:v>9693</c:v>
                </c:pt>
                <c:pt idx="9694">
                  <c:v>9694</c:v>
                </c:pt>
                <c:pt idx="9695">
                  <c:v>9695</c:v>
                </c:pt>
                <c:pt idx="9696">
                  <c:v>9696</c:v>
                </c:pt>
                <c:pt idx="9697">
                  <c:v>9697</c:v>
                </c:pt>
                <c:pt idx="9698">
                  <c:v>9698</c:v>
                </c:pt>
                <c:pt idx="9699">
                  <c:v>9699</c:v>
                </c:pt>
                <c:pt idx="9700">
                  <c:v>9700</c:v>
                </c:pt>
                <c:pt idx="9701">
                  <c:v>9701</c:v>
                </c:pt>
                <c:pt idx="9702">
                  <c:v>9702</c:v>
                </c:pt>
                <c:pt idx="9703">
                  <c:v>9703</c:v>
                </c:pt>
                <c:pt idx="9704">
                  <c:v>9704</c:v>
                </c:pt>
                <c:pt idx="9705">
                  <c:v>9705</c:v>
                </c:pt>
                <c:pt idx="9706">
                  <c:v>9706</c:v>
                </c:pt>
                <c:pt idx="9707">
                  <c:v>9707</c:v>
                </c:pt>
                <c:pt idx="9708">
                  <c:v>9708</c:v>
                </c:pt>
                <c:pt idx="9709">
                  <c:v>9709</c:v>
                </c:pt>
                <c:pt idx="9710">
                  <c:v>9710</c:v>
                </c:pt>
                <c:pt idx="9711">
                  <c:v>9711</c:v>
                </c:pt>
                <c:pt idx="9712">
                  <c:v>9712</c:v>
                </c:pt>
                <c:pt idx="9713">
                  <c:v>9713</c:v>
                </c:pt>
                <c:pt idx="9714">
                  <c:v>9714</c:v>
                </c:pt>
                <c:pt idx="9715">
                  <c:v>9715</c:v>
                </c:pt>
                <c:pt idx="9716">
                  <c:v>9716</c:v>
                </c:pt>
                <c:pt idx="9717">
                  <c:v>9717</c:v>
                </c:pt>
                <c:pt idx="9718">
                  <c:v>9718</c:v>
                </c:pt>
                <c:pt idx="9719">
                  <c:v>9719</c:v>
                </c:pt>
                <c:pt idx="9720">
                  <c:v>9720</c:v>
                </c:pt>
                <c:pt idx="9721">
                  <c:v>9721</c:v>
                </c:pt>
                <c:pt idx="9722">
                  <c:v>9722</c:v>
                </c:pt>
                <c:pt idx="9723">
                  <c:v>9723</c:v>
                </c:pt>
                <c:pt idx="9724">
                  <c:v>9724</c:v>
                </c:pt>
                <c:pt idx="9725">
                  <c:v>9725</c:v>
                </c:pt>
                <c:pt idx="9726">
                  <c:v>9726</c:v>
                </c:pt>
                <c:pt idx="9727">
                  <c:v>9727</c:v>
                </c:pt>
                <c:pt idx="9728">
                  <c:v>9728</c:v>
                </c:pt>
                <c:pt idx="9729">
                  <c:v>9729</c:v>
                </c:pt>
                <c:pt idx="9730">
                  <c:v>9730</c:v>
                </c:pt>
                <c:pt idx="9731">
                  <c:v>9731</c:v>
                </c:pt>
                <c:pt idx="9732">
                  <c:v>9732</c:v>
                </c:pt>
                <c:pt idx="9733">
                  <c:v>9733</c:v>
                </c:pt>
                <c:pt idx="9734">
                  <c:v>9734</c:v>
                </c:pt>
                <c:pt idx="9735">
                  <c:v>9735</c:v>
                </c:pt>
                <c:pt idx="9736">
                  <c:v>9736</c:v>
                </c:pt>
                <c:pt idx="9737">
                  <c:v>9737</c:v>
                </c:pt>
                <c:pt idx="9738">
                  <c:v>9738</c:v>
                </c:pt>
                <c:pt idx="9739">
                  <c:v>9739</c:v>
                </c:pt>
                <c:pt idx="9740">
                  <c:v>9740</c:v>
                </c:pt>
                <c:pt idx="9741">
                  <c:v>9741</c:v>
                </c:pt>
                <c:pt idx="9742">
                  <c:v>9742</c:v>
                </c:pt>
                <c:pt idx="9743">
                  <c:v>9743</c:v>
                </c:pt>
                <c:pt idx="9744">
                  <c:v>9744</c:v>
                </c:pt>
                <c:pt idx="9745">
                  <c:v>9745</c:v>
                </c:pt>
                <c:pt idx="9746">
                  <c:v>9746</c:v>
                </c:pt>
                <c:pt idx="9747">
                  <c:v>9747</c:v>
                </c:pt>
                <c:pt idx="9748">
                  <c:v>9748</c:v>
                </c:pt>
                <c:pt idx="9749">
                  <c:v>9749</c:v>
                </c:pt>
                <c:pt idx="9750">
                  <c:v>9750</c:v>
                </c:pt>
                <c:pt idx="9751">
                  <c:v>9751</c:v>
                </c:pt>
                <c:pt idx="9752">
                  <c:v>9752</c:v>
                </c:pt>
                <c:pt idx="9753">
                  <c:v>9753</c:v>
                </c:pt>
                <c:pt idx="9754">
                  <c:v>9754</c:v>
                </c:pt>
                <c:pt idx="9755">
                  <c:v>9755</c:v>
                </c:pt>
                <c:pt idx="9756">
                  <c:v>9756</c:v>
                </c:pt>
                <c:pt idx="9757">
                  <c:v>9757</c:v>
                </c:pt>
                <c:pt idx="9758">
                  <c:v>9758</c:v>
                </c:pt>
                <c:pt idx="9759">
                  <c:v>9759</c:v>
                </c:pt>
                <c:pt idx="9760">
                  <c:v>9760</c:v>
                </c:pt>
                <c:pt idx="9761">
                  <c:v>9761</c:v>
                </c:pt>
                <c:pt idx="9762">
                  <c:v>9762</c:v>
                </c:pt>
                <c:pt idx="9763">
                  <c:v>9763</c:v>
                </c:pt>
                <c:pt idx="9764">
                  <c:v>9764</c:v>
                </c:pt>
                <c:pt idx="9765">
                  <c:v>9765</c:v>
                </c:pt>
                <c:pt idx="9766">
                  <c:v>9766</c:v>
                </c:pt>
                <c:pt idx="9767">
                  <c:v>9767</c:v>
                </c:pt>
                <c:pt idx="9768">
                  <c:v>9768</c:v>
                </c:pt>
                <c:pt idx="9769">
                  <c:v>9769</c:v>
                </c:pt>
                <c:pt idx="9770">
                  <c:v>9770</c:v>
                </c:pt>
                <c:pt idx="9771">
                  <c:v>9771</c:v>
                </c:pt>
                <c:pt idx="9772">
                  <c:v>9772</c:v>
                </c:pt>
                <c:pt idx="9773">
                  <c:v>9773</c:v>
                </c:pt>
                <c:pt idx="9774">
                  <c:v>9774</c:v>
                </c:pt>
                <c:pt idx="9775">
                  <c:v>9775</c:v>
                </c:pt>
                <c:pt idx="9776">
                  <c:v>9776</c:v>
                </c:pt>
                <c:pt idx="9777">
                  <c:v>9777</c:v>
                </c:pt>
                <c:pt idx="9778">
                  <c:v>9778</c:v>
                </c:pt>
                <c:pt idx="9779">
                  <c:v>9779</c:v>
                </c:pt>
                <c:pt idx="9780">
                  <c:v>9780</c:v>
                </c:pt>
                <c:pt idx="9781">
                  <c:v>9781</c:v>
                </c:pt>
                <c:pt idx="9782">
                  <c:v>9782</c:v>
                </c:pt>
                <c:pt idx="9783">
                  <c:v>9783</c:v>
                </c:pt>
                <c:pt idx="9784">
                  <c:v>9784</c:v>
                </c:pt>
                <c:pt idx="9785">
                  <c:v>9785</c:v>
                </c:pt>
                <c:pt idx="9786">
                  <c:v>9786</c:v>
                </c:pt>
                <c:pt idx="9787">
                  <c:v>9787</c:v>
                </c:pt>
                <c:pt idx="9788">
                  <c:v>9788</c:v>
                </c:pt>
                <c:pt idx="9789">
                  <c:v>9789</c:v>
                </c:pt>
                <c:pt idx="9790">
                  <c:v>9790</c:v>
                </c:pt>
                <c:pt idx="9791">
                  <c:v>9791</c:v>
                </c:pt>
                <c:pt idx="9792">
                  <c:v>9792</c:v>
                </c:pt>
                <c:pt idx="9793">
                  <c:v>9793</c:v>
                </c:pt>
                <c:pt idx="9794">
                  <c:v>9794</c:v>
                </c:pt>
                <c:pt idx="9795">
                  <c:v>9795</c:v>
                </c:pt>
                <c:pt idx="9796">
                  <c:v>9796</c:v>
                </c:pt>
                <c:pt idx="9797">
                  <c:v>9797</c:v>
                </c:pt>
                <c:pt idx="9798">
                  <c:v>9798</c:v>
                </c:pt>
                <c:pt idx="9799">
                  <c:v>9799</c:v>
                </c:pt>
                <c:pt idx="9800">
                  <c:v>9800</c:v>
                </c:pt>
                <c:pt idx="9801">
                  <c:v>9801</c:v>
                </c:pt>
                <c:pt idx="9802">
                  <c:v>9802</c:v>
                </c:pt>
                <c:pt idx="9803">
                  <c:v>9803</c:v>
                </c:pt>
                <c:pt idx="9804">
                  <c:v>9804</c:v>
                </c:pt>
                <c:pt idx="9805">
                  <c:v>9805</c:v>
                </c:pt>
                <c:pt idx="9806">
                  <c:v>9806</c:v>
                </c:pt>
                <c:pt idx="9807">
                  <c:v>9807</c:v>
                </c:pt>
                <c:pt idx="9808">
                  <c:v>9808</c:v>
                </c:pt>
                <c:pt idx="9809">
                  <c:v>9809</c:v>
                </c:pt>
                <c:pt idx="9810">
                  <c:v>9810</c:v>
                </c:pt>
                <c:pt idx="9811">
                  <c:v>9811</c:v>
                </c:pt>
                <c:pt idx="9812">
                  <c:v>9812</c:v>
                </c:pt>
                <c:pt idx="9813">
                  <c:v>9813</c:v>
                </c:pt>
                <c:pt idx="9814">
                  <c:v>9814</c:v>
                </c:pt>
                <c:pt idx="9815">
                  <c:v>9815</c:v>
                </c:pt>
                <c:pt idx="9816">
                  <c:v>9816</c:v>
                </c:pt>
                <c:pt idx="9817">
                  <c:v>9817</c:v>
                </c:pt>
                <c:pt idx="9818">
                  <c:v>9818</c:v>
                </c:pt>
                <c:pt idx="9819">
                  <c:v>9819</c:v>
                </c:pt>
                <c:pt idx="9820">
                  <c:v>9820</c:v>
                </c:pt>
                <c:pt idx="9821">
                  <c:v>9821</c:v>
                </c:pt>
                <c:pt idx="9822">
                  <c:v>9822</c:v>
                </c:pt>
                <c:pt idx="9823">
                  <c:v>9823</c:v>
                </c:pt>
                <c:pt idx="9824">
                  <c:v>9824</c:v>
                </c:pt>
                <c:pt idx="9825">
                  <c:v>9825</c:v>
                </c:pt>
                <c:pt idx="9826">
                  <c:v>9826</c:v>
                </c:pt>
                <c:pt idx="9827">
                  <c:v>9827</c:v>
                </c:pt>
                <c:pt idx="9828">
                  <c:v>9828</c:v>
                </c:pt>
                <c:pt idx="9829">
                  <c:v>9829</c:v>
                </c:pt>
                <c:pt idx="9830">
                  <c:v>9830</c:v>
                </c:pt>
                <c:pt idx="9831">
                  <c:v>9831</c:v>
                </c:pt>
                <c:pt idx="9832">
                  <c:v>9832</c:v>
                </c:pt>
                <c:pt idx="9833">
                  <c:v>9833</c:v>
                </c:pt>
                <c:pt idx="9834">
                  <c:v>9834</c:v>
                </c:pt>
                <c:pt idx="9835">
                  <c:v>9835</c:v>
                </c:pt>
                <c:pt idx="9836">
                  <c:v>9836</c:v>
                </c:pt>
                <c:pt idx="9837">
                  <c:v>9837</c:v>
                </c:pt>
                <c:pt idx="9838">
                  <c:v>9838</c:v>
                </c:pt>
                <c:pt idx="9839">
                  <c:v>9839</c:v>
                </c:pt>
                <c:pt idx="9840">
                  <c:v>9840</c:v>
                </c:pt>
                <c:pt idx="9841">
                  <c:v>9841</c:v>
                </c:pt>
                <c:pt idx="9842">
                  <c:v>9842</c:v>
                </c:pt>
                <c:pt idx="9843">
                  <c:v>9843</c:v>
                </c:pt>
                <c:pt idx="9844">
                  <c:v>9844</c:v>
                </c:pt>
                <c:pt idx="9845">
                  <c:v>9845</c:v>
                </c:pt>
                <c:pt idx="9846">
                  <c:v>9846</c:v>
                </c:pt>
                <c:pt idx="9847">
                  <c:v>9847</c:v>
                </c:pt>
                <c:pt idx="9848">
                  <c:v>9848</c:v>
                </c:pt>
                <c:pt idx="9849">
                  <c:v>9849</c:v>
                </c:pt>
                <c:pt idx="9850">
                  <c:v>9850</c:v>
                </c:pt>
                <c:pt idx="9851">
                  <c:v>9851</c:v>
                </c:pt>
                <c:pt idx="9852">
                  <c:v>9852</c:v>
                </c:pt>
                <c:pt idx="9853">
                  <c:v>9853</c:v>
                </c:pt>
                <c:pt idx="9854">
                  <c:v>9854</c:v>
                </c:pt>
                <c:pt idx="9855">
                  <c:v>9855</c:v>
                </c:pt>
                <c:pt idx="9856">
                  <c:v>9856</c:v>
                </c:pt>
                <c:pt idx="9857">
                  <c:v>9857</c:v>
                </c:pt>
                <c:pt idx="9858">
                  <c:v>9858</c:v>
                </c:pt>
                <c:pt idx="9859">
                  <c:v>9859</c:v>
                </c:pt>
                <c:pt idx="9860">
                  <c:v>9860</c:v>
                </c:pt>
                <c:pt idx="9861">
                  <c:v>9861</c:v>
                </c:pt>
                <c:pt idx="9862">
                  <c:v>9862</c:v>
                </c:pt>
                <c:pt idx="9863">
                  <c:v>9863</c:v>
                </c:pt>
                <c:pt idx="9864">
                  <c:v>9864</c:v>
                </c:pt>
                <c:pt idx="9865">
                  <c:v>9865</c:v>
                </c:pt>
                <c:pt idx="9866">
                  <c:v>9866</c:v>
                </c:pt>
                <c:pt idx="9867">
                  <c:v>9867</c:v>
                </c:pt>
                <c:pt idx="9868">
                  <c:v>9868</c:v>
                </c:pt>
                <c:pt idx="9869">
                  <c:v>9869</c:v>
                </c:pt>
                <c:pt idx="9870">
                  <c:v>9870</c:v>
                </c:pt>
                <c:pt idx="9871">
                  <c:v>9871</c:v>
                </c:pt>
                <c:pt idx="9872">
                  <c:v>9872</c:v>
                </c:pt>
                <c:pt idx="9873">
                  <c:v>9873</c:v>
                </c:pt>
                <c:pt idx="9874">
                  <c:v>9874</c:v>
                </c:pt>
                <c:pt idx="9875">
                  <c:v>9875</c:v>
                </c:pt>
                <c:pt idx="9876">
                  <c:v>9876</c:v>
                </c:pt>
                <c:pt idx="9877">
                  <c:v>9877</c:v>
                </c:pt>
                <c:pt idx="9878">
                  <c:v>9878</c:v>
                </c:pt>
                <c:pt idx="9879">
                  <c:v>9879</c:v>
                </c:pt>
                <c:pt idx="9880">
                  <c:v>9880</c:v>
                </c:pt>
                <c:pt idx="9881">
                  <c:v>9881</c:v>
                </c:pt>
                <c:pt idx="9882">
                  <c:v>9882</c:v>
                </c:pt>
                <c:pt idx="9883">
                  <c:v>9883</c:v>
                </c:pt>
                <c:pt idx="9884">
                  <c:v>9884</c:v>
                </c:pt>
                <c:pt idx="9885">
                  <c:v>9885</c:v>
                </c:pt>
                <c:pt idx="9886">
                  <c:v>9886</c:v>
                </c:pt>
                <c:pt idx="9887">
                  <c:v>9887</c:v>
                </c:pt>
                <c:pt idx="9888">
                  <c:v>9888</c:v>
                </c:pt>
                <c:pt idx="9889">
                  <c:v>9889</c:v>
                </c:pt>
                <c:pt idx="9890">
                  <c:v>9890</c:v>
                </c:pt>
                <c:pt idx="9891">
                  <c:v>9891</c:v>
                </c:pt>
                <c:pt idx="9892">
                  <c:v>9892</c:v>
                </c:pt>
                <c:pt idx="9893">
                  <c:v>9893</c:v>
                </c:pt>
                <c:pt idx="9894">
                  <c:v>9894</c:v>
                </c:pt>
                <c:pt idx="9895">
                  <c:v>9895</c:v>
                </c:pt>
                <c:pt idx="9896">
                  <c:v>9896</c:v>
                </c:pt>
                <c:pt idx="9897">
                  <c:v>9897</c:v>
                </c:pt>
                <c:pt idx="9898">
                  <c:v>9898</c:v>
                </c:pt>
                <c:pt idx="9899">
                  <c:v>9899</c:v>
                </c:pt>
                <c:pt idx="9900">
                  <c:v>9900</c:v>
                </c:pt>
                <c:pt idx="9901">
                  <c:v>9901</c:v>
                </c:pt>
                <c:pt idx="9902">
                  <c:v>9902</c:v>
                </c:pt>
                <c:pt idx="9903">
                  <c:v>9903</c:v>
                </c:pt>
                <c:pt idx="9904">
                  <c:v>9904</c:v>
                </c:pt>
                <c:pt idx="9905">
                  <c:v>9905</c:v>
                </c:pt>
                <c:pt idx="9906">
                  <c:v>9906</c:v>
                </c:pt>
                <c:pt idx="9907">
                  <c:v>9907</c:v>
                </c:pt>
                <c:pt idx="9908">
                  <c:v>9908</c:v>
                </c:pt>
                <c:pt idx="9909">
                  <c:v>9909</c:v>
                </c:pt>
                <c:pt idx="9910">
                  <c:v>9910</c:v>
                </c:pt>
                <c:pt idx="9911">
                  <c:v>9911</c:v>
                </c:pt>
                <c:pt idx="9912">
                  <c:v>9912</c:v>
                </c:pt>
                <c:pt idx="9913">
                  <c:v>9913</c:v>
                </c:pt>
                <c:pt idx="9914">
                  <c:v>9914</c:v>
                </c:pt>
                <c:pt idx="9915">
                  <c:v>9915</c:v>
                </c:pt>
                <c:pt idx="9916">
                  <c:v>9916</c:v>
                </c:pt>
                <c:pt idx="9917">
                  <c:v>9917</c:v>
                </c:pt>
                <c:pt idx="9918">
                  <c:v>9918</c:v>
                </c:pt>
                <c:pt idx="9919">
                  <c:v>9919</c:v>
                </c:pt>
                <c:pt idx="9920">
                  <c:v>9920</c:v>
                </c:pt>
                <c:pt idx="9921">
                  <c:v>9921</c:v>
                </c:pt>
                <c:pt idx="9922">
                  <c:v>9922</c:v>
                </c:pt>
                <c:pt idx="9923">
                  <c:v>9923</c:v>
                </c:pt>
                <c:pt idx="9924">
                  <c:v>9924</c:v>
                </c:pt>
                <c:pt idx="9925">
                  <c:v>9925</c:v>
                </c:pt>
                <c:pt idx="9926">
                  <c:v>9926</c:v>
                </c:pt>
                <c:pt idx="9927">
                  <c:v>9927</c:v>
                </c:pt>
                <c:pt idx="9928">
                  <c:v>9928</c:v>
                </c:pt>
                <c:pt idx="9929">
                  <c:v>9929</c:v>
                </c:pt>
                <c:pt idx="9930">
                  <c:v>9930</c:v>
                </c:pt>
                <c:pt idx="9931">
                  <c:v>9931</c:v>
                </c:pt>
                <c:pt idx="9932">
                  <c:v>9932</c:v>
                </c:pt>
                <c:pt idx="9933">
                  <c:v>9933</c:v>
                </c:pt>
                <c:pt idx="9934">
                  <c:v>9934</c:v>
                </c:pt>
                <c:pt idx="9935">
                  <c:v>9935</c:v>
                </c:pt>
                <c:pt idx="9936">
                  <c:v>9936</c:v>
                </c:pt>
                <c:pt idx="9937">
                  <c:v>9937</c:v>
                </c:pt>
                <c:pt idx="9938">
                  <c:v>9938</c:v>
                </c:pt>
                <c:pt idx="9939">
                  <c:v>9939</c:v>
                </c:pt>
                <c:pt idx="9940">
                  <c:v>9940</c:v>
                </c:pt>
                <c:pt idx="9941">
                  <c:v>9941</c:v>
                </c:pt>
                <c:pt idx="9942">
                  <c:v>9942</c:v>
                </c:pt>
                <c:pt idx="9943">
                  <c:v>9943</c:v>
                </c:pt>
                <c:pt idx="9944">
                  <c:v>9944</c:v>
                </c:pt>
                <c:pt idx="9945">
                  <c:v>9945</c:v>
                </c:pt>
                <c:pt idx="9946">
                  <c:v>9946</c:v>
                </c:pt>
                <c:pt idx="9947">
                  <c:v>9947</c:v>
                </c:pt>
                <c:pt idx="9948">
                  <c:v>9948</c:v>
                </c:pt>
                <c:pt idx="9949">
                  <c:v>9949</c:v>
                </c:pt>
                <c:pt idx="9950">
                  <c:v>9950</c:v>
                </c:pt>
                <c:pt idx="9951">
                  <c:v>9951</c:v>
                </c:pt>
                <c:pt idx="9952">
                  <c:v>9952</c:v>
                </c:pt>
                <c:pt idx="9953">
                  <c:v>9953</c:v>
                </c:pt>
                <c:pt idx="9954">
                  <c:v>9954</c:v>
                </c:pt>
                <c:pt idx="9955">
                  <c:v>9955</c:v>
                </c:pt>
                <c:pt idx="9956">
                  <c:v>9956</c:v>
                </c:pt>
                <c:pt idx="9957">
                  <c:v>9957</c:v>
                </c:pt>
                <c:pt idx="9958">
                  <c:v>9958</c:v>
                </c:pt>
                <c:pt idx="9959">
                  <c:v>9959</c:v>
                </c:pt>
                <c:pt idx="9960">
                  <c:v>9960</c:v>
                </c:pt>
                <c:pt idx="9961">
                  <c:v>9961</c:v>
                </c:pt>
                <c:pt idx="9962">
                  <c:v>9962</c:v>
                </c:pt>
                <c:pt idx="9963">
                  <c:v>9963</c:v>
                </c:pt>
                <c:pt idx="9964">
                  <c:v>9964</c:v>
                </c:pt>
                <c:pt idx="9965">
                  <c:v>9965</c:v>
                </c:pt>
                <c:pt idx="9966">
                  <c:v>9966</c:v>
                </c:pt>
                <c:pt idx="9967">
                  <c:v>9967</c:v>
                </c:pt>
                <c:pt idx="9968">
                  <c:v>9968</c:v>
                </c:pt>
                <c:pt idx="9969">
                  <c:v>9969</c:v>
                </c:pt>
                <c:pt idx="9970">
                  <c:v>9970</c:v>
                </c:pt>
                <c:pt idx="9971">
                  <c:v>9971</c:v>
                </c:pt>
                <c:pt idx="9972">
                  <c:v>9972</c:v>
                </c:pt>
                <c:pt idx="9973">
                  <c:v>9973</c:v>
                </c:pt>
                <c:pt idx="9974">
                  <c:v>9974</c:v>
                </c:pt>
                <c:pt idx="9975">
                  <c:v>9975</c:v>
                </c:pt>
                <c:pt idx="9976">
                  <c:v>9976</c:v>
                </c:pt>
                <c:pt idx="9977">
                  <c:v>9977</c:v>
                </c:pt>
                <c:pt idx="9978">
                  <c:v>9978</c:v>
                </c:pt>
                <c:pt idx="9979">
                  <c:v>9979</c:v>
                </c:pt>
                <c:pt idx="9980">
                  <c:v>9980</c:v>
                </c:pt>
                <c:pt idx="9981">
                  <c:v>9981</c:v>
                </c:pt>
                <c:pt idx="9982">
                  <c:v>9982</c:v>
                </c:pt>
                <c:pt idx="9983">
                  <c:v>9983</c:v>
                </c:pt>
                <c:pt idx="9984">
                  <c:v>9984</c:v>
                </c:pt>
                <c:pt idx="9985">
                  <c:v>9985</c:v>
                </c:pt>
                <c:pt idx="9986">
                  <c:v>9986</c:v>
                </c:pt>
                <c:pt idx="9987">
                  <c:v>9987</c:v>
                </c:pt>
                <c:pt idx="9988">
                  <c:v>9988</c:v>
                </c:pt>
                <c:pt idx="9989">
                  <c:v>9989</c:v>
                </c:pt>
                <c:pt idx="9990">
                  <c:v>9990</c:v>
                </c:pt>
                <c:pt idx="9991">
                  <c:v>9991</c:v>
                </c:pt>
                <c:pt idx="9992">
                  <c:v>9992</c:v>
                </c:pt>
                <c:pt idx="9993">
                  <c:v>9993</c:v>
                </c:pt>
                <c:pt idx="9994">
                  <c:v>9994</c:v>
                </c:pt>
                <c:pt idx="9995">
                  <c:v>9995</c:v>
                </c:pt>
                <c:pt idx="9996">
                  <c:v>9996</c:v>
                </c:pt>
                <c:pt idx="9997">
                  <c:v>9997</c:v>
                </c:pt>
                <c:pt idx="9998">
                  <c:v>9998</c:v>
                </c:pt>
                <c:pt idx="9999">
                  <c:v>9999</c:v>
                </c:pt>
                <c:pt idx="10000">
                  <c:v>10000</c:v>
                </c:pt>
                <c:pt idx="10001">
                  <c:v>10001</c:v>
                </c:pt>
                <c:pt idx="10002">
                  <c:v>10002</c:v>
                </c:pt>
                <c:pt idx="10003">
                  <c:v>10003</c:v>
                </c:pt>
                <c:pt idx="10004">
                  <c:v>10004</c:v>
                </c:pt>
                <c:pt idx="10005">
                  <c:v>10005</c:v>
                </c:pt>
                <c:pt idx="10006">
                  <c:v>10006</c:v>
                </c:pt>
                <c:pt idx="10007">
                  <c:v>10007</c:v>
                </c:pt>
                <c:pt idx="10008">
                  <c:v>10008</c:v>
                </c:pt>
                <c:pt idx="10009">
                  <c:v>10009</c:v>
                </c:pt>
                <c:pt idx="10010">
                  <c:v>10010</c:v>
                </c:pt>
                <c:pt idx="10011">
                  <c:v>10011</c:v>
                </c:pt>
                <c:pt idx="10012">
                  <c:v>10012</c:v>
                </c:pt>
                <c:pt idx="10013">
                  <c:v>10013</c:v>
                </c:pt>
                <c:pt idx="10014">
                  <c:v>10014</c:v>
                </c:pt>
                <c:pt idx="10015">
                  <c:v>10015</c:v>
                </c:pt>
                <c:pt idx="10016">
                  <c:v>10016</c:v>
                </c:pt>
                <c:pt idx="10017">
                  <c:v>10017</c:v>
                </c:pt>
                <c:pt idx="10018">
                  <c:v>10018</c:v>
                </c:pt>
                <c:pt idx="10019">
                  <c:v>10019</c:v>
                </c:pt>
                <c:pt idx="10020">
                  <c:v>10020</c:v>
                </c:pt>
                <c:pt idx="10021">
                  <c:v>10021</c:v>
                </c:pt>
                <c:pt idx="10022">
                  <c:v>10022</c:v>
                </c:pt>
                <c:pt idx="10023">
                  <c:v>10023</c:v>
                </c:pt>
                <c:pt idx="10024">
                  <c:v>10024</c:v>
                </c:pt>
                <c:pt idx="10025">
                  <c:v>10025</c:v>
                </c:pt>
                <c:pt idx="10026">
                  <c:v>10026</c:v>
                </c:pt>
                <c:pt idx="10027">
                  <c:v>10027</c:v>
                </c:pt>
                <c:pt idx="10028">
                  <c:v>10028</c:v>
                </c:pt>
                <c:pt idx="10029">
                  <c:v>10029</c:v>
                </c:pt>
                <c:pt idx="10030">
                  <c:v>10030</c:v>
                </c:pt>
                <c:pt idx="10031">
                  <c:v>10031</c:v>
                </c:pt>
                <c:pt idx="10032">
                  <c:v>10032</c:v>
                </c:pt>
                <c:pt idx="10033">
                  <c:v>10033</c:v>
                </c:pt>
                <c:pt idx="10034">
                  <c:v>10034</c:v>
                </c:pt>
                <c:pt idx="10035">
                  <c:v>10035</c:v>
                </c:pt>
                <c:pt idx="10036">
                  <c:v>10036</c:v>
                </c:pt>
                <c:pt idx="10037">
                  <c:v>10037</c:v>
                </c:pt>
                <c:pt idx="10038">
                  <c:v>10038</c:v>
                </c:pt>
                <c:pt idx="10039">
                  <c:v>10039</c:v>
                </c:pt>
                <c:pt idx="10040">
                  <c:v>10040</c:v>
                </c:pt>
                <c:pt idx="10041">
                  <c:v>10041</c:v>
                </c:pt>
                <c:pt idx="10042">
                  <c:v>10042</c:v>
                </c:pt>
                <c:pt idx="10043">
                  <c:v>10043</c:v>
                </c:pt>
                <c:pt idx="10044">
                  <c:v>10044</c:v>
                </c:pt>
                <c:pt idx="10045">
                  <c:v>10045</c:v>
                </c:pt>
                <c:pt idx="10046">
                  <c:v>10046</c:v>
                </c:pt>
                <c:pt idx="10047">
                  <c:v>10047</c:v>
                </c:pt>
                <c:pt idx="10048">
                  <c:v>10048</c:v>
                </c:pt>
                <c:pt idx="10049">
                  <c:v>10049</c:v>
                </c:pt>
                <c:pt idx="10050">
                  <c:v>10050</c:v>
                </c:pt>
                <c:pt idx="10051">
                  <c:v>10051</c:v>
                </c:pt>
                <c:pt idx="10052">
                  <c:v>10052</c:v>
                </c:pt>
                <c:pt idx="10053">
                  <c:v>10053</c:v>
                </c:pt>
                <c:pt idx="10054">
                  <c:v>10054</c:v>
                </c:pt>
                <c:pt idx="10055">
                  <c:v>10055</c:v>
                </c:pt>
                <c:pt idx="10056">
                  <c:v>10056</c:v>
                </c:pt>
                <c:pt idx="10057">
                  <c:v>10057</c:v>
                </c:pt>
                <c:pt idx="10058">
                  <c:v>10058</c:v>
                </c:pt>
                <c:pt idx="10059">
                  <c:v>10059</c:v>
                </c:pt>
                <c:pt idx="10060">
                  <c:v>10060</c:v>
                </c:pt>
                <c:pt idx="10061">
                  <c:v>10061</c:v>
                </c:pt>
                <c:pt idx="10062">
                  <c:v>10062</c:v>
                </c:pt>
                <c:pt idx="10063">
                  <c:v>10063</c:v>
                </c:pt>
                <c:pt idx="10064">
                  <c:v>10064</c:v>
                </c:pt>
                <c:pt idx="10065">
                  <c:v>10065</c:v>
                </c:pt>
                <c:pt idx="10066">
                  <c:v>10066</c:v>
                </c:pt>
                <c:pt idx="10067">
                  <c:v>10067</c:v>
                </c:pt>
                <c:pt idx="10068">
                  <c:v>10068</c:v>
                </c:pt>
                <c:pt idx="10069">
                  <c:v>10069</c:v>
                </c:pt>
                <c:pt idx="10070">
                  <c:v>10070</c:v>
                </c:pt>
                <c:pt idx="10071">
                  <c:v>10071</c:v>
                </c:pt>
                <c:pt idx="10072">
                  <c:v>10072</c:v>
                </c:pt>
                <c:pt idx="10073">
                  <c:v>10073</c:v>
                </c:pt>
                <c:pt idx="10074">
                  <c:v>10074</c:v>
                </c:pt>
                <c:pt idx="10075">
                  <c:v>10075</c:v>
                </c:pt>
                <c:pt idx="10076">
                  <c:v>10076</c:v>
                </c:pt>
                <c:pt idx="10077">
                  <c:v>10077</c:v>
                </c:pt>
                <c:pt idx="10078">
                  <c:v>10078</c:v>
                </c:pt>
                <c:pt idx="10079">
                  <c:v>10079</c:v>
                </c:pt>
                <c:pt idx="10080">
                  <c:v>10080</c:v>
                </c:pt>
                <c:pt idx="10081">
                  <c:v>10081</c:v>
                </c:pt>
                <c:pt idx="10082">
                  <c:v>10082</c:v>
                </c:pt>
                <c:pt idx="10083">
                  <c:v>10083</c:v>
                </c:pt>
                <c:pt idx="10084">
                  <c:v>10084</c:v>
                </c:pt>
                <c:pt idx="10085">
                  <c:v>10085</c:v>
                </c:pt>
                <c:pt idx="10086">
                  <c:v>10086</c:v>
                </c:pt>
                <c:pt idx="10087">
                  <c:v>10087</c:v>
                </c:pt>
                <c:pt idx="10088">
                  <c:v>10088</c:v>
                </c:pt>
                <c:pt idx="10089">
                  <c:v>10089</c:v>
                </c:pt>
                <c:pt idx="10090">
                  <c:v>10090</c:v>
                </c:pt>
                <c:pt idx="10091">
                  <c:v>10091</c:v>
                </c:pt>
                <c:pt idx="10092">
                  <c:v>10092</c:v>
                </c:pt>
                <c:pt idx="10093">
                  <c:v>10093</c:v>
                </c:pt>
                <c:pt idx="10094">
                  <c:v>10094</c:v>
                </c:pt>
                <c:pt idx="10095">
                  <c:v>10095</c:v>
                </c:pt>
                <c:pt idx="10096">
                  <c:v>10096</c:v>
                </c:pt>
                <c:pt idx="10097">
                  <c:v>10097</c:v>
                </c:pt>
                <c:pt idx="10098">
                  <c:v>10098</c:v>
                </c:pt>
                <c:pt idx="10099">
                  <c:v>10099</c:v>
                </c:pt>
                <c:pt idx="10100">
                  <c:v>10100</c:v>
                </c:pt>
                <c:pt idx="10101">
                  <c:v>10101</c:v>
                </c:pt>
                <c:pt idx="10102">
                  <c:v>10102</c:v>
                </c:pt>
                <c:pt idx="10103">
                  <c:v>10103</c:v>
                </c:pt>
                <c:pt idx="10104">
                  <c:v>10104</c:v>
                </c:pt>
                <c:pt idx="10105">
                  <c:v>10105</c:v>
                </c:pt>
                <c:pt idx="10106">
                  <c:v>10106</c:v>
                </c:pt>
                <c:pt idx="10107">
                  <c:v>10107</c:v>
                </c:pt>
                <c:pt idx="10108">
                  <c:v>10108</c:v>
                </c:pt>
                <c:pt idx="10109">
                  <c:v>10109</c:v>
                </c:pt>
                <c:pt idx="10110">
                  <c:v>10110</c:v>
                </c:pt>
                <c:pt idx="10111">
                  <c:v>10111</c:v>
                </c:pt>
                <c:pt idx="10112">
                  <c:v>10112</c:v>
                </c:pt>
                <c:pt idx="10113">
                  <c:v>10113</c:v>
                </c:pt>
                <c:pt idx="10114">
                  <c:v>10114</c:v>
                </c:pt>
                <c:pt idx="10115">
                  <c:v>10115</c:v>
                </c:pt>
                <c:pt idx="10116">
                  <c:v>10116</c:v>
                </c:pt>
                <c:pt idx="10117">
                  <c:v>10117</c:v>
                </c:pt>
                <c:pt idx="10118">
                  <c:v>10118</c:v>
                </c:pt>
                <c:pt idx="10119">
                  <c:v>10119</c:v>
                </c:pt>
                <c:pt idx="10120">
                  <c:v>10120</c:v>
                </c:pt>
                <c:pt idx="10121">
                  <c:v>10121</c:v>
                </c:pt>
                <c:pt idx="10122">
                  <c:v>10122</c:v>
                </c:pt>
                <c:pt idx="10123">
                  <c:v>10123</c:v>
                </c:pt>
                <c:pt idx="10124">
                  <c:v>10124</c:v>
                </c:pt>
                <c:pt idx="10125">
                  <c:v>10125</c:v>
                </c:pt>
                <c:pt idx="10126">
                  <c:v>10126</c:v>
                </c:pt>
                <c:pt idx="10127">
                  <c:v>10127</c:v>
                </c:pt>
                <c:pt idx="10128">
                  <c:v>10128</c:v>
                </c:pt>
                <c:pt idx="10129">
                  <c:v>10129</c:v>
                </c:pt>
                <c:pt idx="10130">
                  <c:v>10130</c:v>
                </c:pt>
                <c:pt idx="10131">
                  <c:v>10131</c:v>
                </c:pt>
                <c:pt idx="10132">
                  <c:v>10132</c:v>
                </c:pt>
                <c:pt idx="10133">
                  <c:v>10133</c:v>
                </c:pt>
                <c:pt idx="10134">
                  <c:v>10134</c:v>
                </c:pt>
                <c:pt idx="10135">
                  <c:v>10135</c:v>
                </c:pt>
                <c:pt idx="10136">
                  <c:v>10136</c:v>
                </c:pt>
                <c:pt idx="10137">
                  <c:v>10137</c:v>
                </c:pt>
                <c:pt idx="10138">
                  <c:v>10138</c:v>
                </c:pt>
                <c:pt idx="10139">
                  <c:v>10139</c:v>
                </c:pt>
                <c:pt idx="10140">
                  <c:v>10140</c:v>
                </c:pt>
                <c:pt idx="10141">
                  <c:v>10141</c:v>
                </c:pt>
                <c:pt idx="10142">
                  <c:v>10142</c:v>
                </c:pt>
                <c:pt idx="10143">
                  <c:v>10143</c:v>
                </c:pt>
                <c:pt idx="10144">
                  <c:v>10144</c:v>
                </c:pt>
                <c:pt idx="10145">
                  <c:v>10145</c:v>
                </c:pt>
                <c:pt idx="10146">
                  <c:v>10146</c:v>
                </c:pt>
                <c:pt idx="10147">
                  <c:v>10147</c:v>
                </c:pt>
                <c:pt idx="10148">
                  <c:v>10148</c:v>
                </c:pt>
                <c:pt idx="10149">
                  <c:v>10149</c:v>
                </c:pt>
                <c:pt idx="10150">
                  <c:v>10150</c:v>
                </c:pt>
                <c:pt idx="10151">
                  <c:v>10151</c:v>
                </c:pt>
                <c:pt idx="10152">
                  <c:v>10152</c:v>
                </c:pt>
                <c:pt idx="10153">
                  <c:v>10153</c:v>
                </c:pt>
                <c:pt idx="10154">
                  <c:v>10154</c:v>
                </c:pt>
                <c:pt idx="10155">
                  <c:v>10155</c:v>
                </c:pt>
                <c:pt idx="10156">
                  <c:v>10156</c:v>
                </c:pt>
                <c:pt idx="10157">
                  <c:v>10157</c:v>
                </c:pt>
                <c:pt idx="10158">
                  <c:v>10158</c:v>
                </c:pt>
                <c:pt idx="10159">
                  <c:v>10159</c:v>
                </c:pt>
                <c:pt idx="10160">
                  <c:v>10160</c:v>
                </c:pt>
                <c:pt idx="10161">
                  <c:v>10161</c:v>
                </c:pt>
                <c:pt idx="10162">
                  <c:v>10162</c:v>
                </c:pt>
                <c:pt idx="10163">
                  <c:v>10163</c:v>
                </c:pt>
                <c:pt idx="10164">
                  <c:v>10164</c:v>
                </c:pt>
                <c:pt idx="10165">
                  <c:v>10165</c:v>
                </c:pt>
                <c:pt idx="10166">
                  <c:v>10166</c:v>
                </c:pt>
                <c:pt idx="10167">
                  <c:v>10167</c:v>
                </c:pt>
                <c:pt idx="10168">
                  <c:v>10168</c:v>
                </c:pt>
                <c:pt idx="10169">
                  <c:v>10169</c:v>
                </c:pt>
                <c:pt idx="10170">
                  <c:v>10170</c:v>
                </c:pt>
                <c:pt idx="10171">
                  <c:v>10171</c:v>
                </c:pt>
                <c:pt idx="10172">
                  <c:v>10172</c:v>
                </c:pt>
                <c:pt idx="10173">
                  <c:v>10173</c:v>
                </c:pt>
                <c:pt idx="10174">
                  <c:v>10174</c:v>
                </c:pt>
                <c:pt idx="10175">
                  <c:v>10175</c:v>
                </c:pt>
                <c:pt idx="10176">
                  <c:v>10176</c:v>
                </c:pt>
                <c:pt idx="10177">
                  <c:v>10177</c:v>
                </c:pt>
                <c:pt idx="10178">
                  <c:v>10178</c:v>
                </c:pt>
                <c:pt idx="10179">
                  <c:v>10179</c:v>
                </c:pt>
                <c:pt idx="10180">
                  <c:v>10180</c:v>
                </c:pt>
                <c:pt idx="10181">
                  <c:v>10181</c:v>
                </c:pt>
                <c:pt idx="10182">
                  <c:v>10182</c:v>
                </c:pt>
                <c:pt idx="10183">
                  <c:v>10183</c:v>
                </c:pt>
                <c:pt idx="10184">
                  <c:v>10184</c:v>
                </c:pt>
                <c:pt idx="10185">
                  <c:v>10185</c:v>
                </c:pt>
                <c:pt idx="10186">
                  <c:v>10186</c:v>
                </c:pt>
                <c:pt idx="10187">
                  <c:v>10187</c:v>
                </c:pt>
                <c:pt idx="10188">
                  <c:v>10188</c:v>
                </c:pt>
                <c:pt idx="10189">
                  <c:v>10189</c:v>
                </c:pt>
                <c:pt idx="10190">
                  <c:v>10190</c:v>
                </c:pt>
                <c:pt idx="10191">
                  <c:v>10191</c:v>
                </c:pt>
                <c:pt idx="10192">
                  <c:v>10192</c:v>
                </c:pt>
                <c:pt idx="10193">
                  <c:v>10193</c:v>
                </c:pt>
                <c:pt idx="10194">
                  <c:v>10194</c:v>
                </c:pt>
                <c:pt idx="10195">
                  <c:v>10195</c:v>
                </c:pt>
                <c:pt idx="10196">
                  <c:v>10196</c:v>
                </c:pt>
                <c:pt idx="10197">
                  <c:v>10197</c:v>
                </c:pt>
                <c:pt idx="10198">
                  <c:v>10198</c:v>
                </c:pt>
                <c:pt idx="10199">
                  <c:v>10199</c:v>
                </c:pt>
                <c:pt idx="10200">
                  <c:v>10200</c:v>
                </c:pt>
                <c:pt idx="10201">
                  <c:v>10201</c:v>
                </c:pt>
                <c:pt idx="10202">
                  <c:v>10202</c:v>
                </c:pt>
                <c:pt idx="10203">
                  <c:v>10203</c:v>
                </c:pt>
                <c:pt idx="10204">
                  <c:v>10204</c:v>
                </c:pt>
                <c:pt idx="10205">
                  <c:v>10205</c:v>
                </c:pt>
                <c:pt idx="10206">
                  <c:v>10206</c:v>
                </c:pt>
                <c:pt idx="10207">
                  <c:v>10207</c:v>
                </c:pt>
                <c:pt idx="10208">
                  <c:v>10208</c:v>
                </c:pt>
                <c:pt idx="10209">
                  <c:v>10209</c:v>
                </c:pt>
                <c:pt idx="10210">
                  <c:v>10210</c:v>
                </c:pt>
                <c:pt idx="10211">
                  <c:v>10211</c:v>
                </c:pt>
                <c:pt idx="10212">
                  <c:v>10212</c:v>
                </c:pt>
                <c:pt idx="10213">
                  <c:v>10213</c:v>
                </c:pt>
                <c:pt idx="10214">
                  <c:v>10214</c:v>
                </c:pt>
                <c:pt idx="10215">
                  <c:v>10215</c:v>
                </c:pt>
                <c:pt idx="10216">
                  <c:v>10216</c:v>
                </c:pt>
                <c:pt idx="10217">
                  <c:v>10217</c:v>
                </c:pt>
                <c:pt idx="10218">
                  <c:v>10218</c:v>
                </c:pt>
                <c:pt idx="10219">
                  <c:v>10219</c:v>
                </c:pt>
                <c:pt idx="10220">
                  <c:v>10220</c:v>
                </c:pt>
                <c:pt idx="10221">
                  <c:v>10221</c:v>
                </c:pt>
                <c:pt idx="10222">
                  <c:v>10222</c:v>
                </c:pt>
                <c:pt idx="10223">
                  <c:v>10223</c:v>
                </c:pt>
                <c:pt idx="10224">
                  <c:v>10224</c:v>
                </c:pt>
                <c:pt idx="10225">
                  <c:v>10225</c:v>
                </c:pt>
                <c:pt idx="10226">
                  <c:v>10226</c:v>
                </c:pt>
                <c:pt idx="10227">
                  <c:v>10227</c:v>
                </c:pt>
                <c:pt idx="10228">
                  <c:v>10228</c:v>
                </c:pt>
                <c:pt idx="10229">
                  <c:v>10229</c:v>
                </c:pt>
                <c:pt idx="10230">
                  <c:v>10230</c:v>
                </c:pt>
                <c:pt idx="10231">
                  <c:v>10231</c:v>
                </c:pt>
                <c:pt idx="10232">
                  <c:v>10232</c:v>
                </c:pt>
                <c:pt idx="10233">
                  <c:v>10233</c:v>
                </c:pt>
                <c:pt idx="10234">
                  <c:v>10234</c:v>
                </c:pt>
                <c:pt idx="10235">
                  <c:v>10235</c:v>
                </c:pt>
                <c:pt idx="10236">
                  <c:v>10236</c:v>
                </c:pt>
                <c:pt idx="10237">
                  <c:v>10237</c:v>
                </c:pt>
                <c:pt idx="10238">
                  <c:v>10238</c:v>
                </c:pt>
                <c:pt idx="10239">
                  <c:v>10239</c:v>
                </c:pt>
                <c:pt idx="10240">
                  <c:v>10240</c:v>
                </c:pt>
                <c:pt idx="10241">
                  <c:v>10241</c:v>
                </c:pt>
                <c:pt idx="10242">
                  <c:v>10242</c:v>
                </c:pt>
                <c:pt idx="10243">
                  <c:v>10243</c:v>
                </c:pt>
                <c:pt idx="10244">
                  <c:v>10244</c:v>
                </c:pt>
                <c:pt idx="10245">
                  <c:v>10245</c:v>
                </c:pt>
                <c:pt idx="10246">
                  <c:v>10246</c:v>
                </c:pt>
                <c:pt idx="10247">
                  <c:v>10247</c:v>
                </c:pt>
                <c:pt idx="10248">
                  <c:v>10248</c:v>
                </c:pt>
                <c:pt idx="10249">
                  <c:v>10249</c:v>
                </c:pt>
                <c:pt idx="10250">
                  <c:v>10250</c:v>
                </c:pt>
                <c:pt idx="10251">
                  <c:v>10251</c:v>
                </c:pt>
                <c:pt idx="10252">
                  <c:v>10252</c:v>
                </c:pt>
                <c:pt idx="10253">
                  <c:v>10253</c:v>
                </c:pt>
                <c:pt idx="10254">
                  <c:v>10254</c:v>
                </c:pt>
                <c:pt idx="10255">
                  <c:v>10255</c:v>
                </c:pt>
                <c:pt idx="10256">
                  <c:v>10256</c:v>
                </c:pt>
                <c:pt idx="10257">
                  <c:v>10257</c:v>
                </c:pt>
                <c:pt idx="10258">
                  <c:v>10258</c:v>
                </c:pt>
                <c:pt idx="10259">
                  <c:v>10259</c:v>
                </c:pt>
                <c:pt idx="10260">
                  <c:v>10260</c:v>
                </c:pt>
                <c:pt idx="10261">
                  <c:v>10261</c:v>
                </c:pt>
                <c:pt idx="10262">
                  <c:v>10262</c:v>
                </c:pt>
                <c:pt idx="10263">
                  <c:v>10263</c:v>
                </c:pt>
                <c:pt idx="10264">
                  <c:v>10264</c:v>
                </c:pt>
                <c:pt idx="10265">
                  <c:v>10265</c:v>
                </c:pt>
                <c:pt idx="10266">
                  <c:v>10266</c:v>
                </c:pt>
                <c:pt idx="10267">
                  <c:v>10267</c:v>
                </c:pt>
                <c:pt idx="10268">
                  <c:v>10268</c:v>
                </c:pt>
                <c:pt idx="10269">
                  <c:v>10269</c:v>
                </c:pt>
                <c:pt idx="10270">
                  <c:v>10270</c:v>
                </c:pt>
                <c:pt idx="10271">
                  <c:v>10271</c:v>
                </c:pt>
                <c:pt idx="10272">
                  <c:v>10272</c:v>
                </c:pt>
                <c:pt idx="10273">
                  <c:v>10273</c:v>
                </c:pt>
                <c:pt idx="10274">
                  <c:v>10274</c:v>
                </c:pt>
                <c:pt idx="10275">
                  <c:v>10275</c:v>
                </c:pt>
                <c:pt idx="10276">
                  <c:v>10276</c:v>
                </c:pt>
                <c:pt idx="10277">
                  <c:v>10277</c:v>
                </c:pt>
                <c:pt idx="10278">
                  <c:v>10278</c:v>
                </c:pt>
                <c:pt idx="10279">
                  <c:v>10279</c:v>
                </c:pt>
                <c:pt idx="10280">
                  <c:v>10280</c:v>
                </c:pt>
                <c:pt idx="10281">
                  <c:v>10281</c:v>
                </c:pt>
                <c:pt idx="10282">
                  <c:v>10282</c:v>
                </c:pt>
                <c:pt idx="10283">
                  <c:v>10283</c:v>
                </c:pt>
                <c:pt idx="10284">
                  <c:v>10284</c:v>
                </c:pt>
                <c:pt idx="10285">
                  <c:v>10285</c:v>
                </c:pt>
                <c:pt idx="10286">
                  <c:v>10286</c:v>
                </c:pt>
                <c:pt idx="10287">
                  <c:v>10287</c:v>
                </c:pt>
                <c:pt idx="10288">
                  <c:v>10288</c:v>
                </c:pt>
                <c:pt idx="10289">
                  <c:v>10289</c:v>
                </c:pt>
                <c:pt idx="10290">
                  <c:v>10290</c:v>
                </c:pt>
                <c:pt idx="10291">
                  <c:v>10291</c:v>
                </c:pt>
                <c:pt idx="10292">
                  <c:v>10292</c:v>
                </c:pt>
                <c:pt idx="10293">
                  <c:v>10293</c:v>
                </c:pt>
                <c:pt idx="10294">
                  <c:v>10294</c:v>
                </c:pt>
                <c:pt idx="10295">
                  <c:v>10295</c:v>
                </c:pt>
                <c:pt idx="10296">
                  <c:v>10296</c:v>
                </c:pt>
                <c:pt idx="10297">
                  <c:v>10297</c:v>
                </c:pt>
                <c:pt idx="10298">
                  <c:v>10298</c:v>
                </c:pt>
                <c:pt idx="10299">
                  <c:v>10299</c:v>
                </c:pt>
                <c:pt idx="10300">
                  <c:v>10300</c:v>
                </c:pt>
                <c:pt idx="10301">
                  <c:v>10301</c:v>
                </c:pt>
                <c:pt idx="10302">
                  <c:v>10302</c:v>
                </c:pt>
                <c:pt idx="10303">
                  <c:v>10303</c:v>
                </c:pt>
                <c:pt idx="10304">
                  <c:v>10304</c:v>
                </c:pt>
                <c:pt idx="10305">
                  <c:v>10305</c:v>
                </c:pt>
                <c:pt idx="10306">
                  <c:v>10306</c:v>
                </c:pt>
                <c:pt idx="10307">
                  <c:v>10307</c:v>
                </c:pt>
                <c:pt idx="10308">
                  <c:v>10308</c:v>
                </c:pt>
                <c:pt idx="10309">
                  <c:v>10309</c:v>
                </c:pt>
                <c:pt idx="10310">
                  <c:v>10310</c:v>
                </c:pt>
                <c:pt idx="10311">
                  <c:v>10311</c:v>
                </c:pt>
                <c:pt idx="10312">
                  <c:v>10312</c:v>
                </c:pt>
                <c:pt idx="10313">
                  <c:v>10313</c:v>
                </c:pt>
                <c:pt idx="10314">
                  <c:v>10314</c:v>
                </c:pt>
                <c:pt idx="10315">
                  <c:v>10315</c:v>
                </c:pt>
                <c:pt idx="10316">
                  <c:v>10316</c:v>
                </c:pt>
                <c:pt idx="10317">
                  <c:v>10317</c:v>
                </c:pt>
                <c:pt idx="10318">
                  <c:v>10318</c:v>
                </c:pt>
                <c:pt idx="10319">
                  <c:v>10319</c:v>
                </c:pt>
                <c:pt idx="10320">
                  <c:v>10320</c:v>
                </c:pt>
                <c:pt idx="10321">
                  <c:v>10321</c:v>
                </c:pt>
                <c:pt idx="10322">
                  <c:v>10322</c:v>
                </c:pt>
                <c:pt idx="10323">
                  <c:v>10323</c:v>
                </c:pt>
                <c:pt idx="10324">
                  <c:v>10324</c:v>
                </c:pt>
                <c:pt idx="10325">
                  <c:v>10325</c:v>
                </c:pt>
                <c:pt idx="10326">
                  <c:v>10326</c:v>
                </c:pt>
                <c:pt idx="10327">
                  <c:v>10327</c:v>
                </c:pt>
                <c:pt idx="10328">
                  <c:v>10328</c:v>
                </c:pt>
                <c:pt idx="10329">
                  <c:v>10329</c:v>
                </c:pt>
                <c:pt idx="10330">
                  <c:v>10330</c:v>
                </c:pt>
                <c:pt idx="10331">
                  <c:v>10331</c:v>
                </c:pt>
                <c:pt idx="10332">
                  <c:v>10332</c:v>
                </c:pt>
                <c:pt idx="10333">
                  <c:v>10333</c:v>
                </c:pt>
                <c:pt idx="10334">
                  <c:v>10334</c:v>
                </c:pt>
                <c:pt idx="10335">
                  <c:v>10335</c:v>
                </c:pt>
                <c:pt idx="10336">
                  <c:v>10336</c:v>
                </c:pt>
                <c:pt idx="10337">
                  <c:v>10337</c:v>
                </c:pt>
                <c:pt idx="10338">
                  <c:v>10338</c:v>
                </c:pt>
                <c:pt idx="10339">
                  <c:v>10339</c:v>
                </c:pt>
                <c:pt idx="10340">
                  <c:v>10340</c:v>
                </c:pt>
                <c:pt idx="10341">
                  <c:v>10341</c:v>
                </c:pt>
                <c:pt idx="10342">
                  <c:v>10342</c:v>
                </c:pt>
                <c:pt idx="10343">
                  <c:v>10343</c:v>
                </c:pt>
                <c:pt idx="10344">
                  <c:v>10344</c:v>
                </c:pt>
                <c:pt idx="10345">
                  <c:v>10345</c:v>
                </c:pt>
                <c:pt idx="10346">
                  <c:v>10346</c:v>
                </c:pt>
                <c:pt idx="10347">
                  <c:v>10347</c:v>
                </c:pt>
                <c:pt idx="10348">
                  <c:v>10348</c:v>
                </c:pt>
                <c:pt idx="10349">
                  <c:v>10349</c:v>
                </c:pt>
                <c:pt idx="10350">
                  <c:v>10350</c:v>
                </c:pt>
                <c:pt idx="10351">
                  <c:v>10351</c:v>
                </c:pt>
                <c:pt idx="10352">
                  <c:v>10352</c:v>
                </c:pt>
                <c:pt idx="10353">
                  <c:v>10353</c:v>
                </c:pt>
                <c:pt idx="10354">
                  <c:v>10354</c:v>
                </c:pt>
                <c:pt idx="10355">
                  <c:v>10355</c:v>
                </c:pt>
                <c:pt idx="10356">
                  <c:v>10356</c:v>
                </c:pt>
                <c:pt idx="10357">
                  <c:v>10357</c:v>
                </c:pt>
                <c:pt idx="10358">
                  <c:v>10358</c:v>
                </c:pt>
                <c:pt idx="10359">
                  <c:v>10359</c:v>
                </c:pt>
                <c:pt idx="10360">
                  <c:v>10360</c:v>
                </c:pt>
                <c:pt idx="10361">
                  <c:v>10361</c:v>
                </c:pt>
                <c:pt idx="10362">
                  <c:v>10362</c:v>
                </c:pt>
                <c:pt idx="10363">
                  <c:v>10363</c:v>
                </c:pt>
                <c:pt idx="10364">
                  <c:v>10364</c:v>
                </c:pt>
                <c:pt idx="10365">
                  <c:v>10365</c:v>
                </c:pt>
                <c:pt idx="10366">
                  <c:v>10366</c:v>
                </c:pt>
                <c:pt idx="10367">
                  <c:v>10367</c:v>
                </c:pt>
                <c:pt idx="10368">
                  <c:v>10368</c:v>
                </c:pt>
                <c:pt idx="10369">
                  <c:v>10369</c:v>
                </c:pt>
                <c:pt idx="10370">
                  <c:v>10370</c:v>
                </c:pt>
                <c:pt idx="10371">
                  <c:v>10371</c:v>
                </c:pt>
                <c:pt idx="10372">
                  <c:v>10372</c:v>
                </c:pt>
                <c:pt idx="10373">
                  <c:v>10373</c:v>
                </c:pt>
                <c:pt idx="10374">
                  <c:v>10374</c:v>
                </c:pt>
                <c:pt idx="10375">
                  <c:v>10375</c:v>
                </c:pt>
                <c:pt idx="10376">
                  <c:v>10376</c:v>
                </c:pt>
                <c:pt idx="10377">
                  <c:v>10377</c:v>
                </c:pt>
                <c:pt idx="10378">
                  <c:v>10378</c:v>
                </c:pt>
                <c:pt idx="10379">
                  <c:v>10379</c:v>
                </c:pt>
                <c:pt idx="10380">
                  <c:v>10380</c:v>
                </c:pt>
                <c:pt idx="10381">
                  <c:v>10381</c:v>
                </c:pt>
                <c:pt idx="10382">
                  <c:v>10382</c:v>
                </c:pt>
                <c:pt idx="10383">
                  <c:v>10383</c:v>
                </c:pt>
                <c:pt idx="10384">
                  <c:v>10384</c:v>
                </c:pt>
                <c:pt idx="10385">
                  <c:v>10385</c:v>
                </c:pt>
                <c:pt idx="10386">
                  <c:v>10386</c:v>
                </c:pt>
                <c:pt idx="10387">
                  <c:v>10387</c:v>
                </c:pt>
                <c:pt idx="10388">
                  <c:v>10388</c:v>
                </c:pt>
                <c:pt idx="10389">
                  <c:v>10389</c:v>
                </c:pt>
                <c:pt idx="10390">
                  <c:v>10390</c:v>
                </c:pt>
                <c:pt idx="10391">
                  <c:v>10391</c:v>
                </c:pt>
                <c:pt idx="10392">
                  <c:v>10392</c:v>
                </c:pt>
                <c:pt idx="10393">
                  <c:v>10393</c:v>
                </c:pt>
                <c:pt idx="10394">
                  <c:v>10394</c:v>
                </c:pt>
                <c:pt idx="10395">
                  <c:v>10395</c:v>
                </c:pt>
                <c:pt idx="10396">
                  <c:v>10396</c:v>
                </c:pt>
                <c:pt idx="10397">
                  <c:v>10397</c:v>
                </c:pt>
                <c:pt idx="10398">
                  <c:v>10398</c:v>
                </c:pt>
                <c:pt idx="10399">
                  <c:v>10399</c:v>
                </c:pt>
                <c:pt idx="10400">
                  <c:v>10400</c:v>
                </c:pt>
                <c:pt idx="10401">
                  <c:v>10401</c:v>
                </c:pt>
                <c:pt idx="10402">
                  <c:v>10402</c:v>
                </c:pt>
                <c:pt idx="10403">
                  <c:v>10403</c:v>
                </c:pt>
                <c:pt idx="10404">
                  <c:v>10404</c:v>
                </c:pt>
                <c:pt idx="10405">
                  <c:v>10405</c:v>
                </c:pt>
                <c:pt idx="10406">
                  <c:v>10406</c:v>
                </c:pt>
                <c:pt idx="10407">
                  <c:v>10407</c:v>
                </c:pt>
                <c:pt idx="10408">
                  <c:v>10408</c:v>
                </c:pt>
                <c:pt idx="10409">
                  <c:v>10409</c:v>
                </c:pt>
                <c:pt idx="10410">
                  <c:v>10410</c:v>
                </c:pt>
                <c:pt idx="10411">
                  <c:v>10411</c:v>
                </c:pt>
                <c:pt idx="10412">
                  <c:v>10412</c:v>
                </c:pt>
                <c:pt idx="10413">
                  <c:v>10413</c:v>
                </c:pt>
                <c:pt idx="10414">
                  <c:v>10414</c:v>
                </c:pt>
                <c:pt idx="10415">
                  <c:v>10415</c:v>
                </c:pt>
                <c:pt idx="10416">
                  <c:v>10416</c:v>
                </c:pt>
                <c:pt idx="10417">
                  <c:v>10417</c:v>
                </c:pt>
                <c:pt idx="10418">
                  <c:v>10418</c:v>
                </c:pt>
                <c:pt idx="10419">
                  <c:v>10419</c:v>
                </c:pt>
                <c:pt idx="10420">
                  <c:v>10420</c:v>
                </c:pt>
                <c:pt idx="10421">
                  <c:v>10421</c:v>
                </c:pt>
                <c:pt idx="10422">
                  <c:v>10422</c:v>
                </c:pt>
                <c:pt idx="10423">
                  <c:v>10423</c:v>
                </c:pt>
                <c:pt idx="10424">
                  <c:v>10424</c:v>
                </c:pt>
                <c:pt idx="10425">
                  <c:v>10425</c:v>
                </c:pt>
                <c:pt idx="10426">
                  <c:v>10426</c:v>
                </c:pt>
                <c:pt idx="10427">
                  <c:v>10427</c:v>
                </c:pt>
                <c:pt idx="10428">
                  <c:v>10428</c:v>
                </c:pt>
                <c:pt idx="10429">
                  <c:v>10429</c:v>
                </c:pt>
                <c:pt idx="10430">
                  <c:v>10430</c:v>
                </c:pt>
                <c:pt idx="10431">
                  <c:v>10431</c:v>
                </c:pt>
                <c:pt idx="10432">
                  <c:v>10432</c:v>
                </c:pt>
                <c:pt idx="10433">
                  <c:v>10433</c:v>
                </c:pt>
                <c:pt idx="10434">
                  <c:v>10434</c:v>
                </c:pt>
                <c:pt idx="10435">
                  <c:v>10435</c:v>
                </c:pt>
                <c:pt idx="10436">
                  <c:v>10436</c:v>
                </c:pt>
                <c:pt idx="10437">
                  <c:v>10437</c:v>
                </c:pt>
                <c:pt idx="10438">
                  <c:v>10438</c:v>
                </c:pt>
                <c:pt idx="10439">
                  <c:v>10439</c:v>
                </c:pt>
                <c:pt idx="10440">
                  <c:v>10440</c:v>
                </c:pt>
                <c:pt idx="10441">
                  <c:v>10441</c:v>
                </c:pt>
                <c:pt idx="10442">
                  <c:v>10442</c:v>
                </c:pt>
                <c:pt idx="10443">
                  <c:v>10443</c:v>
                </c:pt>
                <c:pt idx="10444">
                  <c:v>10444</c:v>
                </c:pt>
                <c:pt idx="10445">
                  <c:v>10445</c:v>
                </c:pt>
                <c:pt idx="10446">
                  <c:v>10446</c:v>
                </c:pt>
                <c:pt idx="10447">
                  <c:v>10447</c:v>
                </c:pt>
                <c:pt idx="10448">
                  <c:v>10448</c:v>
                </c:pt>
                <c:pt idx="10449">
                  <c:v>10449</c:v>
                </c:pt>
                <c:pt idx="10450">
                  <c:v>10450</c:v>
                </c:pt>
                <c:pt idx="10451">
                  <c:v>10451</c:v>
                </c:pt>
                <c:pt idx="10452">
                  <c:v>10452</c:v>
                </c:pt>
                <c:pt idx="10453">
                  <c:v>10453</c:v>
                </c:pt>
                <c:pt idx="10454">
                  <c:v>10454</c:v>
                </c:pt>
                <c:pt idx="10455">
                  <c:v>10455</c:v>
                </c:pt>
                <c:pt idx="10456">
                  <c:v>10456</c:v>
                </c:pt>
                <c:pt idx="10457">
                  <c:v>10457</c:v>
                </c:pt>
                <c:pt idx="10458">
                  <c:v>10458</c:v>
                </c:pt>
                <c:pt idx="10459">
                  <c:v>10459</c:v>
                </c:pt>
                <c:pt idx="10460">
                  <c:v>10460</c:v>
                </c:pt>
                <c:pt idx="10461">
                  <c:v>10461</c:v>
                </c:pt>
                <c:pt idx="10462">
                  <c:v>10462</c:v>
                </c:pt>
                <c:pt idx="10463">
                  <c:v>10463</c:v>
                </c:pt>
                <c:pt idx="10464">
                  <c:v>10464</c:v>
                </c:pt>
                <c:pt idx="10465">
                  <c:v>10465</c:v>
                </c:pt>
                <c:pt idx="10466">
                  <c:v>10466</c:v>
                </c:pt>
                <c:pt idx="10467">
                  <c:v>10467</c:v>
                </c:pt>
                <c:pt idx="10468">
                  <c:v>10468</c:v>
                </c:pt>
                <c:pt idx="10469">
                  <c:v>10469</c:v>
                </c:pt>
                <c:pt idx="10470">
                  <c:v>10470</c:v>
                </c:pt>
                <c:pt idx="10471">
                  <c:v>10471</c:v>
                </c:pt>
                <c:pt idx="10472">
                  <c:v>10472</c:v>
                </c:pt>
                <c:pt idx="10473">
                  <c:v>10473</c:v>
                </c:pt>
                <c:pt idx="10474">
                  <c:v>10474</c:v>
                </c:pt>
                <c:pt idx="10475">
                  <c:v>10475</c:v>
                </c:pt>
                <c:pt idx="10476">
                  <c:v>10476</c:v>
                </c:pt>
                <c:pt idx="10477">
                  <c:v>10477</c:v>
                </c:pt>
                <c:pt idx="10478">
                  <c:v>10478</c:v>
                </c:pt>
                <c:pt idx="10479">
                  <c:v>10479</c:v>
                </c:pt>
                <c:pt idx="10480">
                  <c:v>10480</c:v>
                </c:pt>
                <c:pt idx="10481">
                  <c:v>10481</c:v>
                </c:pt>
                <c:pt idx="10482">
                  <c:v>10482</c:v>
                </c:pt>
                <c:pt idx="10483">
                  <c:v>10483</c:v>
                </c:pt>
                <c:pt idx="10484">
                  <c:v>10484</c:v>
                </c:pt>
                <c:pt idx="10485">
                  <c:v>10485</c:v>
                </c:pt>
                <c:pt idx="10486">
                  <c:v>10486</c:v>
                </c:pt>
                <c:pt idx="10487">
                  <c:v>10487</c:v>
                </c:pt>
                <c:pt idx="10488">
                  <c:v>10488</c:v>
                </c:pt>
                <c:pt idx="10489">
                  <c:v>10489</c:v>
                </c:pt>
                <c:pt idx="10490">
                  <c:v>10490</c:v>
                </c:pt>
                <c:pt idx="10491">
                  <c:v>10491</c:v>
                </c:pt>
                <c:pt idx="10492">
                  <c:v>10492</c:v>
                </c:pt>
                <c:pt idx="10493">
                  <c:v>10493</c:v>
                </c:pt>
                <c:pt idx="10494">
                  <c:v>10494</c:v>
                </c:pt>
                <c:pt idx="10495">
                  <c:v>10495</c:v>
                </c:pt>
                <c:pt idx="10496">
                  <c:v>10496</c:v>
                </c:pt>
                <c:pt idx="10497">
                  <c:v>10497</c:v>
                </c:pt>
                <c:pt idx="10498">
                  <c:v>10498</c:v>
                </c:pt>
                <c:pt idx="10499">
                  <c:v>10499</c:v>
                </c:pt>
                <c:pt idx="10500">
                  <c:v>10500</c:v>
                </c:pt>
                <c:pt idx="10501">
                  <c:v>10501</c:v>
                </c:pt>
                <c:pt idx="10502">
                  <c:v>10502</c:v>
                </c:pt>
                <c:pt idx="10503">
                  <c:v>10503</c:v>
                </c:pt>
                <c:pt idx="10504">
                  <c:v>10504</c:v>
                </c:pt>
                <c:pt idx="10505">
                  <c:v>10505</c:v>
                </c:pt>
                <c:pt idx="10506">
                  <c:v>10506</c:v>
                </c:pt>
                <c:pt idx="10507">
                  <c:v>10507</c:v>
                </c:pt>
                <c:pt idx="10508">
                  <c:v>10508</c:v>
                </c:pt>
                <c:pt idx="10509">
                  <c:v>10509</c:v>
                </c:pt>
                <c:pt idx="10510">
                  <c:v>10510</c:v>
                </c:pt>
                <c:pt idx="10511">
                  <c:v>10511</c:v>
                </c:pt>
                <c:pt idx="10512">
                  <c:v>10512</c:v>
                </c:pt>
                <c:pt idx="10513">
                  <c:v>10513</c:v>
                </c:pt>
                <c:pt idx="10514">
                  <c:v>10514</c:v>
                </c:pt>
                <c:pt idx="10515">
                  <c:v>10515</c:v>
                </c:pt>
                <c:pt idx="10516">
                  <c:v>10516</c:v>
                </c:pt>
                <c:pt idx="10517">
                  <c:v>10517</c:v>
                </c:pt>
                <c:pt idx="10518">
                  <c:v>10518</c:v>
                </c:pt>
                <c:pt idx="10519">
                  <c:v>10519</c:v>
                </c:pt>
                <c:pt idx="10520">
                  <c:v>10520</c:v>
                </c:pt>
                <c:pt idx="10521">
                  <c:v>10521</c:v>
                </c:pt>
                <c:pt idx="10522">
                  <c:v>10522</c:v>
                </c:pt>
                <c:pt idx="10523">
                  <c:v>10523</c:v>
                </c:pt>
                <c:pt idx="10524">
                  <c:v>10524</c:v>
                </c:pt>
                <c:pt idx="10525">
                  <c:v>10525</c:v>
                </c:pt>
                <c:pt idx="10526">
                  <c:v>10526</c:v>
                </c:pt>
                <c:pt idx="10527">
                  <c:v>10527</c:v>
                </c:pt>
                <c:pt idx="10528">
                  <c:v>10528</c:v>
                </c:pt>
                <c:pt idx="10529">
                  <c:v>10529</c:v>
                </c:pt>
                <c:pt idx="10530">
                  <c:v>10530</c:v>
                </c:pt>
                <c:pt idx="10531">
                  <c:v>10531</c:v>
                </c:pt>
                <c:pt idx="10532">
                  <c:v>10532</c:v>
                </c:pt>
                <c:pt idx="10533">
                  <c:v>10533</c:v>
                </c:pt>
                <c:pt idx="10534">
                  <c:v>10534</c:v>
                </c:pt>
                <c:pt idx="10535">
                  <c:v>10535</c:v>
                </c:pt>
                <c:pt idx="10536">
                  <c:v>10536</c:v>
                </c:pt>
                <c:pt idx="10537">
                  <c:v>10537</c:v>
                </c:pt>
                <c:pt idx="10538">
                  <c:v>10538</c:v>
                </c:pt>
                <c:pt idx="10539">
                  <c:v>10539</c:v>
                </c:pt>
                <c:pt idx="10540">
                  <c:v>10540</c:v>
                </c:pt>
                <c:pt idx="10541">
                  <c:v>10541</c:v>
                </c:pt>
                <c:pt idx="10542">
                  <c:v>10542</c:v>
                </c:pt>
                <c:pt idx="10543">
                  <c:v>10543</c:v>
                </c:pt>
                <c:pt idx="10544">
                  <c:v>10544</c:v>
                </c:pt>
                <c:pt idx="10545">
                  <c:v>10545</c:v>
                </c:pt>
                <c:pt idx="10546">
                  <c:v>10546</c:v>
                </c:pt>
                <c:pt idx="10547">
                  <c:v>10547</c:v>
                </c:pt>
                <c:pt idx="10548">
                  <c:v>10548</c:v>
                </c:pt>
                <c:pt idx="10549">
                  <c:v>10549</c:v>
                </c:pt>
                <c:pt idx="10550">
                  <c:v>10550</c:v>
                </c:pt>
                <c:pt idx="10551">
                  <c:v>10551</c:v>
                </c:pt>
                <c:pt idx="10552">
                  <c:v>10552</c:v>
                </c:pt>
                <c:pt idx="10553">
                  <c:v>10553</c:v>
                </c:pt>
                <c:pt idx="10554">
                  <c:v>10554</c:v>
                </c:pt>
                <c:pt idx="10555">
                  <c:v>10555</c:v>
                </c:pt>
                <c:pt idx="10556">
                  <c:v>10556</c:v>
                </c:pt>
                <c:pt idx="10557">
                  <c:v>10557</c:v>
                </c:pt>
                <c:pt idx="10558">
                  <c:v>10558</c:v>
                </c:pt>
                <c:pt idx="10559">
                  <c:v>10559</c:v>
                </c:pt>
                <c:pt idx="10560">
                  <c:v>10560</c:v>
                </c:pt>
                <c:pt idx="10561">
                  <c:v>10561</c:v>
                </c:pt>
                <c:pt idx="10562">
                  <c:v>10562</c:v>
                </c:pt>
                <c:pt idx="10563">
                  <c:v>10563</c:v>
                </c:pt>
                <c:pt idx="10564">
                  <c:v>10564</c:v>
                </c:pt>
                <c:pt idx="10565">
                  <c:v>10565</c:v>
                </c:pt>
                <c:pt idx="10566">
                  <c:v>10566</c:v>
                </c:pt>
                <c:pt idx="10567">
                  <c:v>10567</c:v>
                </c:pt>
                <c:pt idx="10568">
                  <c:v>10568</c:v>
                </c:pt>
                <c:pt idx="10569">
                  <c:v>10569</c:v>
                </c:pt>
                <c:pt idx="10570">
                  <c:v>10570</c:v>
                </c:pt>
                <c:pt idx="10571">
                  <c:v>10571</c:v>
                </c:pt>
                <c:pt idx="10572">
                  <c:v>10572</c:v>
                </c:pt>
                <c:pt idx="10573">
                  <c:v>10573</c:v>
                </c:pt>
                <c:pt idx="10574">
                  <c:v>10574</c:v>
                </c:pt>
                <c:pt idx="10575">
                  <c:v>10575</c:v>
                </c:pt>
                <c:pt idx="10576">
                  <c:v>10576</c:v>
                </c:pt>
                <c:pt idx="10577">
                  <c:v>10577</c:v>
                </c:pt>
                <c:pt idx="10578">
                  <c:v>10578</c:v>
                </c:pt>
                <c:pt idx="10579">
                  <c:v>10579</c:v>
                </c:pt>
                <c:pt idx="10580">
                  <c:v>10580</c:v>
                </c:pt>
                <c:pt idx="10581">
                  <c:v>10581</c:v>
                </c:pt>
                <c:pt idx="10582">
                  <c:v>10582</c:v>
                </c:pt>
                <c:pt idx="10583">
                  <c:v>10583</c:v>
                </c:pt>
                <c:pt idx="10584">
                  <c:v>10584</c:v>
                </c:pt>
                <c:pt idx="10585">
                  <c:v>10585</c:v>
                </c:pt>
                <c:pt idx="10586">
                  <c:v>10586</c:v>
                </c:pt>
                <c:pt idx="10587">
                  <c:v>10587</c:v>
                </c:pt>
                <c:pt idx="10588">
                  <c:v>10588</c:v>
                </c:pt>
                <c:pt idx="10589">
                  <c:v>10589</c:v>
                </c:pt>
                <c:pt idx="10590">
                  <c:v>10590</c:v>
                </c:pt>
                <c:pt idx="10591">
                  <c:v>10591</c:v>
                </c:pt>
                <c:pt idx="10592">
                  <c:v>10592</c:v>
                </c:pt>
                <c:pt idx="10593">
                  <c:v>10593</c:v>
                </c:pt>
                <c:pt idx="10594">
                  <c:v>10594</c:v>
                </c:pt>
                <c:pt idx="10595">
                  <c:v>10595</c:v>
                </c:pt>
                <c:pt idx="10596">
                  <c:v>10596</c:v>
                </c:pt>
                <c:pt idx="10597">
                  <c:v>10597</c:v>
                </c:pt>
                <c:pt idx="10598">
                  <c:v>10598</c:v>
                </c:pt>
                <c:pt idx="10599">
                  <c:v>10599</c:v>
                </c:pt>
                <c:pt idx="10600">
                  <c:v>10600</c:v>
                </c:pt>
                <c:pt idx="10601">
                  <c:v>10601</c:v>
                </c:pt>
                <c:pt idx="10602">
                  <c:v>10602</c:v>
                </c:pt>
                <c:pt idx="10603">
                  <c:v>10603</c:v>
                </c:pt>
                <c:pt idx="10604">
                  <c:v>10604</c:v>
                </c:pt>
                <c:pt idx="10605">
                  <c:v>10605</c:v>
                </c:pt>
                <c:pt idx="10606">
                  <c:v>10606</c:v>
                </c:pt>
                <c:pt idx="10607">
                  <c:v>10607</c:v>
                </c:pt>
                <c:pt idx="10608">
                  <c:v>10608</c:v>
                </c:pt>
                <c:pt idx="10609">
                  <c:v>10609</c:v>
                </c:pt>
                <c:pt idx="10610">
                  <c:v>10610</c:v>
                </c:pt>
                <c:pt idx="10611">
                  <c:v>10611</c:v>
                </c:pt>
                <c:pt idx="10612">
                  <c:v>10612</c:v>
                </c:pt>
                <c:pt idx="10613">
                  <c:v>10613</c:v>
                </c:pt>
                <c:pt idx="10614">
                  <c:v>10614</c:v>
                </c:pt>
                <c:pt idx="10615">
                  <c:v>10615</c:v>
                </c:pt>
                <c:pt idx="10616">
                  <c:v>10616</c:v>
                </c:pt>
                <c:pt idx="10617">
                  <c:v>10617</c:v>
                </c:pt>
                <c:pt idx="10618">
                  <c:v>10618</c:v>
                </c:pt>
                <c:pt idx="10619">
                  <c:v>10619</c:v>
                </c:pt>
                <c:pt idx="10620">
                  <c:v>10620</c:v>
                </c:pt>
                <c:pt idx="10621">
                  <c:v>10621</c:v>
                </c:pt>
                <c:pt idx="10622">
                  <c:v>10622</c:v>
                </c:pt>
                <c:pt idx="10623">
                  <c:v>10623</c:v>
                </c:pt>
                <c:pt idx="10624">
                  <c:v>10624</c:v>
                </c:pt>
                <c:pt idx="10625">
                  <c:v>10625</c:v>
                </c:pt>
                <c:pt idx="10626">
                  <c:v>10626</c:v>
                </c:pt>
                <c:pt idx="10627">
                  <c:v>10627</c:v>
                </c:pt>
                <c:pt idx="10628">
                  <c:v>10628</c:v>
                </c:pt>
                <c:pt idx="10629">
                  <c:v>10629</c:v>
                </c:pt>
                <c:pt idx="10630">
                  <c:v>10630</c:v>
                </c:pt>
                <c:pt idx="10631">
                  <c:v>10631</c:v>
                </c:pt>
                <c:pt idx="10632">
                  <c:v>10632</c:v>
                </c:pt>
                <c:pt idx="10633">
                  <c:v>10633</c:v>
                </c:pt>
                <c:pt idx="10634">
                  <c:v>10634</c:v>
                </c:pt>
                <c:pt idx="10635">
                  <c:v>10635</c:v>
                </c:pt>
                <c:pt idx="10636">
                  <c:v>10636</c:v>
                </c:pt>
                <c:pt idx="10637">
                  <c:v>10637</c:v>
                </c:pt>
                <c:pt idx="10638">
                  <c:v>10638</c:v>
                </c:pt>
                <c:pt idx="10639">
                  <c:v>10639</c:v>
                </c:pt>
                <c:pt idx="10640">
                  <c:v>10640</c:v>
                </c:pt>
                <c:pt idx="10641">
                  <c:v>10641</c:v>
                </c:pt>
                <c:pt idx="10642">
                  <c:v>10642</c:v>
                </c:pt>
                <c:pt idx="10643">
                  <c:v>10643</c:v>
                </c:pt>
                <c:pt idx="10644">
                  <c:v>10644</c:v>
                </c:pt>
                <c:pt idx="10645">
                  <c:v>10645</c:v>
                </c:pt>
                <c:pt idx="10646">
                  <c:v>10646</c:v>
                </c:pt>
                <c:pt idx="10647">
                  <c:v>10647</c:v>
                </c:pt>
                <c:pt idx="10648">
                  <c:v>10648</c:v>
                </c:pt>
                <c:pt idx="10649">
                  <c:v>10649</c:v>
                </c:pt>
                <c:pt idx="10650">
                  <c:v>10650</c:v>
                </c:pt>
                <c:pt idx="10651">
                  <c:v>10651</c:v>
                </c:pt>
                <c:pt idx="10652">
                  <c:v>10652</c:v>
                </c:pt>
                <c:pt idx="10653">
                  <c:v>10653</c:v>
                </c:pt>
                <c:pt idx="10654">
                  <c:v>10654</c:v>
                </c:pt>
                <c:pt idx="10655">
                  <c:v>10655</c:v>
                </c:pt>
                <c:pt idx="10656">
                  <c:v>10656</c:v>
                </c:pt>
                <c:pt idx="10657">
                  <c:v>10657</c:v>
                </c:pt>
                <c:pt idx="10658">
                  <c:v>10658</c:v>
                </c:pt>
                <c:pt idx="10659">
                  <c:v>10659</c:v>
                </c:pt>
                <c:pt idx="10660">
                  <c:v>10660</c:v>
                </c:pt>
                <c:pt idx="10661">
                  <c:v>10661</c:v>
                </c:pt>
                <c:pt idx="10662">
                  <c:v>10662</c:v>
                </c:pt>
                <c:pt idx="10663">
                  <c:v>10663</c:v>
                </c:pt>
                <c:pt idx="10664">
                  <c:v>10664</c:v>
                </c:pt>
                <c:pt idx="10665">
                  <c:v>10665</c:v>
                </c:pt>
                <c:pt idx="10666">
                  <c:v>10666</c:v>
                </c:pt>
                <c:pt idx="10667">
                  <c:v>10667</c:v>
                </c:pt>
                <c:pt idx="10668">
                  <c:v>10668</c:v>
                </c:pt>
                <c:pt idx="10669">
                  <c:v>10669</c:v>
                </c:pt>
                <c:pt idx="10670">
                  <c:v>10670</c:v>
                </c:pt>
                <c:pt idx="10671">
                  <c:v>10671</c:v>
                </c:pt>
                <c:pt idx="10672">
                  <c:v>10672</c:v>
                </c:pt>
                <c:pt idx="10673">
                  <c:v>10673</c:v>
                </c:pt>
                <c:pt idx="10674">
                  <c:v>10674</c:v>
                </c:pt>
                <c:pt idx="10675">
                  <c:v>10675</c:v>
                </c:pt>
                <c:pt idx="10676">
                  <c:v>10676</c:v>
                </c:pt>
                <c:pt idx="10677">
                  <c:v>10677</c:v>
                </c:pt>
                <c:pt idx="10678">
                  <c:v>10678</c:v>
                </c:pt>
                <c:pt idx="10679">
                  <c:v>10679</c:v>
                </c:pt>
                <c:pt idx="10680">
                  <c:v>10680</c:v>
                </c:pt>
                <c:pt idx="10681">
                  <c:v>10681</c:v>
                </c:pt>
                <c:pt idx="10682">
                  <c:v>10682</c:v>
                </c:pt>
                <c:pt idx="10683">
                  <c:v>10683</c:v>
                </c:pt>
                <c:pt idx="10684">
                  <c:v>10684</c:v>
                </c:pt>
                <c:pt idx="10685">
                  <c:v>10685</c:v>
                </c:pt>
                <c:pt idx="10686">
                  <c:v>10686</c:v>
                </c:pt>
                <c:pt idx="10687">
                  <c:v>10687</c:v>
                </c:pt>
                <c:pt idx="10688">
                  <c:v>10688</c:v>
                </c:pt>
                <c:pt idx="10689">
                  <c:v>10689</c:v>
                </c:pt>
                <c:pt idx="10690">
                  <c:v>10690</c:v>
                </c:pt>
                <c:pt idx="10691">
                  <c:v>10691</c:v>
                </c:pt>
                <c:pt idx="10692">
                  <c:v>10692</c:v>
                </c:pt>
                <c:pt idx="10693">
                  <c:v>10693</c:v>
                </c:pt>
                <c:pt idx="10694">
                  <c:v>10694</c:v>
                </c:pt>
                <c:pt idx="10695">
                  <c:v>10695</c:v>
                </c:pt>
                <c:pt idx="10696">
                  <c:v>10696</c:v>
                </c:pt>
                <c:pt idx="10697">
                  <c:v>10697</c:v>
                </c:pt>
                <c:pt idx="10698">
                  <c:v>10698</c:v>
                </c:pt>
                <c:pt idx="10699">
                  <c:v>10699</c:v>
                </c:pt>
                <c:pt idx="10700">
                  <c:v>10700</c:v>
                </c:pt>
                <c:pt idx="10701">
                  <c:v>10701</c:v>
                </c:pt>
                <c:pt idx="10702">
                  <c:v>10702</c:v>
                </c:pt>
                <c:pt idx="10703">
                  <c:v>10703</c:v>
                </c:pt>
                <c:pt idx="10704">
                  <c:v>10704</c:v>
                </c:pt>
                <c:pt idx="10705">
                  <c:v>10705</c:v>
                </c:pt>
                <c:pt idx="10706">
                  <c:v>10706</c:v>
                </c:pt>
                <c:pt idx="10707">
                  <c:v>10707</c:v>
                </c:pt>
                <c:pt idx="10708">
                  <c:v>10708</c:v>
                </c:pt>
                <c:pt idx="10709">
                  <c:v>10709</c:v>
                </c:pt>
                <c:pt idx="10710">
                  <c:v>10710</c:v>
                </c:pt>
                <c:pt idx="10711">
                  <c:v>10711</c:v>
                </c:pt>
                <c:pt idx="10712">
                  <c:v>10712</c:v>
                </c:pt>
                <c:pt idx="10713">
                  <c:v>10713</c:v>
                </c:pt>
                <c:pt idx="10714">
                  <c:v>10714</c:v>
                </c:pt>
                <c:pt idx="10715">
                  <c:v>10715</c:v>
                </c:pt>
                <c:pt idx="10716">
                  <c:v>10716</c:v>
                </c:pt>
                <c:pt idx="10717">
                  <c:v>10717</c:v>
                </c:pt>
                <c:pt idx="10718">
                  <c:v>10718</c:v>
                </c:pt>
                <c:pt idx="10719">
                  <c:v>10719</c:v>
                </c:pt>
                <c:pt idx="10720">
                  <c:v>10720</c:v>
                </c:pt>
                <c:pt idx="10721">
                  <c:v>10721</c:v>
                </c:pt>
                <c:pt idx="10722">
                  <c:v>10722</c:v>
                </c:pt>
                <c:pt idx="10723">
                  <c:v>10723</c:v>
                </c:pt>
                <c:pt idx="10724">
                  <c:v>10724</c:v>
                </c:pt>
                <c:pt idx="10725">
                  <c:v>10725</c:v>
                </c:pt>
                <c:pt idx="10726">
                  <c:v>10726</c:v>
                </c:pt>
                <c:pt idx="10727">
                  <c:v>10727</c:v>
                </c:pt>
                <c:pt idx="10728">
                  <c:v>10728</c:v>
                </c:pt>
                <c:pt idx="10729">
                  <c:v>10729</c:v>
                </c:pt>
                <c:pt idx="10730">
                  <c:v>10730</c:v>
                </c:pt>
                <c:pt idx="10731">
                  <c:v>10731</c:v>
                </c:pt>
                <c:pt idx="10732">
                  <c:v>10732</c:v>
                </c:pt>
                <c:pt idx="10733">
                  <c:v>10733</c:v>
                </c:pt>
                <c:pt idx="10734">
                  <c:v>10734</c:v>
                </c:pt>
                <c:pt idx="10735">
                  <c:v>10735</c:v>
                </c:pt>
                <c:pt idx="10736">
                  <c:v>10736</c:v>
                </c:pt>
                <c:pt idx="10737">
                  <c:v>10737</c:v>
                </c:pt>
                <c:pt idx="10738">
                  <c:v>10738</c:v>
                </c:pt>
                <c:pt idx="10739">
                  <c:v>10739</c:v>
                </c:pt>
                <c:pt idx="10740">
                  <c:v>10740</c:v>
                </c:pt>
                <c:pt idx="10741">
                  <c:v>10741</c:v>
                </c:pt>
                <c:pt idx="10742">
                  <c:v>10742</c:v>
                </c:pt>
                <c:pt idx="10743">
                  <c:v>10743</c:v>
                </c:pt>
                <c:pt idx="10744">
                  <c:v>10744</c:v>
                </c:pt>
                <c:pt idx="10745">
                  <c:v>10745</c:v>
                </c:pt>
                <c:pt idx="10746">
                  <c:v>10746</c:v>
                </c:pt>
                <c:pt idx="10747">
                  <c:v>10747</c:v>
                </c:pt>
                <c:pt idx="10748">
                  <c:v>10748</c:v>
                </c:pt>
                <c:pt idx="10749">
                  <c:v>10749</c:v>
                </c:pt>
                <c:pt idx="10750">
                  <c:v>10750</c:v>
                </c:pt>
                <c:pt idx="10751">
                  <c:v>10751</c:v>
                </c:pt>
                <c:pt idx="10752">
                  <c:v>10752</c:v>
                </c:pt>
                <c:pt idx="10753">
                  <c:v>10753</c:v>
                </c:pt>
                <c:pt idx="10754">
                  <c:v>10754</c:v>
                </c:pt>
                <c:pt idx="10755">
                  <c:v>10755</c:v>
                </c:pt>
                <c:pt idx="10756">
                  <c:v>10756</c:v>
                </c:pt>
                <c:pt idx="10757">
                  <c:v>10757</c:v>
                </c:pt>
                <c:pt idx="10758">
                  <c:v>10758</c:v>
                </c:pt>
                <c:pt idx="10759">
                  <c:v>10759</c:v>
                </c:pt>
                <c:pt idx="10760">
                  <c:v>10760</c:v>
                </c:pt>
                <c:pt idx="10761">
                  <c:v>10761</c:v>
                </c:pt>
                <c:pt idx="10762">
                  <c:v>10762</c:v>
                </c:pt>
                <c:pt idx="10763">
                  <c:v>10763</c:v>
                </c:pt>
                <c:pt idx="10764">
                  <c:v>10764</c:v>
                </c:pt>
                <c:pt idx="10765">
                  <c:v>10765</c:v>
                </c:pt>
                <c:pt idx="10766">
                  <c:v>10766</c:v>
                </c:pt>
                <c:pt idx="10767">
                  <c:v>10767</c:v>
                </c:pt>
                <c:pt idx="10768">
                  <c:v>10768</c:v>
                </c:pt>
                <c:pt idx="10769">
                  <c:v>10769</c:v>
                </c:pt>
                <c:pt idx="10770">
                  <c:v>10770</c:v>
                </c:pt>
                <c:pt idx="10771">
                  <c:v>10771</c:v>
                </c:pt>
                <c:pt idx="10772">
                  <c:v>10772</c:v>
                </c:pt>
                <c:pt idx="10773">
                  <c:v>10773</c:v>
                </c:pt>
              </c:numCache>
            </c:numRef>
          </c:cat>
          <c:val>
            <c:numRef>
              <c:f>[BigBalloon_EbuenJ.xlsx]Sheet1!$C$3:$C$10820</c:f>
              <c:numCache>
                <c:formatCode>General</c:formatCode>
                <c:ptCount val="10818"/>
                <c:pt idx="0">
                  <c:v>0</c:v>
                </c:pt>
                <c:pt idx="1">
                  <c:v>0.96577201875000185</c:v>
                </c:pt>
                <c:pt idx="2">
                  <c:v>2.7812091856292884</c:v>
                </c:pt>
                <c:pt idx="3">
                  <c:v>5.1521470805410026</c:v>
                </c:pt>
                <c:pt idx="4">
                  <c:v>7.7890971141010166</c:v>
                </c:pt>
                <c:pt idx="5">
                  <c:v>10.526228660774526</c:v>
                </c:pt>
                <c:pt idx="6">
                  <c:v>13.296522322221886</c:v>
                </c:pt>
                <c:pt idx="7">
                  <c:v>16.077242860225471</c:v>
                </c:pt>
                <c:pt idx="8">
                  <c:v>18.861185253748879</c:v>
                </c:pt>
                <c:pt idx="9">
                  <c:v>21.646117711354822</c:v>
                </c:pt>
                <c:pt idx="10">
                  <c:v>24.431353892828064</c:v>
                </c:pt>
                <c:pt idx="11">
                  <c:v>27.216683199341638</c:v>
                </c:pt>
                <c:pt idx="12">
                  <c:v>30.002041054404746</c:v>
                </c:pt>
                <c:pt idx="13">
                  <c:v>32.787407660920849</c:v>
                </c:pt>
                <c:pt idx="14">
                  <c:v>35.572776950122083</c:v>
                </c:pt>
                <c:pt idx="15">
                  <c:v>38.358147061674316</c:v>
                </c:pt>
                <c:pt idx="16">
                  <c:v>41.143517425309881</c:v>
                </c:pt>
                <c:pt idx="17">
                  <c:v>43.928887866218986</c:v>
                </c:pt>
                <c:pt idx="18">
                  <c:v>46.714258330815497</c:v>
                </c:pt>
                <c:pt idx="19">
                  <c:v>49.499628802673143</c:v>
                </c:pt>
                <c:pt idx="20">
                  <c:v>52.284999276756608</c:v>
                </c:pt>
                <c:pt idx="21">
                  <c:v>55.070369751522378</c:v>
                </c:pt>
                <c:pt idx="22">
                  <c:v>57.855740226497304</c:v>
                </c:pt>
                <c:pt idx="23">
                  <c:v>60.641110701536341</c:v>
                </c:pt>
                <c:pt idx="24">
                  <c:v>63.426481176595033</c:v>
                </c:pt>
                <c:pt idx="25">
                  <c:v>66.211851651659742</c:v>
                </c:pt>
                <c:pt idx="26">
                  <c:v>68.9972221267263</c:v>
                </c:pt>
                <c:pt idx="27">
                  <c:v>71.782592601793425</c:v>
                </c:pt>
                <c:pt idx="28">
                  <c:v>74.567963076860721</c:v>
                </c:pt>
                <c:pt idx="29">
                  <c:v>77.353333551928074</c:v>
                </c:pt>
                <c:pt idx="30">
                  <c:v>80.138704026995441</c:v>
                </c:pt>
                <c:pt idx="31">
                  <c:v>82.924074502062822</c:v>
                </c:pt>
                <c:pt idx="32">
                  <c:v>85.709444977130204</c:v>
                </c:pt>
                <c:pt idx="33">
                  <c:v>88.494815452197585</c:v>
                </c:pt>
                <c:pt idx="34">
                  <c:v>91.280185927264966</c:v>
                </c:pt>
                <c:pt idx="35">
                  <c:v>94.065556402332348</c:v>
                </c:pt>
                <c:pt idx="36">
                  <c:v>96.850926877399729</c:v>
                </c:pt>
                <c:pt idx="37">
                  <c:v>99.63629735246711</c:v>
                </c:pt>
                <c:pt idx="38">
                  <c:v>102.42166782753449</c:v>
                </c:pt>
                <c:pt idx="39">
                  <c:v>105.20703830260187</c:v>
                </c:pt>
                <c:pt idx="40">
                  <c:v>107.99240877766925</c:v>
                </c:pt>
                <c:pt idx="41">
                  <c:v>110.77777925273664</c:v>
                </c:pt>
                <c:pt idx="42">
                  <c:v>113.56314972780402</c:v>
                </c:pt>
                <c:pt idx="43">
                  <c:v>116.3485202028714</c:v>
                </c:pt>
                <c:pt idx="44">
                  <c:v>119.13389067793878</c:v>
                </c:pt>
                <c:pt idx="45">
                  <c:v>121.91926115300616</c:v>
                </c:pt>
                <c:pt idx="46">
                  <c:v>124.70463162807354</c:v>
                </c:pt>
                <c:pt idx="47">
                  <c:v>127.49000210314092</c:v>
                </c:pt>
                <c:pt idx="48">
                  <c:v>130.27537257820831</c:v>
                </c:pt>
                <c:pt idx="49">
                  <c:v>133.06074305327567</c:v>
                </c:pt>
                <c:pt idx="50">
                  <c:v>135.84611352834304</c:v>
                </c:pt>
                <c:pt idx="51">
                  <c:v>138.63148400341041</c:v>
                </c:pt>
                <c:pt idx="52">
                  <c:v>141.41685447847777</c:v>
                </c:pt>
                <c:pt idx="53">
                  <c:v>144.20222495354514</c:v>
                </c:pt>
                <c:pt idx="54">
                  <c:v>146.98759542861251</c:v>
                </c:pt>
                <c:pt idx="55">
                  <c:v>149.77296590367988</c:v>
                </c:pt>
                <c:pt idx="56">
                  <c:v>152.55833637874724</c:v>
                </c:pt>
                <c:pt idx="57">
                  <c:v>155.34370685381461</c:v>
                </c:pt>
                <c:pt idx="58">
                  <c:v>158.12907732888198</c:v>
                </c:pt>
                <c:pt idx="59">
                  <c:v>160.91444780394934</c:v>
                </c:pt>
                <c:pt idx="60">
                  <c:v>163.69981827901671</c:v>
                </c:pt>
                <c:pt idx="61">
                  <c:v>166.48518875408408</c:v>
                </c:pt>
                <c:pt idx="62">
                  <c:v>169.27055922915144</c:v>
                </c:pt>
                <c:pt idx="63">
                  <c:v>172.05592970421881</c:v>
                </c:pt>
                <c:pt idx="64">
                  <c:v>174.84130017928618</c:v>
                </c:pt>
                <c:pt idx="65">
                  <c:v>177.62667065435355</c:v>
                </c:pt>
                <c:pt idx="66">
                  <c:v>180.41204112942091</c:v>
                </c:pt>
                <c:pt idx="67">
                  <c:v>183.19741160448828</c:v>
                </c:pt>
                <c:pt idx="68">
                  <c:v>185.98278207955565</c:v>
                </c:pt>
                <c:pt idx="69">
                  <c:v>188.76815255462301</c:v>
                </c:pt>
                <c:pt idx="70">
                  <c:v>191.55352302969038</c:v>
                </c:pt>
                <c:pt idx="71">
                  <c:v>194.33889350475775</c:v>
                </c:pt>
                <c:pt idx="72">
                  <c:v>197.12426397982512</c:v>
                </c:pt>
                <c:pt idx="73">
                  <c:v>199.90963445489248</c:v>
                </c:pt>
                <c:pt idx="74">
                  <c:v>202.69500492995985</c:v>
                </c:pt>
                <c:pt idx="75">
                  <c:v>205.48037540502722</c:v>
                </c:pt>
                <c:pt idx="76">
                  <c:v>208.26574588009458</c:v>
                </c:pt>
                <c:pt idx="77">
                  <c:v>211.05111635516195</c:v>
                </c:pt>
                <c:pt idx="78">
                  <c:v>213.83648683022932</c:v>
                </c:pt>
                <c:pt idx="79">
                  <c:v>216.62185730529669</c:v>
                </c:pt>
                <c:pt idx="80">
                  <c:v>219.40722778036405</c:v>
                </c:pt>
                <c:pt idx="81">
                  <c:v>222.19259825543142</c:v>
                </c:pt>
                <c:pt idx="82">
                  <c:v>224.97796873049879</c:v>
                </c:pt>
                <c:pt idx="83">
                  <c:v>227.76333920556615</c:v>
                </c:pt>
                <c:pt idx="84">
                  <c:v>230.54870968063352</c:v>
                </c:pt>
                <c:pt idx="85">
                  <c:v>233.33408015570089</c:v>
                </c:pt>
                <c:pt idx="86">
                  <c:v>236.11945063076826</c:v>
                </c:pt>
                <c:pt idx="87">
                  <c:v>238.90482110583562</c:v>
                </c:pt>
                <c:pt idx="88">
                  <c:v>241.69019158090299</c:v>
                </c:pt>
                <c:pt idx="89">
                  <c:v>244.47556205597036</c:v>
                </c:pt>
                <c:pt idx="90">
                  <c:v>247.26093253103772</c:v>
                </c:pt>
                <c:pt idx="91">
                  <c:v>250.04630300610509</c:v>
                </c:pt>
                <c:pt idx="92">
                  <c:v>252.83167348117246</c:v>
                </c:pt>
                <c:pt idx="93">
                  <c:v>255.61704395623983</c:v>
                </c:pt>
                <c:pt idx="94">
                  <c:v>258.40241443130719</c:v>
                </c:pt>
                <c:pt idx="95">
                  <c:v>261.18778490637459</c:v>
                </c:pt>
                <c:pt idx="96">
                  <c:v>263.97315538144198</c:v>
                </c:pt>
                <c:pt idx="97">
                  <c:v>266.75852585650938</c:v>
                </c:pt>
                <c:pt idx="98">
                  <c:v>269.54389633157678</c:v>
                </c:pt>
                <c:pt idx="99">
                  <c:v>272.32926680664417</c:v>
                </c:pt>
                <c:pt idx="100">
                  <c:v>275.11463728171157</c:v>
                </c:pt>
                <c:pt idx="101">
                  <c:v>277.90000775677896</c:v>
                </c:pt>
                <c:pt idx="102">
                  <c:v>280.68537823184636</c:v>
                </c:pt>
                <c:pt idx="103">
                  <c:v>283.47074870691375</c:v>
                </c:pt>
                <c:pt idx="104">
                  <c:v>286.25611918198115</c:v>
                </c:pt>
                <c:pt idx="105">
                  <c:v>289.04148965704854</c:v>
                </c:pt>
                <c:pt idx="106">
                  <c:v>291.82686013211594</c:v>
                </c:pt>
                <c:pt idx="107">
                  <c:v>294.61223060718333</c:v>
                </c:pt>
                <c:pt idx="108">
                  <c:v>297.39760108225073</c:v>
                </c:pt>
                <c:pt idx="109">
                  <c:v>300.18297155731813</c:v>
                </c:pt>
                <c:pt idx="110">
                  <c:v>302.96834203238552</c:v>
                </c:pt>
                <c:pt idx="111">
                  <c:v>305.75371250745292</c:v>
                </c:pt>
                <c:pt idx="112">
                  <c:v>308.53908298252031</c:v>
                </c:pt>
                <c:pt idx="113">
                  <c:v>311.32445345758771</c:v>
                </c:pt>
                <c:pt idx="114">
                  <c:v>314.1098239326551</c:v>
                </c:pt>
                <c:pt idx="115">
                  <c:v>316.8951944077225</c:v>
                </c:pt>
                <c:pt idx="116">
                  <c:v>319.68056488278989</c:v>
                </c:pt>
                <c:pt idx="117">
                  <c:v>322.46593535785729</c:v>
                </c:pt>
                <c:pt idx="118">
                  <c:v>325.25130583292469</c:v>
                </c:pt>
                <c:pt idx="119">
                  <c:v>328.03667630799208</c:v>
                </c:pt>
                <c:pt idx="120">
                  <c:v>330.82204678305948</c:v>
                </c:pt>
                <c:pt idx="121">
                  <c:v>333.60741725812687</c:v>
                </c:pt>
                <c:pt idx="122">
                  <c:v>336.39278773319427</c:v>
                </c:pt>
                <c:pt idx="123">
                  <c:v>339.17815820826166</c:v>
                </c:pt>
                <c:pt idx="124">
                  <c:v>341.96352868332906</c:v>
                </c:pt>
                <c:pt idx="125">
                  <c:v>344.74889915839645</c:v>
                </c:pt>
                <c:pt idx="126">
                  <c:v>347.53426963346385</c:v>
                </c:pt>
                <c:pt idx="127">
                  <c:v>350.31964010853125</c:v>
                </c:pt>
                <c:pt idx="128">
                  <c:v>353.10501058359864</c:v>
                </c:pt>
                <c:pt idx="129">
                  <c:v>355.89038105866604</c:v>
                </c:pt>
                <c:pt idx="130">
                  <c:v>358.67575153373343</c:v>
                </c:pt>
                <c:pt idx="131">
                  <c:v>361.46112200880083</c:v>
                </c:pt>
                <c:pt idx="132">
                  <c:v>364.24649248386822</c:v>
                </c:pt>
                <c:pt idx="133">
                  <c:v>367.03186295893562</c:v>
                </c:pt>
                <c:pt idx="134">
                  <c:v>369.81723343400301</c:v>
                </c:pt>
                <c:pt idx="135">
                  <c:v>372.60260390907041</c:v>
                </c:pt>
                <c:pt idx="136">
                  <c:v>375.38797438413781</c:v>
                </c:pt>
                <c:pt idx="137">
                  <c:v>378.1733448592052</c:v>
                </c:pt>
                <c:pt idx="138">
                  <c:v>380.9587153342726</c:v>
                </c:pt>
                <c:pt idx="139">
                  <c:v>383.74408580933999</c:v>
                </c:pt>
                <c:pt idx="140">
                  <c:v>386.52945628440739</c:v>
                </c:pt>
                <c:pt idx="141">
                  <c:v>389.31482675947478</c:v>
                </c:pt>
                <c:pt idx="142">
                  <c:v>392.10019723454218</c:v>
                </c:pt>
                <c:pt idx="143">
                  <c:v>394.88556770960957</c:v>
                </c:pt>
                <c:pt idx="144">
                  <c:v>397.67093818467697</c:v>
                </c:pt>
                <c:pt idx="145">
                  <c:v>400.45630865974437</c:v>
                </c:pt>
                <c:pt idx="146">
                  <c:v>403.24167913481176</c:v>
                </c:pt>
                <c:pt idx="147">
                  <c:v>406.02704960987916</c:v>
                </c:pt>
                <c:pt idx="148">
                  <c:v>408.81242008494655</c:v>
                </c:pt>
                <c:pt idx="149">
                  <c:v>411.59779056001395</c:v>
                </c:pt>
                <c:pt idx="150">
                  <c:v>414.38316103508134</c:v>
                </c:pt>
                <c:pt idx="151">
                  <c:v>417.16853151014874</c:v>
                </c:pt>
                <c:pt idx="152">
                  <c:v>419.95390198521613</c:v>
                </c:pt>
                <c:pt idx="153">
                  <c:v>422.73927246028353</c:v>
                </c:pt>
                <c:pt idx="154">
                  <c:v>425.52464293535093</c:v>
                </c:pt>
                <c:pt idx="155">
                  <c:v>428.31001341041832</c:v>
                </c:pt>
                <c:pt idx="156">
                  <c:v>431.09538388548572</c:v>
                </c:pt>
                <c:pt idx="157">
                  <c:v>433.88075436055311</c:v>
                </c:pt>
                <c:pt idx="158">
                  <c:v>436.66612483562051</c:v>
                </c:pt>
                <c:pt idx="159">
                  <c:v>439.4514953106879</c:v>
                </c:pt>
                <c:pt idx="160">
                  <c:v>442.2368657857553</c:v>
                </c:pt>
                <c:pt idx="161">
                  <c:v>445.02223626082269</c:v>
                </c:pt>
                <c:pt idx="162">
                  <c:v>447.80760673589009</c:v>
                </c:pt>
                <c:pt idx="163">
                  <c:v>450.59297721095749</c:v>
                </c:pt>
                <c:pt idx="164">
                  <c:v>453.37834768602488</c:v>
                </c:pt>
                <c:pt idx="165">
                  <c:v>456.16371816109228</c:v>
                </c:pt>
                <c:pt idx="166">
                  <c:v>458.94908863615967</c:v>
                </c:pt>
                <c:pt idx="167">
                  <c:v>461.73445911122707</c:v>
                </c:pt>
                <c:pt idx="168">
                  <c:v>464.51982958629446</c:v>
                </c:pt>
                <c:pt idx="169">
                  <c:v>467.30520006136186</c:v>
                </c:pt>
                <c:pt idx="170">
                  <c:v>470.09057053642925</c:v>
                </c:pt>
                <c:pt idx="171">
                  <c:v>472.87594101149665</c:v>
                </c:pt>
                <c:pt idx="172">
                  <c:v>475.66131148656405</c:v>
                </c:pt>
                <c:pt idx="173">
                  <c:v>478.44668196163144</c:v>
                </c:pt>
                <c:pt idx="174">
                  <c:v>481.23205243669884</c:v>
                </c:pt>
                <c:pt idx="175">
                  <c:v>484.01742291176623</c:v>
                </c:pt>
                <c:pt idx="176">
                  <c:v>486.80279338683363</c:v>
                </c:pt>
                <c:pt idx="177">
                  <c:v>489.58816386190102</c:v>
                </c:pt>
                <c:pt idx="178">
                  <c:v>492.37353433696842</c:v>
                </c:pt>
                <c:pt idx="179">
                  <c:v>495.15890481203581</c:v>
                </c:pt>
                <c:pt idx="180">
                  <c:v>497.94427528710321</c:v>
                </c:pt>
                <c:pt idx="181">
                  <c:v>500.72964576217061</c:v>
                </c:pt>
                <c:pt idx="182">
                  <c:v>503.515016237238</c:v>
                </c:pt>
                <c:pt idx="183">
                  <c:v>506.3003867123054</c:v>
                </c:pt>
                <c:pt idx="184">
                  <c:v>509.08575718737279</c:v>
                </c:pt>
                <c:pt idx="185">
                  <c:v>511.87112766244019</c:v>
                </c:pt>
                <c:pt idx="186">
                  <c:v>514.65649813750758</c:v>
                </c:pt>
                <c:pt idx="187">
                  <c:v>517.44186861257492</c:v>
                </c:pt>
                <c:pt idx="188">
                  <c:v>520.22723908764226</c:v>
                </c:pt>
                <c:pt idx="189">
                  <c:v>523.0126095627096</c:v>
                </c:pt>
                <c:pt idx="190">
                  <c:v>525.79798003777694</c:v>
                </c:pt>
                <c:pt idx="191">
                  <c:v>528.58335051284428</c:v>
                </c:pt>
                <c:pt idx="192">
                  <c:v>531.36872098791162</c:v>
                </c:pt>
                <c:pt idx="193">
                  <c:v>534.15409146297895</c:v>
                </c:pt>
                <c:pt idx="194">
                  <c:v>536.93946193804629</c:v>
                </c:pt>
                <c:pt idx="195">
                  <c:v>539.72483241311363</c:v>
                </c:pt>
                <c:pt idx="196">
                  <c:v>542.51020288818097</c:v>
                </c:pt>
                <c:pt idx="197">
                  <c:v>545.29557336324831</c:v>
                </c:pt>
                <c:pt idx="198">
                  <c:v>548.08094383831565</c:v>
                </c:pt>
                <c:pt idx="199">
                  <c:v>550.86631431338299</c:v>
                </c:pt>
                <c:pt idx="200">
                  <c:v>553.65168478845032</c:v>
                </c:pt>
                <c:pt idx="201">
                  <c:v>556.43705526351766</c:v>
                </c:pt>
                <c:pt idx="202">
                  <c:v>559.222425738585</c:v>
                </c:pt>
                <c:pt idx="203">
                  <c:v>562.00779621365234</c:v>
                </c:pt>
                <c:pt idx="204">
                  <c:v>564.79316668871968</c:v>
                </c:pt>
                <c:pt idx="205">
                  <c:v>567.57853716378702</c:v>
                </c:pt>
                <c:pt idx="206">
                  <c:v>570.36390763885436</c:v>
                </c:pt>
                <c:pt idx="207">
                  <c:v>573.1492781139217</c:v>
                </c:pt>
                <c:pt idx="208">
                  <c:v>575.93464858898903</c:v>
                </c:pt>
                <c:pt idx="209">
                  <c:v>578.72001906405637</c:v>
                </c:pt>
                <c:pt idx="210">
                  <c:v>581.50538953912371</c:v>
                </c:pt>
                <c:pt idx="211">
                  <c:v>584.29076001419105</c:v>
                </c:pt>
                <c:pt idx="212">
                  <c:v>587.07613048925839</c:v>
                </c:pt>
                <c:pt idx="213">
                  <c:v>589.86150096432573</c:v>
                </c:pt>
                <c:pt idx="214">
                  <c:v>592.64687143939307</c:v>
                </c:pt>
                <c:pt idx="215">
                  <c:v>595.43224191446041</c:v>
                </c:pt>
                <c:pt idx="216">
                  <c:v>598.21761238952774</c:v>
                </c:pt>
                <c:pt idx="217">
                  <c:v>601.00298286459508</c:v>
                </c:pt>
                <c:pt idx="218">
                  <c:v>603.78835333966242</c:v>
                </c:pt>
                <c:pt idx="219">
                  <c:v>606.57372381472976</c:v>
                </c:pt>
                <c:pt idx="220">
                  <c:v>609.3590942897971</c:v>
                </c:pt>
                <c:pt idx="221">
                  <c:v>612.14446476486444</c:v>
                </c:pt>
                <c:pt idx="222">
                  <c:v>614.92983523993178</c:v>
                </c:pt>
                <c:pt idx="223">
                  <c:v>617.71520571499912</c:v>
                </c:pt>
                <c:pt idx="224">
                  <c:v>620.50057619006645</c:v>
                </c:pt>
                <c:pt idx="225">
                  <c:v>623.28594666513379</c:v>
                </c:pt>
                <c:pt idx="226">
                  <c:v>626.07131714020113</c:v>
                </c:pt>
                <c:pt idx="227">
                  <c:v>628.85668761526847</c:v>
                </c:pt>
                <c:pt idx="228">
                  <c:v>631.64205809033581</c:v>
                </c:pt>
                <c:pt idx="229">
                  <c:v>634.42742856540315</c:v>
                </c:pt>
                <c:pt idx="230">
                  <c:v>637.21279904047049</c:v>
                </c:pt>
                <c:pt idx="231">
                  <c:v>639.99816951553782</c:v>
                </c:pt>
                <c:pt idx="232">
                  <c:v>642.78353999060516</c:v>
                </c:pt>
                <c:pt idx="233">
                  <c:v>645.5689104656725</c:v>
                </c:pt>
                <c:pt idx="234">
                  <c:v>648.35428094073984</c:v>
                </c:pt>
                <c:pt idx="235">
                  <c:v>651.13965141580718</c:v>
                </c:pt>
                <c:pt idx="236">
                  <c:v>653.92502189087452</c:v>
                </c:pt>
                <c:pt idx="237">
                  <c:v>656.71039236594186</c:v>
                </c:pt>
                <c:pt idx="238">
                  <c:v>659.4957628410092</c:v>
                </c:pt>
                <c:pt idx="239">
                  <c:v>662.28113331607653</c:v>
                </c:pt>
                <c:pt idx="240">
                  <c:v>665.06650379114387</c:v>
                </c:pt>
                <c:pt idx="241">
                  <c:v>667.85187426621121</c:v>
                </c:pt>
                <c:pt idx="242">
                  <c:v>670.63724474127855</c:v>
                </c:pt>
                <c:pt idx="243">
                  <c:v>673.42261521634589</c:v>
                </c:pt>
                <c:pt idx="244">
                  <c:v>676.20798569141323</c:v>
                </c:pt>
                <c:pt idx="245">
                  <c:v>678.99335616648057</c:v>
                </c:pt>
                <c:pt idx="246">
                  <c:v>681.77872664154791</c:v>
                </c:pt>
                <c:pt idx="247">
                  <c:v>684.56409711661524</c:v>
                </c:pt>
                <c:pt idx="248">
                  <c:v>687.34946759168258</c:v>
                </c:pt>
                <c:pt idx="249">
                  <c:v>690.13483806674992</c:v>
                </c:pt>
                <c:pt idx="250">
                  <c:v>692.92020854181726</c:v>
                </c:pt>
                <c:pt idx="251">
                  <c:v>695.7055790168846</c:v>
                </c:pt>
                <c:pt idx="252">
                  <c:v>698.49094949195194</c:v>
                </c:pt>
                <c:pt idx="253">
                  <c:v>701.27631996701928</c:v>
                </c:pt>
                <c:pt idx="254">
                  <c:v>704.06169044208661</c:v>
                </c:pt>
                <c:pt idx="255">
                  <c:v>706.84706091715395</c:v>
                </c:pt>
                <c:pt idx="256">
                  <c:v>709.63243139222129</c:v>
                </c:pt>
                <c:pt idx="257">
                  <c:v>712.41780186728863</c:v>
                </c:pt>
                <c:pt idx="258">
                  <c:v>715.20317234235597</c:v>
                </c:pt>
                <c:pt idx="259">
                  <c:v>717.98854281742331</c:v>
                </c:pt>
                <c:pt idx="260">
                  <c:v>720.77391329249065</c:v>
                </c:pt>
                <c:pt idx="261">
                  <c:v>723.55928376755799</c:v>
                </c:pt>
                <c:pt idx="262">
                  <c:v>726.34465424262532</c:v>
                </c:pt>
                <c:pt idx="263">
                  <c:v>729.13002471769266</c:v>
                </c:pt>
                <c:pt idx="264">
                  <c:v>731.91539519276</c:v>
                </c:pt>
                <c:pt idx="265">
                  <c:v>734.70076566782734</c:v>
                </c:pt>
                <c:pt idx="266">
                  <c:v>737.48613614289468</c:v>
                </c:pt>
                <c:pt idx="267">
                  <c:v>740.27150661796202</c:v>
                </c:pt>
                <c:pt idx="268">
                  <c:v>743.05687709302936</c:v>
                </c:pt>
                <c:pt idx="269">
                  <c:v>745.8422475680967</c:v>
                </c:pt>
                <c:pt idx="270">
                  <c:v>748.62761804316403</c:v>
                </c:pt>
                <c:pt idx="271">
                  <c:v>751.41298851823137</c:v>
                </c:pt>
                <c:pt idx="272">
                  <c:v>754.19835899329871</c:v>
                </c:pt>
                <c:pt idx="273">
                  <c:v>756.98372946836605</c:v>
                </c:pt>
                <c:pt idx="274">
                  <c:v>759.76909994343339</c:v>
                </c:pt>
                <c:pt idx="275">
                  <c:v>762.55447041850073</c:v>
                </c:pt>
                <c:pt idx="276">
                  <c:v>765.33984089356807</c:v>
                </c:pt>
                <c:pt idx="277">
                  <c:v>768.12521136863541</c:v>
                </c:pt>
                <c:pt idx="278">
                  <c:v>770.91058184370274</c:v>
                </c:pt>
                <c:pt idx="279">
                  <c:v>773.69595231877008</c:v>
                </c:pt>
                <c:pt idx="280">
                  <c:v>776.48132279383742</c:v>
                </c:pt>
                <c:pt idx="281">
                  <c:v>779.26669326890476</c:v>
                </c:pt>
                <c:pt idx="282">
                  <c:v>782.0520637439721</c:v>
                </c:pt>
                <c:pt idx="283">
                  <c:v>784.83743421903944</c:v>
                </c:pt>
                <c:pt idx="284">
                  <c:v>787.62280469410678</c:v>
                </c:pt>
                <c:pt idx="285">
                  <c:v>790.40817516917411</c:v>
                </c:pt>
                <c:pt idx="286">
                  <c:v>793.19354564424145</c:v>
                </c:pt>
                <c:pt idx="287">
                  <c:v>795.97891611930879</c:v>
                </c:pt>
                <c:pt idx="288">
                  <c:v>798.76428659437613</c:v>
                </c:pt>
                <c:pt idx="289">
                  <c:v>801.54965706944347</c:v>
                </c:pt>
                <c:pt idx="290">
                  <c:v>804.33502754451081</c:v>
                </c:pt>
                <c:pt idx="291">
                  <c:v>807.12039801957815</c:v>
                </c:pt>
                <c:pt idx="292">
                  <c:v>809.90576849464549</c:v>
                </c:pt>
                <c:pt idx="293">
                  <c:v>812.69113896971282</c:v>
                </c:pt>
                <c:pt idx="294">
                  <c:v>815.47650944478016</c:v>
                </c:pt>
                <c:pt idx="295">
                  <c:v>818.2618799198475</c:v>
                </c:pt>
                <c:pt idx="296">
                  <c:v>821.04725039491484</c:v>
                </c:pt>
                <c:pt idx="297">
                  <c:v>823.83262086998218</c:v>
                </c:pt>
                <c:pt idx="298">
                  <c:v>826.61799134504952</c:v>
                </c:pt>
                <c:pt idx="299">
                  <c:v>829.40336182011686</c:v>
                </c:pt>
                <c:pt idx="300">
                  <c:v>832.1887322951842</c:v>
                </c:pt>
                <c:pt idx="301">
                  <c:v>834.97410277025153</c:v>
                </c:pt>
                <c:pt idx="302">
                  <c:v>837.75947324531887</c:v>
                </c:pt>
                <c:pt idx="303">
                  <c:v>840.54484372038621</c:v>
                </c:pt>
                <c:pt idx="304">
                  <c:v>843.33021419545355</c:v>
                </c:pt>
                <c:pt idx="305">
                  <c:v>846.11558467052089</c:v>
                </c:pt>
                <c:pt idx="306">
                  <c:v>848.90095514558823</c:v>
                </c:pt>
                <c:pt idx="307">
                  <c:v>851.68632562065557</c:v>
                </c:pt>
                <c:pt idx="308">
                  <c:v>854.4716960957229</c:v>
                </c:pt>
                <c:pt idx="309">
                  <c:v>857.25706657079024</c:v>
                </c:pt>
                <c:pt idx="310">
                  <c:v>860.04243704585758</c:v>
                </c:pt>
                <c:pt idx="311">
                  <c:v>862.82780752092492</c:v>
                </c:pt>
                <c:pt idx="312">
                  <c:v>865.61317799599226</c:v>
                </c:pt>
                <c:pt idx="313">
                  <c:v>868.3985484710596</c:v>
                </c:pt>
                <c:pt idx="314">
                  <c:v>871.18391894612694</c:v>
                </c:pt>
                <c:pt idx="315">
                  <c:v>873.96928942119428</c:v>
                </c:pt>
                <c:pt idx="316">
                  <c:v>876.75465989626161</c:v>
                </c:pt>
                <c:pt idx="317">
                  <c:v>879.54003037132895</c:v>
                </c:pt>
                <c:pt idx="318">
                  <c:v>882.32540084639629</c:v>
                </c:pt>
                <c:pt idx="319">
                  <c:v>885.11077132146363</c:v>
                </c:pt>
                <c:pt idx="320">
                  <c:v>887.89614179653097</c:v>
                </c:pt>
                <c:pt idx="321">
                  <c:v>890.68151227159831</c:v>
                </c:pt>
                <c:pt idx="322">
                  <c:v>893.46688274666565</c:v>
                </c:pt>
                <c:pt idx="323">
                  <c:v>896.25225322173299</c:v>
                </c:pt>
                <c:pt idx="324">
                  <c:v>899.03762369680032</c:v>
                </c:pt>
                <c:pt idx="325">
                  <c:v>901.82299417186766</c:v>
                </c:pt>
                <c:pt idx="326">
                  <c:v>904.608364646935</c:v>
                </c:pt>
                <c:pt idx="327">
                  <c:v>907.39373512200234</c:v>
                </c:pt>
                <c:pt idx="328">
                  <c:v>910.17910559706968</c:v>
                </c:pt>
                <c:pt idx="329">
                  <c:v>912.96447607213702</c:v>
                </c:pt>
                <c:pt idx="330">
                  <c:v>915.74984654720436</c:v>
                </c:pt>
                <c:pt idx="331">
                  <c:v>918.53521702227169</c:v>
                </c:pt>
                <c:pt idx="332">
                  <c:v>921.32058749733903</c:v>
                </c:pt>
                <c:pt idx="333">
                  <c:v>924.10595797240637</c:v>
                </c:pt>
                <c:pt idx="334">
                  <c:v>926.89132844747371</c:v>
                </c:pt>
                <c:pt idx="335">
                  <c:v>929.67669892254105</c:v>
                </c:pt>
                <c:pt idx="336">
                  <c:v>932.46206939760839</c:v>
                </c:pt>
                <c:pt idx="337">
                  <c:v>935.24743987267573</c:v>
                </c:pt>
                <c:pt idx="338">
                  <c:v>938.03281034774307</c:v>
                </c:pt>
                <c:pt idx="339">
                  <c:v>940.8181808228104</c:v>
                </c:pt>
                <c:pt idx="340">
                  <c:v>943.60355129787774</c:v>
                </c:pt>
                <c:pt idx="341">
                  <c:v>946.38892177294508</c:v>
                </c:pt>
                <c:pt idx="342">
                  <c:v>949.17429224801242</c:v>
                </c:pt>
                <c:pt idx="343">
                  <c:v>951.95966272307976</c:v>
                </c:pt>
                <c:pt idx="344">
                  <c:v>954.7450331981471</c:v>
                </c:pt>
                <c:pt idx="345">
                  <c:v>957.53040367321444</c:v>
                </c:pt>
                <c:pt idx="346">
                  <c:v>960.31577414828178</c:v>
                </c:pt>
                <c:pt idx="347">
                  <c:v>963.10114462334911</c:v>
                </c:pt>
                <c:pt idx="348">
                  <c:v>965.88651509841645</c:v>
                </c:pt>
                <c:pt idx="349">
                  <c:v>968.67188557348379</c:v>
                </c:pt>
                <c:pt idx="350">
                  <c:v>971.45725604855113</c:v>
                </c:pt>
                <c:pt idx="351">
                  <c:v>974.24262652361847</c:v>
                </c:pt>
                <c:pt idx="352">
                  <c:v>977.02799699868581</c:v>
                </c:pt>
                <c:pt idx="353">
                  <c:v>979.81336747375315</c:v>
                </c:pt>
                <c:pt idx="354">
                  <c:v>982.59873794882049</c:v>
                </c:pt>
                <c:pt idx="355">
                  <c:v>985.38410842388782</c:v>
                </c:pt>
                <c:pt idx="356">
                  <c:v>988.16947889895516</c:v>
                </c:pt>
                <c:pt idx="357">
                  <c:v>990.9548493740225</c:v>
                </c:pt>
                <c:pt idx="358">
                  <c:v>993.74021984908984</c:v>
                </c:pt>
                <c:pt idx="359">
                  <c:v>996.52559032415718</c:v>
                </c:pt>
                <c:pt idx="360">
                  <c:v>999.31096079922452</c:v>
                </c:pt>
                <c:pt idx="361">
                  <c:v>1002.0963312742919</c:v>
                </c:pt>
                <c:pt idx="362">
                  <c:v>1004.8817017493592</c:v>
                </c:pt>
                <c:pt idx="363">
                  <c:v>1007.6670722244265</c:v>
                </c:pt>
                <c:pt idx="364">
                  <c:v>1010.4524426994939</c:v>
                </c:pt>
                <c:pt idx="365">
                  <c:v>1013.2378131745612</c:v>
                </c:pt>
                <c:pt idx="366">
                  <c:v>1016.0231836496285</c:v>
                </c:pt>
                <c:pt idx="367">
                  <c:v>1018.8085541246959</c:v>
                </c:pt>
                <c:pt idx="368">
                  <c:v>1021.5939245997632</c:v>
                </c:pt>
                <c:pt idx="369">
                  <c:v>1024.3792950748307</c:v>
                </c:pt>
                <c:pt idx="370">
                  <c:v>1027.164665549898</c:v>
                </c:pt>
                <c:pt idx="371">
                  <c:v>1029.9500360249654</c:v>
                </c:pt>
                <c:pt idx="372">
                  <c:v>1032.7354065000327</c:v>
                </c:pt>
                <c:pt idx="373">
                  <c:v>1035.5207769751</c:v>
                </c:pt>
                <c:pt idx="374">
                  <c:v>1038.3061474501674</c:v>
                </c:pt>
                <c:pt idx="375">
                  <c:v>1041.0915179252347</c:v>
                </c:pt>
                <c:pt idx="376">
                  <c:v>1043.8768884003021</c:v>
                </c:pt>
                <c:pt idx="377">
                  <c:v>1046.6622588753694</c:v>
                </c:pt>
                <c:pt idx="378">
                  <c:v>1049.4476293504367</c:v>
                </c:pt>
                <c:pt idx="379">
                  <c:v>1052.2329998255041</c:v>
                </c:pt>
                <c:pt idx="380">
                  <c:v>1055.0183703005714</c:v>
                </c:pt>
                <c:pt idx="381">
                  <c:v>1057.8037407756387</c:v>
                </c:pt>
                <c:pt idx="382">
                  <c:v>1060.5891112507061</c:v>
                </c:pt>
                <c:pt idx="383">
                  <c:v>1063.3744817257734</c:v>
                </c:pt>
                <c:pt idx="384">
                  <c:v>1066.1598522008408</c:v>
                </c:pt>
                <c:pt idx="385">
                  <c:v>1068.9452226759081</c:v>
                </c:pt>
                <c:pt idx="386">
                  <c:v>1071.7305931509754</c:v>
                </c:pt>
                <c:pt idx="387">
                  <c:v>1074.5159636260428</c:v>
                </c:pt>
                <c:pt idx="388">
                  <c:v>1077.3013341011101</c:v>
                </c:pt>
                <c:pt idx="389">
                  <c:v>1080.0867045761775</c:v>
                </c:pt>
                <c:pt idx="390">
                  <c:v>1082.8720750512448</c:v>
                </c:pt>
                <c:pt idx="391">
                  <c:v>1085.6574455263121</c:v>
                </c:pt>
                <c:pt idx="392">
                  <c:v>1088.4428160013795</c:v>
                </c:pt>
                <c:pt idx="393">
                  <c:v>1091.2281864764468</c:v>
                </c:pt>
                <c:pt idx="394">
                  <c:v>1094.0135569515141</c:v>
                </c:pt>
                <c:pt idx="395">
                  <c:v>1096.7989274265815</c:v>
                </c:pt>
                <c:pt idx="396">
                  <c:v>1099.5842979016488</c:v>
                </c:pt>
                <c:pt idx="397">
                  <c:v>1102.3696683767162</c:v>
                </c:pt>
                <c:pt idx="398">
                  <c:v>1105.1550388517835</c:v>
                </c:pt>
                <c:pt idx="399">
                  <c:v>1107.9404093268508</c:v>
                </c:pt>
                <c:pt idx="400">
                  <c:v>1110.7257798019182</c:v>
                </c:pt>
                <c:pt idx="401">
                  <c:v>1113.5111502769855</c:v>
                </c:pt>
                <c:pt idx="402">
                  <c:v>1116.2965207520529</c:v>
                </c:pt>
                <c:pt idx="403">
                  <c:v>1119.0818912271202</c:v>
                </c:pt>
                <c:pt idx="404">
                  <c:v>1121.8672617021875</c:v>
                </c:pt>
                <c:pt idx="405">
                  <c:v>1124.6526321772549</c:v>
                </c:pt>
                <c:pt idx="406">
                  <c:v>1127.4380026523222</c:v>
                </c:pt>
                <c:pt idx="407">
                  <c:v>1130.2233731273896</c:v>
                </c:pt>
                <c:pt idx="408">
                  <c:v>1133.0087436024569</c:v>
                </c:pt>
                <c:pt idx="409">
                  <c:v>1135.7941140775242</c:v>
                </c:pt>
                <c:pt idx="410">
                  <c:v>1138.5794845525916</c:v>
                </c:pt>
                <c:pt idx="411">
                  <c:v>1141.3648550276589</c:v>
                </c:pt>
                <c:pt idx="412">
                  <c:v>1144.1502255027262</c:v>
                </c:pt>
                <c:pt idx="413">
                  <c:v>1146.9355959777936</c:v>
                </c:pt>
                <c:pt idx="414">
                  <c:v>1149.7209664528609</c:v>
                </c:pt>
                <c:pt idx="415">
                  <c:v>1152.5063369279283</c:v>
                </c:pt>
                <c:pt idx="416">
                  <c:v>1155.2917074029956</c:v>
                </c:pt>
                <c:pt idx="417">
                  <c:v>1158.0770778780629</c:v>
                </c:pt>
                <c:pt idx="418">
                  <c:v>1160.8624483531303</c:v>
                </c:pt>
                <c:pt idx="419">
                  <c:v>1163.6478188281976</c:v>
                </c:pt>
                <c:pt idx="420">
                  <c:v>1166.433189303265</c:v>
                </c:pt>
                <c:pt idx="421">
                  <c:v>1169.2185597783323</c:v>
                </c:pt>
                <c:pt idx="422">
                  <c:v>1172.0039302533996</c:v>
                </c:pt>
                <c:pt idx="423">
                  <c:v>1174.789300728467</c:v>
                </c:pt>
                <c:pt idx="424">
                  <c:v>1177.5746712035343</c:v>
                </c:pt>
                <c:pt idx="425">
                  <c:v>1180.3600416786016</c:v>
                </c:pt>
                <c:pt idx="426">
                  <c:v>1183.145412153669</c:v>
                </c:pt>
                <c:pt idx="427">
                  <c:v>1185.9307826287363</c:v>
                </c:pt>
                <c:pt idx="428">
                  <c:v>1188.7161531038037</c:v>
                </c:pt>
                <c:pt idx="429">
                  <c:v>1191.501523578871</c:v>
                </c:pt>
                <c:pt idx="430">
                  <c:v>1194.2868940539383</c:v>
                </c:pt>
                <c:pt idx="431">
                  <c:v>1197.0722645290057</c:v>
                </c:pt>
                <c:pt idx="432">
                  <c:v>1199.857635004073</c:v>
                </c:pt>
                <c:pt idx="433">
                  <c:v>1202.6430054791404</c:v>
                </c:pt>
                <c:pt idx="434">
                  <c:v>1205.4283759542077</c:v>
                </c:pt>
                <c:pt idx="435">
                  <c:v>1208.213746429275</c:v>
                </c:pt>
                <c:pt idx="436">
                  <c:v>1210.9991169043424</c:v>
                </c:pt>
                <c:pt idx="437">
                  <c:v>1213.7844873794097</c:v>
                </c:pt>
                <c:pt idx="438">
                  <c:v>1216.569857854477</c:v>
                </c:pt>
                <c:pt idx="439">
                  <c:v>1219.3552283295444</c:v>
                </c:pt>
                <c:pt idx="440">
                  <c:v>1222.1405988046117</c:v>
                </c:pt>
                <c:pt idx="441">
                  <c:v>1224.9259692796791</c:v>
                </c:pt>
                <c:pt idx="442">
                  <c:v>1227.7113397547464</c:v>
                </c:pt>
                <c:pt idx="443">
                  <c:v>1230.4967102298137</c:v>
                </c:pt>
                <c:pt idx="444">
                  <c:v>1233.2820807048811</c:v>
                </c:pt>
                <c:pt idx="445">
                  <c:v>1236.0674511799484</c:v>
                </c:pt>
                <c:pt idx="446">
                  <c:v>1238.8528216550158</c:v>
                </c:pt>
                <c:pt idx="447">
                  <c:v>1241.6381921300831</c:v>
                </c:pt>
                <c:pt idx="448">
                  <c:v>1244.4235626051504</c:v>
                </c:pt>
                <c:pt idx="449">
                  <c:v>1247.2089330802178</c:v>
                </c:pt>
                <c:pt idx="450">
                  <c:v>1249.9943035552851</c:v>
                </c:pt>
                <c:pt idx="451">
                  <c:v>1252.7796740303525</c:v>
                </c:pt>
                <c:pt idx="452">
                  <c:v>1255.5650445054198</c:v>
                </c:pt>
                <c:pt idx="453">
                  <c:v>1258.3504149804871</c:v>
                </c:pt>
                <c:pt idx="454">
                  <c:v>1261.1357854555545</c:v>
                </c:pt>
                <c:pt idx="455">
                  <c:v>1263.9211559306218</c:v>
                </c:pt>
                <c:pt idx="456">
                  <c:v>1266.7065264056891</c:v>
                </c:pt>
                <c:pt idx="457">
                  <c:v>1269.4918968807565</c:v>
                </c:pt>
                <c:pt idx="458">
                  <c:v>1272.2772673558238</c:v>
                </c:pt>
                <c:pt idx="459">
                  <c:v>1275.0626378308912</c:v>
                </c:pt>
                <c:pt idx="460">
                  <c:v>1277.8480083059585</c:v>
                </c:pt>
                <c:pt idx="461">
                  <c:v>1280.6333787810258</c:v>
                </c:pt>
                <c:pt idx="462">
                  <c:v>1283.4187492560932</c:v>
                </c:pt>
                <c:pt idx="463">
                  <c:v>1286.2041197311605</c:v>
                </c:pt>
                <c:pt idx="464">
                  <c:v>1288.9894902062279</c:v>
                </c:pt>
                <c:pt idx="465">
                  <c:v>1291.7748606812952</c:v>
                </c:pt>
                <c:pt idx="466">
                  <c:v>1294.5602311563625</c:v>
                </c:pt>
                <c:pt idx="467">
                  <c:v>1297.3456016314299</c:v>
                </c:pt>
                <c:pt idx="468">
                  <c:v>1300.1309721064972</c:v>
                </c:pt>
                <c:pt idx="469">
                  <c:v>1302.9163425815645</c:v>
                </c:pt>
                <c:pt idx="470">
                  <c:v>1305.7017130566319</c:v>
                </c:pt>
                <c:pt idx="471">
                  <c:v>1308.4870835316992</c:v>
                </c:pt>
                <c:pt idx="472">
                  <c:v>1311.2724540067666</c:v>
                </c:pt>
                <c:pt idx="473">
                  <c:v>1314.0578244818339</c:v>
                </c:pt>
                <c:pt idx="474">
                  <c:v>1316.8431949569012</c:v>
                </c:pt>
                <c:pt idx="475">
                  <c:v>1319.6285654319686</c:v>
                </c:pt>
                <c:pt idx="476">
                  <c:v>1322.4139359070359</c:v>
                </c:pt>
                <c:pt idx="477">
                  <c:v>1325.1993063821033</c:v>
                </c:pt>
                <c:pt idx="478">
                  <c:v>1327.9846768571706</c:v>
                </c:pt>
                <c:pt idx="479">
                  <c:v>1330.7700473322379</c:v>
                </c:pt>
                <c:pt idx="480">
                  <c:v>1333.5554178073053</c:v>
                </c:pt>
                <c:pt idx="481">
                  <c:v>1336.3407882823726</c:v>
                </c:pt>
                <c:pt idx="482">
                  <c:v>1339.12615875744</c:v>
                </c:pt>
                <c:pt idx="483">
                  <c:v>1341.9115292325073</c:v>
                </c:pt>
                <c:pt idx="484">
                  <c:v>1344.6968997075746</c:v>
                </c:pt>
                <c:pt idx="485">
                  <c:v>1347.482270182642</c:v>
                </c:pt>
                <c:pt idx="486">
                  <c:v>1350.2676406577093</c:v>
                </c:pt>
                <c:pt idx="487">
                  <c:v>1353.0530111327766</c:v>
                </c:pt>
                <c:pt idx="488">
                  <c:v>1355.838381607844</c:v>
                </c:pt>
                <c:pt idx="489">
                  <c:v>1358.6237520829113</c:v>
                </c:pt>
                <c:pt idx="490">
                  <c:v>1361.4091225579787</c:v>
                </c:pt>
                <c:pt idx="491">
                  <c:v>1364.194493033046</c:v>
                </c:pt>
                <c:pt idx="492">
                  <c:v>1366.9798635081133</c:v>
                </c:pt>
                <c:pt idx="493">
                  <c:v>1369.7652339831807</c:v>
                </c:pt>
                <c:pt idx="494">
                  <c:v>1372.550604458248</c:v>
                </c:pt>
                <c:pt idx="495">
                  <c:v>1375.3359749333154</c:v>
                </c:pt>
                <c:pt idx="496">
                  <c:v>1378.1213454083827</c:v>
                </c:pt>
                <c:pt idx="497">
                  <c:v>1380.90671588345</c:v>
                </c:pt>
                <c:pt idx="498">
                  <c:v>1383.6920863585174</c:v>
                </c:pt>
                <c:pt idx="499">
                  <c:v>1386.4774568335847</c:v>
                </c:pt>
                <c:pt idx="500">
                  <c:v>1389.262827308652</c:v>
                </c:pt>
                <c:pt idx="501">
                  <c:v>1392.0481977837194</c:v>
                </c:pt>
                <c:pt idx="502">
                  <c:v>1394.8335682587867</c:v>
                </c:pt>
                <c:pt idx="503">
                  <c:v>1397.6189387338541</c:v>
                </c:pt>
                <c:pt idx="504">
                  <c:v>1400.4043092089214</c:v>
                </c:pt>
                <c:pt idx="505">
                  <c:v>1403.1896796839887</c:v>
                </c:pt>
                <c:pt idx="506">
                  <c:v>1405.9750501590561</c:v>
                </c:pt>
                <c:pt idx="507">
                  <c:v>1408.7604206341234</c:v>
                </c:pt>
                <c:pt idx="508">
                  <c:v>1411.5457911091908</c:v>
                </c:pt>
                <c:pt idx="509">
                  <c:v>1414.3311615842581</c:v>
                </c:pt>
                <c:pt idx="510">
                  <c:v>1417.1165320593254</c:v>
                </c:pt>
                <c:pt idx="511">
                  <c:v>1419.9019025343928</c:v>
                </c:pt>
                <c:pt idx="512">
                  <c:v>1422.6872730094601</c:v>
                </c:pt>
                <c:pt idx="513">
                  <c:v>1425.4726434845275</c:v>
                </c:pt>
                <c:pt idx="514">
                  <c:v>1428.2580139595948</c:v>
                </c:pt>
                <c:pt idx="515">
                  <c:v>1431.0433844346621</c:v>
                </c:pt>
                <c:pt idx="516">
                  <c:v>1433.8287549097295</c:v>
                </c:pt>
                <c:pt idx="517">
                  <c:v>1436.6141253847968</c:v>
                </c:pt>
                <c:pt idx="518">
                  <c:v>1439.3994958598641</c:v>
                </c:pt>
                <c:pt idx="519">
                  <c:v>1442.1848663349315</c:v>
                </c:pt>
                <c:pt idx="520">
                  <c:v>1444.9702368099988</c:v>
                </c:pt>
                <c:pt idx="521">
                  <c:v>1447.7556072850662</c:v>
                </c:pt>
                <c:pt idx="522">
                  <c:v>1450.5409777601335</c:v>
                </c:pt>
                <c:pt idx="523">
                  <c:v>1453.3263482352008</c:v>
                </c:pt>
                <c:pt idx="524">
                  <c:v>1456.1117187102682</c:v>
                </c:pt>
                <c:pt idx="525">
                  <c:v>1458.8970891853355</c:v>
                </c:pt>
                <c:pt idx="526">
                  <c:v>1461.6824596604029</c:v>
                </c:pt>
                <c:pt idx="527">
                  <c:v>1464.4678301354702</c:v>
                </c:pt>
                <c:pt idx="528">
                  <c:v>1467.2532006105375</c:v>
                </c:pt>
                <c:pt idx="529">
                  <c:v>1470.0385710856049</c:v>
                </c:pt>
                <c:pt idx="530">
                  <c:v>1472.8239415606722</c:v>
                </c:pt>
                <c:pt idx="531">
                  <c:v>1475.6093120357395</c:v>
                </c:pt>
                <c:pt idx="532">
                  <c:v>1478.3946825108069</c:v>
                </c:pt>
                <c:pt idx="533">
                  <c:v>1481.1800529858742</c:v>
                </c:pt>
                <c:pt idx="534">
                  <c:v>1483.9654234609416</c:v>
                </c:pt>
                <c:pt idx="535">
                  <c:v>1486.7507939360089</c:v>
                </c:pt>
                <c:pt idx="536">
                  <c:v>1489.5361644110762</c:v>
                </c:pt>
                <c:pt idx="537">
                  <c:v>1492.3215348861436</c:v>
                </c:pt>
                <c:pt idx="538">
                  <c:v>1495.1069053612109</c:v>
                </c:pt>
                <c:pt idx="539">
                  <c:v>1497.8922758362783</c:v>
                </c:pt>
                <c:pt idx="540">
                  <c:v>1500.6776463113456</c:v>
                </c:pt>
                <c:pt idx="541">
                  <c:v>1503.4630167864129</c:v>
                </c:pt>
                <c:pt idx="542">
                  <c:v>1506.2483872614803</c:v>
                </c:pt>
                <c:pt idx="543">
                  <c:v>1509.0337577365476</c:v>
                </c:pt>
                <c:pt idx="544">
                  <c:v>1511.819128211615</c:v>
                </c:pt>
                <c:pt idx="545">
                  <c:v>1514.6044986866823</c:v>
                </c:pt>
                <c:pt idx="546">
                  <c:v>1517.3898691617496</c:v>
                </c:pt>
                <c:pt idx="547">
                  <c:v>1520.175239636817</c:v>
                </c:pt>
                <c:pt idx="548">
                  <c:v>1522.9606101118843</c:v>
                </c:pt>
                <c:pt idx="549">
                  <c:v>1525.7459805869516</c:v>
                </c:pt>
                <c:pt idx="550">
                  <c:v>1528.531351062019</c:v>
                </c:pt>
                <c:pt idx="551">
                  <c:v>1531.3167215370863</c:v>
                </c:pt>
                <c:pt idx="552">
                  <c:v>1534.1020920121537</c:v>
                </c:pt>
                <c:pt idx="553">
                  <c:v>1536.887462487221</c:v>
                </c:pt>
                <c:pt idx="554">
                  <c:v>1539.6728329622883</c:v>
                </c:pt>
                <c:pt idx="555">
                  <c:v>1542.4582034373557</c:v>
                </c:pt>
                <c:pt idx="556">
                  <c:v>1545.243573912423</c:v>
                </c:pt>
                <c:pt idx="557">
                  <c:v>1548.0289443874904</c:v>
                </c:pt>
                <c:pt idx="558">
                  <c:v>1550.8143148625577</c:v>
                </c:pt>
                <c:pt idx="559">
                  <c:v>1553.599685337625</c:v>
                </c:pt>
                <c:pt idx="560">
                  <c:v>1556.3850558126924</c:v>
                </c:pt>
                <c:pt idx="561">
                  <c:v>1559.1704262877597</c:v>
                </c:pt>
                <c:pt idx="562">
                  <c:v>1561.955796762827</c:v>
                </c:pt>
                <c:pt idx="563">
                  <c:v>1564.7411672378944</c:v>
                </c:pt>
                <c:pt idx="564">
                  <c:v>1567.5265377129617</c:v>
                </c:pt>
                <c:pt idx="565">
                  <c:v>1570.3119081880291</c:v>
                </c:pt>
                <c:pt idx="566">
                  <c:v>1573.0972786630964</c:v>
                </c:pt>
                <c:pt idx="567">
                  <c:v>1575.8826491381637</c:v>
                </c:pt>
                <c:pt idx="568">
                  <c:v>1578.6680196132311</c:v>
                </c:pt>
                <c:pt idx="569">
                  <c:v>1581.4533900882984</c:v>
                </c:pt>
                <c:pt idx="570">
                  <c:v>1584.2387605633658</c:v>
                </c:pt>
                <c:pt idx="571">
                  <c:v>1587.0241310384331</c:v>
                </c:pt>
                <c:pt idx="572">
                  <c:v>1589.8095015135004</c:v>
                </c:pt>
                <c:pt idx="573">
                  <c:v>1592.5948719885678</c:v>
                </c:pt>
                <c:pt idx="574">
                  <c:v>1595.3802424636351</c:v>
                </c:pt>
                <c:pt idx="575">
                  <c:v>1598.1656129387025</c:v>
                </c:pt>
                <c:pt idx="576">
                  <c:v>1600.9509834137698</c:v>
                </c:pt>
                <c:pt idx="577">
                  <c:v>1603.7363538888371</c:v>
                </c:pt>
                <c:pt idx="578">
                  <c:v>1606.5217243639045</c:v>
                </c:pt>
                <c:pt idx="579">
                  <c:v>1609.3070948389718</c:v>
                </c:pt>
                <c:pt idx="580">
                  <c:v>1612.0924653140391</c:v>
                </c:pt>
                <c:pt idx="581">
                  <c:v>1614.8778357891065</c:v>
                </c:pt>
                <c:pt idx="582">
                  <c:v>1617.6632062641738</c:v>
                </c:pt>
                <c:pt idx="583">
                  <c:v>1620.4485767392412</c:v>
                </c:pt>
                <c:pt idx="584">
                  <c:v>1623.2339472143085</c:v>
                </c:pt>
                <c:pt idx="585">
                  <c:v>1626.0193176893758</c:v>
                </c:pt>
                <c:pt idx="586">
                  <c:v>1628.8046881644432</c:v>
                </c:pt>
                <c:pt idx="587">
                  <c:v>1631.5900586395105</c:v>
                </c:pt>
                <c:pt idx="588">
                  <c:v>1634.3754291145779</c:v>
                </c:pt>
                <c:pt idx="589">
                  <c:v>1637.1607995896452</c:v>
                </c:pt>
                <c:pt idx="590">
                  <c:v>1639.9461700647125</c:v>
                </c:pt>
                <c:pt idx="591">
                  <c:v>1642.7315405397799</c:v>
                </c:pt>
                <c:pt idx="592">
                  <c:v>1645.5169110148472</c:v>
                </c:pt>
                <c:pt idx="593">
                  <c:v>1648.3022814899145</c:v>
                </c:pt>
                <c:pt idx="594">
                  <c:v>1651.0876519649819</c:v>
                </c:pt>
                <c:pt idx="595">
                  <c:v>1653.8730224400492</c:v>
                </c:pt>
                <c:pt idx="596">
                  <c:v>1656.6583929151166</c:v>
                </c:pt>
                <c:pt idx="597">
                  <c:v>1659.4437633901839</c:v>
                </c:pt>
                <c:pt idx="598">
                  <c:v>1662.2291338652512</c:v>
                </c:pt>
                <c:pt idx="599">
                  <c:v>1665.0145043403186</c:v>
                </c:pt>
                <c:pt idx="600">
                  <c:v>1667.7998748153859</c:v>
                </c:pt>
                <c:pt idx="601">
                  <c:v>1670.5852452904533</c:v>
                </c:pt>
                <c:pt idx="602">
                  <c:v>1673.3706157655206</c:v>
                </c:pt>
                <c:pt idx="603">
                  <c:v>1676.1559862405879</c:v>
                </c:pt>
                <c:pt idx="604">
                  <c:v>1678.9413567156553</c:v>
                </c:pt>
                <c:pt idx="605">
                  <c:v>1681.7267271907226</c:v>
                </c:pt>
                <c:pt idx="606">
                  <c:v>1684.51209766579</c:v>
                </c:pt>
                <c:pt idx="607">
                  <c:v>1687.2974681408573</c:v>
                </c:pt>
                <c:pt idx="608">
                  <c:v>1690.0828386159246</c:v>
                </c:pt>
                <c:pt idx="609">
                  <c:v>1692.868209090992</c:v>
                </c:pt>
                <c:pt idx="610">
                  <c:v>1695.6535795660593</c:v>
                </c:pt>
                <c:pt idx="611">
                  <c:v>1698.4389500411266</c:v>
                </c:pt>
                <c:pt idx="612">
                  <c:v>1701.224320516194</c:v>
                </c:pt>
                <c:pt idx="613">
                  <c:v>1704.0096909912613</c:v>
                </c:pt>
                <c:pt idx="614">
                  <c:v>1706.7950614663287</c:v>
                </c:pt>
                <c:pt idx="615">
                  <c:v>1709.580431941396</c:v>
                </c:pt>
                <c:pt idx="616">
                  <c:v>1712.3658024164633</c:v>
                </c:pt>
                <c:pt idx="617">
                  <c:v>1715.1511728915307</c:v>
                </c:pt>
                <c:pt idx="618">
                  <c:v>1717.936543366598</c:v>
                </c:pt>
                <c:pt idx="619">
                  <c:v>1720.7219138416654</c:v>
                </c:pt>
                <c:pt idx="620">
                  <c:v>1723.5072843167327</c:v>
                </c:pt>
                <c:pt idx="621">
                  <c:v>1726.2926547918</c:v>
                </c:pt>
                <c:pt idx="622">
                  <c:v>1729.0780252668674</c:v>
                </c:pt>
                <c:pt idx="623">
                  <c:v>1731.8633957419347</c:v>
                </c:pt>
                <c:pt idx="624">
                  <c:v>1734.648766217002</c:v>
                </c:pt>
                <c:pt idx="625">
                  <c:v>1737.4341366920694</c:v>
                </c:pt>
                <c:pt idx="626">
                  <c:v>1740.2195071671367</c:v>
                </c:pt>
                <c:pt idx="627">
                  <c:v>1743.0048776422041</c:v>
                </c:pt>
                <c:pt idx="628">
                  <c:v>1745.7902481172714</c:v>
                </c:pt>
                <c:pt idx="629">
                  <c:v>1748.5756185923387</c:v>
                </c:pt>
                <c:pt idx="630">
                  <c:v>1751.3609890674061</c:v>
                </c:pt>
                <c:pt idx="631">
                  <c:v>1754.1463595424734</c:v>
                </c:pt>
                <c:pt idx="632">
                  <c:v>1756.9317300175408</c:v>
                </c:pt>
                <c:pt idx="633">
                  <c:v>1759.7171004926081</c:v>
                </c:pt>
                <c:pt idx="634">
                  <c:v>1762.5024709676754</c:v>
                </c:pt>
                <c:pt idx="635">
                  <c:v>1765.2878414427428</c:v>
                </c:pt>
                <c:pt idx="636">
                  <c:v>1768.0732119178101</c:v>
                </c:pt>
                <c:pt idx="637">
                  <c:v>1770.8585823928775</c:v>
                </c:pt>
                <c:pt idx="638">
                  <c:v>1773.6439528679448</c:v>
                </c:pt>
                <c:pt idx="639">
                  <c:v>1776.4293233430121</c:v>
                </c:pt>
                <c:pt idx="640">
                  <c:v>1779.2146938180795</c:v>
                </c:pt>
                <c:pt idx="641">
                  <c:v>1782.0000642931468</c:v>
                </c:pt>
                <c:pt idx="642">
                  <c:v>1784.7854347682141</c:v>
                </c:pt>
                <c:pt idx="643">
                  <c:v>1787.5708052432815</c:v>
                </c:pt>
                <c:pt idx="644">
                  <c:v>1790.3561757183488</c:v>
                </c:pt>
                <c:pt idx="645">
                  <c:v>1793.1415461934162</c:v>
                </c:pt>
                <c:pt idx="646">
                  <c:v>1795.9269166684835</c:v>
                </c:pt>
                <c:pt idx="647">
                  <c:v>1798.7122871435508</c:v>
                </c:pt>
                <c:pt idx="648">
                  <c:v>1801.4976576186182</c:v>
                </c:pt>
                <c:pt idx="649">
                  <c:v>1804.2830280936855</c:v>
                </c:pt>
                <c:pt idx="650">
                  <c:v>1807.0683985687529</c:v>
                </c:pt>
                <c:pt idx="651">
                  <c:v>1809.8537690438202</c:v>
                </c:pt>
                <c:pt idx="652">
                  <c:v>1812.6391395188875</c:v>
                </c:pt>
                <c:pt idx="653">
                  <c:v>1815.4245099939549</c:v>
                </c:pt>
                <c:pt idx="654">
                  <c:v>1818.2098804690222</c:v>
                </c:pt>
                <c:pt idx="655">
                  <c:v>1820.9952509440895</c:v>
                </c:pt>
                <c:pt idx="656">
                  <c:v>1823.7806214191569</c:v>
                </c:pt>
                <c:pt idx="657">
                  <c:v>1826.5659918942242</c:v>
                </c:pt>
                <c:pt idx="658">
                  <c:v>1829.3513623692916</c:v>
                </c:pt>
                <c:pt idx="659">
                  <c:v>1832.1367328443589</c:v>
                </c:pt>
                <c:pt idx="660">
                  <c:v>1834.9221033194262</c:v>
                </c:pt>
                <c:pt idx="661">
                  <c:v>1837.7074737944936</c:v>
                </c:pt>
                <c:pt idx="662">
                  <c:v>1840.4928442695609</c:v>
                </c:pt>
                <c:pt idx="663">
                  <c:v>1843.2782147446283</c:v>
                </c:pt>
                <c:pt idx="664">
                  <c:v>1846.0635852196956</c:v>
                </c:pt>
                <c:pt idx="665">
                  <c:v>1848.8489556947629</c:v>
                </c:pt>
                <c:pt idx="666">
                  <c:v>1851.6343261698303</c:v>
                </c:pt>
                <c:pt idx="667">
                  <c:v>1854.4196966448976</c:v>
                </c:pt>
                <c:pt idx="668">
                  <c:v>1857.205067119965</c:v>
                </c:pt>
                <c:pt idx="669">
                  <c:v>1859.9904375950323</c:v>
                </c:pt>
                <c:pt idx="670">
                  <c:v>1862.7758080700996</c:v>
                </c:pt>
                <c:pt idx="671">
                  <c:v>1865.561178545167</c:v>
                </c:pt>
                <c:pt idx="672">
                  <c:v>1868.3465490202343</c:v>
                </c:pt>
                <c:pt idx="673">
                  <c:v>1871.1319194953016</c:v>
                </c:pt>
                <c:pt idx="674">
                  <c:v>1873.917289970369</c:v>
                </c:pt>
                <c:pt idx="675">
                  <c:v>1876.7026604454363</c:v>
                </c:pt>
                <c:pt idx="676">
                  <c:v>1879.4880309205037</c:v>
                </c:pt>
                <c:pt idx="677">
                  <c:v>1882.273401395571</c:v>
                </c:pt>
                <c:pt idx="678">
                  <c:v>1885.0587718706383</c:v>
                </c:pt>
                <c:pt idx="679">
                  <c:v>1887.8441423457057</c:v>
                </c:pt>
                <c:pt idx="680">
                  <c:v>1890.629512820773</c:v>
                </c:pt>
                <c:pt idx="681">
                  <c:v>1893.4148832958404</c:v>
                </c:pt>
                <c:pt idx="682">
                  <c:v>1896.2002537709077</c:v>
                </c:pt>
                <c:pt idx="683">
                  <c:v>1898.985624245975</c:v>
                </c:pt>
                <c:pt idx="684">
                  <c:v>1901.7709947210424</c:v>
                </c:pt>
                <c:pt idx="685">
                  <c:v>1904.5563651961097</c:v>
                </c:pt>
                <c:pt idx="686">
                  <c:v>1907.341735671177</c:v>
                </c:pt>
                <c:pt idx="687">
                  <c:v>1910.1271061462444</c:v>
                </c:pt>
                <c:pt idx="688">
                  <c:v>1912.9124766213117</c:v>
                </c:pt>
                <c:pt idx="689">
                  <c:v>1915.6978470963791</c:v>
                </c:pt>
                <c:pt idx="690">
                  <c:v>1918.4832175714464</c:v>
                </c:pt>
                <c:pt idx="691">
                  <c:v>1921.2685880465137</c:v>
                </c:pt>
                <c:pt idx="692">
                  <c:v>1924.0539585215811</c:v>
                </c:pt>
                <c:pt idx="693">
                  <c:v>1926.8393289966484</c:v>
                </c:pt>
                <c:pt idx="694">
                  <c:v>1929.6246994717158</c:v>
                </c:pt>
                <c:pt idx="695">
                  <c:v>1932.4100699467831</c:v>
                </c:pt>
                <c:pt idx="696">
                  <c:v>1935.1954404218504</c:v>
                </c:pt>
                <c:pt idx="697">
                  <c:v>1937.9808108969178</c:v>
                </c:pt>
                <c:pt idx="698">
                  <c:v>1940.7661813719851</c:v>
                </c:pt>
                <c:pt idx="699">
                  <c:v>1943.5515518470525</c:v>
                </c:pt>
                <c:pt idx="700">
                  <c:v>1946.3369223221198</c:v>
                </c:pt>
                <c:pt idx="701">
                  <c:v>1949.1222927971871</c:v>
                </c:pt>
                <c:pt idx="702">
                  <c:v>1951.9076632722545</c:v>
                </c:pt>
                <c:pt idx="703">
                  <c:v>1954.6930337473218</c:v>
                </c:pt>
                <c:pt idx="704">
                  <c:v>1957.4784042223891</c:v>
                </c:pt>
                <c:pt idx="705">
                  <c:v>1960.2637746974565</c:v>
                </c:pt>
                <c:pt idx="706">
                  <c:v>1963.0491451725238</c:v>
                </c:pt>
                <c:pt idx="707">
                  <c:v>1965.8345156475912</c:v>
                </c:pt>
                <c:pt idx="708">
                  <c:v>1968.6198861226585</c:v>
                </c:pt>
                <c:pt idx="709">
                  <c:v>1971.4052565977258</c:v>
                </c:pt>
                <c:pt idx="710">
                  <c:v>1974.1906270727932</c:v>
                </c:pt>
                <c:pt idx="711">
                  <c:v>1976.9759975478605</c:v>
                </c:pt>
                <c:pt idx="712">
                  <c:v>1979.7613680229279</c:v>
                </c:pt>
                <c:pt idx="713">
                  <c:v>1982.5467384979952</c:v>
                </c:pt>
                <c:pt idx="714">
                  <c:v>1985.3321089730625</c:v>
                </c:pt>
                <c:pt idx="715">
                  <c:v>1988.1174794481299</c:v>
                </c:pt>
                <c:pt idx="716">
                  <c:v>1990.9028499231972</c:v>
                </c:pt>
                <c:pt idx="717">
                  <c:v>1993.6882203982645</c:v>
                </c:pt>
                <c:pt idx="718">
                  <c:v>1996.4735908733319</c:v>
                </c:pt>
                <c:pt idx="719">
                  <c:v>1999.2589613483992</c:v>
                </c:pt>
                <c:pt idx="720">
                  <c:v>2002.0443318234666</c:v>
                </c:pt>
                <c:pt idx="721">
                  <c:v>2004.8297022985339</c:v>
                </c:pt>
                <c:pt idx="722">
                  <c:v>2007.6150727736012</c:v>
                </c:pt>
                <c:pt idx="723">
                  <c:v>2010.4004432486686</c:v>
                </c:pt>
                <c:pt idx="724">
                  <c:v>2013.1858137237359</c:v>
                </c:pt>
                <c:pt idx="725">
                  <c:v>2015.9711841988033</c:v>
                </c:pt>
                <c:pt idx="726">
                  <c:v>2018.7565546738706</c:v>
                </c:pt>
                <c:pt idx="727">
                  <c:v>2021.5419251489379</c:v>
                </c:pt>
                <c:pt idx="728">
                  <c:v>2024.3272956240053</c:v>
                </c:pt>
                <c:pt idx="729">
                  <c:v>2027.1126660990726</c:v>
                </c:pt>
                <c:pt idx="730">
                  <c:v>2029.89803657414</c:v>
                </c:pt>
                <c:pt idx="731">
                  <c:v>2032.6834070492073</c:v>
                </c:pt>
                <c:pt idx="732">
                  <c:v>2035.4687775242746</c:v>
                </c:pt>
                <c:pt idx="733">
                  <c:v>2038.254147999342</c:v>
                </c:pt>
                <c:pt idx="734">
                  <c:v>2041.0395184744093</c:v>
                </c:pt>
                <c:pt idx="735">
                  <c:v>2043.8248889494766</c:v>
                </c:pt>
                <c:pt idx="736">
                  <c:v>2046.610259424544</c:v>
                </c:pt>
                <c:pt idx="737">
                  <c:v>2049.3956298996113</c:v>
                </c:pt>
                <c:pt idx="738">
                  <c:v>2052.1810003746787</c:v>
                </c:pt>
                <c:pt idx="739">
                  <c:v>2054.966370849746</c:v>
                </c:pt>
                <c:pt idx="740">
                  <c:v>2057.7517413248133</c:v>
                </c:pt>
                <c:pt idx="741">
                  <c:v>2060.5371117998807</c:v>
                </c:pt>
                <c:pt idx="742">
                  <c:v>2063.322482274948</c:v>
                </c:pt>
                <c:pt idx="743">
                  <c:v>2066.1078527500154</c:v>
                </c:pt>
                <c:pt idx="744">
                  <c:v>2068.8932232250827</c:v>
                </c:pt>
                <c:pt idx="745">
                  <c:v>2071.67859370015</c:v>
                </c:pt>
                <c:pt idx="746">
                  <c:v>2074.4639641752174</c:v>
                </c:pt>
                <c:pt idx="747">
                  <c:v>2077.2493346502847</c:v>
                </c:pt>
                <c:pt idx="748">
                  <c:v>2080.034705125352</c:v>
                </c:pt>
                <c:pt idx="749">
                  <c:v>2082.8200756004194</c:v>
                </c:pt>
                <c:pt idx="750">
                  <c:v>2085.6054460754867</c:v>
                </c:pt>
                <c:pt idx="751">
                  <c:v>2088.3908165505541</c:v>
                </c:pt>
                <c:pt idx="752">
                  <c:v>2091.1761870256214</c:v>
                </c:pt>
                <c:pt idx="753">
                  <c:v>2093.9615575006887</c:v>
                </c:pt>
                <c:pt idx="754">
                  <c:v>2096.7469279757561</c:v>
                </c:pt>
                <c:pt idx="755">
                  <c:v>2099.5322984508234</c:v>
                </c:pt>
                <c:pt idx="756">
                  <c:v>2102.3176689258908</c:v>
                </c:pt>
                <c:pt idx="757">
                  <c:v>2105.1030394009581</c:v>
                </c:pt>
                <c:pt idx="758">
                  <c:v>2107.8884098760254</c:v>
                </c:pt>
                <c:pt idx="759">
                  <c:v>2110.6737803510928</c:v>
                </c:pt>
                <c:pt idx="760">
                  <c:v>2113.4591508261601</c:v>
                </c:pt>
                <c:pt idx="761">
                  <c:v>2116.2445213012275</c:v>
                </c:pt>
                <c:pt idx="762">
                  <c:v>2119.0298917762948</c:v>
                </c:pt>
                <c:pt idx="763">
                  <c:v>2121.8152622513621</c:v>
                </c:pt>
                <c:pt idx="764">
                  <c:v>2124.6006327264295</c:v>
                </c:pt>
                <c:pt idx="765">
                  <c:v>2127.3860032014968</c:v>
                </c:pt>
                <c:pt idx="766">
                  <c:v>2130.1713736765641</c:v>
                </c:pt>
                <c:pt idx="767">
                  <c:v>2132.9567441516315</c:v>
                </c:pt>
                <c:pt idx="768">
                  <c:v>2135.7421146266988</c:v>
                </c:pt>
                <c:pt idx="769">
                  <c:v>2138.5274851017662</c:v>
                </c:pt>
                <c:pt idx="770">
                  <c:v>2141.3128555768335</c:v>
                </c:pt>
                <c:pt idx="771">
                  <c:v>2144.0982260519008</c:v>
                </c:pt>
                <c:pt idx="772">
                  <c:v>2146.8835965269682</c:v>
                </c:pt>
                <c:pt idx="773">
                  <c:v>2149.6689670020355</c:v>
                </c:pt>
                <c:pt idx="774">
                  <c:v>2152.4543374771029</c:v>
                </c:pt>
                <c:pt idx="775">
                  <c:v>2155.2397079521702</c:v>
                </c:pt>
                <c:pt idx="776">
                  <c:v>2158.0250784272375</c:v>
                </c:pt>
                <c:pt idx="777">
                  <c:v>2160.8104489023049</c:v>
                </c:pt>
                <c:pt idx="778">
                  <c:v>2163.5958193773722</c:v>
                </c:pt>
                <c:pt idx="779">
                  <c:v>2166.3811898524395</c:v>
                </c:pt>
                <c:pt idx="780">
                  <c:v>2169.1665603275069</c:v>
                </c:pt>
                <c:pt idx="781">
                  <c:v>2171.9519308025742</c:v>
                </c:pt>
                <c:pt idx="782">
                  <c:v>2174.7373012776416</c:v>
                </c:pt>
                <c:pt idx="783">
                  <c:v>2177.5226717527089</c:v>
                </c:pt>
                <c:pt idx="784">
                  <c:v>2180.3080422277762</c:v>
                </c:pt>
                <c:pt idx="785">
                  <c:v>2183.0934127028436</c:v>
                </c:pt>
                <c:pt idx="786">
                  <c:v>2185.8787831779109</c:v>
                </c:pt>
                <c:pt idx="787">
                  <c:v>2188.6641536529783</c:v>
                </c:pt>
                <c:pt idx="788">
                  <c:v>2191.4495241280456</c:v>
                </c:pt>
                <c:pt idx="789">
                  <c:v>2194.2348946031129</c:v>
                </c:pt>
                <c:pt idx="790">
                  <c:v>2197.0202650781803</c:v>
                </c:pt>
                <c:pt idx="791">
                  <c:v>2199.8056355532476</c:v>
                </c:pt>
                <c:pt idx="792">
                  <c:v>2202.591006028315</c:v>
                </c:pt>
                <c:pt idx="793">
                  <c:v>2205.3763765033823</c:v>
                </c:pt>
                <c:pt idx="794">
                  <c:v>2208.1617469784496</c:v>
                </c:pt>
                <c:pt idx="795">
                  <c:v>2210.947117453517</c:v>
                </c:pt>
                <c:pt idx="796">
                  <c:v>2213.7324879285843</c:v>
                </c:pt>
                <c:pt idx="797">
                  <c:v>2216.5178584036516</c:v>
                </c:pt>
                <c:pt idx="798">
                  <c:v>2219.303228878719</c:v>
                </c:pt>
                <c:pt idx="799">
                  <c:v>2222.0885993537863</c:v>
                </c:pt>
                <c:pt idx="800">
                  <c:v>2224.8739698288537</c:v>
                </c:pt>
                <c:pt idx="801">
                  <c:v>2227.659340303921</c:v>
                </c:pt>
                <c:pt idx="802">
                  <c:v>2230.4447107789883</c:v>
                </c:pt>
                <c:pt idx="803">
                  <c:v>2233.2300812540557</c:v>
                </c:pt>
                <c:pt idx="804">
                  <c:v>2236.015451729123</c:v>
                </c:pt>
                <c:pt idx="805">
                  <c:v>2238.8008222041904</c:v>
                </c:pt>
                <c:pt idx="806">
                  <c:v>2241.5861926792577</c:v>
                </c:pt>
                <c:pt idx="807">
                  <c:v>2244.371563154325</c:v>
                </c:pt>
                <c:pt idx="808">
                  <c:v>2247.1569336293924</c:v>
                </c:pt>
                <c:pt idx="809">
                  <c:v>2249.9423041044597</c:v>
                </c:pt>
                <c:pt idx="810">
                  <c:v>2252.727674579527</c:v>
                </c:pt>
                <c:pt idx="811">
                  <c:v>2255.5130450545944</c:v>
                </c:pt>
                <c:pt idx="812">
                  <c:v>2258.2984155296617</c:v>
                </c:pt>
                <c:pt idx="813">
                  <c:v>2261.0837860047291</c:v>
                </c:pt>
                <c:pt idx="814">
                  <c:v>2263.8691564797964</c:v>
                </c:pt>
                <c:pt idx="815">
                  <c:v>2266.6545269548637</c:v>
                </c:pt>
                <c:pt idx="816">
                  <c:v>2269.4398974299311</c:v>
                </c:pt>
                <c:pt idx="817">
                  <c:v>2272.2252679049984</c:v>
                </c:pt>
                <c:pt idx="818">
                  <c:v>2275.0106383800658</c:v>
                </c:pt>
                <c:pt idx="819">
                  <c:v>2277.7960088551331</c:v>
                </c:pt>
                <c:pt idx="820">
                  <c:v>2280.5813793302004</c:v>
                </c:pt>
                <c:pt idx="821">
                  <c:v>2283.3667498052678</c:v>
                </c:pt>
                <c:pt idx="822">
                  <c:v>2286.1521202803351</c:v>
                </c:pt>
                <c:pt idx="823">
                  <c:v>2288.9374907554025</c:v>
                </c:pt>
                <c:pt idx="824">
                  <c:v>2291.7228612304698</c:v>
                </c:pt>
                <c:pt idx="825">
                  <c:v>2294.5082317055371</c:v>
                </c:pt>
                <c:pt idx="826">
                  <c:v>2297.2936021806045</c:v>
                </c:pt>
                <c:pt idx="827">
                  <c:v>2300.0789726556718</c:v>
                </c:pt>
                <c:pt idx="828">
                  <c:v>2302.8643431307391</c:v>
                </c:pt>
                <c:pt idx="829">
                  <c:v>2305.6497136058065</c:v>
                </c:pt>
                <c:pt idx="830">
                  <c:v>2308.4350840808738</c:v>
                </c:pt>
                <c:pt idx="831">
                  <c:v>2311.2204545559412</c:v>
                </c:pt>
                <c:pt idx="832">
                  <c:v>2314.0058250310085</c:v>
                </c:pt>
                <c:pt idx="833">
                  <c:v>2316.7911955060758</c:v>
                </c:pt>
                <c:pt idx="834">
                  <c:v>2319.5765659811432</c:v>
                </c:pt>
                <c:pt idx="835">
                  <c:v>2322.3619364562105</c:v>
                </c:pt>
                <c:pt idx="836">
                  <c:v>2325.1473069312779</c:v>
                </c:pt>
                <c:pt idx="837">
                  <c:v>2327.9326774063452</c:v>
                </c:pt>
                <c:pt idx="838">
                  <c:v>2330.7180478814125</c:v>
                </c:pt>
                <c:pt idx="839">
                  <c:v>2333.5034183564799</c:v>
                </c:pt>
                <c:pt idx="840">
                  <c:v>2336.2887888315472</c:v>
                </c:pt>
                <c:pt idx="841">
                  <c:v>2339.0741593066145</c:v>
                </c:pt>
                <c:pt idx="842">
                  <c:v>2341.8595297816819</c:v>
                </c:pt>
                <c:pt idx="843">
                  <c:v>2344.6449002567492</c:v>
                </c:pt>
                <c:pt idx="844">
                  <c:v>2347.4302707318166</c:v>
                </c:pt>
                <c:pt idx="845">
                  <c:v>2350.2156412068839</c:v>
                </c:pt>
                <c:pt idx="846">
                  <c:v>2353.0010116819512</c:v>
                </c:pt>
                <c:pt idx="847">
                  <c:v>2355.7863821570186</c:v>
                </c:pt>
                <c:pt idx="848">
                  <c:v>2358.5717526320859</c:v>
                </c:pt>
                <c:pt idx="849">
                  <c:v>2361.3571231071533</c:v>
                </c:pt>
                <c:pt idx="850">
                  <c:v>2364.1424935822206</c:v>
                </c:pt>
                <c:pt idx="851">
                  <c:v>2366.9278640572879</c:v>
                </c:pt>
                <c:pt idx="852">
                  <c:v>2369.7132345323553</c:v>
                </c:pt>
                <c:pt idx="853">
                  <c:v>2372.4986050074226</c:v>
                </c:pt>
                <c:pt idx="854">
                  <c:v>2375.28397548249</c:v>
                </c:pt>
                <c:pt idx="855">
                  <c:v>2378.0693459575573</c:v>
                </c:pt>
                <c:pt idx="856">
                  <c:v>2380.8547164326246</c:v>
                </c:pt>
                <c:pt idx="857">
                  <c:v>2383.640086907692</c:v>
                </c:pt>
                <c:pt idx="858">
                  <c:v>2386.4254573827593</c:v>
                </c:pt>
                <c:pt idx="859">
                  <c:v>2389.2108278578266</c:v>
                </c:pt>
                <c:pt idx="860">
                  <c:v>2391.996198332894</c:v>
                </c:pt>
                <c:pt idx="861">
                  <c:v>2394.7815688079613</c:v>
                </c:pt>
                <c:pt idx="862">
                  <c:v>2397.5669392830287</c:v>
                </c:pt>
                <c:pt idx="863">
                  <c:v>2400.352309758096</c:v>
                </c:pt>
                <c:pt idx="864">
                  <c:v>2403.1376802331633</c:v>
                </c:pt>
                <c:pt idx="865">
                  <c:v>2405.9230507082307</c:v>
                </c:pt>
                <c:pt idx="866">
                  <c:v>2408.708421183298</c:v>
                </c:pt>
                <c:pt idx="867">
                  <c:v>2411.4937916583654</c:v>
                </c:pt>
                <c:pt idx="868">
                  <c:v>2414.2791621334327</c:v>
                </c:pt>
                <c:pt idx="869">
                  <c:v>2417.0645326085</c:v>
                </c:pt>
                <c:pt idx="870">
                  <c:v>2419.8499030835674</c:v>
                </c:pt>
                <c:pt idx="871">
                  <c:v>2422.6352735586347</c:v>
                </c:pt>
                <c:pt idx="872">
                  <c:v>2425.420644033702</c:v>
                </c:pt>
                <c:pt idx="873">
                  <c:v>2428.2060145087694</c:v>
                </c:pt>
                <c:pt idx="874">
                  <c:v>2430.9913849838367</c:v>
                </c:pt>
                <c:pt idx="875">
                  <c:v>2433.7767554589041</c:v>
                </c:pt>
                <c:pt idx="876">
                  <c:v>2436.5621259339714</c:v>
                </c:pt>
                <c:pt idx="877">
                  <c:v>2439.3474964090387</c:v>
                </c:pt>
                <c:pt idx="878">
                  <c:v>2442.1328668841061</c:v>
                </c:pt>
                <c:pt idx="879">
                  <c:v>2444.9182373591734</c:v>
                </c:pt>
                <c:pt idx="880">
                  <c:v>2447.7036078342408</c:v>
                </c:pt>
                <c:pt idx="881">
                  <c:v>2450.4889783093081</c:v>
                </c:pt>
                <c:pt idx="882">
                  <c:v>2453.2743487843754</c:v>
                </c:pt>
                <c:pt idx="883">
                  <c:v>2456.0597192594428</c:v>
                </c:pt>
                <c:pt idx="884">
                  <c:v>2458.8450897345101</c:v>
                </c:pt>
                <c:pt idx="885">
                  <c:v>2461.6304602095774</c:v>
                </c:pt>
                <c:pt idx="886">
                  <c:v>2464.4158306846448</c:v>
                </c:pt>
                <c:pt idx="887">
                  <c:v>2467.2012011597121</c:v>
                </c:pt>
                <c:pt idx="888">
                  <c:v>2469.9865716347795</c:v>
                </c:pt>
                <c:pt idx="889">
                  <c:v>2472.7719421098468</c:v>
                </c:pt>
                <c:pt idx="890">
                  <c:v>2475.5573125849141</c:v>
                </c:pt>
                <c:pt idx="891">
                  <c:v>2478.3426830599815</c:v>
                </c:pt>
                <c:pt idx="892">
                  <c:v>2481.1280535350488</c:v>
                </c:pt>
                <c:pt idx="893">
                  <c:v>2483.9134240101162</c:v>
                </c:pt>
                <c:pt idx="894">
                  <c:v>2486.6987944851835</c:v>
                </c:pt>
                <c:pt idx="895">
                  <c:v>2489.4841649602508</c:v>
                </c:pt>
                <c:pt idx="896">
                  <c:v>2492.2695354353182</c:v>
                </c:pt>
                <c:pt idx="897">
                  <c:v>2495.0549059103855</c:v>
                </c:pt>
                <c:pt idx="898">
                  <c:v>2497.8402763854529</c:v>
                </c:pt>
                <c:pt idx="899">
                  <c:v>2500.6256468605202</c:v>
                </c:pt>
                <c:pt idx="900">
                  <c:v>2503.4110173355875</c:v>
                </c:pt>
                <c:pt idx="901">
                  <c:v>2506.1963878106549</c:v>
                </c:pt>
                <c:pt idx="902">
                  <c:v>2508.9817582857222</c:v>
                </c:pt>
                <c:pt idx="903">
                  <c:v>2511.7671287607895</c:v>
                </c:pt>
                <c:pt idx="904">
                  <c:v>2514.5524992358569</c:v>
                </c:pt>
                <c:pt idx="905">
                  <c:v>2517.3378697109242</c:v>
                </c:pt>
                <c:pt idx="906">
                  <c:v>2520.1232401859916</c:v>
                </c:pt>
                <c:pt idx="907">
                  <c:v>2522.9086106610589</c:v>
                </c:pt>
                <c:pt idx="908">
                  <c:v>2525.6939811361262</c:v>
                </c:pt>
                <c:pt idx="909">
                  <c:v>2528.4793516111936</c:v>
                </c:pt>
                <c:pt idx="910">
                  <c:v>2531.2647220862609</c:v>
                </c:pt>
                <c:pt idx="911">
                  <c:v>2534.0500925613283</c:v>
                </c:pt>
                <c:pt idx="912">
                  <c:v>2536.8354630363956</c:v>
                </c:pt>
                <c:pt idx="913">
                  <c:v>2539.6208335114629</c:v>
                </c:pt>
                <c:pt idx="914">
                  <c:v>2542.4062039865303</c:v>
                </c:pt>
                <c:pt idx="915">
                  <c:v>2545.1915744615976</c:v>
                </c:pt>
                <c:pt idx="916">
                  <c:v>2547.9769449366649</c:v>
                </c:pt>
                <c:pt idx="917">
                  <c:v>2550.7623154117323</c:v>
                </c:pt>
                <c:pt idx="918">
                  <c:v>2553.5476858867996</c:v>
                </c:pt>
                <c:pt idx="919">
                  <c:v>2556.333056361867</c:v>
                </c:pt>
                <c:pt idx="920">
                  <c:v>2559.1184268369343</c:v>
                </c:pt>
                <c:pt idx="921">
                  <c:v>2561.9037973120016</c:v>
                </c:pt>
                <c:pt idx="922">
                  <c:v>2564.689167787069</c:v>
                </c:pt>
                <c:pt idx="923">
                  <c:v>2567.4745382621363</c:v>
                </c:pt>
                <c:pt idx="924">
                  <c:v>2570.2599087372037</c:v>
                </c:pt>
                <c:pt idx="925">
                  <c:v>2573.045279212271</c:v>
                </c:pt>
                <c:pt idx="926">
                  <c:v>2575.8306496873383</c:v>
                </c:pt>
                <c:pt idx="927">
                  <c:v>2578.6160201624057</c:v>
                </c:pt>
                <c:pt idx="928">
                  <c:v>2581.401390637473</c:v>
                </c:pt>
                <c:pt idx="929">
                  <c:v>2584.1867611125404</c:v>
                </c:pt>
                <c:pt idx="930">
                  <c:v>2586.9721315876077</c:v>
                </c:pt>
                <c:pt idx="931">
                  <c:v>2589.757502062675</c:v>
                </c:pt>
                <c:pt idx="932">
                  <c:v>2592.5428725377424</c:v>
                </c:pt>
                <c:pt idx="933">
                  <c:v>2595.3282430128097</c:v>
                </c:pt>
                <c:pt idx="934">
                  <c:v>2598.113613487877</c:v>
                </c:pt>
                <c:pt idx="935">
                  <c:v>2600.8989839629444</c:v>
                </c:pt>
                <c:pt idx="936">
                  <c:v>2603.6843544380117</c:v>
                </c:pt>
                <c:pt idx="937">
                  <c:v>2606.4697249130791</c:v>
                </c:pt>
                <c:pt idx="938">
                  <c:v>2609.2550953881464</c:v>
                </c:pt>
                <c:pt idx="939">
                  <c:v>2612.0404658632137</c:v>
                </c:pt>
                <c:pt idx="940">
                  <c:v>2614.8258363382811</c:v>
                </c:pt>
                <c:pt idx="941">
                  <c:v>2617.6112068133484</c:v>
                </c:pt>
                <c:pt idx="942">
                  <c:v>2620.3965772884158</c:v>
                </c:pt>
                <c:pt idx="943">
                  <c:v>2623.1819477634831</c:v>
                </c:pt>
                <c:pt idx="944">
                  <c:v>2625.9673182385504</c:v>
                </c:pt>
                <c:pt idx="945">
                  <c:v>2628.7526887136178</c:v>
                </c:pt>
                <c:pt idx="946">
                  <c:v>2631.5380591886851</c:v>
                </c:pt>
                <c:pt idx="947">
                  <c:v>2634.3234296637524</c:v>
                </c:pt>
                <c:pt idx="948">
                  <c:v>2637.1088001388198</c:v>
                </c:pt>
                <c:pt idx="949">
                  <c:v>2639.8941706138871</c:v>
                </c:pt>
                <c:pt idx="950">
                  <c:v>2642.6795410889545</c:v>
                </c:pt>
                <c:pt idx="951">
                  <c:v>2645.4649115640218</c:v>
                </c:pt>
                <c:pt idx="952">
                  <c:v>2648.2502820390891</c:v>
                </c:pt>
                <c:pt idx="953">
                  <c:v>2651.0356525141565</c:v>
                </c:pt>
                <c:pt idx="954">
                  <c:v>2653.8210229892238</c:v>
                </c:pt>
                <c:pt idx="955">
                  <c:v>2656.6063934642912</c:v>
                </c:pt>
                <c:pt idx="956">
                  <c:v>2659.3917639393585</c:v>
                </c:pt>
                <c:pt idx="957">
                  <c:v>2662.1771344144258</c:v>
                </c:pt>
                <c:pt idx="958">
                  <c:v>2664.9625048894932</c:v>
                </c:pt>
                <c:pt idx="959">
                  <c:v>2667.7478753645605</c:v>
                </c:pt>
                <c:pt idx="960">
                  <c:v>2670.5332458396279</c:v>
                </c:pt>
                <c:pt idx="961">
                  <c:v>2673.3186163146952</c:v>
                </c:pt>
                <c:pt idx="962">
                  <c:v>2676.1039867897625</c:v>
                </c:pt>
                <c:pt idx="963">
                  <c:v>2678.8893572648299</c:v>
                </c:pt>
                <c:pt idx="964">
                  <c:v>2681.6747277398972</c:v>
                </c:pt>
                <c:pt idx="965">
                  <c:v>2684.4600982149645</c:v>
                </c:pt>
                <c:pt idx="966">
                  <c:v>2687.2454686900319</c:v>
                </c:pt>
                <c:pt idx="967">
                  <c:v>2690.0308391650992</c:v>
                </c:pt>
                <c:pt idx="968">
                  <c:v>2692.8162096401666</c:v>
                </c:pt>
                <c:pt idx="969">
                  <c:v>2695.6015801152339</c:v>
                </c:pt>
                <c:pt idx="970">
                  <c:v>2698.3869505903012</c:v>
                </c:pt>
                <c:pt idx="971">
                  <c:v>2701.1723210653686</c:v>
                </c:pt>
                <c:pt idx="972">
                  <c:v>2703.9576915404359</c:v>
                </c:pt>
                <c:pt idx="973">
                  <c:v>2706.7430620155033</c:v>
                </c:pt>
                <c:pt idx="974">
                  <c:v>2709.5284324905706</c:v>
                </c:pt>
                <c:pt idx="975">
                  <c:v>2712.3138029656379</c:v>
                </c:pt>
                <c:pt idx="976">
                  <c:v>2715.0991734407053</c:v>
                </c:pt>
                <c:pt idx="977">
                  <c:v>2717.8845439157726</c:v>
                </c:pt>
                <c:pt idx="978">
                  <c:v>2720.6699143908399</c:v>
                </c:pt>
                <c:pt idx="979">
                  <c:v>2723.4552848659073</c:v>
                </c:pt>
                <c:pt idx="980">
                  <c:v>2726.2406553409746</c:v>
                </c:pt>
                <c:pt idx="981">
                  <c:v>2729.026025816042</c:v>
                </c:pt>
                <c:pt idx="982">
                  <c:v>2731.8113962911093</c:v>
                </c:pt>
                <c:pt idx="983">
                  <c:v>2734.5967667661766</c:v>
                </c:pt>
                <c:pt idx="984">
                  <c:v>2737.382137241244</c:v>
                </c:pt>
                <c:pt idx="985">
                  <c:v>2740.1675077163113</c:v>
                </c:pt>
                <c:pt idx="986">
                  <c:v>2742.9528781913787</c:v>
                </c:pt>
                <c:pt idx="987">
                  <c:v>2745.738248666446</c:v>
                </c:pt>
                <c:pt idx="988">
                  <c:v>2748.5236191415133</c:v>
                </c:pt>
                <c:pt idx="989">
                  <c:v>2751.3089896165807</c:v>
                </c:pt>
                <c:pt idx="990">
                  <c:v>2754.094360091648</c:v>
                </c:pt>
                <c:pt idx="991">
                  <c:v>2756.8797305667154</c:v>
                </c:pt>
                <c:pt idx="992">
                  <c:v>2759.6651010417827</c:v>
                </c:pt>
                <c:pt idx="993">
                  <c:v>2762.45047151685</c:v>
                </c:pt>
                <c:pt idx="994">
                  <c:v>2765.2358419919174</c:v>
                </c:pt>
                <c:pt idx="995">
                  <c:v>2768.0212124669847</c:v>
                </c:pt>
                <c:pt idx="996">
                  <c:v>2770.806582942052</c:v>
                </c:pt>
                <c:pt idx="997">
                  <c:v>2773.5919534171194</c:v>
                </c:pt>
                <c:pt idx="998">
                  <c:v>2776.3773238921867</c:v>
                </c:pt>
                <c:pt idx="999">
                  <c:v>2779.1626943672541</c:v>
                </c:pt>
                <c:pt idx="1000">
                  <c:v>2781.9480648423214</c:v>
                </c:pt>
                <c:pt idx="1001">
                  <c:v>2784.7334353173887</c:v>
                </c:pt>
                <c:pt idx="1002">
                  <c:v>2787.5188057924561</c:v>
                </c:pt>
                <c:pt idx="1003">
                  <c:v>2790.3041762675234</c:v>
                </c:pt>
                <c:pt idx="1004">
                  <c:v>2793.0895467425908</c:v>
                </c:pt>
                <c:pt idx="1005">
                  <c:v>2795.8749172176581</c:v>
                </c:pt>
                <c:pt idx="1006">
                  <c:v>2798.6602876927254</c:v>
                </c:pt>
                <c:pt idx="1007">
                  <c:v>2801.4456581677928</c:v>
                </c:pt>
                <c:pt idx="1008">
                  <c:v>2804.2310286428601</c:v>
                </c:pt>
                <c:pt idx="1009">
                  <c:v>2807.0163991179274</c:v>
                </c:pt>
                <c:pt idx="1010">
                  <c:v>2809.8017695929948</c:v>
                </c:pt>
                <c:pt idx="1011">
                  <c:v>2812.5871400680621</c:v>
                </c:pt>
                <c:pt idx="1012">
                  <c:v>2815.3725105431295</c:v>
                </c:pt>
                <c:pt idx="1013">
                  <c:v>2818.1578810181968</c:v>
                </c:pt>
                <c:pt idx="1014">
                  <c:v>2820.9432514932641</c:v>
                </c:pt>
                <c:pt idx="1015">
                  <c:v>2823.7286219683315</c:v>
                </c:pt>
                <c:pt idx="1016">
                  <c:v>2826.5139924433988</c:v>
                </c:pt>
                <c:pt idx="1017">
                  <c:v>2829.2993629184662</c:v>
                </c:pt>
                <c:pt idx="1018">
                  <c:v>2832.0847333935335</c:v>
                </c:pt>
                <c:pt idx="1019">
                  <c:v>2834.8701038686008</c:v>
                </c:pt>
                <c:pt idx="1020">
                  <c:v>2837.6554743436682</c:v>
                </c:pt>
                <c:pt idx="1021">
                  <c:v>2840.4408448187355</c:v>
                </c:pt>
                <c:pt idx="1022">
                  <c:v>2843.2262152938029</c:v>
                </c:pt>
                <c:pt idx="1023">
                  <c:v>2846.0115857688702</c:v>
                </c:pt>
                <c:pt idx="1024">
                  <c:v>2848.7969562439375</c:v>
                </c:pt>
                <c:pt idx="1025">
                  <c:v>2851.5823267190049</c:v>
                </c:pt>
                <c:pt idx="1026">
                  <c:v>2854.3676971940722</c:v>
                </c:pt>
                <c:pt idx="1027">
                  <c:v>2857.1530676691395</c:v>
                </c:pt>
                <c:pt idx="1028">
                  <c:v>2859.9384381442069</c:v>
                </c:pt>
                <c:pt idx="1029">
                  <c:v>2862.7238086192742</c:v>
                </c:pt>
                <c:pt idx="1030">
                  <c:v>2865.5091790943416</c:v>
                </c:pt>
                <c:pt idx="1031">
                  <c:v>2868.2945495694089</c:v>
                </c:pt>
                <c:pt idx="1032">
                  <c:v>2871.0799200444762</c:v>
                </c:pt>
                <c:pt idx="1033">
                  <c:v>2873.8652905195436</c:v>
                </c:pt>
                <c:pt idx="1034">
                  <c:v>2876.6506609946109</c:v>
                </c:pt>
                <c:pt idx="1035">
                  <c:v>2879.4360314696783</c:v>
                </c:pt>
                <c:pt idx="1036">
                  <c:v>2882.2214019447456</c:v>
                </c:pt>
                <c:pt idx="1037">
                  <c:v>2885.0067724198129</c:v>
                </c:pt>
                <c:pt idx="1038">
                  <c:v>2887.7921428948803</c:v>
                </c:pt>
                <c:pt idx="1039">
                  <c:v>2890.5775133699476</c:v>
                </c:pt>
                <c:pt idx="1040">
                  <c:v>2893.3628838450149</c:v>
                </c:pt>
                <c:pt idx="1041">
                  <c:v>2896.1482543200823</c:v>
                </c:pt>
                <c:pt idx="1042">
                  <c:v>2898.9336247951496</c:v>
                </c:pt>
                <c:pt idx="1043">
                  <c:v>2901.718995270217</c:v>
                </c:pt>
                <c:pt idx="1044">
                  <c:v>2904.5043657452843</c:v>
                </c:pt>
                <c:pt idx="1045">
                  <c:v>2907.2897362203516</c:v>
                </c:pt>
                <c:pt idx="1046">
                  <c:v>2910.075106695419</c:v>
                </c:pt>
                <c:pt idx="1047">
                  <c:v>2912.8604771704863</c:v>
                </c:pt>
                <c:pt idx="1048">
                  <c:v>2915.6458476455537</c:v>
                </c:pt>
                <c:pt idx="1049">
                  <c:v>2918.431218120621</c:v>
                </c:pt>
                <c:pt idx="1050">
                  <c:v>2921.2165885956883</c:v>
                </c:pt>
                <c:pt idx="1051">
                  <c:v>2924.0019590707557</c:v>
                </c:pt>
                <c:pt idx="1052">
                  <c:v>2926.787329545823</c:v>
                </c:pt>
                <c:pt idx="1053">
                  <c:v>2929.5727000208904</c:v>
                </c:pt>
                <c:pt idx="1054">
                  <c:v>2932.3580704959577</c:v>
                </c:pt>
                <c:pt idx="1055">
                  <c:v>2935.143440971025</c:v>
                </c:pt>
                <c:pt idx="1056">
                  <c:v>2937.9288114460924</c:v>
                </c:pt>
                <c:pt idx="1057">
                  <c:v>2940.7141819211597</c:v>
                </c:pt>
                <c:pt idx="1058">
                  <c:v>2943.499552396227</c:v>
                </c:pt>
                <c:pt idx="1059">
                  <c:v>2946.2849228712944</c:v>
                </c:pt>
                <c:pt idx="1060">
                  <c:v>2949.0702933463617</c:v>
                </c:pt>
                <c:pt idx="1061">
                  <c:v>2951.8556638214291</c:v>
                </c:pt>
                <c:pt idx="1062">
                  <c:v>2954.6410342964964</c:v>
                </c:pt>
                <c:pt idx="1063">
                  <c:v>2957.4264047715637</c:v>
                </c:pt>
                <c:pt idx="1064">
                  <c:v>2960.2117752466311</c:v>
                </c:pt>
                <c:pt idx="1065">
                  <c:v>2962.9971457216984</c:v>
                </c:pt>
                <c:pt idx="1066">
                  <c:v>2965.7825161967658</c:v>
                </c:pt>
                <c:pt idx="1067">
                  <c:v>2968.5678866718331</c:v>
                </c:pt>
                <c:pt idx="1068">
                  <c:v>2971.3532571469004</c:v>
                </c:pt>
                <c:pt idx="1069">
                  <c:v>2974.1386276219678</c:v>
                </c:pt>
                <c:pt idx="1070">
                  <c:v>2976.9239980970351</c:v>
                </c:pt>
                <c:pt idx="1071">
                  <c:v>2979.7093685721024</c:v>
                </c:pt>
                <c:pt idx="1072">
                  <c:v>2982.4947390471698</c:v>
                </c:pt>
                <c:pt idx="1073">
                  <c:v>2985.2801095222371</c:v>
                </c:pt>
                <c:pt idx="1074">
                  <c:v>2988.0654799973045</c:v>
                </c:pt>
                <c:pt idx="1075">
                  <c:v>2990.8508504723718</c:v>
                </c:pt>
                <c:pt idx="1076">
                  <c:v>2993.6362209474391</c:v>
                </c:pt>
                <c:pt idx="1077">
                  <c:v>2996.4215914225065</c:v>
                </c:pt>
                <c:pt idx="1078">
                  <c:v>2999.2069618975738</c:v>
                </c:pt>
                <c:pt idx="1079">
                  <c:v>3001.9923323726412</c:v>
                </c:pt>
                <c:pt idx="1080">
                  <c:v>3004.7777028477085</c:v>
                </c:pt>
                <c:pt idx="1081">
                  <c:v>3007.5630733227758</c:v>
                </c:pt>
                <c:pt idx="1082">
                  <c:v>3010.3484437978432</c:v>
                </c:pt>
                <c:pt idx="1083">
                  <c:v>3013.1338142729105</c:v>
                </c:pt>
                <c:pt idx="1084">
                  <c:v>3015.9191847479779</c:v>
                </c:pt>
                <c:pt idx="1085">
                  <c:v>3018.7045552230452</c:v>
                </c:pt>
                <c:pt idx="1086">
                  <c:v>3021.4899256981125</c:v>
                </c:pt>
                <c:pt idx="1087">
                  <c:v>3024.2752961731799</c:v>
                </c:pt>
                <c:pt idx="1088">
                  <c:v>3027.0606666482472</c:v>
                </c:pt>
                <c:pt idx="1089">
                  <c:v>3029.8460371233145</c:v>
                </c:pt>
                <c:pt idx="1090">
                  <c:v>3032.6314075983819</c:v>
                </c:pt>
                <c:pt idx="1091">
                  <c:v>3035.4167780734492</c:v>
                </c:pt>
                <c:pt idx="1092">
                  <c:v>3038.2021485485166</c:v>
                </c:pt>
                <c:pt idx="1093">
                  <c:v>3040.9875190235839</c:v>
                </c:pt>
                <c:pt idx="1094">
                  <c:v>3043.7728894986512</c:v>
                </c:pt>
                <c:pt idx="1095">
                  <c:v>3046.5582599737186</c:v>
                </c:pt>
                <c:pt idx="1096">
                  <c:v>3049.3436304487859</c:v>
                </c:pt>
                <c:pt idx="1097">
                  <c:v>3052.1290009238533</c:v>
                </c:pt>
                <c:pt idx="1098">
                  <c:v>3054.9143713989206</c:v>
                </c:pt>
                <c:pt idx="1099">
                  <c:v>3057.6997418739879</c:v>
                </c:pt>
                <c:pt idx="1100">
                  <c:v>3060.4851123490553</c:v>
                </c:pt>
                <c:pt idx="1101">
                  <c:v>3063.2704828241226</c:v>
                </c:pt>
                <c:pt idx="1102">
                  <c:v>3066.0558532991899</c:v>
                </c:pt>
                <c:pt idx="1103">
                  <c:v>3068.8412237742573</c:v>
                </c:pt>
                <c:pt idx="1104">
                  <c:v>3071.6265942493246</c:v>
                </c:pt>
                <c:pt idx="1105">
                  <c:v>3074.411964724392</c:v>
                </c:pt>
                <c:pt idx="1106">
                  <c:v>3077.1973351994593</c:v>
                </c:pt>
                <c:pt idx="1107">
                  <c:v>3079.9827056745266</c:v>
                </c:pt>
                <c:pt idx="1108">
                  <c:v>3082.768076149594</c:v>
                </c:pt>
                <c:pt idx="1109">
                  <c:v>3085.5534466246613</c:v>
                </c:pt>
                <c:pt idx="1110">
                  <c:v>3088.3388170997287</c:v>
                </c:pt>
                <c:pt idx="1111">
                  <c:v>3091.124187574796</c:v>
                </c:pt>
                <c:pt idx="1112">
                  <c:v>3093.9095580498633</c:v>
                </c:pt>
                <c:pt idx="1113">
                  <c:v>3096.6949285249307</c:v>
                </c:pt>
                <c:pt idx="1114">
                  <c:v>3099.480298999998</c:v>
                </c:pt>
                <c:pt idx="1115">
                  <c:v>3102.2656694750654</c:v>
                </c:pt>
                <c:pt idx="1116">
                  <c:v>3105.0510399501327</c:v>
                </c:pt>
                <c:pt idx="1117">
                  <c:v>3107.8364104252</c:v>
                </c:pt>
                <c:pt idx="1118">
                  <c:v>3110.6217809002674</c:v>
                </c:pt>
                <c:pt idx="1119">
                  <c:v>3113.4071513753347</c:v>
                </c:pt>
                <c:pt idx="1120">
                  <c:v>3116.192521850402</c:v>
                </c:pt>
                <c:pt idx="1121">
                  <c:v>3118.9778923254694</c:v>
                </c:pt>
                <c:pt idx="1122">
                  <c:v>3121.7632628005367</c:v>
                </c:pt>
                <c:pt idx="1123">
                  <c:v>3124.5486332756041</c:v>
                </c:pt>
                <c:pt idx="1124">
                  <c:v>3127.3340037506714</c:v>
                </c:pt>
                <c:pt idx="1125">
                  <c:v>3130.1193742257387</c:v>
                </c:pt>
                <c:pt idx="1126">
                  <c:v>3132.9047447008061</c:v>
                </c:pt>
                <c:pt idx="1127">
                  <c:v>3135.6901151758734</c:v>
                </c:pt>
                <c:pt idx="1128">
                  <c:v>3138.4754856509408</c:v>
                </c:pt>
                <c:pt idx="1129">
                  <c:v>3141.2608561260081</c:v>
                </c:pt>
                <c:pt idx="1130">
                  <c:v>3144.0462266010754</c:v>
                </c:pt>
                <c:pt idx="1131">
                  <c:v>3146.8315970761428</c:v>
                </c:pt>
                <c:pt idx="1132">
                  <c:v>3149.6169675512101</c:v>
                </c:pt>
                <c:pt idx="1133">
                  <c:v>3152.4023380262774</c:v>
                </c:pt>
                <c:pt idx="1134">
                  <c:v>3155.1877085013448</c:v>
                </c:pt>
                <c:pt idx="1135">
                  <c:v>3157.9730789764121</c:v>
                </c:pt>
                <c:pt idx="1136">
                  <c:v>3160.7584494514795</c:v>
                </c:pt>
                <c:pt idx="1137">
                  <c:v>3163.5438199265468</c:v>
                </c:pt>
                <c:pt idx="1138">
                  <c:v>3166.3291904016141</c:v>
                </c:pt>
                <c:pt idx="1139">
                  <c:v>3169.1145608766815</c:v>
                </c:pt>
                <c:pt idx="1140">
                  <c:v>3171.8999313517488</c:v>
                </c:pt>
                <c:pt idx="1141">
                  <c:v>3174.6853018268162</c:v>
                </c:pt>
                <c:pt idx="1142">
                  <c:v>3177.4706723018835</c:v>
                </c:pt>
                <c:pt idx="1143">
                  <c:v>3180.2560427769508</c:v>
                </c:pt>
                <c:pt idx="1144">
                  <c:v>3183.0414132520182</c:v>
                </c:pt>
                <c:pt idx="1145">
                  <c:v>3185.8267837270855</c:v>
                </c:pt>
                <c:pt idx="1146">
                  <c:v>3188.6121542021529</c:v>
                </c:pt>
                <c:pt idx="1147">
                  <c:v>3191.3975246772202</c:v>
                </c:pt>
                <c:pt idx="1148">
                  <c:v>3194.1828951522875</c:v>
                </c:pt>
                <c:pt idx="1149">
                  <c:v>3196.9682656273549</c:v>
                </c:pt>
                <c:pt idx="1150">
                  <c:v>3199.7536361024222</c:v>
                </c:pt>
                <c:pt idx="1151">
                  <c:v>3202.5390065774895</c:v>
                </c:pt>
                <c:pt idx="1152">
                  <c:v>3205.3243770525569</c:v>
                </c:pt>
                <c:pt idx="1153">
                  <c:v>3208.1097475276242</c:v>
                </c:pt>
                <c:pt idx="1154">
                  <c:v>3210.8951180026916</c:v>
                </c:pt>
                <c:pt idx="1155">
                  <c:v>3213.6804884777589</c:v>
                </c:pt>
                <c:pt idx="1156">
                  <c:v>3216.4658589528262</c:v>
                </c:pt>
                <c:pt idx="1157">
                  <c:v>3219.2512294278936</c:v>
                </c:pt>
                <c:pt idx="1158">
                  <c:v>3222.0365999029609</c:v>
                </c:pt>
                <c:pt idx="1159">
                  <c:v>3224.8219703780283</c:v>
                </c:pt>
                <c:pt idx="1160">
                  <c:v>3227.6073408530956</c:v>
                </c:pt>
                <c:pt idx="1161">
                  <c:v>3230.3927113281629</c:v>
                </c:pt>
                <c:pt idx="1162">
                  <c:v>3233.1780818032303</c:v>
                </c:pt>
                <c:pt idx="1163">
                  <c:v>3235.9634522782976</c:v>
                </c:pt>
                <c:pt idx="1164">
                  <c:v>3238.7488227533649</c:v>
                </c:pt>
                <c:pt idx="1165">
                  <c:v>3241.5341932284323</c:v>
                </c:pt>
                <c:pt idx="1166">
                  <c:v>3244.3195637034996</c:v>
                </c:pt>
                <c:pt idx="1167">
                  <c:v>3247.104934178567</c:v>
                </c:pt>
                <c:pt idx="1168">
                  <c:v>3249.8903046536343</c:v>
                </c:pt>
                <c:pt idx="1169">
                  <c:v>3252.6756751287016</c:v>
                </c:pt>
                <c:pt idx="1170">
                  <c:v>3255.461045603769</c:v>
                </c:pt>
                <c:pt idx="1171">
                  <c:v>3258.2464160788363</c:v>
                </c:pt>
                <c:pt idx="1172">
                  <c:v>3261.0317865539037</c:v>
                </c:pt>
                <c:pt idx="1173">
                  <c:v>3263.817157028971</c:v>
                </c:pt>
                <c:pt idx="1174">
                  <c:v>3266.6025275040383</c:v>
                </c:pt>
                <c:pt idx="1175">
                  <c:v>3269.3878979791057</c:v>
                </c:pt>
                <c:pt idx="1176">
                  <c:v>3272.173268454173</c:v>
                </c:pt>
                <c:pt idx="1177">
                  <c:v>3274.9586389292404</c:v>
                </c:pt>
                <c:pt idx="1178">
                  <c:v>3277.7440094043077</c:v>
                </c:pt>
                <c:pt idx="1179">
                  <c:v>3280.529379879375</c:v>
                </c:pt>
                <c:pt idx="1180">
                  <c:v>3283.3147503544424</c:v>
                </c:pt>
                <c:pt idx="1181">
                  <c:v>3286.1001208295097</c:v>
                </c:pt>
                <c:pt idx="1182">
                  <c:v>3288.885491304577</c:v>
                </c:pt>
                <c:pt idx="1183">
                  <c:v>3291.6708617796444</c:v>
                </c:pt>
                <c:pt idx="1184">
                  <c:v>3294.4562322547117</c:v>
                </c:pt>
                <c:pt idx="1185">
                  <c:v>3297.2416027297791</c:v>
                </c:pt>
                <c:pt idx="1186">
                  <c:v>3300.0269732048464</c:v>
                </c:pt>
                <c:pt idx="1187">
                  <c:v>3302.8123436799137</c:v>
                </c:pt>
                <c:pt idx="1188">
                  <c:v>3305.5977141549811</c:v>
                </c:pt>
                <c:pt idx="1189">
                  <c:v>3308.3830846300484</c:v>
                </c:pt>
                <c:pt idx="1190">
                  <c:v>3311.1684551051158</c:v>
                </c:pt>
                <c:pt idx="1191">
                  <c:v>3313.9538255801831</c:v>
                </c:pt>
                <c:pt idx="1192">
                  <c:v>3316.7391960552504</c:v>
                </c:pt>
                <c:pt idx="1193">
                  <c:v>3319.5245665303178</c:v>
                </c:pt>
                <c:pt idx="1194">
                  <c:v>3322.3099370053851</c:v>
                </c:pt>
                <c:pt idx="1195">
                  <c:v>3325.0953074804524</c:v>
                </c:pt>
                <c:pt idx="1196">
                  <c:v>3327.8806779555198</c:v>
                </c:pt>
                <c:pt idx="1197">
                  <c:v>3330.6660484305871</c:v>
                </c:pt>
                <c:pt idx="1198">
                  <c:v>3333.4514189056545</c:v>
                </c:pt>
                <c:pt idx="1199">
                  <c:v>3336.2367893807218</c:v>
                </c:pt>
                <c:pt idx="1200">
                  <c:v>3339.0221598557891</c:v>
                </c:pt>
                <c:pt idx="1201">
                  <c:v>3341.8075303308565</c:v>
                </c:pt>
                <c:pt idx="1202">
                  <c:v>3344.5929008059238</c:v>
                </c:pt>
                <c:pt idx="1203">
                  <c:v>3347.3782712809912</c:v>
                </c:pt>
                <c:pt idx="1204">
                  <c:v>3350.1636417560585</c:v>
                </c:pt>
                <c:pt idx="1205">
                  <c:v>3352.9490122311258</c:v>
                </c:pt>
                <c:pt idx="1206">
                  <c:v>3355.7343827061932</c:v>
                </c:pt>
                <c:pt idx="1207">
                  <c:v>3358.5197531812605</c:v>
                </c:pt>
                <c:pt idx="1208">
                  <c:v>3361.3051236563279</c:v>
                </c:pt>
                <c:pt idx="1209">
                  <c:v>3364.0904941313952</c:v>
                </c:pt>
                <c:pt idx="1210">
                  <c:v>3366.8758646064625</c:v>
                </c:pt>
                <c:pt idx="1211">
                  <c:v>3369.6612350815299</c:v>
                </c:pt>
                <c:pt idx="1212">
                  <c:v>3372.4466055565972</c:v>
                </c:pt>
                <c:pt idx="1213">
                  <c:v>3375.2319760316645</c:v>
                </c:pt>
                <c:pt idx="1214">
                  <c:v>3378.0173465067319</c:v>
                </c:pt>
                <c:pt idx="1215">
                  <c:v>3380.8027169817992</c:v>
                </c:pt>
                <c:pt idx="1216">
                  <c:v>3383.5880874568666</c:v>
                </c:pt>
                <c:pt idx="1217">
                  <c:v>3386.3734579319339</c:v>
                </c:pt>
                <c:pt idx="1218">
                  <c:v>3389.1588284070012</c:v>
                </c:pt>
                <c:pt idx="1219">
                  <c:v>3391.9441988820686</c:v>
                </c:pt>
                <c:pt idx="1220">
                  <c:v>3394.7295693571359</c:v>
                </c:pt>
                <c:pt idx="1221">
                  <c:v>3397.5149398322033</c:v>
                </c:pt>
                <c:pt idx="1222">
                  <c:v>3400.3003103072706</c:v>
                </c:pt>
                <c:pt idx="1223">
                  <c:v>3403.0856807823379</c:v>
                </c:pt>
                <c:pt idx="1224">
                  <c:v>3405.8710512574053</c:v>
                </c:pt>
                <c:pt idx="1225">
                  <c:v>3408.6564217324726</c:v>
                </c:pt>
                <c:pt idx="1226">
                  <c:v>3411.4417922075399</c:v>
                </c:pt>
                <c:pt idx="1227">
                  <c:v>3414.2271626826073</c:v>
                </c:pt>
                <c:pt idx="1228">
                  <c:v>3417.0125331576746</c:v>
                </c:pt>
                <c:pt idx="1229">
                  <c:v>3419.797903632742</c:v>
                </c:pt>
                <c:pt idx="1230">
                  <c:v>3422.5832741078093</c:v>
                </c:pt>
                <c:pt idx="1231">
                  <c:v>3425.3686445828766</c:v>
                </c:pt>
                <c:pt idx="1232">
                  <c:v>3428.154015057944</c:v>
                </c:pt>
                <c:pt idx="1233">
                  <c:v>3430.9393855330113</c:v>
                </c:pt>
                <c:pt idx="1234">
                  <c:v>3433.7247560080787</c:v>
                </c:pt>
                <c:pt idx="1235">
                  <c:v>3436.510126483146</c:v>
                </c:pt>
                <c:pt idx="1236">
                  <c:v>3439.2954969582133</c:v>
                </c:pt>
                <c:pt idx="1237">
                  <c:v>3442.0808674332807</c:v>
                </c:pt>
                <c:pt idx="1238">
                  <c:v>3444.866237908348</c:v>
                </c:pt>
                <c:pt idx="1239">
                  <c:v>3447.6516083834154</c:v>
                </c:pt>
                <c:pt idx="1240">
                  <c:v>3450.4369788584827</c:v>
                </c:pt>
                <c:pt idx="1241">
                  <c:v>3453.22234933355</c:v>
                </c:pt>
                <c:pt idx="1242">
                  <c:v>3456.0077198086174</c:v>
                </c:pt>
                <c:pt idx="1243">
                  <c:v>3458.7930902836847</c:v>
                </c:pt>
                <c:pt idx="1244">
                  <c:v>3461.578460758752</c:v>
                </c:pt>
                <c:pt idx="1245">
                  <c:v>3464.3638312338194</c:v>
                </c:pt>
                <c:pt idx="1246">
                  <c:v>3467.1492017088867</c:v>
                </c:pt>
                <c:pt idx="1247">
                  <c:v>3469.9345721839541</c:v>
                </c:pt>
                <c:pt idx="1248">
                  <c:v>3472.7199426590214</c:v>
                </c:pt>
                <c:pt idx="1249">
                  <c:v>3475.5053131340887</c:v>
                </c:pt>
                <c:pt idx="1250">
                  <c:v>3478.2906836091561</c:v>
                </c:pt>
                <c:pt idx="1251">
                  <c:v>3481.0760540842234</c:v>
                </c:pt>
                <c:pt idx="1252">
                  <c:v>3483.8614245592908</c:v>
                </c:pt>
                <c:pt idx="1253">
                  <c:v>3486.6467950343581</c:v>
                </c:pt>
                <c:pt idx="1254">
                  <c:v>3489.4321655094254</c:v>
                </c:pt>
                <c:pt idx="1255">
                  <c:v>3492.2175359844928</c:v>
                </c:pt>
                <c:pt idx="1256">
                  <c:v>3495.0029064595601</c:v>
                </c:pt>
                <c:pt idx="1257">
                  <c:v>3497.7882769346274</c:v>
                </c:pt>
                <c:pt idx="1258">
                  <c:v>3500.5736474096948</c:v>
                </c:pt>
                <c:pt idx="1259">
                  <c:v>3503.3590178847621</c:v>
                </c:pt>
                <c:pt idx="1260">
                  <c:v>3506.1443883598295</c:v>
                </c:pt>
                <c:pt idx="1261">
                  <c:v>3508.9297588348968</c:v>
                </c:pt>
                <c:pt idx="1262">
                  <c:v>3511.7151293099641</c:v>
                </c:pt>
                <c:pt idx="1263">
                  <c:v>3514.5004997850315</c:v>
                </c:pt>
                <c:pt idx="1264">
                  <c:v>3517.2858702600988</c:v>
                </c:pt>
                <c:pt idx="1265">
                  <c:v>3520.0712407351662</c:v>
                </c:pt>
                <c:pt idx="1266">
                  <c:v>3522.8566112102335</c:v>
                </c:pt>
                <c:pt idx="1267">
                  <c:v>3525.6419816853008</c:v>
                </c:pt>
                <c:pt idx="1268">
                  <c:v>3528.4273521603682</c:v>
                </c:pt>
                <c:pt idx="1269">
                  <c:v>3531.2127226354355</c:v>
                </c:pt>
                <c:pt idx="1270">
                  <c:v>3533.9980931105029</c:v>
                </c:pt>
                <c:pt idx="1271">
                  <c:v>3536.7834635855702</c:v>
                </c:pt>
                <c:pt idx="1272">
                  <c:v>3539.5688340606375</c:v>
                </c:pt>
                <c:pt idx="1273">
                  <c:v>3542.3542045357049</c:v>
                </c:pt>
                <c:pt idx="1274">
                  <c:v>3545.1395750107722</c:v>
                </c:pt>
                <c:pt idx="1275">
                  <c:v>3547.9249454858395</c:v>
                </c:pt>
                <c:pt idx="1276">
                  <c:v>3550.7103159609069</c:v>
                </c:pt>
                <c:pt idx="1277">
                  <c:v>3553.4956864359742</c:v>
                </c:pt>
                <c:pt idx="1278">
                  <c:v>3556.2810569110416</c:v>
                </c:pt>
                <c:pt idx="1279">
                  <c:v>3559.0664273861089</c:v>
                </c:pt>
                <c:pt idx="1280">
                  <c:v>3561.8517978611762</c:v>
                </c:pt>
                <c:pt idx="1281">
                  <c:v>3564.6371683362436</c:v>
                </c:pt>
                <c:pt idx="1282">
                  <c:v>3567.4225388113109</c:v>
                </c:pt>
                <c:pt idx="1283">
                  <c:v>3570.2079092863783</c:v>
                </c:pt>
                <c:pt idx="1284">
                  <c:v>3572.9932797614456</c:v>
                </c:pt>
                <c:pt idx="1285">
                  <c:v>3575.7786502365129</c:v>
                </c:pt>
                <c:pt idx="1286">
                  <c:v>3578.5640207115803</c:v>
                </c:pt>
                <c:pt idx="1287">
                  <c:v>3581.3493911866476</c:v>
                </c:pt>
                <c:pt idx="1288">
                  <c:v>3584.1347616617149</c:v>
                </c:pt>
                <c:pt idx="1289">
                  <c:v>3586.9201321367823</c:v>
                </c:pt>
                <c:pt idx="1290">
                  <c:v>3589.7055026118496</c:v>
                </c:pt>
                <c:pt idx="1291">
                  <c:v>3592.490873086917</c:v>
                </c:pt>
                <c:pt idx="1292">
                  <c:v>3595.2762435619843</c:v>
                </c:pt>
                <c:pt idx="1293">
                  <c:v>3598.0616140370516</c:v>
                </c:pt>
                <c:pt idx="1294">
                  <c:v>3600.846984512119</c:v>
                </c:pt>
                <c:pt idx="1295">
                  <c:v>3603.6323549871863</c:v>
                </c:pt>
                <c:pt idx="1296">
                  <c:v>3606.4177254622537</c:v>
                </c:pt>
                <c:pt idx="1297">
                  <c:v>3609.203095937321</c:v>
                </c:pt>
                <c:pt idx="1298">
                  <c:v>3611.9884664123883</c:v>
                </c:pt>
                <c:pt idx="1299">
                  <c:v>3614.7738368874557</c:v>
                </c:pt>
                <c:pt idx="1300">
                  <c:v>3617.559207362523</c:v>
                </c:pt>
                <c:pt idx="1301">
                  <c:v>3620.3445778375904</c:v>
                </c:pt>
                <c:pt idx="1302">
                  <c:v>3623.1299483126577</c:v>
                </c:pt>
                <c:pt idx="1303">
                  <c:v>3625.915318787725</c:v>
                </c:pt>
                <c:pt idx="1304">
                  <c:v>3628.7006892627924</c:v>
                </c:pt>
                <c:pt idx="1305">
                  <c:v>3631.4860597378597</c:v>
                </c:pt>
                <c:pt idx="1306">
                  <c:v>3634.271430212927</c:v>
                </c:pt>
                <c:pt idx="1307">
                  <c:v>3637.0568006879944</c:v>
                </c:pt>
                <c:pt idx="1308">
                  <c:v>3639.8421711630617</c:v>
                </c:pt>
                <c:pt idx="1309">
                  <c:v>3642.6275416381291</c:v>
                </c:pt>
                <c:pt idx="1310">
                  <c:v>3645.4129121131964</c:v>
                </c:pt>
                <c:pt idx="1311">
                  <c:v>3648.1982825882637</c:v>
                </c:pt>
                <c:pt idx="1312">
                  <c:v>3650.9836530633311</c:v>
                </c:pt>
                <c:pt idx="1313">
                  <c:v>3653.7690235383984</c:v>
                </c:pt>
                <c:pt idx="1314">
                  <c:v>3656.5543940134658</c:v>
                </c:pt>
                <c:pt idx="1315">
                  <c:v>3659.3397644885331</c:v>
                </c:pt>
                <c:pt idx="1316">
                  <c:v>3662.1251349636004</c:v>
                </c:pt>
                <c:pt idx="1317">
                  <c:v>3664.9105054386678</c:v>
                </c:pt>
                <c:pt idx="1318">
                  <c:v>3667.6958759137351</c:v>
                </c:pt>
                <c:pt idx="1319">
                  <c:v>3670.4812463888024</c:v>
                </c:pt>
                <c:pt idx="1320">
                  <c:v>3673.2666168638698</c:v>
                </c:pt>
                <c:pt idx="1321">
                  <c:v>3676.0519873389371</c:v>
                </c:pt>
                <c:pt idx="1322">
                  <c:v>3678.8373578140045</c:v>
                </c:pt>
                <c:pt idx="1323">
                  <c:v>3681.6227282890718</c:v>
                </c:pt>
                <c:pt idx="1324">
                  <c:v>3684.4080987641391</c:v>
                </c:pt>
                <c:pt idx="1325">
                  <c:v>3687.1934692392065</c:v>
                </c:pt>
                <c:pt idx="1326">
                  <c:v>3689.9788397142738</c:v>
                </c:pt>
                <c:pt idx="1327">
                  <c:v>3692.7642101893412</c:v>
                </c:pt>
                <c:pt idx="1328">
                  <c:v>3695.5495806644085</c:v>
                </c:pt>
                <c:pt idx="1329">
                  <c:v>3698.3349511394758</c:v>
                </c:pt>
                <c:pt idx="1330">
                  <c:v>3701.1203216145432</c:v>
                </c:pt>
                <c:pt idx="1331">
                  <c:v>3703.9056920896105</c:v>
                </c:pt>
                <c:pt idx="1332">
                  <c:v>3706.6910625646778</c:v>
                </c:pt>
                <c:pt idx="1333">
                  <c:v>3709.4764330397452</c:v>
                </c:pt>
                <c:pt idx="1334">
                  <c:v>3712.2618035148125</c:v>
                </c:pt>
                <c:pt idx="1335">
                  <c:v>3715.0471739898799</c:v>
                </c:pt>
                <c:pt idx="1336">
                  <c:v>3717.8325444649472</c:v>
                </c:pt>
                <c:pt idx="1337">
                  <c:v>3720.6179149400145</c:v>
                </c:pt>
                <c:pt idx="1338">
                  <c:v>3723.4032854150819</c:v>
                </c:pt>
                <c:pt idx="1339">
                  <c:v>3726.1886558901492</c:v>
                </c:pt>
                <c:pt idx="1340">
                  <c:v>3728.9740263652166</c:v>
                </c:pt>
                <c:pt idx="1341">
                  <c:v>3731.7593968402839</c:v>
                </c:pt>
                <c:pt idx="1342">
                  <c:v>3734.5447673153512</c:v>
                </c:pt>
                <c:pt idx="1343">
                  <c:v>3737.3301377904186</c:v>
                </c:pt>
                <c:pt idx="1344">
                  <c:v>3740.1155082654859</c:v>
                </c:pt>
                <c:pt idx="1345">
                  <c:v>3742.9008787405533</c:v>
                </c:pt>
                <c:pt idx="1346">
                  <c:v>3745.6862492156206</c:v>
                </c:pt>
                <c:pt idx="1347">
                  <c:v>3748.4716196906879</c:v>
                </c:pt>
                <c:pt idx="1348">
                  <c:v>3751.2569901657553</c:v>
                </c:pt>
                <c:pt idx="1349">
                  <c:v>3754.0423606408226</c:v>
                </c:pt>
                <c:pt idx="1350">
                  <c:v>3756.8277311158899</c:v>
                </c:pt>
                <c:pt idx="1351">
                  <c:v>3759.6131015909573</c:v>
                </c:pt>
                <c:pt idx="1352">
                  <c:v>3762.3984720660246</c:v>
                </c:pt>
                <c:pt idx="1353">
                  <c:v>3765.183842541092</c:v>
                </c:pt>
                <c:pt idx="1354">
                  <c:v>3767.9692130161593</c:v>
                </c:pt>
                <c:pt idx="1355">
                  <c:v>3770.7545834912266</c:v>
                </c:pt>
                <c:pt idx="1356">
                  <c:v>3773.539953966294</c:v>
                </c:pt>
                <c:pt idx="1357">
                  <c:v>3776.3253244413613</c:v>
                </c:pt>
                <c:pt idx="1358">
                  <c:v>3779.1106949164287</c:v>
                </c:pt>
                <c:pt idx="1359">
                  <c:v>3781.896065391496</c:v>
                </c:pt>
                <c:pt idx="1360">
                  <c:v>3784.6814358665633</c:v>
                </c:pt>
                <c:pt idx="1361">
                  <c:v>3787.4668063416307</c:v>
                </c:pt>
                <c:pt idx="1362">
                  <c:v>3790.252176816698</c:v>
                </c:pt>
                <c:pt idx="1363">
                  <c:v>3793.0375472917653</c:v>
                </c:pt>
                <c:pt idx="1364">
                  <c:v>3795.8229177668327</c:v>
                </c:pt>
                <c:pt idx="1365">
                  <c:v>3798.6082882419</c:v>
                </c:pt>
                <c:pt idx="1366">
                  <c:v>3801.3936587169674</c:v>
                </c:pt>
                <c:pt idx="1367">
                  <c:v>3804.1790291920347</c:v>
                </c:pt>
                <c:pt idx="1368">
                  <c:v>3806.964399667102</c:v>
                </c:pt>
                <c:pt idx="1369">
                  <c:v>3809.7497701421694</c:v>
                </c:pt>
                <c:pt idx="1370">
                  <c:v>3812.5351406172367</c:v>
                </c:pt>
                <c:pt idx="1371">
                  <c:v>3815.3205110923041</c:v>
                </c:pt>
                <c:pt idx="1372">
                  <c:v>3818.1058815673714</c:v>
                </c:pt>
                <c:pt idx="1373">
                  <c:v>3820.8912520424387</c:v>
                </c:pt>
                <c:pt idx="1374">
                  <c:v>3823.6766225175061</c:v>
                </c:pt>
                <c:pt idx="1375">
                  <c:v>3826.4619929925734</c:v>
                </c:pt>
                <c:pt idx="1376">
                  <c:v>3829.2473634676408</c:v>
                </c:pt>
                <c:pt idx="1377">
                  <c:v>3832.0327339427081</c:v>
                </c:pt>
                <c:pt idx="1378">
                  <c:v>3834.8181044177754</c:v>
                </c:pt>
                <c:pt idx="1379">
                  <c:v>3837.6034748928428</c:v>
                </c:pt>
                <c:pt idx="1380">
                  <c:v>3840.3888453679101</c:v>
                </c:pt>
                <c:pt idx="1381">
                  <c:v>3843.1742158429774</c:v>
                </c:pt>
                <c:pt idx="1382">
                  <c:v>3845.9595863180448</c:v>
                </c:pt>
                <c:pt idx="1383">
                  <c:v>3848.7449567931121</c:v>
                </c:pt>
                <c:pt idx="1384">
                  <c:v>3851.5303272681795</c:v>
                </c:pt>
                <c:pt idx="1385">
                  <c:v>3854.3156977432468</c:v>
                </c:pt>
                <c:pt idx="1386">
                  <c:v>3857.1010682183141</c:v>
                </c:pt>
                <c:pt idx="1387">
                  <c:v>3859.8864386933815</c:v>
                </c:pt>
                <c:pt idx="1388">
                  <c:v>3862.6718091684488</c:v>
                </c:pt>
                <c:pt idx="1389">
                  <c:v>3865.4571796435162</c:v>
                </c:pt>
                <c:pt idx="1390">
                  <c:v>3868.2425501185835</c:v>
                </c:pt>
                <c:pt idx="1391">
                  <c:v>3871.0279205936508</c:v>
                </c:pt>
                <c:pt idx="1392">
                  <c:v>3873.8132910687182</c:v>
                </c:pt>
                <c:pt idx="1393">
                  <c:v>3876.5986615437855</c:v>
                </c:pt>
                <c:pt idx="1394">
                  <c:v>3879.3840320188528</c:v>
                </c:pt>
                <c:pt idx="1395">
                  <c:v>3882.1694024939202</c:v>
                </c:pt>
                <c:pt idx="1396">
                  <c:v>3884.9547729689875</c:v>
                </c:pt>
                <c:pt idx="1397">
                  <c:v>3887.7401434440549</c:v>
                </c:pt>
                <c:pt idx="1398">
                  <c:v>3890.5255139191222</c:v>
                </c:pt>
                <c:pt idx="1399">
                  <c:v>3893.3108843941895</c:v>
                </c:pt>
                <c:pt idx="1400">
                  <c:v>3896.0962548692569</c:v>
                </c:pt>
                <c:pt idx="1401">
                  <c:v>3898.8816253443242</c:v>
                </c:pt>
                <c:pt idx="1402">
                  <c:v>3901.6669958193916</c:v>
                </c:pt>
                <c:pt idx="1403">
                  <c:v>3904.4523662944589</c:v>
                </c:pt>
                <c:pt idx="1404">
                  <c:v>3907.2377367695262</c:v>
                </c:pt>
                <c:pt idx="1405">
                  <c:v>3910.0231072445936</c:v>
                </c:pt>
                <c:pt idx="1406">
                  <c:v>3912.8084777196609</c:v>
                </c:pt>
                <c:pt idx="1407">
                  <c:v>3915.5938481947283</c:v>
                </c:pt>
                <c:pt idx="1408">
                  <c:v>3918.3792186697956</c:v>
                </c:pt>
                <c:pt idx="1409">
                  <c:v>3921.1645891448629</c:v>
                </c:pt>
                <c:pt idx="1410">
                  <c:v>3923.9499596199303</c:v>
                </c:pt>
                <c:pt idx="1411">
                  <c:v>3926.7353300949976</c:v>
                </c:pt>
                <c:pt idx="1412">
                  <c:v>3929.5207005700649</c:v>
                </c:pt>
                <c:pt idx="1413">
                  <c:v>3932.3060710451323</c:v>
                </c:pt>
                <c:pt idx="1414">
                  <c:v>3935.0914415201996</c:v>
                </c:pt>
                <c:pt idx="1415">
                  <c:v>3937.876811995267</c:v>
                </c:pt>
                <c:pt idx="1416">
                  <c:v>3940.6621824703343</c:v>
                </c:pt>
                <c:pt idx="1417">
                  <c:v>3943.4475529454016</c:v>
                </c:pt>
                <c:pt idx="1418">
                  <c:v>3946.232923420469</c:v>
                </c:pt>
                <c:pt idx="1419">
                  <c:v>3949.0182938955363</c:v>
                </c:pt>
                <c:pt idx="1420">
                  <c:v>3951.8036643706037</c:v>
                </c:pt>
                <c:pt idx="1421">
                  <c:v>3954.589034845671</c:v>
                </c:pt>
                <c:pt idx="1422">
                  <c:v>3957.3744053207383</c:v>
                </c:pt>
                <c:pt idx="1423">
                  <c:v>3960.1597757958057</c:v>
                </c:pt>
                <c:pt idx="1424">
                  <c:v>3962.945146270873</c:v>
                </c:pt>
                <c:pt idx="1425">
                  <c:v>3965.7305167459403</c:v>
                </c:pt>
                <c:pt idx="1426">
                  <c:v>3968.5158872210077</c:v>
                </c:pt>
                <c:pt idx="1427">
                  <c:v>3971.301257696075</c:v>
                </c:pt>
                <c:pt idx="1428">
                  <c:v>3974.0866281711424</c:v>
                </c:pt>
                <c:pt idx="1429">
                  <c:v>3976.8719986462097</c:v>
                </c:pt>
                <c:pt idx="1430">
                  <c:v>3979.657369121277</c:v>
                </c:pt>
                <c:pt idx="1431">
                  <c:v>3982.4427395963444</c:v>
                </c:pt>
                <c:pt idx="1432">
                  <c:v>3985.2281100714117</c:v>
                </c:pt>
                <c:pt idx="1433">
                  <c:v>3988.0134805464791</c:v>
                </c:pt>
                <c:pt idx="1434">
                  <c:v>3990.7988510215464</c:v>
                </c:pt>
                <c:pt idx="1435">
                  <c:v>3993.5842214966137</c:v>
                </c:pt>
                <c:pt idx="1436">
                  <c:v>3996.3695919716811</c:v>
                </c:pt>
                <c:pt idx="1437">
                  <c:v>3999.1549624467484</c:v>
                </c:pt>
                <c:pt idx="1438">
                  <c:v>4001.9403329218158</c:v>
                </c:pt>
                <c:pt idx="1439">
                  <c:v>4004.7257033968831</c:v>
                </c:pt>
                <c:pt idx="1440">
                  <c:v>4007.5110738719504</c:v>
                </c:pt>
                <c:pt idx="1441">
                  <c:v>4010.2964443470178</c:v>
                </c:pt>
                <c:pt idx="1442">
                  <c:v>4013.0818148220851</c:v>
                </c:pt>
                <c:pt idx="1443">
                  <c:v>4015.8671852971524</c:v>
                </c:pt>
                <c:pt idx="1444">
                  <c:v>4018.6525557722198</c:v>
                </c:pt>
                <c:pt idx="1445">
                  <c:v>4021.4379262472871</c:v>
                </c:pt>
                <c:pt idx="1446">
                  <c:v>4024.2232967223545</c:v>
                </c:pt>
                <c:pt idx="1447">
                  <c:v>4027.0086671974218</c:v>
                </c:pt>
                <c:pt idx="1448">
                  <c:v>4029.7940376724891</c:v>
                </c:pt>
                <c:pt idx="1449">
                  <c:v>4032.5794081475565</c:v>
                </c:pt>
                <c:pt idx="1450">
                  <c:v>4035.3647786226238</c:v>
                </c:pt>
                <c:pt idx="1451">
                  <c:v>4038.1501490976912</c:v>
                </c:pt>
                <c:pt idx="1452">
                  <c:v>4040.9355195727585</c:v>
                </c:pt>
                <c:pt idx="1453">
                  <c:v>4043.7208900478258</c:v>
                </c:pt>
                <c:pt idx="1454">
                  <c:v>4046.5062605228932</c:v>
                </c:pt>
                <c:pt idx="1455">
                  <c:v>4049.2916309979605</c:v>
                </c:pt>
                <c:pt idx="1456">
                  <c:v>4052.0770014730278</c:v>
                </c:pt>
                <c:pt idx="1457">
                  <c:v>4054.8623719480952</c:v>
                </c:pt>
                <c:pt idx="1458">
                  <c:v>4057.6477424231625</c:v>
                </c:pt>
                <c:pt idx="1459">
                  <c:v>4060.4331128982299</c:v>
                </c:pt>
                <c:pt idx="1460">
                  <c:v>4063.2184833732972</c:v>
                </c:pt>
                <c:pt idx="1461">
                  <c:v>4066.0038538483645</c:v>
                </c:pt>
                <c:pt idx="1462">
                  <c:v>4068.7892243234319</c:v>
                </c:pt>
                <c:pt idx="1463">
                  <c:v>4071.5745947984992</c:v>
                </c:pt>
                <c:pt idx="1464">
                  <c:v>4074.3599652735666</c:v>
                </c:pt>
                <c:pt idx="1465">
                  <c:v>4077.1453357486339</c:v>
                </c:pt>
                <c:pt idx="1466">
                  <c:v>4079.9307062237012</c:v>
                </c:pt>
                <c:pt idx="1467">
                  <c:v>4082.7160766987686</c:v>
                </c:pt>
                <c:pt idx="1468">
                  <c:v>4085.5014471738359</c:v>
                </c:pt>
                <c:pt idx="1469">
                  <c:v>4088.2868176489033</c:v>
                </c:pt>
                <c:pt idx="1470">
                  <c:v>4091.0721881239706</c:v>
                </c:pt>
                <c:pt idx="1471">
                  <c:v>4093.8575585990379</c:v>
                </c:pt>
                <c:pt idx="1472">
                  <c:v>4096.6429290741053</c:v>
                </c:pt>
                <c:pt idx="1473">
                  <c:v>4099.4282995491731</c:v>
                </c:pt>
                <c:pt idx="1474">
                  <c:v>4102.2136700242409</c:v>
                </c:pt>
                <c:pt idx="1475">
                  <c:v>4104.9990404993086</c:v>
                </c:pt>
                <c:pt idx="1476">
                  <c:v>4107.7844109743764</c:v>
                </c:pt>
                <c:pt idx="1477">
                  <c:v>4110.5697814494442</c:v>
                </c:pt>
                <c:pt idx="1478">
                  <c:v>4113.355151924512</c:v>
                </c:pt>
                <c:pt idx="1479">
                  <c:v>4116.1405223995798</c:v>
                </c:pt>
                <c:pt idx="1480">
                  <c:v>4118.9258928746476</c:v>
                </c:pt>
                <c:pt idx="1481">
                  <c:v>4121.7112633497154</c:v>
                </c:pt>
                <c:pt idx="1482">
                  <c:v>4124.4966338247832</c:v>
                </c:pt>
                <c:pt idx="1483">
                  <c:v>4127.282004299851</c:v>
                </c:pt>
                <c:pt idx="1484">
                  <c:v>4130.0673747749188</c:v>
                </c:pt>
                <c:pt idx="1485">
                  <c:v>4132.8527452499866</c:v>
                </c:pt>
                <c:pt idx="1486">
                  <c:v>4135.6381157250544</c:v>
                </c:pt>
                <c:pt idx="1487">
                  <c:v>4138.4234862001222</c:v>
                </c:pt>
                <c:pt idx="1488">
                  <c:v>4141.20885667519</c:v>
                </c:pt>
                <c:pt idx="1489">
                  <c:v>4143.9942271502578</c:v>
                </c:pt>
                <c:pt idx="1490">
                  <c:v>4146.7795976253256</c:v>
                </c:pt>
                <c:pt idx="1491">
                  <c:v>4149.5649681003933</c:v>
                </c:pt>
                <c:pt idx="1492">
                  <c:v>4152.3503385754611</c:v>
                </c:pt>
                <c:pt idx="1493">
                  <c:v>4155.1357090505289</c:v>
                </c:pt>
                <c:pt idx="1494">
                  <c:v>4157.9210795255967</c:v>
                </c:pt>
                <c:pt idx="1495">
                  <c:v>4160.7064500006645</c:v>
                </c:pt>
                <c:pt idx="1496">
                  <c:v>4163.4918204757323</c:v>
                </c:pt>
                <c:pt idx="1497">
                  <c:v>4166.2771909508001</c:v>
                </c:pt>
                <c:pt idx="1498">
                  <c:v>4169.0625614258679</c:v>
                </c:pt>
                <c:pt idx="1499">
                  <c:v>4171.8479319009357</c:v>
                </c:pt>
                <c:pt idx="1500">
                  <c:v>4174.6333023760035</c:v>
                </c:pt>
                <c:pt idx="1501">
                  <c:v>4177.4186728510713</c:v>
                </c:pt>
                <c:pt idx="1502">
                  <c:v>4180.2040433261391</c:v>
                </c:pt>
                <c:pt idx="1503">
                  <c:v>4182.9894138012069</c:v>
                </c:pt>
                <c:pt idx="1504">
                  <c:v>4185.7747842762747</c:v>
                </c:pt>
                <c:pt idx="1505">
                  <c:v>4188.5601547513425</c:v>
                </c:pt>
                <c:pt idx="1506">
                  <c:v>4191.3455252264102</c:v>
                </c:pt>
                <c:pt idx="1507">
                  <c:v>4194.130895701478</c:v>
                </c:pt>
                <c:pt idx="1508">
                  <c:v>4196.9162661765458</c:v>
                </c:pt>
                <c:pt idx="1509">
                  <c:v>4199.7016366516136</c:v>
                </c:pt>
                <c:pt idx="1510">
                  <c:v>4202.4870071266814</c:v>
                </c:pt>
                <c:pt idx="1511">
                  <c:v>4205.2723776017492</c:v>
                </c:pt>
                <c:pt idx="1512">
                  <c:v>4208.057748076817</c:v>
                </c:pt>
                <c:pt idx="1513">
                  <c:v>4210.8431185518848</c:v>
                </c:pt>
                <c:pt idx="1514">
                  <c:v>4213.6284890269526</c:v>
                </c:pt>
                <c:pt idx="1515">
                  <c:v>4216.4138595020204</c:v>
                </c:pt>
                <c:pt idx="1516">
                  <c:v>4219.1992299770882</c:v>
                </c:pt>
                <c:pt idx="1517">
                  <c:v>4221.984600452156</c:v>
                </c:pt>
                <c:pt idx="1518">
                  <c:v>4224.7699709272238</c:v>
                </c:pt>
                <c:pt idx="1519">
                  <c:v>4227.5553414022916</c:v>
                </c:pt>
                <c:pt idx="1520">
                  <c:v>4230.3407118773594</c:v>
                </c:pt>
                <c:pt idx="1521">
                  <c:v>4233.1260823524271</c:v>
                </c:pt>
                <c:pt idx="1522">
                  <c:v>4235.9114528274949</c:v>
                </c:pt>
                <c:pt idx="1523">
                  <c:v>4238.6968233025627</c:v>
                </c:pt>
                <c:pt idx="1524">
                  <c:v>4241.4821937776305</c:v>
                </c:pt>
                <c:pt idx="1525">
                  <c:v>4244.2675642526983</c:v>
                </c:pt>
                <c:pt idx="1526">
                  <c:v>4247.0529347277661</c:v>
                </c:pt>
                <c:pt idx="1527">
                  <c:v>4249.8383052028339</c:v>
                </c:pt>
                <c:pt idx="1528">
                  <c:v>4252.6236756779017</c:v>
                </c:pt>
                <c:pt idx="1529">
                  <c:v>4255.4090461529695</c:v>
                </c:pt>
                <c:pt idx="1530">
                  <c:v>4258.1944166280373</c:v>
                </c:pt>
                <c:pt idx="1531">
                  <c:v>4260.9797871031051</c:v>
                </c:pt>
                <c:pt idx="1532">
                  <c:v>4263.7651575781729</c:v>
                </c:pt>
                <c:pt idx="1533">
                  <c:v>4266.5505280532407</c:v>
                </c:pt>
                <c:pt idx="1534">
                  <c:v>4269.3358985283085</c:v>
                </c:pt>
                <c:pt idx="1535">
                  <c:v>4272.1212690033763</c:v>
                </c:pt>
                <c:pt idx="1536">
                  <c:v>4274.906639478444</c:v>
                </c:pt>
                <c:pt idx="1537">
                  <c:v>4277.6920099535118</c:v>
                </c:pt>
                <c:pt idx="1538">
                  <c:v>4280.4773804285796</c:v>
                </c:pt>
                <c:pt idx="1539">
                  <c:v>4283.2627509036474</c:v>
                </c:pt>
                <c:pt idx="1540">
                  <c:v>4286.0481213787152</c:v>
                </c:pt>
                <c:pt idx="1541">
                  <c:v>4288.833491853783</c:v>
                </c:pt>
                <c:pt idx="1542">
                  <c:v>4291.6188623288508</c:v>
                </c:pt>
                <c:pt idx="1543">
                  <c:v>4294.4042328039186</c:v>
                </c:pt>
                <c:pt idx="1544">
                  <c:v>4297.1896032789864</c:v>
                </c:pt>
                <c:pt idx="1545">
                  <c:v>4299.9749737540542</c:v>
                </c:pt>
                <c:pt idx="1546">
                  <c:v>4302.760344229122</c:v>
                </c:pt>
                <c:pt idx="1547">
                  <c:v>4305.5457147041898</c:v>
                </c:pt>
                <c:pt idx="1548">
                  <c:v>4308.3310851792576</c:v>
                </c:pt>
                <c:pt idx="1549">
                  <c:v>4311.1164556543254</c:v>
                </c:pt>
                <c:pt idx="1550">
                  <c:v>4313.9018261293932</c:v>
                </c:pt>
                <c:pt idx="1551">
                  <c:v>4316.687196604461</c:v>
                </c:pt>
                <c:pt idx="1552">
                  <c:v>4319.4725670795287</c:v>
                </c:pt>
                <c:pt idx="1553">
                  <c:v>4322.2579375545965</c:v>
                </c:pt>
                <c:pt idx="1554">
                  <c:v>4325.0433080296643</c:v>
                </c:pt>
                <c:pt idx="1555">
                  <c:v>4327.8286785047321</c:v>
                </c:pt>
                <c:pt idx="1556">
                  <c:v>4330.6140489797999</c:v>
                </c:pt>
                <c:pt idx="1557">
                  <c:v>4333.3994194548677</c:v>
                </c:pt>
                <c:pt idx="1558">
                  <c:v>4336.1847899299355</c:v>
                </c:pt>
                <c:pt idx="1559">
                  <c:v>4338.9701604050033</c:v>
                </c:pt>
                <c:pt idx="1560">
                  <c:v>4341.7555308800711</c:v>
                </c:pt>
                <c:pt idx="1561">
                  <c:v>4344.5409013551389</c:v>
                </c:pt>
                <c:pt idx="1562">
                  <c:v>4347.3262718302067</c:v>
                </c:pt>
                <c:pt idx="1563">
                  <c:v>4350.1116423052745</c:v>
                </c:pt>
                <c:pt idx="1564">
                  <c:v>4352.8970127803423</c:v>
                </c:pt>
                <c:pt idx="1565">
                  <c:v>4355.6823832554101</c:v>
                </c:pt>
                <c:pt idx="1566">
                  <c:v>4358.4677537304779</c:v>
                </c:pt>
                <c:pt idx="1567">
                  <c:v>4361.2531242055456</c:v>
                </c:pt>
                <c:pt idx="1568">
                  <c:v>4364.0384946806134</c:v>
                </c:pt>
                <c:pt idx="1569">
                  <c:v>4366.8238651556812</c:v>
                </c:pt>
                <c:pt idx="1570">
                  <c:v>4369.609235630749</c:v>
                </c:pt>
                <c:pt idx="1571">
                  <c:v>4372.3946061058168</c:v>
                </c:pt>
                <c:pt idx="1572">
                  <c:v>4375.1799765808846</c:v>
                </c:pt>
                <c:pt idx="1573">
                  <c:v>4377.9653470559524</c:v>
                </c:pt>
                <c:pt idx="1574">
                  <c:v>4380.7507175310202</c:v>
                </c:pt>
                <c:pt idx="1575">
                  <c:v>4383.536088006088</c:v>
                </c:pt>
                <c:pt idx="1576">
                  <c:v>4386.3214584811558</c:v>
                </c:pt>
                <c:pt idx="1577">
                  <c:v>4389.1068289562236</c:v>
                </c:pt>
                <c:pt idx="1578">
                  <c:v>4391.8921994312914</c:v>
                </c:pt>
                <c:pt idx="1579">
                  <c:v>4394.6775699063592</c:v>
                </c:pt>
                <c:pt idx="1580">
                  <c:v>4397.462940381427</c:v>
                </c:pt>
                <c:pt idx="1581">
                  <c:v>4400.2483108564948</c:v>
                </c:pt>
                <c:pt idx="1582">
                  <c:v>4403.0336813315625</c:v>
                </c:pt>
                <c:pt idx="1583">
                  <c:v>4405.8190518066303</c:v>
                </c:pt>
                <c:pt idx="1584">
                  <c:v>4408.6044222816981</c:v>
                </c:pt>
                <c:pt idx="1585">
                  <c:v>4411.3897927567659</c:v>
                </c:pt>
                <c:pt idx="1586">
                  <c:v>4414.1751632318337</c:v>
                </c:pt>
                <c:pt idx="1587">
                  <c:v>4416.9605337069015</c:v>
                </c:pt>
                <c:pt idx="1588">
                  <c:v>4419.7459041819693</c:v>
                </c:pt>
                <c:pt idx="1589">
                  <c:v>4422.5312746570371</c:v>
                </c:pt>
                <c:pt idx="1590">
                  <c:v>4425.3166451321049</c:v>
                </c:pt>
                <c:pt idx="1591">
                  <c:v>4428.1020156071727</c:v>
                </c:pt>
                <c:pt idx="1592">
                  <c:v>4430.8873860822405</c:v>
                </c:pt>
                <c:pt idx="1593">
                  <c:v>4433.6727565573083</c:v>
                </c:pt>
                <c:pt idx="1594">
                  <c:v>4436.4581270323761</c:v>
                </c:pt>
                <c:pt idx="1595">
                  <c:v>4439.2434975074439</c:v>
                </c:pt>
                <c:pt idx="1596">
                  <c:v>4442.0288679825117</c:v>
                </c:pt>
                <c:pt idx="1597">
                  <c:v>4444.8142384575794</c:v>
                </c:pt>
                <c:pt idx="1598">
                  <c:v>4447.5996089326472</c:v>
                </c:pt>
                <c:pt idx="1599">
                  <c:v>4450.384979407715</c:v>
                </c:pt>
                <c:pt idx="1600">
                  <c:v>4453.1703498827828</c:v>
                </c:pt>
                <c:pt idx="1601">
                  <c:v>4455.9557203578506</c:v>
                </c:pt>
                <c:pt idx="1602">
                  <c:v>4458.7410908329184</c:v>
                </c:pt>
                <c:pt idx="1603">
                  <c:v>4461.5264613079862</c:v>
                </c:pt>
                <c:pt idx="1604">
                  <c:v>4464.311831783054</c:v>
                </c:pt>
                <c:pt idx="1605">
                  <c:v>4467.0972022581218</c:v>
                </c:pt>
                <c:pt idx="1606">
                  <c:v>4469.8825727331896</c:v>
                </c:pt>
                <c:pt idx="1607">
                  <c:v>4472.6679432082574</c:v>
                </c:pt>
                <c:pt idx="1608">
                  <c:v>4475.4533136833252</c:v>
                </c:pt>
                <c:pt idx="1609">
                  <c:v>4478.238684158393</c:v>
                </c:pt>
                <c:pt idx="1610">
                  <c:v>4481.0240546334608</c:v>
                </c:pt>
                <c:pt idx="1611">
                  <c:v>4483.8094251085286</c:v>
                </c:pt>
                <c:pt idx="1612">
                  <c:v>4486.5947955835964</c:v>
                </c:pt>
                <c:pt idx="1613">
                  <c:v>4489.3801660586641</c:v>
                </c:pt>
                <c:pt idx="1614">
                  <c:v>4492.1655365337319</c:v>
                </c:pt>
                <c:pt idx="1615">
                  <c:v>4494.9509070087997</c:v>
                </c:pt>
                <c:pt idx="1616">
                  <c:v>4497.7362774838675</c:v>
                </c:pt>
                <c:pt idx="1617">
                  <c:v>4500.5216479589353</c:v>
                </c:pt>
                <c:pt idx="1618">
                  <c:v>4503.3070184340031</c:v>
                </c:pt>
                <c:pt idx="1619">
                  <c:v>4506.0923889090709</c:v>
                </c:pt>
                <c:pt idx="1620">
                  <c:v>4508.8777593841387</c:v>
                </c:pt>
                <c:pt idx="1621">
                  <c:v>4511.6631298592065</c:v>
                </c:pt>
                <c:pt idx="1622">
                  <c:v>4514.4485003342743</c:v>
                </c:pt>
                <c:pt idx="1623">
                  <c:v>4517.2338708093421</c:v>
                </c:pt>
                <c:pt idx="1624">
                  <c:v>4520.0192412844099</c:v>
                </c:pt>
                <c:pt idx="1625">
                  <c:v>4522.8046117594777</c:v>
                </c:pt>
                <c:pt idx="1626">
                  <c:v>4525.5899822345455</c:v>
                </c:pt>
                <c:pt idx="1627">
                  <c:v>4528.3753527096133</c:v>
                </c:pt>
                <c:pt idx="1628">
                  <c:v>4531.160723184681</c:v>
                </c:pt>
                <c:pt idx="1629">
                  <c:v>4533.9460936597488</c:v>
                </c:pt>
                <c:pt idx="1630">
                  <c:v>4536.7314641348166</c:v>
                </c:pt>
                <c:pt idx="1631">
                  <c:v>4539.5168346098844</c:v>
                </c:pt>
                <c:pt idx="1632">
                  <c:v>4542.3022050849522</c:v>
                </c:pt>
                <c:pt idx="1633">
                  <c:v>4545.08757556002</c:v>
                </c:pt>
                <c:pt idx="1634">
                  <c:v>4547.8729460350878</c:v>
                </c:pt>
                <c:pt idx="1635">
                  <c:v>4550.6583165101556</c:v>
                </c:pt>
                <c:pt idx="1636">
                  <c:v>4553.4436869852234</c:v>
                </c:pt>
                <c:pt idx="1637">
                  <c:v>4556.2290574602912</c:v>
                </c:pt>
                <c:pt idx="1638">
                  <c:v>4559.014427935359</c:v>
                </c:pt>
                <c:pt idx="1639">
                  <c:v>4561.7997984104268</c:v>
                </c:pt>
                <c:pt idx="1640">
                  <c:v>4564.5851688854946</c:v>
                </c:pt>
                <c:pt idx="1641">
                  <c:v>4567.3705393605624</c:v>
                </c:pt>
                <c:pt idx="1642">
                  <c:v>4570.1559098356302</c:v>
                </c:pt>
                <c:pt idx="1643">
                  <c:v>4572.9412803106979</c:v>
                </c:pt>
                <c:pt idx="1644">
                  <c:v>4575.7266507857657</c:v>
                </c:pt>
                <c:pt idx="1645">
                  <c:v>4578.5120212608335</c:v>
                </c:pt>
                <c:pt idx="1646">
                  <c:v>4581.2973917359013</c:v>
                </c:pt>
                <c:pt idx="1647">
                  <c:v>4584.0827622109691</c:v>
                </c:pt>
                <c:pt idx="1648">
                  <c:v>4586.8681326860369</c:v>
                </c:pt>
                <c:pt idx="1649">
                  <c:v>4589.6535031611047</c:v>
                </c:pt>
                <c:pt idx="1650">
                  <c:v>4592.4388736361725</c:v>
                </c:pt>
                <c:pt idx="1651">
                  <c:v>4595.2242441112403</c:v>
                </c:pt>
                <c:pt idx="1652">
                  <c:v>4598.0096145863081</c:v>
                </c:pt>
                <c:pt idx="1653">
                  <c:v>4600.7949850613759</c:v>
                </c:pt>
                <c:pt idx="1654">
                  <c:v>4603.5803555364437</c:v>
                </c:pt>
                <c:pt idx="1655">
                  <c:v>4606.3657260115115</c:v>
                </c:pt>
                <c:pt idx="1656">
                  <c:v>4609.1510964865793</c:v>
                </c:pt>
                <c:pt idx="1657">
                  <c:v>4611.9364669616471</c:v>
                </c:pt>
                <c:pt idx="1658">
                  <c:v>4614.7218374367148</c:v>
                </c:pt>
                <c:pt idx="1659">
                  <c:v>4617.5072079117826</c:v>
                </c:pt>
                <c:pt idx="1660">
                  <c:v>4620.2925783868504</c:v>
                </c:pt>
                <c:pt idx="1661">
                  <c:v>4623.0779488619182</c:v>
                </c:pt>
                <c:pt idx="1662">
                  <c:v>4625.863319336986</c:v>
                </c:pt>
                <c:pt idx="1663">
                  <c:v>4628.6486898120538</c:v>
                </c:pt>
                <c:pt idx="1664">
                  <c:v>4631.4340602871216</c:v>
                </c:pt>
                <c:pt idx="1665">
                  <c:v>4634.2194307621894</c:v>
                </c:pt>
                <c:pt idx="1666">
                  <c:v>4637.0048012372572</c:v>
                </c:pt>
                <c:pt idx="1667">
                  <c:v>4639.790171712325</c:v>
                </c:pt>
                <c:pt idx="1668">
                  <c:v>4642.5755421873928</c:v>
                </c:pt>
                <c:pt idx="1669">
                  <c:v>4645.3609126624606</c:v>
                </c:pt>
                <c:pt idx="1670">
                  <c:v>4648.1462831375284</c:v>
                </c:pt>
                <c:pt idx="1671">
                  <c:v>4650.9316536125962</c:v>
                </c:pt>
                <c:pt idx="1672">
                  <c:v>4653.717024087664</c:v>
                </c:pt>
                <c:pt idx="1673">
                  <c:v>4656.5023945627318</c:v>
                </c:pt>
                <c:pt idx="1674">
                  <c:v>4659.2877650377995</c:v>
                </c:pt>
                <c:pt idx="1675">
                  <c:v>4662.0731355128673</c:v>
                </c:pt>
                <c:pt idx="1676">
                  <c:v>4664.8585059879351</c:v>
                </c:pt>
                <c:pt idx="1677">
                  <c:v>4667.6438764630029</c:v>
                </c:pt>
                <c:pt idx="1678">
                  <c:v>4670.4292469380707</c:v>
                </c:pt>
                <c:pt idx="1679">
                  <c:v>4673.2146174131385</c:v>
                </c:pt>
                <c:pt idx="1680">
                  <c:v>4675.9999878882063</c:v>
                </c:pt>
                <c:pt idx="1681">
                  <c:v>4678.7853583632741</c:v>
                </c:pt>
                <c:pt idx="1682">
                  <c:v>4681.5707288383419</c:v>
                </c:pt>
                <c:pt idx="1683">
                  <c:v>4684.3560993134097</c:v>
                </c:pt>
                <c:pt idx="1684">
                  <c:v>4687.1414697884775</c:v>
                </c:pt>
                <c:pt idx="1685">
                  <c:v>4689.9268402635453</c:v>
                </c:pt>
                <c:pt idx="1686">
                  <c:v>4692.7122107386131</c:v>
                </c:pt>
                <c:pt idx="1687">
                  <c:v>4695.4975812136809</c:v>
                </c:pt>
                <c:pt idx="1688">
                  <c:v>4698.2829516887487</c:v>
                </c:pt>
                <c:pt idx="1689">
                  <c:v>4701.0683221638164</c:v>
                </c:pt>
                <c:pt idx="1690">
                  <c:v>4703.8536926388842</c:v>
                </c:pt>
                <c:pt idx="1691">
                  <c:v>4706.639063113952</c:v>
                </c:pt>
                <c:pt idx="1692">
                  <c:v>4709.4244335890198</c:v>
                </c:pt>
                <c:pt idx="1693">
                  <c:v>4712.2098040640876</c:v>
                </c:pt>
                <c:pt idx="1694">
                  <c:v>4714.9951745391554</c:v>
                </c:pt>
                <c:pt idx="1695">
                  <c:v>4717.7805450142232</c:v>
                </c:pt>
                <c:pt idx="1696">
                  <c:v>4720.565915489291</c:v>
                </c:pt>
                <c:pt idx="1697">
                  <c:v>4723.3512859643588</c:v>
                </c:pt>
                <c:pt idx="1698">
                  <c:v>4726.1366564394266</c:v>
                </c:pt>
                <c:pt idx="1699">
                  <c:v>4728.9220269144944</c:v>
                </c:pt>
                <c:pt idx="1700">
                  <c:v>4731.7073973895622</c:v>
                </c:pt>
                <c:pt idx="1701">
                  <c:v>4734.49276786463</c:v>
                </c:pt>
                <c:pt idx="1702">
                  <c:v>4737.2781383396978</c:v>
                </c:pt>
                <c:pt idx="1703">
                  <c:v>4740.0635088147656</c:v>
                </c:pt>
                <c:pt idx="1704">
                  <c:v>4742.8488792898333</c:v>
                </c:pt>
                <c:pt idx="1705">
                  <c:v>4745.6342497649011</c:v>
                </c:pt>
                <c:pt idx="1706">
                  <c:v>4748.4196202399689</c:v>
                </c:pt>
                <c:pt idx="1707">
                  <c:v>4751.2049907150367</c:v>
                </c:pt>
                <c:pt idx="1708">
                  <c:v>4753.9903611901045</c:v>
                </c:pt>
                <c:pt idx="1709">
                  <c:v>4756.7757316651723</c:v>
                </c:pt>
                <c:pt idx="1710">
                  <c:v>4759.5611021402401</c:v>
                </c:pt>
                <c:pt idx="1711">
                  <c:v>4762.3464726153079</c:v>
                </c:pt>
                <c:pt idx="1712">
                  <c:v>4765.1318430903757</c:v>
                </c:pt>
                <c:pt idx="1713">
                  <c:v>4767.9172135654435</c:v>
                </c:pt>
                <c:pt idx="1714">
                  <c:v>4770.7025840405113</c:v>
                </c:pt>
                <c:pt idx="1715">
                  <c:v>4773.4879545155791</c:v>
                </c:pt>
                <c:pt idx="1716">
                  <c:v>4776.2733249906469</c:v>
                </c:pt>
                <c:pt idx="1717">
                  <c:v>4779.0586954657147</c:v>
                </c:pt>
                <c:pt idx="1718">
                  <c:v>4781.8440659407825</c:v>
                </c:pt>
                <c:pt idx="1719">
                  <c:v>4784.6294364158503</c:v>
                </c:pt>
                <c:pt idx="1720">
                  <c:v>4787.414806890918</c:v>
                </c:pt>
                <c:pt idx="1721">
                  <c:v>4790.2001773659858</c:v>
                </c:pt>
                <c:pt idx="1722">
                  <c:v>4792.9855478410536</c:v>
                </c:pt>
                <c:pt idx="1723">
                  <c:v>4795.7709183161214</c:v>
                </c:pt>
                <c:pt idx="1724">
                  <c:v>4798.5562887911892</c:v>
                </c:pt>
                <c:pt idx="1725">
                  <c:v>4801.341659266257</c:v>
                </c:pt>
                <c:pt idx="1726">
                  <c:v>4804.1270297413248</c:v>
                </c:pt>
                <c:pt idx="1727">
                  <c:v>4806.9124002163926</c:v>
                </c:pt>
                <c:pt idx="1728">
                  <c:v>4809.6977706914604</c:v>
                </c:pt>
                <c:pt idx="1729">
                  <c:v>4812.4831411665282</c:v>
                </c:pt>
                <c:pt idx="1730">
                  <c:v>4815.268511641596</c:v>
                </c:pt>
                <c:pt idx="1731">
                  <c:v>4818.0538821166638</c:v>
                </c:pt>
                <c:pt idx="1732">
                  <c:v>4820.8392525917316</c:v>
                </c:pt>
                <c:pt idx="1733">
                  <c:v>4823.6246230667994</c:v>
                </c:pt>
                <c:pt idx="1734">
                  <c:v>4826.4099935418672</c:v>
                </c:pt>
                <c:pt idx="1735">
                  <c:v>4829.1953640169349</c:v>
                </c:pt>
                <c:pt idx="1736">
                  <c:v>4831.9807344920027</c:v>
                </c:pt>
                <c:pt idx="1737">
                  <c:v>4834.7661049670705</c:v>
                </c:pt>
                <c:pt idx="1738">
                  <c:v>4837.5514754421383</c:v>
                </c:pt>
                <c:pt idx="1739">
                  <c:v>4840.3368459172061</c:v>
                </c:pt>
                <c:pt idx="1740">
                  <c:v>4843.1222163922739</c:v>
                </c:pt>
                <c:pt idx="1741">
                  <c:v>4845.9075868673417</c:v>
                </c:pt>
                <c:pt idx="1742">
                  <c:v>4848.6929573424095</c:v>
                </c:pt>
                <c:pt idx="1743">
                  <c:v>4851.4783278174773</c:v>
                </c:pt>
                <c:pt idx="1744">
                  <c:v>4854.2636982925451</c:v>
                </c:pt>
                <c:pt idx="1745">
                  <c:v>4857.0490687676129</c:v>
                </c:pt>
                <c:pt idx="1746">
                  <c:v>4859.8344392426807</c:v>
                </c:pt>
                <c:pt idx="1747">
                  <c:v>4862.6198097177485</c:v>
                </c:pt>
                <c:pt idx="1748">
                  <c:v>4865.4051801928163</c:v>
                </c:pt>
                <c:pt idx="1749">
                  <c:v>4868.1905506678841</c:v>
                </c:pt>
                <c:pt idx="1750">
                  <c:v>4870.9759211429518</c:v>
                </c:pt>
                <c:pt idx="1751">
                  <c:v>4873.7612916180196</c:v>
                </c:pt>
                <c:pt idx="1752">
                  <c:v>4876.5466620930874</c:v>
                </c:pt>
                <c:pt idx="1753">
                  <c:v>4879.3320325681552</c:v>
                </c:pt>
                <c:pt idx="1754">
                  <c:v>4882.117403043223</c:v>
                </c:pt>
                <c:pt idx="1755">
                  <c:v>4884.9027735182908</c:v>
                </c:pt>
                <c:pt idx="1756">
                  <c:v>4887.6881439933586</c:v>
                </c:pt>
                <c:pt idx="1757">
                  <c:v>4890.4735144684264</c:v>
                </c:pt>
                <c:pt idx="1758">
                  <c:v>4893.2588849434942</c:v>
                </c:pt>
                <c:pt idx="1759">
                  <c:v>4896.044255418562</c:v>
                </c:pt>
                <c:pt idx="1760">
                  <c:v>4898.8296258936298</c:v>
                </c:pt>
                <c:pt idx="1761">
                  <c:v>4901.6149963686976</c:v>
                </c:pt>
                <c:pt idx="1762">
                  <c:v>4904.4003668437654</c:v>
                </c:pt>
                <c:pt idx="1763">
                  <c:v>4907.1857373188332</c:v>
                </c:pt>
                <c:pt idx="1764">
                  <c:v>4909.971107793901</c:v>
                </c:pt>
                <c:pt idx="1765">
                  <c:v>4912.7564782689687</c:v>
                </c:pt>
                <c:pt idx="1766">
                  <c:v>4915.5418487440365</c:v>
                </c:pt>
                <c:pt idx="1767">
                  <c:v>4918.3272192191043</c:v>
                </c:pt>
                <c:pt idx="1768">
                  <c:v>4921.1125896941721</c:v>
                </c:pt>
                <c:pt idx="1769">
                  <c:v>4923.8979601692399</c:v>
                </c:pt>
                <c:pt idx="1770">
                  <c:v>4926.6833306443077</c:v>
                </c:pt>
                <c:pt idx="1771">
                  <c:v>4929.4687011193755</c:v>
                </c:pt>
                <c:pt idx="1772">
                  <c:v>4932.2540715944433</c:v>
                </c:pt>
                <c:pt idx="1773">
                  <c:v>4935.0394420695111</c:v>
                </c:pt>
                <c:pt idx="1774">
                  <c:v>4937.8248125445789</c:v>
                </c:pt>
                <c:pt idx="1775">
                  <c:v>4940.6101830196467</c:v>
                </c:pt>
                <c:pt idx="1776">
                  <c:v>4943.3955534947145</c:v>
                </c:pt>
                <c:pt idx="1777">
                  <c:v>4946.1809239697823</c:v>
                </c:pt>
                <c:pt idx="1778">
                  <c:v>4948.9662944448501</c:v>
                </c:pt>
                <c:pt idx="1779">
                  <c:v>4951.7516649199179</c:v>
                </c:pt>
                <c:pt idx="1780">
                  <c:v>4954.5370353949857</c:v>
                </c:pt>
                <c:pt idx="1781">
                  <c:v>4957.3224058700534</c:v>
                </c:pt>
                <c:pt idx="1782">
                  <c:v>4960.1077763451212</c:v>
                </c:pt>
                <c:pt idx="1783">
                  <c:v>4962.893146820189</c:v>
                </c:pt>
                <c:pt idx="1784">
                  <c:v>4965.6785172952568</c:v>
                </c:pt>
                <c:pt idx="1785">
                  <c:v>4968.4638877703246</c:v>
                </c:pt>
                <c:pt idx="1786">
                  <c:v>4971.2492582453924</c:v>
                </c:pt>
                <c:pt idx="1787">
                  <c:v>4974.0346287204602</c:v>
                </c:pt>
                <c:pt idx="1788">
                  <c:v>4976.819999195528</c:v>
                </c:pt>
                <c:pt idx="1789">
                  <c:v>4979.6053696705958</c:v>
                </c:pt>
                <c:pt idx="1790">
                  <c:v>4982.3907401456636</c:v>
                </c:pt>
                <c:pt idx="1791">
                  <c:v>4985.1761106207314</c:v>
                </c:pt>
                <c:pt idx="1792">
                  <c:v>4987.9614810957992</c:v>
                </c:pt>
                <c:pt idx="1793">
                  <c:v>4990.746851570867</c:v>
                </c:pt>
                <c:pt idx="1794">
                  <c:v>4993.5322220459348</c:v>
                </c:pt>
                <c:pt idx="1795">
                  <c:v>4996.3175925210026</c:v>
                </c:pt>
                <c:pt idx="1796">
                  <c:v>4999.1029629960703</c:v>
                </c:pt>
                <c:pt idx="1797">
                  <c:v>5001.8883334711381</c:v>
                </c:pt>
                <c:pt idx="1798">
                  <c:v>5004.6737039462059</c:v>
                </c:pt>
                <c:pt idx="1799">
                  <c:v>5007.4590744212737</c:v>
                </c:pt>
                <c:pt idx="1800">
                  <c:v>5010.2444448963415</c:v>
                </c:pt>
                <c:pt idx="1801">
                  <c:v>5013.0298153714093</c:v>
                </c:pt>
                <c:pt idx="1802">
                  <c:v>5015.8151858464771</c:v>
                </c:pt>
                <c:pt idx="1803">
                  <c:v>5018.6005563215449</c:v>
                </c:pt>
                <c:pt idx="1804">
                  <c:v>5021.3859267966127</c:v>
                </c:pt>
                <c:pt idx="1805">
                  <c:v>5024.1712972716805</c:v>
                </c:pt>
                <c:pt idx="1806">
                  <c:v>5026.9566677467483</c:v>
                </c:pt>
                <c:pt idx="1807">
                  <c:v>5029.7420382218161</c:v>
                </c:pt>
                <c:pt idx="1808">
                  <c:v>5032.5274086968839</c:v>
                </c:pt>
                <c:pt idx="1809">
                  <c:v>5035.3127791719517</c:v>
                </c:pt>
                <c:pt idx="1810">
                  <c:v>5038.0981496470195</c:v>
                </c:pt>
                <c:pt idx="1811">
                  <c:v>5040.8835201220872</c:v>
                </c:pt>
                <c:pt idx="1812">
                  <c:v>5043.668890597155</c:v>
                </c:pt>
                <c:pt idx="1813">
                  <c:v>5046.4542610722228</c:v>
                </c:pt>
                <c:pt idx="1814">
                  <c:v>5049.2396315472906</c:v>
                </c:pt>
                <c:pt idx="1815">
                  <c:v>5052.0250020223584</c:v>
                </c:pt>
                <c:pt idx="1816">
                  <c:v>5054.8103724974262</c:v>
                </c:pt>
                <c:pt idx="1817">
                  <c:v>5057.595742972494</c:v>
                </c:pt>
                <c:pt idx="1818">
                  <c:v>5060.3811134475618</c:v>
                </c:pt>
                <c:pt idx="1819">
                  <c:v>5063.1664839226296</c:v>
                </c:pt>
                <c:pt idx="1820">
                  <c:v>5065.9518543976974</c:v>
                </c:pt>
                <c:pt idx="1821">
                  <c:v>5068.7372248727652</c:v>
                </c:pt>
                <c:pt idx="1822">
                  <c:v>5071.522595347833</c:v>
                </c:pt>
                <c:pt idx="1823">
                  <c:v>5074.3079658229008</c:v>
                </c:pt>
                <c:pt idx="1824">
                  <c:v>5077.0933362979686</c:v>
                </c:pt>
                <c:pt idx="1825">
                  <c:v>5079.8787067730364</c:v>
                </c:pt>
                <c:pt idx="1826">
                  <c:v>5082.6640772481041</c:v>
                </c:pt>
                <c:pt idx="1827">
                  <c:v>5085.4494477231719</c:v>
                </c:pt>
                <c:pt idx="1828">
                  <c:v>5088.2348181982397</c:v>
                </c:pt>
                <c:pt idx="1829">
                  <c:v>5091.0201886733075</c:v>
                </c:pt>
                <c:pt idx="1830">
                  <c:v>5093.8055591483753</c:v>
                </c:pt>
                <c:pt idx="1831">
                  <c:v>5096.5909296234431</c:v>
                </c:pt>
                <c:pt idx="1832">
                  <c:v>5099.3763000985109</c:v>
                </c:pt>
                <c:pt idx="1833">
                  <c:v>5102.1616705735787</c:v>
                </c:pt>
                <c:pt idx="1834">
                  <c:v>5104.9470410486465</c:v>
                </c:pt>
                <c:pt idx="1835">
                  <c:v>5107.7324115237143</c:v>
                </c:pt>
                <c:pt idx="1836">
                  <c:v>5110.5177819987821</c:v>
                </c:pt>
                <c:pt idx="1837">
                  <c:v>5113.3031524738499</c:v>
                </c:pt>
                <c:pt idx="1838">
                  <c:v>5116.0885229489177</c:v>
                </c:pt>
                <c:pt idx="1839">
                  <c:v>5118.8738934239855</c:v>
                </c:pt>
                <c:pt idx="1840">
                  <c:v>5121.6592638990533</c:v>
                </c:pt>
                <c:pt idx="1841">
                  <c:v>5124.4446343741211</c:v>
                </c:pt>
                <c:pt idx="1842">
                  <c:v>5127.2300048491888</c:v>
                </c:pt>
                <c:pt idx="1843">
                  <c:v>5130.0153753242566</c:v>
                </c:pt>
                <c:pt idx="1844">
                  <c:v>5132.8007457993244</c:v>
                </c:pt>
                <c:pt idx="1845">
                  <c:v>5135.5861162743922</c:v>
                </c:pt>
                <c:pt idx="1846">
                  <c:v>5138.37148674946</c:v>
                </c:pt>
                <c:pt idx="1847">
                  <c:v>5141.1568572245278</c:v>
                </c:pt>
                <c:pt idx="1848">
                  <c:v>5143.9422276995956</c:v>
                </c:pt>
                <c:pt idx="1849">
                  <c:v>5146.7275981746634</c:v>
                </c:pt>
                <c:pt idx="1850">
                  <c:v>5149.5129686497312</c:v>
                </c:pt>
                <c:pt idx="1851">
                  <c:v>5152.298339124799</c:v>
                </c:pt>
                <c:pt idx="1852">
                  <c:v>5155.0837095998668</c:v>
                </c:pt>
                <c:pt idx="1853">
                  <c:v>5157.8690800749346</c:v>
                </c:pt>
                <c:pt idx="1854">
                  <c:v>5160.6544505500024</c:v>
                </c:pt>
                <c:pt idx="1855">
                  <c:v>5163.4398210250702</c:v>
                </c:pt>
                <c:pt idx="1856">
                  <c:v>5166.225191500138</c:v>
                </c:pt>
                <c:pt idx="1857">
                  <c:v>5169.0105619752057</c:v>
                </c:pt>
                <c:pt idx="1858">
                  <c:v>5171.7959324502735</c:v>
                </c:pt>
                <c:pt idx="1859">
                  <c:v>5174.5813029253413</c:v>
                </c:pt>
                <c:pt idx="1860">
                  <c:v>5177.3666734004091</c:v>
                </c:pt>
                <c:pt idx="1861">
                  <c:v>5180.1520438754769</c:v>
                </c:pt>
                <c:pt idx="1862">
                  <c:v>5182.9374143505447</c:v>
                </c:pt>
                <c:pt idx="1863">
                  <c:v>5185.7227848256125</c:v>
                </c:pt>
                <c:pt idx="1864">
                  <c:v>5188.5081553006803</c:v>
                </c:pt>
                <c:pt idx="1865">
                  <c:v>5191.2935257757481</c:v>
                </c:pt>
                <c:pt idx="1866">
                  <c:v>5194.0788962508159</c:v>
                </c:pt>
                <c:pt idx="1867">
                  <c:v>5196.8642667258837</c:v>
                </c:pt>
                <c:pt idx="1868">
                  <c:v>5199.6496372009515</c:v>
                </c:pt>
                <c:pt idx="1869">
                  <c:v>5202.4350076760193</c:v>
                </c:pt>
                <c:pt idx="1870">
                  <c:v>5205.2203781510871</c:v>
                </c:pt>
                <c:pt idx="1871">
                  <c:v>5208.0057486261549</c:v>
                </c:pt>
                <c:pt idx="1872">
                  <c:v>5210.7911191012226</c:v>
                </c:pt>
                <c:pt idx="1873">
                  <c:v>5213.5764895762904</c:v>
                </c:pt>
                <c:pt idx="1874">
                  <c:v>5216.3618600513582</c:v>
                </c:pt>
                <c:pt idx="1875">
                  <c:v>5219.147230526426</c:v>
                </c:pt>
                <c:pt idx="1876">
                  <c:v>5221.9326010014938</c:v>
                </c:pt>
                <c:pt idx="1877">
                  <c:v>5224.7179714765616</c:v>
                </c:pt>
                <c:pt idx="1878">
                  <c:v>5227.5033419516294</c:v>
                </c:pt>
                <c:pt idx="1879">
                  <c:v>5230.2887124266972</c:v>
                </c:pt>
                <c:pt idx="1880">
                  <c:v>5233.074082901765</c:v>
                </c:pt>
                <c:pt idx="1881">
                  <c:v>5235.8594533768328</c:v>
                </c:pt>
                <c:pt idx="1882">
                  <c:v>5238.6448238519006</c:v>
                </c:pt>
                <c:pt idx="1883">
                  <c:v>5241.4301943269684</c:v>
                </c:pt>
                <c:pt idx="1884">
                  <c:v>5244.2155648020362</c:v>
                </c:pt>
                <c:pt idx="1885">
                  <c:v>5247.000935277104</c:v>
                </c:pt>
                <c:pt idx="1886">
                  <c:v>5249.7863057521718</c:v>
                </c:pt>
                <c:pt idx="1887">
                  <c:v>5252.5716762272395</c:v>
                </c:pt>
                <c:pt idx="1888">
                  <c:v>5255.3570467023073</c:v>
                </c:pt>
                <c:pt idx="1889">
                  <c:v>5258.1424171773751</c:v>
                </c:pt>
                <c:pt idx="1890">
                  <c:v>5260.9277876524429</c:v>
                </c:pt>
                <c:pt idx="1891">
                  <c:v>5263.7131581275107</c:v>
                </c:pt>
                <c:pt idx="1892">
                  <c:v>5266.4985286025785</c:v>
                </c:pt>
                <c:pt idx="1893">
                  <c:v>5269.2838990776463</c:v>
                </c:pt>
                <c:pt idx="1894">
                  <c:v>5272.0692695527141</c:v>
                </c:pt>
                <c:pt idx="1895">
                  <c:v>5274.8546400277819</c:v>
                </c:pt>
                <c:pt idx="1896">
                  <c:v>5277.6400105028497</c:v>
                </c:pt>
                <c:pt idx="1897">
                  <c:v>5280.4253809779175</c:v>
                </c:pt>
                <c:pt idx="1898">
                  <c:v>5283.2107514529853</c:v>
                </c:pt>
                <c:pt idx="1899">
                  <c:v>5285.9961219280531</c:v>
                </c:pt>
                <c:pt idx="1900">
                  <c:v>5288.7814924031209</c:v>
                </c:pt>
                <c:pt idx="1901">
                  <c:v>5291.5668628781887</c:v>
                </c:pt>
                <c:pt idx="1902">
                  <c:v>5294.3522333532565</c:v>
                </c:pt>
                <c:pt idx="1903">
                  <c:v>5297.1376038283242</c:v>
                </c:pt>
                <c:pt idx="1904">
                  <c:v>5299.922974303392</c:v>
                </c:pt>
                <c:pt idx="1905">
                  <c:v>5302.7083447784598</c:v>
                </c:pt>
                <c:pt idx="1906">
                  <c:v>5305.4937152535276</c:v>
                </c:pt>
                <c:pt idx="1907">
                  <c:v>5308.2790857285954</c:v>
                </c:pt>
                <c:pt idx="1908">
                  <c:v>5311.0644562036632</c:v>
                </c:pt>
                <c:pt idx="1909">
                  <c:v>5313.849826678731</c:v>
                </c:pt>
                <c:pt idx="1910">
                  <c:v>5316.6351971537988</c:v>
                </c:pt>
                <c:pt idx="1911">
                  <c:v>5319.4205676288666</c:v>
                </c:pt>
                <c:pt idx="1912">
                  <c:v>5322.2059381039344</c:v>
                </c:pt>
                <c:pt idx="1913">
                  <c:v>5324.9913085790022</c:v>
                </c:pt>
                <c:pt idx="1914">
                  <c:v>5327.77667905407</c:v>
                </c:pt>
                <c:pt idx="1915">
                  <c:v>5330.5620495291378</c:v>
                </c:pt>
                <c:pt idx="1916">
                  <c:v>5333.3474200042056</c:v>
                </c:pt>
                <c:pt idx="1917">
                  <c:v>5336.1327904792734</c:v>
                </c:pt>
                <c:pt idx="1918">
                  <c:v>5338.9181609543411</c:v>
                </c:pt>
                <c:pt idx="1919">
                  <c:v>5341.7035314294089</c:v>
                </c:pt>
                <c:pt idx="1920">
                  <c:v>5344.4889019044767</c:v>
                </c:pt>
                <c:pt idx="1921">
                  <c:v>5347.2742723795445</c:v>
                </c:pt>
                <c:pt idx="1922">
                  <c:v>5350.0596428546123</c:v>
                </c:pt>
                <c:pt idx="1923">
                  <c:v>5352.8450133296801</c:v>
                </c:pt>
                <c:pt idx="1924">
                  <c:v>5355.6303838047479</c:v>
                </c:pt>
                <c:pt idx="1925">
                  <c:v>5358.4157542798157</c:v>
                </c:pt>
                <c:pt idx="1926">
                  <c:v>5361.2011247548835</c:v>
                </c:pt>
                <c:pt idx="1927">
                  <c:v>5363.9864952299513</c:v>
                </c:pt>
                <c:pt idx="1928">
                  <c:v>5366.7718657050191</c:v>
                </c:pt>
                <c:pt idx="1929">
                  <c:v>5369.5572361800869</c:v>
                </c:pt>
                <c:pt idx="1930">
                  <c:v>5372.3426066551547</c:v>
                </c:pt>
                <c:pt idx="1931">
                  <c:v>5375.1279771302225</c:v>
                </c:pt>
                <c:pt idx="1932">
                  <c:v>5377.9133476052903</c:v>
                </c:pt>
                <c:pt idx="1933">
                  <c:v>5380.698718080358</c:v>
                </c:pt>
                <c:pt idx="1934">
                  <c:v>5383.4840885554258</c:v>
                </c:pt>
                <c:pt idx="1935">
                  <c:v>5386.2694590304936</c:v>
                </c:pt>
                <c:pt idx="1936">
                  <c:v>5389.0548295055614</c:v>
                </c:pt>
                <c:pt idx="1937">
                  <c:v>5391.8401999806292</c:v>
                </c:pt>
                <c:pt idx="1938">
                  <c:v>5394.625570455697</c:v>
                </c:pt>
                <c:pt idx="1939">
                  <c:v>5397.4109409307648</c:v>
                </c:pt>
                <c:pt idx="1940">
                  <c:v>5400.1963114058326</c:v>
                </c:pt>
                <c:pt idx="1941">
                  <c:v>5402.9816818809004</c:v>
                </c:pt>
                <c:pt idx="1942">
                  <c:v>5405.7670523559682</c:v>
                </c:pt>
                <c:pt idx="1943">
                  <c:v>5408.552422831036</c:v>
                </c:pt>
                <c:pt idx="1944">
                  <c:v>5411.3377933061038</c:v>
                </c:pt>
                <c:pt idx="1945">
                  <c:v>5414.1231637811716</c:v>
                </c:pt>
                <c:pt idx="1946">
                  <c:v>5416.9085342562394</c:v>
                </c:pt>
                <c:pt idx="1947">
                  <c:v>5419.6939047313072</c:v>
                </c:pt>
                <c:pt idx="1948">
                  <c:v>5422.479275206375</c:v>
                </c:pt>
                <c:pt idx="1949">
                  <c:v>5425.2646456814427</c:v>
                </c:pt>
                <c:pt idx="1950">
                  <c:v>5428.0500161565105</c:v>
                </c:pt>
                <c:pt idx="1951">
                  <c:v>5430.8353866315783</c:v>
                </c:pt>
                <c:pt idx="1952">
                  <c:v>5433.6207571066461</c:v>
                </c:pt>
                <c:pt idx="1953">
                  <c:v>5436.4061275817139</c:v>
                </c:pt>
                <c:pt idx="1954">
                  <c:v>5439.1914980567817</c:v>
                </c:pt>
                <c:pt idx="1955">
                  <c:v>5441.9768685318495</c:v>
                </c:pt>
                <c:pt idx="1956">
                  <c:v>5444.7622390069173</c:v>
                </c:pt>
                <c:pt idx="1957">
                  <c:v>5447.5476094819851</c:v>
                </c:pt>
                <c:pt idx="1958">
                  <c:v>5450.3329799570529</c:v>
                </c:pt>
                <c:pt idx="1959">
                  <c:v>5453.1183504321207</c:v>
                </c:pt>
                <c:pt idx="1960">
                  <c:v>5455.9037209071885</c:v>
                </c:pt>
                <c:pt idx="1961">
                  <c:v>5458.6890913822563</c:v>
                </c:pt>
                <c:pt idx="1962">
                  <c:v>5461.4744618573241</c:v>
                </c:pt>
                <c:pt idx="1963">
                  <c:v>5464.2598323323919</c:v>
                </c:pt>
                <c:pt idx="1964">
                  <c:v>5467.0452028074596</c:v>
                </c:pt>
                <c:pt idx="1965">
                  <c:v>5469.8305732825274</c:v>
                </c:pt>
                <c:pt idx="1966">
                  <c:v>5472.6159437575952</c:v>
                </c:pt>
                <c:pt idx="1967">
                  <c:v>5475.401314232663</c:v>
                </c:pt>
                <c:pt idx="1968">
                  <c:v>5478.1866847077308</c:v>
                </c:pt>
                <c:pt idx="1969">
                  <c:v>5480.9720551827986</c:v>
                </c:pt>
                <c:pt idx="1970">
                  <c:v>5483.7574256578664</c:v>
                </c:pt>
                <c:pt idx="1971">
                  <c:v>5486.5427961329342</c:v>
                </c:pt>
                <c:pt idx="1972">
                  <c:v>5489.328166608002</c:v>
                </c:pt>
                <c:pt idx="1973">
                  <c:v>5492.1135370830698</c:v>
                </c:pt>
                <c:pt idx="1974">
                  <c:v>5494.8989075581376</c:v>
                </c:pt>
                <c:pt idx="1975">
                  <c:v>5497.6842780332054</c:v>
                </c:pt>
                <c:pt idx="1976">
                  <c:v>5500.4696485082732</c:v>
                </c:pt>
                <c:pt idx="1977">
                  <c:v>5503.255018983341</c:v>
                </c:pt>
                <c:pt idx="1978">
                  <c:v>5506.0403894584088</c:v>
                </c:pt>
                <c:pt idx="1979">
                  <c:v>5508.8257599334765</c:v>
                </c:pt>
                <c:pt idx="1980">
                  <c:v>5511.6111304085443</c:v>
                </c:pt>
                <c:pt idx="1981">
                  <c:v>5514.3965008836121</c:v>
                </c:pt>
                <c:pt idx="1982">
                  <c:v>5517.1818713586799</c:v>
                </c:pt>
                <c:pt idx="1983">
                  <c:v>5519.9672418337477</c:v>
                </c:pt>
                <c:pt idx="1984">
                  <c:v>5522.7526123088155</c:v>
                </c:pt>
                <c:pt idx="1985">
                  <c:v>5525.5379827838833</c:v>
                </c:pt>
                <c:pt idx="1986">
                  <c:v>5528.3233532589511</c:v>
                </c:pt>
                <c:pt idx="1987">
                  <c:v>5531.1087237340189</c:v>
                </c:pt>
                <c:pt idx="1988">
                  <c:v>5533.8940942090867</c:v>
                </c:pt>
                <c:pt idx="1989">
                  <c:v>5536.6794646841545</c:v>
                </c:pt>
                <c:pt idx="1990">
                  <c:v>5539.4648351592223</c:v>
                </c:pt>
                <c:pt idx="1991">
                  <c:v>5542.2502056342901</c:v>
                </c:pt>
                <c:pt idx="1992">
                  <c:v>5545.0355761093579</c:v>
                </c:pt>
                <c:pt idx="1993">
                  <c:v>5547.8209465844257</c:v>
                </c:pt>
                <c:pt idx="1994">
                  <c:v>5550.6063170594934</c:v>
                </c:pt>
                <c:pt idx="1995">
                  <c:v>5553.3916875345612</c:v>
                </c:pt>
                <c:pt idx="1996">
                  <c:v>5556.177058009629</c:v>
                </c:pt>
                <c:pt idx="1997">
                  <c:v>5558.9624284846968</c:v>
                </c:pt>
                <c:pt idx="1998">
                  <c:v>5561.7477989597646</c:v>
                </c:pt>
                <c:pt idx="1999">
                  <c:v>5564.5331694348324</c:v>
                </c:pt>
                <c:pt idx="2000">
                  <c:v>5567.3185399099002</c:v>
                </c:pt>
                <c:pt idx="2001">
                  <c:v>5570.103910384968</c:v>
                </c:pt>
                <c:pt idx="2002">
                  <c:v>5572.8892808600358</c:v>
                </c:pt>
                <c:pt idx="2003">
                  <c:v>5575.6746513351036</c:v>
                </c:pt>
                <c:pt idx="2004">
                  <c:v>5578.4600218101714</c:v>
                </c:pt>
                <c:pt idx="2005">
                  <c:v>5581.2453922852392</c:v>
                </c:pt>
                <c:pt idx="2006">
                  <c:v>5584.030762760307</c:v>
                </c:pt>
                <c:pt idx="2007">
                  <c:v>5586.8161332353748</c:v>
                </c:pt>
                <c:pt idx="2008">
                  <c:v>5589.6015037104426</c:v>
                </c:pt>
                <c:pt idx="2009">
                  <c:v>5592.3868741855104</c:v>
                </c:pt>
                <c:pt idx="2010">
                  <c:v>5595.1722446605781</c:v>
                </c:pt>
                <c:pt idx="2011">
                  <c:v>5597.9576151356459</c:v>
                </c:pt>
                <c:pt idx="2012">
                  <c:v>5600.7429856107137</c:v>
                </c:pt>
                <c:pt idx="2013">
                  <c:v>5603.5283560857815</c:v>
                </c:pt>
                <c:pt idx="2014">
                  <c:v>5606.3137265608493</c:v>
                </c:pt>
                <c:pt idx="2015">
                  <c:v>5609.0990970359171</c:v>
                </c:pt>
                <c:pt idx="2016">
                  <c:v>5611.8844675109849</c:v>
                </c:pt>
                <c:pt idx="2017">
                  <c:v>5614.6698379860527</c:v>
                </c:pt>
                <c:pt idx="2018">
                  <c:v>5617.4552084611205</c:v>
                </c:pt>
                <c:pt idx="2019">
                  <c:v>5620.2405789361883</c:v>
                </c:pt>
                <c:pt idx="2020">
                  <c:v>5623.0259494112561</c:v>
                </c:pt>
                <c:pt idx="2021">
                  <c:v>5625.8113198863239</c:v>
                </c:pt>
                <c:pt idx="2022">
                  <c:v>5628.5966903613917</c:v>
                </c:pt>
                <c:pt idx="2023">
                  <c:v>5631.3820608364595</c:v>
                </c:pt>
                <c:pt idx="2024">
                  <c:v>5634.1674313115273</c:v>
                </c:pt>
                <c:pt idx="2025">
                  <c:v>5636.952801786595</c:v>
                </c:pt>
                <c:pt idx="2026">
                  <c:v>5639.7381722616628</c:v>
                </c:pt>
                <c:pt idx="2027">
                  <c:v>5642.5235427367306</c:v>
                </c:pt>
                <c:pt idx="2028">
                  <c:v>5645.3089132117984</c:v>
                </c:pt>
                <c:pt idx="2029">
                  <c:v>5648.0942836868662</c:v>
                </c:pt>
                <c:pt idx="2030">
                  <c:v>5650.879654161934</c:v>
                </c:pt>
                <c:pt idx="2031">
                  <c:v>5653.6650246370018</c:v>
                </c:pt>
                <c:pt idx="2032">
                  <c:v>5656.4503951120696</c:v>
                </c:pt>
                <c:pt idx="2033">
                  <c:v>5659.2357655871374</c:v>
                </c:pt>
                <c:pt idx="2034">
                  <c:v>5662.0211360622052</c:v>
                </c:pt>
                <c:pt idx="2035">
                  <c:v>5664.806506537273</c:v>
                </c:pt>
                <c:pt idx="2036">
                  <c:v>5667.5918770123408</c:v>
                </c:pt>
                <c:pt idx="2037">
                  <c:v>5670.3772474874086</c:v>
                </c:pt>
                <c:pt idx="2038">
                  <c:v>5673.1626179624764</c:v>
                </c:pt>
                <c:pt idx="2039">
                  <c:v>5675.9479884375442</c:v>
                </c:pt>
                <c:pt idx="2040">
                  <c:v>5678.7333589126119</c:v>
                </c:pt>
                <c:pt idx="2041">
                  <c:v>5681.5187293876797</c:v>
                </c:pt>
                <c:pt idx="2042">
                  <c:v>5684.3040998627475</c:v>
                </c:pt>
                <c:pt idx="2043">
                  <c:v>5687.0894703378153</c:v>
                </c:pt>
                <c:pt idx="2044">
                  <c:v>5689.8748408128831</c:v>
                </c:pt>
                <c:pt idx="2045">
                  <c:v>5692.6602112879509</c:v>
                </c:pt>
                <c:pt idx="2046">
                  <c:v>5695.4455817630187</c:v>
                </c:pt>
                <c:pt idx="2047">
                  <c:v>5698.2309522380865</c:v>
                </c:pt>
                <c:pt idx="2048">
                  <c:v>5701.0163227131543</c:v>
                </c:pt>
                <c:pt idx="2049">
                  <c:v>5703.8016931882221</c:v>
                </c:pt>
                <c:pt idx="2050">
                  <c:v>5706.5870636632899</c:v>
                </c:pt>
                <c:pt idx="2051">
                  <c:v>5709.3724341383577</c:v>
                </c:pt>
                <c:pt idx="2052">
                  <c:v>5712.1578046134255</c:v>
                </c:pt>
                <c:pt idx="2053">
                  <c:v>5714.9431750884933</c:v>
                </c:pt>
                <c:pt idx="2054">
                  <c:v>5717.7285455635611</c:v>
                </c:pt>
                <c:pt idx="2055">
                  <c:v>5720.5139160386288</c:v>
                </c:pt>
                <c:pt idx="2056">
                  <c:v>5723.2992865136966</c:v>
                </c:pt>
                <c:pt idx="2057">
                  <c:v>5726.0846569887644</c:v>
                </c:pt>
                <c:pt idx="2058">
                  <c:v>5728.8700274638322</c:v>
                </c:pt>
                <c:pt idx="2059">
                  <c:v>5731.6553979389</c:v>
                </c:pt>
                <c:pt idx="2060">
                  <c:v>5734.4407684139678</c:v>
                </c:pt>
                <c:pt idx="2061">
                  <c:v>5737.2261388890356</c:v>
                </c:pt>
                <c:pt idx="2062">
                  <c:v>5740.0115093641034</c:v>
                </c:pt>
                <c:pt idx="2063">
                  <c:v>5742.7968798391712</c:v>
                </c:pt>
                <c:pt idx="2064">
                  <c:v>5745.582250314239</c:v>
                </c:pt>
                <c:pt idx="2065">
                  <c:v>5748.3676207893068</c:v>
                </c:pt>
                <c:pt idx="2066">
                  <c:v>5751.1529912643746</c:v>
                </c:pt>
                <c:pt idx="2067">
                  <c:v>5753.9383617394424</c:v>
                </c:pt>
                <c:pt idx="2068">
                  <c:v>5756.7237322145102</c:v>
                </c:pt>
                <c:pt idx="2069">
                  <c:v>5759.509102689578</c:v>
                </c:pt>
                <c:pt idx="2070">
                  <c:v>5762.2944731646458</c:v>
                </c:pt>
                <c:pt idx="2071">
                  <c:v>5765.0798436397135</c:v>
                </c:pt>
                <c:pt idx="2072">
                  <c:v>5767.8652141147813</c:v>
                </c:pt>
                <c:pt idx="2073">
                  <c:v>5770.6505845898491</c:v>
                </c:pt>
                <c:pt idx="2074">
                  <c:v>5773.4359550649169</c:v>
                </c:pt>
                <c:pt idx="2075">
                  <c:v>5776.2213255399847</c:v>
                </c:pt>
                <c:pt idx="2076">
                  <c:v>5779.0066960150525</c:v>
                </c:pt>
                <c:pt idx="2077">
                  <c:v>5781.7920664901203</c:v>
                </c:pt>
                <c:pt idx="2078">
                  <c:v>5784.5774369651881</c:v>
                </c:pt>
                <c:pt idx="2079">
                  <c:v>5787.3628074402559</c:v>
                </c:pt>
                <c:pt idx="2080">
                  <c:v>5790.1481779153237</c:v>
                </c:pt>
                <c:pt idx="2081">
                  <c:v>5792.9335483903915</c:v>
                </c:pt>
                <c:pt idx="2082">
                  <c:v>5795.7189188654593</c:v>
                </c:pt>
                <c:pt idx="2083">
                  <c:v>5798.5042893405271</c:v>
                </c:pt>
                <c:pt idx="2084">
                  <c:v>5801.2896598155949</c:v>
                </c:pt>
                <c:pt idx="2085">
                  <c:v>5804.0750302906627</c:v>
                </c:pt>
                <c:pt idx="2086">
                  <c:v>5806.8604007657304</c:v>
                </c:pt>
                <c:pt idx="2087">
                  <c:v>5809.6457712407982</c:v>
                </c:pt>
                <c:pt idx="2088">
                  <c:v>5812.431141715866</c:v>
                </c:pt>
                <c:pt idx="2089">
                  <c:v>5815.2165121909338</c:v>
                </c:pt>
                <c:pt idx="2090">
                  <c:v>5818.0018826660016</c:v>
                </c:pt>
                <c:pt idx="2091">
                  <c:v>5820.7872531410694</c:v>
                </c:pt>
                <c:pt idx="2092">
                  <c:v>5823.5726236161372</c:v>
                </c:pt>
                <c:pt idx="2093">
                  <c:v>5826.357994091205</c:v>
                </c:pt>
                <c:pt idx="2094">
                  <c:v>5829.1433645662728</c:v>
                </c:pt>
                <c:pt idx="2095">
                  <c:v>5831.9287350413406</c:v>
                </c:pt>
                <c:pt idx="2096">
                  <c:v>5834.7141055164084</c:v>
                </c:pt>
                <c:pt idx="2097">
                  <c:v>5837.4994759914762</c:v>
                </c:pt>
                <c:pt idx="2098">
                  <c:v>5840.284846466544</c:v>
                </c:pt>
                <c:pt idx="2099">
                  <c:v>5843.0702169416118</c:v>
                </c:pt>
                <c:pt idx="2100">
                  <c:v>5845.8555874166796</c:v>
                </c:pt>
                <c:pt idx="2101">
                  <c:v>5848.6409578917473</c:v>
                </c:pt>
                <c:pt idx="2102">
                  <c:v>5851.4263283668151</c:v>
                </c:pt>
                <c:pt idx="2103">
                  <c:v>5854.2116988418829</c:v>
                </c:pt>
                <c:pt idx="2104">
                  <c:v>5856.9970693169507</c:v>
                </c:pt>
                <c:pt idx="2105">
                  <c:v>5859.7824397920185</c:v>
                </c:pt>
                <c:pt idx="2106">
                  <c:v>5862.5678102670863</c:v>
                </c:pt>
                <c:pt idx="2107">
                  <c:v>5865.3531807421541</c:v>
                </c:pt>
                <c:pt idx="2108">
                  <c:v>5868.1385512172219</c:v>
                </c:pt>
                <c:pt idx="2109">
                  <c:v>5870.9239216922897</c:v>
                </c:pt>
                <c:pt idx="2110">
                  <c:v>5873.7092921673575</c:v>
                </c:pt>
                <c:pt idx="2111">
                  <c:v>5876.4946626424253</c:v>
                </c:pt>
                <c:pt idx="2112">
                  <c:v>5879.2800331174931</c:v>
                </c:pt>
                <c:pt idx="2113">
                  <c:v>5882.0654035925609</c:v>
                </c:pt>
                <c:pt idx="2114">
                  <c:v>5884.8507740676287</c:v>
                </c:pt>
                <c:pt idx="2115">
                  <c:v>5887.6361445426965</c:v>
                </c:pt>
                <c:pt idx="2116">
                  <c:v>5890.4215150177642</c:v>
                </c:pt>
                <c:pt idx="2117">
                  <c:v>5893.206885492832</c:v>
                </c:pt>
                <c:pt idx="2118">
                  <c:v>5895.9922559678998</c:v>
                </c:pt>
                <c:pt idx="2119">
                  <c:v>5898.7776264429676</c:v>
                </c:pt>
                <c:pt idx="2120">
                  <c:v>5901.5629969180354</c:v>
                </c:pt>
                <c:pt idx="2121">
                  <c:v>5904.3483673931032</c:v>
                </c:pt>
                <c:pt idx="2122">
                  <c:v>5907.133737868171</c:v>
                </c:pt>
                <c:pt idx="2123">
                  <c:v>5909.9191083432388</c:v>
                </c:pt>
                <c:pt idx="2124">
                  <c:v>5912.7044788183066</c:v>
                </c:pt>
                <c:pt idx="2125">
                  <c:v>5915.4898492933744</c:v>
                </c:pt>
                <c:pt idx="2126">
                  <c:v>5918.2752197684422</c:v>
                </c:pt>
                <c:pt idx="2127">
                  <c:v>5921.06059024351</c:v>
                </c:pt>
                <c:pt idx="2128">
                  <c:v>5923.8459607185778</c:v>
                </c:pt>
                <c:pt idx="2129">
                  <c:v>5926.6313311936456</c:v>
                </c:pt>
                <c:pt idx="2130">
                  <c:v>5929.4167016687134</c:v>
                </c:pt>
                <c:pt idx="2131">
                  <c:v>5932.2020721437812</c:v>
                </c:pt>
                <c:pt idx="2132">
                  <c:v>5934.9874426188489</c:v>
                </c:pt>
                <c:pt idx="2133">
                  <c:v>5937.7728130939167</c:v>
                </c:pt>
                <c:pt idx="2134">
                  <c:v>5940.5581835689845</c:v>
                </c:pt>
                <c:pt idx="2135">
                  <c:v>5943.3435540440523</c:v>
                </c:pt>
                <c:pt idx="2136">
                  <c:v>5946.1289245191201</c:v>
                </c:pt>
                <c:pt idx="2137">
                  <c:v>5948.9142949941879</c:v>
                </c:pt>
                <c:pt idx="2138">
                  <c:v>5951.6996654692557</c:v>
                </c:pt>
                <c:pt idx="2139">
                  <c:v>5954.4850359443235</c:v>
                </c:pt>
                <c:pt idx="2140">
                  <c:v>5957.2704064193913</c:v>
                </c:pt>
                <c:pt idx="2141">
                  <c:v>5960.0557768944591</c:v>
                </c:pt>
                <c:pt idx="2142">
                  <c:v>5962.8411473695269</c:v>
                </c:pt>
                <c:pt idx="2143">
                  <c:v>5965.6265178445947</c:v>
                </c:pt>
                <c:pt idx="2144">
                  <c:v>5968.4118883196625</c:v>
                </c:pt>
                <c:pt idx="2145">
                  <c:v>5971.1972587947303</c:v>
                </c:pt>
                <c:pt idx="2146">
                  <c:v>5973.9826292697981</c:v>
                </c:pt>
                <c:pt idx="2147">
                  <c:v>5976.7679997448658</c:v>
                </c:pt>
                <c:pt idx="2148">
                  <c:v>5979.5533702199336</c:v>
                </c:pt>
                <c:pt idx="2149">
                  <c:v>5982.3387406950014</c:v>
                </c:pt>
                <c:pt idx="2150">
                  <c:v>5985.1241111700692</c:v>
                </c:pt>
                <c:pt idx="2151">
                  <c:v>5987.909481645137</c:v>
                </c:pt>
                <c:pt idx="2152">
                  <c:v>5990.6948521202048</c:v>
                </c:pt>
                <c:pt idx="2153">
                  <c:v>5993.4802225952726</c:v>
                </c:pt>
                <c:pt idx="2154">
                  <c:v>5996.2655930703404</c:v>
                </c:pt>
                <c:pt idx="2155">
                  <c:v>5999.0509635454082</c:v>
                </c:pt>
                <c:pt idx="2156">
                  <c:v>6001.836334020476</c:v>
                </c:pt>
                <c:pt idx="2157">
                  <c:v>6004.6217044955438</c:v>
                </c:pt>
                <c:pt idx="2158">
                  <c:v>6007.4070749706116</c:v>
                </c:pt>
                <c:pt idx="2159">
                  <c:v>6010.1924454456794</c:v>
                </c:pt>
                <c:pt idx="2160">
                  <c:v>6012.9778159207472</c:v>
                </c:pt>
                <c:pt idx="2161">
                  <c:v>6015.763186395815</c:v>
                </c:pt>
                <c:pt idx="2162">
                  <c:v>6018.5485568708827</c:v>
                </c:pt>
                <c:pt idx="2163">
                  <c:v>6021.3339273459505</c:v>
                </c:pt>
                <c:pt idx="2164">
                  <c:v>6024.1192978210183</c:v>
                </c:pt>
                <c:pt idx="2165">
                  <c:v>6026.9046682960861</c:v>
                </c:pt>
                <c:pt idx="2166">
                  <c:v>6029.6900387711539</c:v>
                </c:pt>
                <c:pt idx="2167">
                  <c:v>6032.4754092462217</c:v>
                </c:pt>
                <c:pt idx="2168">
                  <c:v>6035.2607797212895</c:v>
                </c:pt>
                <c:pt idx="2169">
                  <c:v>6038.0461501963573</c:v>
                </c:pt>
                <c:pt idx="2170">
                  <c:v>6040.8315206714251</c:v>
                </c:pt>
                <c:pt idx="2171">
                  <c:v>6043.6168911464929</c:v>
                </c:pt>
                <c:pt idx="2172">
                  <c:v>6046.4022616215607</c:v>
                </c:pt>
                <c:pt idx="2173">
                  <c:v>6049.1876320966285</c:v>
                </c:pt>
                <c:pt idx="2174">
                  <c:v>6051.9730025716963</c:v>
                </c:pt>
                <c:pt idx="2175">
                  <c:v>6054.7583730467641</c:v>
                </c:pt>
                <c:pt idx="2176">
                  <c:v>6057.5437435218319</c:v>
                </c:pt>
                <c:pt idx="2177">
                  <c:v>6060.3291139968997</c:v>
                </c:pt>
                <c:pt idx="2178">
                  <c:v>6063.1144844719674</c:v>
                </c:pt>
                <c:pt idx="2179">
                  <c:v>6065.8998549470352</c:v>
                </c:pt>
                <c:pt idx="2180">
                  <c:v>6068.685225422103</c:v>
                </c:pt>
                <c:pt idx="2181">
                  <c:v>6071.4705958971708</c:v>
                </c:pt>
                <c:pt idx="2182">
                  <c:v>6074.2559663722386</c:v>
                </c:pt>
                <c:pt idx="2183">
                  <c:v>6077.0413368473064</c:v>
                </c:pt>
                <c:pt idx="2184">
                  <c:v>6079.8267073223742</c:v>
                </c:pt>
                <c:pt idx="2185">
                  <c:v>6082.612077797442</c:v>
                </c:pt>
                <c:pt idx="2186">
                  <c:v>6085.3974482725098</c:v>
                </c:pt>
                <c:pt idx="2187">
                  <c:v>6088.1828187475776</c:v>
                </c:pt>
                <c:pt idx="2188">
                  <c:v>6090.9681892226454</c:v>
                </c:pt>
                <c:pt idx="2189">
                  <c:v>6093.7535596977132</c:v>
                </c:pt>
                <c:pt idx="2190">
                  <c:v>6096.538930172781</c:v>
                </c:pt>
                <c:pt idx="2191">
                  <c:v>6099.3243006478488</c:v>
                </c:pt>
                <c:pt idx="2192">
                  <c:v>6102.1096711229166</c:v>
                </c:pt>
                <c:pt idx="2193">
                  <c:v>6104.8950415979843</c:v>
                </c:pt>
                <c:pt idx="2194">
                  <c:v>6107.6804120730521</c:v>
                </c:pt>
                <c:pt idx="2195">
                  <c:v>6110.4657825481199</c:v>
                </c:pt>
                <c:pt idx="2196">
                  <c:v>6113.2511530231877</c:v>
                </c:pt>
                <c:pt idx="2197">
                  <c:v>6116.0365234982555</c:v>
                </c:pt>
                <c:pt idx="2198">
                  <c:v>6118.8218939733233</c:v>
                </c:pt>
                <c:pt idx="2199">
                  <c:v>6121.6072644483911</c:v>
                </c:pt>
                <c:pt idx="2200">
                  <c:v>6124.3926349234589</c:v>
                </c:pt>
                <c:pt idx="2201">
                  <c:v>6127.1780053985267</c:v>
                </c:pt>
                <c:pt idx="2202">
                  <c:v>6129.9633758735945</c:v>
                </c:pt>
                <c:pt idx="2203">
                  <c:v>6132.7487463486623</c:v>
                </c:pt>
                <c:pt idx="2204">
                  <c:v>6135.5341168237301</c:v>
                </c:pt>
                <c:pt idx="2205">
                  <c:v>6138.3194872987979</c:v>
                </c:pt>
                <c:pt idx="2206">
                  <c:v>6141.1048577738657</c:v>
                </c:pt>
                <c:pt idx="2207">
                  <c:v>6143.8902282489335</c:v>
                </c:pt>
                <c:pt idx="2208">
                  <c:v>6146.6755987240012</c:v>
                </c:pt>
                <c:pt idx="2209">
                  <c:v>6149.460969199069</c:v>
                </c:pt>
                <c:pt idx="2210">
                  <c:v>6152.2463396741368</c:v>
                </c:pt>
                <c:pt idx="2211">
                  <c:v>6155.0317101492046</c:v>
                </c:pt>
                <c:pt idx="2212">
                  <c:v>6157.8170806242724</c:v>
                </c:pt>
                <c:pt idx="2213">
                  <c:v>6160.6024510993402</c:v>
                </c:pt>
                <c:pt idx="2214">
                  <c:v>6163.387821574408</c:v>
                </c:pt>
                <c:pt idx="2215">
                  <c:v>6166.1731920494758</c:v>
                </c:pt>
                <c:pt idx="2216">
                  <c:v>6168.9585625245436</c:v>
                </c:pt>
                <c:pt idx="2217">
                  <c:v>6171.7439329996114</c:v>
                </c:pt>
                <c:pt idx="2218">
                  <c:v>6174.5293034746792</c:v>
                </c:pt>
                <c:pt idx="2219">
                  <c:v>6177.314673949747</c:v>
                </c:pt>
                <c:pt idx="2220">
                  <c:v>6180.1000444248148</c:v>
                </c:pt>
                <c:pt idx="2221">
                  <c:v>6182.8854148998826</c:v>
                </c:pt>
                <c:pt idx="2222">
                  <c:v>6185.6707853749504</c:v>
                </c:pt>
                <c:pt idx="2223">
                  <c:v>6188.4561558500181</c:v>
                </c:pt>
                <c:pt idx="2224">
                  <c:v>6191.2415263250859</c:v>
                </c:pt>
                <c:pt idx="2225">
                  <c:v>6194.0268968001537</c:v>
                </c:pt>
                <c:pt idx="2226">
                  <c:v>6196.8122672752215</c:v>
                </c:pt>
                <c:pt idx="2227">
                  <c:v>6199.5976377502893</c:v>
                </c:pt>
                <c:pt idx="2228">
                  <c:v>6202.3830082253571</c:v>
                </c:pt>
                <c:pt idx="2229">
                  <c:v>6205.1683787004249</c:v>
                </c:pt>
                <c:pt idx="2230">
                  <c:v>6207.9537491754927</c:v>
                </c:pt>
                <c:pt idx="2231">
                  <c:v>6210.7391196505605</c:v>
                </c:pt>
                <c:pt idx="2232">
                  <c:v>6213.5244901256283</c:v>
                </c:pt>
                <c:pt idx="2233">
                  <c:v>6216.3098606006961</c:v>
                </c:pt>
                <c:pt idx="2234">
                  <c:v>6219.0952310757639</c:v>
                </c:pt>
                <c:pt idx="2235">
                  <c:v>6221.8806015508317</c:v>
                </c:pt>
                <c:pt idx="2236">
                  <c:v>6224.6659720258995</c:v>
                </c:pt>
                <c:pt idx="2237">
                  <c:v>6227.4513425009673</c:v>
                </c:pt>
                <c:pt idx="2238">
                  <c:v>6230.2367129760351</c:v>
                </c:pt>
                <c:pt idx="2239">
                  <c:v>6233.0220834511028</c:v>
                </c:pt>
                <c:pt idx="2240">
                  <c:v>6235.8074539261706</c:v>
                </c:pt>
                <c:pt idx="2241">
                  <c:v>6238.5928244012384</c:v>
                </c:pt>
                <c:pt idx="2242">
                  <c:v>6241.3781948763062</c:v>
                </c:pt>
                <c:pt idx="2243">
                  <c:v>6244.163565351374</c:v>
                </c:pt>
                <c:pt idx="2244">
                  <c:v>6246.9489358264418</c:v>
                </c:pt>
                <c:pt idx="2245">
                  <c:v>6249.7343063015096</c:v>
                </c:pt>
                <c:pt idx="2246">
                  <c:v>6252.5196767765774</c:v>
                </c:pt>
                <c:pt idx="2247">
                  <c:v>6255.3050472516452</c:v>
                </c:pt>
                <c:pt idx="2248">
                  <c:v>6258.090417726713</c:v>
                </c:pt>
                <c:pt idx="2249">
                  <c:v>6260.8757882017808</c:v>
                </c:pt>
                <c:pt idx="2250">
                  <c:v>6263.6611586768486</c:v>
                </c:pt>
                <c:pt idx="2251">
                  <c:v>6266.4465291519164</c:v>
                </c:pt>
                <c:pt idx="2252">
                  <c:v>6269.2318996269842</c:v>
                </c:pt>
                <c:pt idx="2253">
                  <c:v>6272.017270102052</c:v>
                </c:pt>
                <c:pt idx="2254">
                  <c:v>6274.8026405771197</c:v>
                </c:pt>
                <c:pt idx="2255">
                  <c:v>6277.5880110521875</c:v>
                </c:pt>
                <c:pt idx="2256">
                  <c:v>6280.3733815272553</c:v>
                </c:pt>
                <c:pt idx="2257">
                  <c:v>6283.1587520023231</c:v>
                </c:pt>
                <c:pt idx="2258">
                  <c:v>6285.9441224773909</c:v>
                </c:pt>
                <c:pt idx="2259">
                  <c:v>6288.7294929524587</c:v>
                </c:pt>
                <c:pt idx="2260">
                  <c:v>6291.5148634275265</c:v>
                </c:pt>
                <c:pt idx="2261">
                  <c:v>6294.3002339025943</c:v>
                </c:pt>
                <c:pt idx="2262">
                  <c:v>6297.0856043776621</c:v>
                </c:pt>
                <c:pt idx="2263">
                  <c:v>6299.8709748527299</c:v>
                </c:pt>
                <c:pt idx="2264">
                  <c:v>6302.6563453277977</c:v>
                </c:pt>
                <c:pt idx="2265">
                  <c:v>6305.4417158028655</c:v>
                </c:pt>
                <c:pt idx="2266">
                  <c:v>6308.2270862779333</c:v>
                </c:pt>
                <c:pt idx="2267">
                  <c:v>6311.0124567530011</c:v>
                </c:pt>
                <c:pt idx="2268">
                  <c:v>6313.7978272280689</c:v>
                </c:pt>
                <c:pt idx="2269">
                  <c:v>6316.5831977031366</c:v>
                </c:pt>
                <c:pt idx="2270">
                  <c:v>6319.3685681782044</c:v>
                </c:pt>
                <c:pt idx="2271">
                  <c:v>6322.1539386532722</c:v>
                </c:pt>
                <c:pt idx="2272">
                  <c:v>6324.93930912834</c:v>
                </c:pt>
                <c:pt idx="2273">
                  <c:v>6327.7246796034078</c:v>
                </c:pt>
                <c:pt idx="2274">
                  <c:v>6330.5100500784756</c:v>
                </c:pt>
                <c:pt idx="2275">
                  <c:v>6333.2954205535434</c:v>
                </c:pt>
                <c:pt idx="2276">
                  <c:v>6336.0807910286112</c:v>
                </c:pt>
                <c:pt idx="2277">
                  <c:v>6338.866161503679</c:v>
                </c:pt>
                <c:pt idx="2278">
                  <c:v>6341.6515319787468</c:v>
                </c:pt>
                <c:pt idx="2279">
                  <c:v>6344.4369024538146</c:v>
                </c:pt>
                <c:pt idx="2280">
                  <c:v>6347.2222729288824</c:v>
                </c:pt>
                <c:pt idx="2281">
                  <c:v>6350.0076434039502</c:v>
                </c:pt>
                <c:pt idx="2282">
                  <c:v>6352.793013879018</c:v>
                </c:pt>
                <c:pt idx="2283">
                  <c:v>6355.5783843540858</c:v>
                </c:pt>
                <c:pt idx="2284">
                  <c:v>6358.3637548291535</c:v>
                </c:pt>
                <c:pt idx="2285">
                  <c:v>6361.1491253042213</c:v>
                </c:pt>
                <c:pt idx="2286">
                  <c:v>6363.9344957792891</c:v>
                </c:pt>
                <c:pt idx="2287">
                  <c:v>6366.7198662543569</c:v>
                </c:pt>
                <c:pt idx="2288">
                  <c:v>6369.5052367294247</c:v>
                </c:pt>
                <c:pt idx="2289">
                  <c:v>6372.2906072044925</c:v>
                </c:pt>
                <c:pt idx="2290">
                  <c:v>6375.0759776795603</c:v>
                </c:pt>
                <c:pt idx="2291">
                  <c:v>6377.8613481546281</c:v>
                </c:pt>
                <c:pt idx="2292">
                  <c:v>6380.6467186296959</c:v>
                </c:pt>
                <c:pt idx="2293">
                  <c:v>6383.4320891047637</c:v>
                </c:pt>
                <c:pt idx="2294">
                  <c:v>6386.2174595798315</c:v>
                </c:pt>
                <c:pt idx="2295">
                  <c:v>6389.0028300548993</c:v>
                </c:pt>
                <c:pt idx="2296">
                  <c:v>6391.7882005299671</c:v>
                </c:pt>
                <c:pt idx="2297">
                  <c:v>6394.5735710050349</c:v>
                </c:pt>
                <c:pt idx="2298">
                  <c:v>6397.3589414801027</c:v>
                </c:pt>
                <c:pt idx="2299">
                  <c:v>6400.1443119551705</c:v>
                </c:pt>
                <c:pt idx="2300">
                  <c:v>6402.9296824302382</c:v>
                </c:pt>
                <c:pt idx="2301">
                  <c:v>6405.715052905306</c:v>
                </c:pt>
                <c:pt idx="2302">
                  <c:v>6408.5004233803738</c:v>
                </c:pt>
                <c:pt idx="2303">
                  <c:v>6411.2857938554416</c:v>
                </c:pt>
                <c:pt idx="2304">
                  <c:v>6414.0711643305094</c:v>
                </c:pt>
                <c:pt idx="2305">
                  <c:v>6416.8565348055772</c:v>
                </c:pt>
                <c:pt idx="2306">
                  <c:v>6419.641905280645</c:v>
                </c:pt>
                <c:pt idx="2307">
                  <c:v>6422.4272757557128</c:v>
                </c:pt>
                <c:pt idx="2308">
                  <c:v>6425.2126462307806</c:v>
                </c:pt>
                <c:pt idx="2309">
                  <c:v>6427.9980167058484</c:v>
                </c:pt>
                <c:pt idx="2310">
                  <c:v>6430.7833871809162</c:v>
                </c:pt>
                <c:pt idx="2311">
                  <c:v>6433.568757655984</c:v>
                </c:pt>
                <c:pt idx="2312">
                  <c:v>6436.3541281310518</c:v>
                </c:pt>
                <c:pt idx="2313">
                  <c:v>6439.1394986061196</c:v>
                </c:pt>
                <c:pt idx="2314">
                  <c:v>6441.9248690811874</c:v>
                </c:pt>
                <c:pt idx="2315">
                  <c:v>6444.7102395562551</c:v>
                </c:pt>
                <c:pt idx="2316">
                  <c:v>6447.4956100313229</c:v>
                </c:pt>
                <c:pt idx="2317">
                  <c:v>6450.2809805063907</c:v>
                </c:pt>
                <c:pt idx="2318">
                  <c:v>6453.0663509814585</c:v>
                </c:pt>
                <c:pt idx="2319">
                  <c:v>6455.8517214565263</c:v>
                </c:pt>
                <c:pt idx="2320">
                  <c:v>6458.6370919315941</c:v>
                </c:pt>
                <c:pt idx="2321">
                  <c:v>6461.4224624066619</c:v>
                </c:pt>
                <c:pt idx="2322">
                  <c:v>6464.2078328817297</c:v>
                </c:pt>
                <c:pt idx="2323">
                  <c:v>6466.9932033567975</c:v>
                </c:pt>
                <c:pt idx="2324">
                  <c:v>6469.7785738318653</c:v>
                </c:pt>
                <c:pt idx="2325">
                  <c:v>6472.5639443069331</c:v>
                </c:pt>
                <c:pt idx="2326">
                  <c:v>6475.3493147820009</c:v>
                </c:pt>
                <c:pt idx="2327">
                  <c:v>6478.1346852570687</c:v>
                </c:pt>
                <c:pt idx="2328">
                  <c:v>6480.9200557321365</c:v>
                </c:pt>
                <c:pt idx="2329">
                  <c:v>6483.7054262072043</c:v>
                </c:pt>
                <c:pt idx="2330">
                  <c:v>6486.490796682272</c:v>
                </c:pt>
                <c:pt idx="2331">
                  <c:v>6489.2761671573398</c:v>
                </c:pt>
                <c:pt idx="2332">
                  <c:v>6492.0615376324076</c:v>
                </c:pt>
                <c:pt idx="2333">
                  <c:v>6494.8469081074754</c:v>
                </c:pt>
                <c:pt idx="2334">
                  <c:v>6497.6322785825432</c:v>
                </c:pt>
                <c:pt idx="2335">
                  <c:v>6500.417649057611</c:v>
                </c:pt>
                <c:pt idx="2336">
                  <c:v>6503.2030195326788</c:v>
                </c:pt>
                <c:pt idx="2337">
                  <c:v>6505.9883900077466</c:v>
                </c:pt>
                <c:pt idx="2338">
                  <c:v>6508.7737604828144</c:v>
                </c:pt>
                <c:pt idx="2339">
                  <c:v>6511.5591309578822</c:v>
                </c:pt>
                <c:pt idx="2340">
                  <c:v>6514.34450143295</c:v>
                </c:pt>
                <c:pt idx="2341">
                  <c:v>6517.1298719080178</c:v>
                </c:pt>
                <c:pt idx="2342">
                  <c:v>6519.9152423830856</c:v>
                </c:pt>
                <c:pt idx="2343">
                  <c:v>6522.7006128581534</c:v>
                </c:pt>
                <c:pt idx="2344">
                  <c:v>6525.4859833332212</c:v>
                </c:pt>
                <c:pt idx="2345">
                  <c:v>6528.2713538082889</c:v>
                </c:pt>
                <c:pt idx="2346">
                  <c:v>6531.0567242833567</c:v>
                </c:pt>
                <c:pt idx="2347">
                  <c:v>6533.8420947584245</c:v>
                </c:pt>
                <c:pt idx="2348">
                  <c:v>6536.6274652334923</c:v>
                </c:pt>
                <c:pt idx="2349">
                  <c:v>6539.4128357085601</c:v>
                </c:pt>
                <c:pt idx="2350">
                  <c:v>6542.1982061836279</c:v>
                </c:pt>
                <c:pt idx="2351">
                  <c:v>6544.9835766586957</c:v>
                </c:pt>
                <c:pt idx="2352">
                  <c:v>6547.7689471337635</c:v>
                </c:pt>
                <c:pt idx="2353">
                  <c:v>6550.5543176088313</c:v>
                </c:pt>
                <c:pt idx="2354">
                  <c:v>6553.3396880838991</c:v>
                </c:pt>
                <c:pt idx="2355">
                  <c:v>6556.1250585589669</c:v>
                </c:pt>
                <c:pt idx="2356">
                  <c:v>6558.9104290340347</c:v>
                </c:pt>
                <c:pt idx="2357">
                  <c:v>6561.6957995091025</c:v>
                </c:pt>
                <c:pt idx="2358">
                  <c:v>6564.4811699841703</c:v>
                </c:pt>
                <c:pt idx="2359">
                  <c:v>6567.2665404592381</c:v>
                </c:pt>
                <c:pt idx="2360">
                  <c:v>6570.0519109343059</c:v>
                </c:pt>
                <c:pt idx="2361">
                  <c:v>6572.8372814093736</c:v>
                </c:pt>
                <c:pt idx="2362">
                  <c:v>6575.6226518844414</c:v>
                </c:pt>
                <c:pt idx="2363">
                  <c:v>6578.4080223595092</c:v>
                </c:pt>
                <c:pt idx="2364">
                  <c:v>6581.193392834577</c:v>
                </c:pt>
                <c:pt idx="2365">
                  <c:v>6583.9787633096448</c:v>
                </c:pt>
                <c:pt idx="2366">
                  <c:v>6586.7641337847126</c:v>
                </c:pt>
                <c:pt idx="2367">
                  <c:v>6589.5495042597804</c:v>
                </c:pt>
                <c:pt idx="2368">
                  <c:v>6592.3348747348482</c:v>
                </c:pt>
                <c:pt idx="2369">
                  <c:v>6595.120245209916</c:v>
                </c:pt>
                <c:pt idx="2370">
                  <c:v>6597.9056156849838</c:v>
                </c:pt>
                <c:pt idx="2371">
                  <c:v>6600.6909861600516</c:v>
                </c:pt>
                <c:pt idx="2372">
                  <c:v>6603.4763566351194</c:v>
                </c:pt>
                <c:pt idx="2373">
                  <c:v>6606.2617271101872</c:v>
                </c:pt>
                <c:pt idx="2374">
                  <c:v>6609.047097585255</c:v>
                </c:pt>
                <c:pt idx="2375">
                  <c:v>6611.8324680603228</c:v>
                </c:pt>
                <c:pt idx="2376">
                  <c:v>6614.6178385353905</c:v>
                </c:pt>
                <c:pt idx="2377">
                  <c:v>6617.4032090104583</c:v>
                </c:pt>
                <c:pt idx="2378">
                  <c:v>6620.1885794855261</c:v>
                </c:pt>
                <c:pt idx="2379">
                  <c:v>6622.9739499605939</c:v>
                </c:pt>
                <c:pt idx="2380">
                  <c:v>6625.7593204356617</c:v>
                </c:pt>
                <c:pt idx="2381">
                  <c:v>6628.5446909107295</c:v>
                </c:pt>
                <c:pt idx="2382">
                  <c:v>6631.3300613857973</c:v>
                </c:pt>
                <c:pt idx="2383">
                  <c:v>6634.1154318608651</c:v>
                </c:pt>
                <c:pt idx="2384">
                  <c:v>6636.9008023359329</c:v>
                </c:pt>
                <c:pt idx="2385">
                  <c:v>6639.6861728110007</c:v>
                </c:pt>
                <c:pt idx="2386">
                  <c:v>6642.4715432860685</c:v>
                </c:pt>
                <c:pt idx="2387">
                  <c:v>6645.2569137611363</c:v>
                </c:pt>
                <c:pt idx="2388">
                  <c:v>6648.0422842362041</c:v>
                </c:pt>
                <c:pt idx="2389">
                  <c:v>6650.8276547112719</c:v>
                </c:pt>
                <c:pt idx="2390">
                  <c:v>6653.6130251863397</c:v>
                </c:pt>
                <c:pt idx="2391">
                  <c:v>6656.3983956614074</c:v>
                </c:pt>
                <c:pt idx="2392">
                  <c:v>6659.1837661364752</c:v>
                </c:pt>
                <c:pt idx="2393">
                  <c:v>6661.969136611543</c:v>
                </c:pt>
                <c:pt idx="2394">
                  <c:v>6664.7545070866108</c:v>
                </c:pt>
                <c:pt idx="2395">
                  <c:v>6667.5398775616786</c:v>
                </c:pt>
                <c:pt idx="2396">
                  <c:v>6670.3252480367464</c:v>
                </c:pt>
                <c:pt idx="2397">
                  <c:v>6673.1106185118142</c:v>
                </c:pt>
                <c:pt idx="2398">
                  <c:v>6675.895988986882</c:v>
                </c:pt>
                <c:pt idx="2399">
                  <c:v>6678.6813594619498</c:v>
                </c:pt>
                <c:pt idx="2400">
                  <c:v>6681.4667299370176</c:v>
                </c:pt>
                <c:pt idx="2401">
                  <c:v>6684.2521004120854</c:v>
                </c:pt>
                <c:pt idx="2402">
                  <c:v>6687.0374708871532</c:v>
                </c:pt>
                <c:pt idx="2403">
                  <c:v>6689.822841362221</c:v>
                </c:pt>
                <c:pt idx="2404">
                  <c:v>6692.6082118372888</c:v>
                </c:pt>
                <c:pt idx="2405">
                  <c:v>6695.3935823123566</c:v>
                </c:pt>
                <c:pt idx="2406">
                  <c:v>6698.1789527874244</c:v>
                </c:pt>
                <c:pt idx="2407">
                  <c:v>6700.9643232624921</c:v>
                </c:pt>
                <c:pt idx="2408">
                  <c:v>6703.7496937375599</c:v>
                </c:pt>
                <c:pt idx="2409">
                  <c:v>6706.5350642126277</c:v>
                </c:pt>
                <c:pt idx="2410">
                  <c:v>6709.3204346876955</c:v>
                </c:pt>
                <c:pt idx="2411">
                  <c:v>6712.1058051627633</c:v>
                </c:pt>
                <c:pt idx="2412">
                  <c:v>6714.8911756378311</c:v>
                </c:pt>
                <c:pt idx="2413">
                  <c:v>6717.6765461128989</c:v>
                </c:pt>
                <c:pt idx="2414">
                  <c:v>6720.4619165879667</c:v>
                </c:pt>
                <c:pt idx="2415">
                  <c:v>6723.2472870630345</c:v>
                </c:pt>
                <c:pt idx="2416">
                  <c:v>6726.0326575381023</c:v>
                </c:pt>
                <c:pt idx="2417">
                  <c:v>6728.8180280131701</c:v>
                </c:pt>
                <c:pt idx="2418">
                  <c:v>6731.6033984882379</c:v>
                </c:pt>
                <c:pt idx="2419">
                  <c:v>6734.3887689633057</c:v>
                </c:pt>
                <c:pt idx="2420">
                  <c:v>6737.1741394383735</c:v>
                </c:pt>
                <c:pt idx="2421">
                  <c:v>6739.9595099134413</c:v>
                </c:pt>
                <c:pt idx="2422">
                  <c:v>6742.744880388509</c:v>
                </c:pt>
                <c:pt idx="2423">
                  <c:v>6745.5302508635768</c:v>
                </c:pt>
                <c:pt idx="2424">
                  <c:v>6748.3156213386446</c:v>
                </c:pt>
                <c:pt idx="2425">
                  <c:v>6751.1009918137124</c:v>
                </c:pt>
                <c:pt idx="2426">
                  <c:v>6753.8863622887802</c:v>
                </c:pt>
                <c:pt idx="2427">
                  <c:v>6756.671732763848</c:v>
                </c:pt>
                <c:pt idx="2428">
                  <c:v>6759.4571032389158</c:v>
                </c:pt>
                <c:pt idx="2429">
                  <c:v>6762.2424737139836</c:v>
                </c:pt>
                <c:pt idx="2430">
                  <c:v>6765.0278441890514</c:v>
                </c:pt>
                <c:pt idx="2431">
                  <c:v>6767.8132146641192</c:v>
                </c:pt>
                <c:pt idx="2432">
                  <c:v>6770.598585139187</c:v>
                </c:pt>
                <c:pt idx="2433">
                  <c:v>6773.3839556142548</c:v>
                </c:pt>
                <c:pt idx="2434">
                  <c:v>6776.1693260893226</c:v>
                </c:pt>
                <c:pt idx="2435">
                  <c:v>6778.9546965643904</c:v>
                </c:pt>
                <c:pt idx="2436">
                  <c:v>6781.7400670394582</c:v>
                </c:pt>
                <c:pt idx="2437">
                  <c:v>6784.5254375145259</c:v>
                </c:pt>
                <c:pt idx="2438">
                  <c:v>6787.3108079895937</c:v>
                </c:pt>
                <c:pt idx="2439">
                  <c:v>6790.0961784646615</c:v>
                </c:pt>
                <c:pt idx="2440">
                  <c:v>6792.8815489397293</c:v>
                </c:pt>
                <c:pt idx="2441">
                  <c:v>6795.6669194147971</c:v>
                </c:pt>
                <c:pt idx="2442">
                  <c:v>6798.4522898898649</c:v>
                </c:pt>
                <c:pt idx="2443">
                  <c:v>6801.2376603649327</c:v>
                </c:pt>
                <c:pt idx="2444">
                  <c:v>6804.0230308400005</c:v>
                </c:pt>
                <c:pt idx="2445">
                  <c:v>6806.8084013150683</c:v>
                </c:pt>
                <c:pt idx="2446">
                  <c:v>6809.5937717901361</c:v>
                </c:pt>
                <c:pt idx="2447">
                  <c:v>6812.3791422652039</c:v>
                </c:pt>
                <c:pt idx="2448">
                  <c:v>6815.1645127402717</c:v>
                </c:pt>
                <c:pt idx="2449">
                  <c:v>6817.9498832153395</c:v>
                </c:pt>
                <c:pt idx="2450">
                  <c:v>6820.7352536904073</c:v>
                </c:pt>
                <c:pt idx="2451">
                  <c:v>6823.5206241654751</c:v>
                </c:pt>
                <c:pt idx="2452">
                  <c:v>6826.3059946405428</c:v>
                </c:pt>
                <c:pt idx="2453">
                  <c:v>6829.0913651156106</c:v>
                </c:pt>
                <c:pt idx="2454">
                  <c:v>6831.8767355906784</c:v>
                </c:pt>
                <c:pt idx="2455">
                  <c:v>6834.6621060657462</c:v>
                </c:pt>
                <c:pt idx="2456">
                  <c:v>6837.447476540814</c:v>
                </c:pt>
                <c:pt idx="2457">
                  <c:v>6840.2328470158818</c:v>
                </c:pt>
                <c:pt idx="2458">
                  <c:v>6843.0182174909496</c:v>
                </c:pt>
                <c:pt idx="2459">
                  <c:v>6845.8035879660174</c:v>
                </c:pt>
                <c:pt idx="2460">
                  <c:v>6848.5889584410852</c:v>
                </c:pt>
                <c:pt idx="2461">
                  <c:v>6851.374328916153</c:v>
                </c:pt>
                <c:pt idx="2462">
                  <c:v>6854.1596993912208</c:v>
                </c:pt>
                <c:pt idx="2463">
                  <c:v>6856.9450698662886</c:v>
                </c:pt>
                <c:pt idx="2464">
                  <c:v>6859.7304403413564</c:v>
                </c:pt>
                <c:pt idx="2465">
                  <c:v>6862.5158108164242</c:v>
                </c:pt>
                <c:pt idx="2466">
                  <c:v>6865.301181291492</c:v>
                </c:pt>
                <c:pt idx="2467">
                  <c:v>6868.0865517665598</c:v>
                </c:pt>
                <c:pt idx="2468">
                  <c:v>6870.8719222416275</c:v>
                </c:pt>
                <c:pt idx="2469">
                  <c:v>6873.6572927166953</c:v>
                </c:pt>
                <c:pt idx="2470">
                  <c:v>6876.4426631917631</c:v>
                </c:pt>
                <c:pt idx="2471">
                  <c:v>6879.2280336668309</c:v>
                </c:pt>
                <c:pt idx="2472">
                  <c:v>6882.0134041418987</c:v>
                </c:pt>
                <c:pt idx="2473">
                  <c:v>6884.7987746169665</c:v>
                </c:pt>
                <c:pt idx="2474">
                  <c:v>6887.5841450920343</c:v>
                </c:pt>
                <c:pt idx="2475">
                  <c:v>6890.3695155671021</c:v>
                </c:pt>
                <c:pt idx="2476">
                  <c:v>6893.1548860421699</c:v>
                </c:pt>
                <c:pt idx="2477">
                  <c:v>6895.9402565172377</c:v>
                </c:pt>
                <c:pt idx="2478">
                  <c:v>6898.7256269923055</c:v>
                </c:pt>
                <c:pt idx="2479">
                  <c:v>6901.5109974673733</c:v>
                </c:pt>
                <c:pt idx="2480">
                  <c:v>6904.2963679424411</c:v>
                </c:pt>
                <c:pt idx="2481">
                  <c:v>6907.0817384175089</c:v>
                </c:pt>
                <c:pt idx="2482">
                  <c:v>6909.8671088925767</c:v>
                </c:pt>
                <c:pt idx="2483">
                  <c:v>6912.6524793676444</c:v>
                </c:pt>
                <c:pt idx="2484">
                  <c:v>6915.4378498427122</c:v>
                </c:pt>
                <c:pt idx="2485">
                  <c:v>6918.22322031778</c:v>
                </c:pt>
                <c:pt idx="2486">
                  <c:v>6921.0085907928478</c:v>
                </c:pt>
                <c:pt idx="2487">
                  <c:v>6923.7939612679156</c:v>
                </c:pt>
                <c:pt idx="2488">
                  <c:v>6926.5793317429834</c:v>
                </c:pt>
                <c:pt idx="2489">
                  <c:v>6929.3647022180512</c:v>
                </c:pt>
                <c:pt idx="2490">
                  <c:v>6932.150072693119</c:v>
                </c:pt>
                <c:pt idx="2491">
                  <c:v>6934.9354431681868</c:v>
                </c:pt>
                <c:pt idx="2492">
                  <c:v>6937.7208136432546</c:v>
                </c:pt>
                <c:pt idx="2493">
                  <c:v>6940.5061841183224</c:v>
                </c:pt>
                <c:pt idx="2494">
                  <c:v>6943.2915545933902</c:v>
                </c:pt>
                <c:pt idx="2495">
                  <c:v>6946.076925068458</c:v>
                </c:pt>
                <c:pt idx="2496">
                  <c:v>6948.8622955435258</c:v>
                </c:pt>
                <c:pt idx="2497">
                  <c:v>6951.6476660185936</c:v>
                </c:pt>
                <c:pt idx="2498">
                  <c:v>6954.4330364936613</c:v>
                </c:pt>
                <c:pt idx="2499">
                  <c:v>6957.2184069687291</c:v>
                </c:pt>
                <c:pt idx="2500">
                  <c:v>6960.0037774437969</c:v>
                </c:pt>
                <c:pt idx="2501">
                  <c:v>6962.7891479188647</c:v>
                </c:pt>
                <c:pt idx="2502">
                  <c:v>6965.5745183939325</c:v>
                </c:pt>
                <c:pt idx="2503">
                  <c:v>6968.3598888690003</c:v>
                </c:pt>
                <c:pt idx="2504">
                  <c:v>6971.1452593440681</c:v>
                </c:pt>
                <c:pt idx="2505">
                  <c:v>6973.9306298191359</c:v>
                </c:pt>
                <c:pt idx="2506">
                  <c:v>6976.7160002942037</c:v>
                </c:pt>
                <c:pt idx="2507">
                  <c:v>6979.5013707692715</c:v>
                </c:pt>
                <c:pt idx="2508">
                  <c:v>6982.2867412443393</c:v>
                </c:pt>
                <c:pt idx="2509">
                  <c:v>6985.0721117194071</c:v>
                </c:pt>
                <c:pt idx="2510">
                  <c:v>6987.8574821944749</c:v>
                </c:pt>
                <c:pt idx="2511">
                  <c:v>6990.6428526695427</c:v>
                </c:pt>
                <c:pt idx="2512">
                  <c:v>6993.4282231446105</c:v>
                </c:pt>
                <c:pt idx="2513">
                  <c:v>6996.2135936196782</c:v>
                </c:pt>
                <c:pt idx="2514">
                  <c:v>6998.998964094746</c:v>
                </c:pt>
                <c:pt idx="2515">
                  <c:v>7001.7843345698138</c:v>
                </c:pt>
                <c:pt idx="2516">
                  <c:v>7004.5697050448816</c:v>
                </c:pt>
                <c:pt idx="2517">
                  <c:v>7007.3550755199494</c:v>
                </c:pt>
                <c:pt idx="2518">
                  <c:v>7010.1404459950172</c:v>
                </c:pt>
                <c:pt idx="2519">
                  <c:v>7012.925816470085</c:v>
                </c:pt>
                <c:pt idx="2520">
                  <c:v>7015.7111869451528</c:v>
                </c:pt>
                <c:pt idx="2521">
                  <c:v>7018.4965574202206</c:v>
                </c:pt>
                <c:pt idx="2522">
                  <c:v>7021.2819278952884</c:v>
                </c:pt>
                <c:pt idx="2523">
                  <c:v>7024.0672983703562</c:v>
                </c:pt>
                <c:pt idx="2524">
                  <c:v>7026.852668845424</c:v>
                </c:pt>
                <c:pt idx="2525">
                  <c:v>7029.6380393204918</c:v>
                </c:pt>
                <c:pt idx="2526">
                  <c:v>7032.4234097955596</c:v>
                </c:pt>
                <c:pt idx="2527">
                  <c:v>7035.2087802706274</c:v>
                </c:pt>
                <c:pt idx="2528">
                  <c:v>7037.9941507456952</c:v>
                </c:pt>
                <c:pt idx="2529">
                  <c:v>7040.7795212207629</c:v>
                </c:pt>
                <c:pt idx="2530">
                  <c:v>7043.5648916958307</c:v>
                </c:pt>
                <c:pt idx="2531">
                  <c:v>7046.3502621708985</c:v>
                </c:pt>
                <c:pt idx="2532">
                  <c:v>7049.1356326459663</c:v>
                </c:pt>
                <c:pt idx="2533">
                  <c:v>7051.9210031210341</c:v>
                </c:pt>
                <c:pt idx="2534">
                  <c:v>7054.7063735961019</c:v>
                </c:pt>
                <c:pt idx="2535">
                  <c:v>7057.4917440711697</c:v>
                </c:pt>
                <c:pt idx="2536">
                  <c:v>7060.2771145462375</c:v>
                </c:pt>
                <c:pt idx="2537">
                  <c:v>7063.0624850213053</c:v>
                </c:pt>
                <c:pt idx="2538">
                  <c:v>7065.8478554963731</c:v>
                </c:pt>
                <c:pt idx="2539">
                  <c:v>7068.6332259714409</c:v>
                </c:pt>
                <c:pt idx="2540">
                  <c:v>7071.4185964465087</c:v>
                </c:pt>
                <c:pt idx="2541">
                  <c:v>7074.2039669215765</c:v>
                </c:pt>
                <c:pt idx="2542">
                  <c:v>7076.9893373966443</c:v>
                </c:pt>
                <c:pt idx="2543">
                  <c:v>7079.7747078717121</c:v>
                </c:pt>
                <c:pt idx="2544">
                  <c:v>7082.5600783467798</c:v>
                </c:pt>
                <c:pt idx="2545">
                  <c:v>7085.3454488218476</c:v>
                </c:pt>
                <c:pt idx="2546">
                  <c:v>7088.1308192969154</c:v>
                </c:pt>
                <c:pt idx="2547">
                  <c:v>7090.9161897719832</c:v>
                </c:pt>
                <c:pt idx="2548">
                  <c:v>7093.701560247051</c:v>
                </c:pt>
                <c:pt idx="2549">
                  <c:v>7096.4869307221188</c:v>
                </c:pt>
                <c:pt idx="2550">
                  <c:v>7099.2723011971866</c:v>
                </c:pt>
                <c:pt idx="2551">
                  <c:v>7102.0576716722544</c:v>
                </c:pt>
                <c:pt idx="2552">
                  <c:v>7104.8430421473222</c:v>
                </c:pt>
                <c:pt idx="2553">
                  <c:v>7107.62841262239</c:v>
                </c:pt>
                <c:pt idx="2554">
                  <c:v>7110.4137830974578</c:v>
                </c:pt>
                <c:pt idx="2555">
                  <c:v>7113.1991535725256</c:v>
                </c:pt>
                <c:pt idx="2556">
                  <c:v>7115.9845240475934</c:v>
                </c:pt>
                <c:pt idx="2557">
                  <c:v>7118.7698945226612</c:v>
                </c:pt>
                <c:pt idx="2558">
                  <c:v>7121.555264997729</c:v>
                </c:pt>
                <c:pt idx="2559">
                  <c:v>7124.3406354727967</c:v>
                </c:pt>
                <c:pt idx="2560">
                  <c:v>7127.1260059478645</c:v>
                </c:pt>
                <c:pt idx="2561">
                  <c:v>7129.9113764229323</c:v>
                </c:pt>
                <c:pt idx="2562">
                  <c:v>7132.6967468980001</c:v>
                </c:pt>
                <c:pt idx="2563">
                  <c:v>7135.4821173730679</c:v>
                </c:pt>
                <c:pt idx="2564">
                  <c:v>7138.2674878481357</c:v>
                </c:pt>
                <c:pt idx="2565">
                  <c:v>7141.0528583232035</c:v>
                </c:pt>
                <c:pt idx="2566">
                  <c:v>7143.8382287982713</c:v>
                </c:pt>
                <c:pt idx="2567">
                  <c:v>7146.6235992733391</c:v>
                </c:pt>
                <c:pt idx="2568">
                  <c:v>7149.4089697484069</c:v>
                </c:pt>
                <c:pt idx="2569">
                  <c:v>7152.1943402234747</c:v>
                </c:pt>
                <c:pt idx="2570">
                  <c:v>7154.9797106985425</c:v>
                </c:pt>
                <c:pt idx="2571">
                  <c:v>7157.7650811736103</c:v>
                </c:pt>
                <c:pt idx="2572">
                  <c:v>7160.5504516486781</c:v>
                </c:pt>
                <c:pt idx="2573">
                  <c:v>7163.3358221237459</c:v>
                </c:pt>
                <c:pt idx="2574">
                  <c:v>7166.1211925988136</c:v>
                </c:pt>
                <c:pt idx="2575">
                  <c:v>7168.9065630738814</c:v>
                </c:pt>
                <c:pt idx="2576">
                  <c:v>7171.6919335489492</c:v>
                </c:pt>
                <c:pt idx="2577">
                  <c:v>7174.477304024017</c:v>
                </c:pt>
                <c:pt idx="2578">
                  <c:v>7177.2626744990848</c:v>
                </c:pt>
                <c:pt idx="2579">
                  <c:v>7180.0480449741526</c:v>
                </c:pt>
                <c:pt idx="2580">
                  <c:v>7182.8334154492204</c:v>
                </c:pt>
                <c:pt idx="2581">
                  <c:v>7185.6187859242882</c:v>
                </c:pt>
                <c:pt idx="2582">
                  <c:v>7188.404156399356</c:v>
                </c:pt>
                <c:pt idx="2583">
                  <c:v>7191.1895268744238</c:v>
                </c:pt>
                <c:pt idx="2584">
                  <c:v>7193.9748973494916</c:v>
                </c:pt>
                <c:pt idx="2585">
                  <c:v>7196.7602678245594</c:v>
                </c:pt>
                <c:pt idx="2586">
                  <c:v>7199.5456382996272</c:v>
                </c:pt>
                <c:pt idx="2587">
                  <c:v>7202.331008774695</c:v>
                </c:pt>
                <c:pt idx="2588">
                  <c:v>7205.1163792497628</c:v>
                </c:pt>
                <c:pt idx="2589">
                  <c:v>7207.9017497248306</c:v>
                </c:pt>
                <c:pt idx="2590">
                  <c:v>7210.6871201998983</c:v>
                </c:pt>
                <c:pt idx="2591">
                  <c:v>7213.4724906749661</c:v>
                </c:pt>
                <c:pt idx="2592">
                  <c:v>7216.2578611500339</c:v>
                </c:pt>
                <c:pt idx="2593">
                  <c:v>7219.0432316251017</c:v>
                </c:pt>
                <c:pt idx="2594">
                  <c:v>7221.8286021001695</c:v>
                </c:pt>
                <c:pt idx="2595">
                  <c:v>7224.6139725752373</c:v>
                </c:pt>
                <c:pt idx="2596">
                  <c:v>7227.3993430503051</c:v>
                </c:pt>
                <c:pt idx="2597">
                  <c:v>7230.1847135253729</c:v>
                </c:pt>
                <c:pt idx="2598">
                  <c:v>7232.9700840004407</c:v>
                </c:pt>
                <c:pt idx="2599">
                  <c:v>7235.7554544755085</c:v>
                </c:pt>
                <c:pt idx="2600">
                  <c:v>7238.5408249505763</c:v>
                </c:pt>
                <c:pt idx="2601">
                  <c:v>7241.3261954256441</c:v>
                </c:pt>
                <c:pt idx="2602">
                  <c:v>7244.1115659007119</c:v>
                </c:pt>
                <c:pt idx="2603">
                  <c:v>7246.8969363757797</c:v>
                </c:pt>
                <c:pt idx="2604">
                  <c:v>7249.6823068508475</c:v>
                </c:pt>
                <c:pt idx="2605">
                  <c:v>7252.4676773259152</c:v>
                </c:pt>
                <c:pt idx="2606">
                  <c:v>7255.253047800983</c:v>
                </c:pt>
                <c:pt idx="2607">
                  <c:v>7258.0384182760508</c:v>
                </c:pt>
                <c:pt idx="2608">
                  <c:v>7260.8237887511186</c:v>
                </c:pt>
                <c:pt idx="2609">
                  <c:v>7263.6091592261864</c:v>
                </c:pt>
                <c:pt idx="2610">
                  <c:v>7266.3945297012542</c:v>
                </c:pt>
                <c:pt idx="2611">
                  <c:v>7269.179900176322</c:v>
                </c:pt>
                <c:pt idx="2612">
                  <c:v>7271.9652706513898</c:v>
                </c:pt>
                <c:pt idx="2613">
                  <c:v>7274.7506411264576</c:v>
                </c:pt>
                <c:pt idx="2614">
                  <c:v>7277.5360116015254</c:v>
                </c:pt>
                <c:pt idx="2615">
                  <c:v>7280.3213820765932</c:v>
                </c:pt>
                <c:pt idx="2616">
                  <c:v>7283.106752551661</c:v>
                </c:pt>
                <c:pt idx="2617">
                  <c:v>7285.8921230267288</c:v>
                </c:pt>
                <c:pt idx="2618">
                  <c:v>7288.6774935017966</c:v>
                </c:pt>
                <c:pt idx="2619">
                  <c:v>7291.4628639768644</c:v>
                </c:pt>
                <c:pt idx="2620">
                  <c:v>7294.2482344519321</c:v>
                </c:pt>
                <c:pt idx="2621">
                  <c:v>7297.0336049269999</c:v>
                </c:pt>
                <c:pt idx="2622">
                  <c:v>7299.8189754020677</c:v>
                </c:pt>
                <c:pt idx="2623">
                  <c:v>7302.6043458771355</c:v>
                </c:pt>
                <c:pt idx="2624">
                  <c:v>7305.3897163522033</c:v>
                </c:pt>
                <c:pt idx="2625">
                  <c:v>7308.1750868272711</c:v>
                </c:pt>
                <c:pt idx="2626">
                  <c:v>7310.9604573023389</c:v>
                </c:pt>
                <c:pt idx="2627">
                  <c:v>7313.7458277774067</c:v>
                </c:pt>
                <c:pt idx="2628">
                  <c:v>7316.5311982524745</c:v>
                </c:pt>
                <c:pt idx="2629">
                  <c:v>7319.3165687275423</c:v>
                </c:pt>
                <c:pt idx="2630">
                  <c:v>7322.1019392026101</c:v>
                </c:pt>
                <c:pt idx="2631">
                  <c:v>7324.8873096776779</c:v>
                </c:pt>
                <c:pt idx="2632">
                  <c:v>7327.6726801527457</c:v>
                </c:pt>
                <c:pt idx="2633">
                  <c:v>7330.4580506278135</c:v>
                </c:pt>
                <c:pt idx="2634">
                  <c:v>7333.2434211028813</c:v>
                </c:pt>
                <c:pt idx="2635">
                  <c:v>7336.0287915779491</c:v>
                </c:pt>
                <c:pt idx="2636">
                  <c:v>7338.8141620530168</c:v>
                </c:pt>
                <c:pt idx="2637">
                  <c:v>7341.5995325280846</c:v>
                </c:pt>
                <c:pt idx="2638">
                  <c:v>7344.3849030031524</c:v>
                </c:pt>
                <c:pt idx="2639">
                  <c:v>7347.1702734782202</c:v>
                </c:pt>
                <c:pt idx="2640">
                  <c:v>7349.955643953288</c:v>
                </c:pt>
                <c:pt idx="2641">
                  <c:v>7352.7410144283558</c:v>
                </c:pt>
                <c:pt idx="2642">
                  <c:v>7355.5263849034236</c:v>
                </c:pt>
                <c:pt idx="2643">
                  <c:v>7358.3117553784914</c:v>
                </c:pt>
                <c:pt idx="2644">
                  <c:v>7361.0971258535592</c:v>
                </c:pt>
                <c:pt idx="2645">
                  <c:v>7363.882496328627</c:v>
                </c:pt>
                <c:pt idx="2646">
                  <c:v>7366.6678668036948</c:v>
                </c:pt>
                <c:pt idx="2647">
                  <c:v>7369.4532372787626</c:v>
                </c:pt>
                <c:pt idx="2648">
                  <c:v>7372.2386077538304</c:v>
                </c:pt>
                <c:pt idx="2649">
                  <c:v>7375.0239782288982</c:v>
                </c:pt>
                <c:pt idx="2650">
                  <c:v>7377.809348703966</c:v>
                </c:pt>
                <c:pt idx="2651">
                  <c:v>7380.5947191790337</c:v>
                </c:pt>
                <c:pt idx="2652">
                  <c:v>7383.3800896541015</c:v>
                </c:pt>
                <c:pt idx="2653">
                  <c:v>7386.1654601291693</c:v>
                </c:pt>
                <c:pt idx="2654">
                  <c:v>7388.9508306042371</c:v>
                </c:pt>
                <c:pt idx="2655">
                  <c:v>7391.7362010793049</c:v>
                </c:pt>
                <c:pt idx="2656">
                  <c:v>7394.5215715543727</c:v>
                </c:pt>
                <c:pt idx="2657">
                  <c:v>7397.3069420294405</c:v>
                </c:pt>
                <c:pt idx="2658">
                  <c:v>7400.0923125045083</c:v>
                </c:pt>
                <c:pt idx="2659">
                  <c:v>7402.8776829795761</c:v>
                </c:pt>
                <c:pt idx="2660">
                  <c:v>7405.6630534546439</c:v>
                </c:pt>
                <c:pt idx="2661">
                  <c:v>7408.4484239297117</c:v>
                </c:pt>
                <c:pt idx="2662">
                  <c:v>7411.2337944047795</c:v>
                </c:pt>
                <c:pt idx="2663">
                  <c:v>7414.0191648798473</c:v>
                </c:pt>
                <c:pt idx="2664">
                  <c:v>7416.8045353549151</c:v>
                </c:pt>
                <c:pt idx="2665">
                  <c:v>7419.5899058299829</c:v>
                </c:pt>
                <c:pt idx="2666">
                  <c:v>7422.3752763050506</c:v>
                </c:pt>
                <c:pt idx="2667">
                  <c:v>7425.1606467801184</c:v>
                </c:pt>
                <c:pt idx="2668">
                  <c:v>7427.9460172551862</c:v>
                </c:pt>
                <c:pt idx="2669">
                  <c:v>7430.731387730254</c:v>
                </c:pt>
                <c:pt idx="2670">
                  <c:v>7433.5167582053218</c:v>
                </c:pt>
                <c:pt idx="2671">
                  <c:v>7436.3021286803896</c:v>
                </c:pt>
                <c:pt idx="2672">
                  <c:v>7439.0874991554574</c:v>
                </c:pt>
                <c:pt idx="2673">
                  <c:v>7441.8728696305252</c:v>
                </c:pt>
                <c:pt idx="2674">
                  <c:v>7444.658240105593</c:v>
                </c:pt>
                <c:pt idx="2675">
                  <c:v>7447.4436105806608</c:v>
                </c:pt>
                <c:pt idx="2676">
                  <c:v>7450.2289810557286</c:v>
                </c:pt>
                <c:pt idx="2677">
                  <c:v>7453.0143515307964</c:v>
                </c:pt>
                <c:pt idx="2678">
                  <c:v>7455.7997220058642</c:v>
                </c:pt>
                <c:pt idx="2679">
                  <c:v>7458.585092480932</c:v>
                </c:pt>
                <c:pt idx="2680">
                  <c:v>7461.3704629559998</c:v>
                </c:pt>
                <c:pt idx="2681">
                  <c:v>7464.1558334310675</c:v>
                </c:pt>
                <c:pt idx="2682">
                  <c:v>7466.9412039061353</c:v>
                </c:pt>
                <c:pt idx="2683">
                  <c:v>7469.7265743812031</c:v>
                </c:pt>
                <c:pt idx="2684">
                  <c:v>7472.5119448562709</c:v>
                </c:pt>
                <c:pt idx="2685">
                  <c:v>7475.2973153313387</c:v>
                </c:pt>
                <c:pt idx="2686">
                  <c:v>7478.0826858064065</c:v>
                </c:pt>
                <c:pt idx="2687">
                  <c:v>7480.8680562814743</c:v>
                </c:pt>
                <c:pt idx="2688">
                  <c:v>7483.6534267565421</c:v>
                </c:pt>
                <c:pt idx="2689">
                  <c:v>7486.4387972316099</c:v>
                </c:pt>
                <c:pt idx="2690">
                  <c:v>7489.2241677066777</c:v>
                </c:pt>
                <c:pt idx="2691">
                  <c:v>7492.0095381817455</c:v>
                </c:pt>
                <c:pt idx="2692">
                  <c:v>7494.7949086568133</c:v>
                </c:pt>
                <c:pt idx="2693">
                  <c:v>7497.5802791318811</c:v>
                </c:pt>
                <c:pt idx="2694">
                  <c:v>7500.3656496069489</c:v>
                </c:pt>
                <c:pt idx="2695">
                  <c:v>7503.1510200820167</c:v>
                </c:pt>
                <c:pt idx="2696">
                  <c:v>7505.9363905570845</c:v>
                </c:pt>
                <c:pt idx="2697">
                  <c:v>7508.7217610321522</c:v>
                </c:pt>
                <c:pt idx="2698">
                  <c:v>7511.50713150722</c:v>
                </c:pt>
                <c:pt idx="2699">
                  <c:v>7514.2925019822878</c:v>
                </c:pt>
                <c:pt idx="2700">
                  <c:v>7517.0778724573556</c:v>
                </c:pt>
                <c:pt idx="2701">
                  <c:v>7519.8632429324234</c:v>
                </c:pt>
                <c:pt idx="2702">
                  <c:v>7522.6486134074912</c:v>
                </c:pt>
                <c:pt idx="2703">
                  <c:v>7525.433983882559</c:v>
                </c:pt>
                <c:pt idx="2704">
                  <c:v>7528.2193543576268</c:v>
                </c:pt>
                <c:pt idx="2705">
                  <c:v>7531.0047248326946</c:v>
                </c:pt>
                <c:pt idx="2706">
                  <c:v>7533.7900953077624</c:v>
                </c:pt>
                <c:pt idx="2707">
                  <c:v>7536.5754657828302</c:v>
                </c:pt>
                <c:pt idx="2708">
                  <c:v>7539.360836257898</c:v>
                </c:pt>
                <c:pt idx="2709">
                  <c:v>7542.1462067329658</c:v>
                </c:pt>
                <c:pt idx="2710">
                  <c:v>7544.9315772080336</c:v>
                </c:pt>
                <c:pt idx="2711">
                  <c:v>7547.7169476831014</c:v>
                </c:pt>
                <c:pt idx="2712">
                  <c:v>7550.5023181581691</c:v>
                </c:pt>
                <c:pt idx="2713">
                  <c:v>7553.2876886332369</c:v>
                </c:pt>
                <c:pt idx="2714">
                  <c:v>7556.0730591083047</c:v>
                </c:pt>
                <c:pt idx="2715">
                  <c:v>7558.8584295833725</c:v>
                </c:pt>
                <c:pt idx="2716">
                  <c:v>7561.6438000584403</c:v>
                </c:pt>
                <c:pt idx="2717">
                  <c:v>7564.4291705335081</c:v>
                </c:pt>
                <c:pt idx="2718">
                  <c:v>7567.2145410085759</c:v>
                </c:pt>
                <c:pt idx="2719">
                  <c:v>7569.9999114836437</c:v>
                </c:pt>
                <c:pt idx="2720">
                  <c:v>7572.7852819587115</c:v>
                </c:pt>
                <c:pt idx="2721">
                  <c:v>7575.5706524337793</c:v>
                </c:pt>
                <c:pt idx="2722">
                  <c:v>7578.3560229088471</c:v>
                </c:pt>
                <c:pt idx="2723">
                  <c:v>7581.1413933839149</c:v>
                </c:pt>
                <c:pt idx="2724">
                  <c:v>7583.9267638589827</c:v>
                </c:pt>
                <c:pt idx="2725">
                  <c:v>7586.7121343340505</c:v>
                </c:pt>
                <c:pt idx="2726">
                  <c:v>7589.4975048091183</c:v>
                </c:pt>
                <c:pt idx="2727">
                  <c:v>7592.282875284186</c:v>
                </c:pt>
                <c:pt idx="2728">
                  <c:v>7595.0682457592538</c:v>
                </c:pt>
                <c:pt idx="2729">
                  <c:v>7597.8536162343216</c:v>
                </c:pt>
                <c:pt idx="2730">
                  <c:v>7600.6389867093894</c:v>
                </c:pt>
                <c:pt idx="2731">
                  <c:v>7603.4243571844572</c:v>
                </c:pt>
                <c:pt idx="2732">
                  <c:v>7606.209727659525</c:v>
                </c:pt>
                <c:pt idx="2733">
                  <c:v>7608.9950981345928</c:v>
                </c:pt>
                <c:pt idx="2734">
                  <c:v>7611.7804686096606</c:v>
                </c:pt>
                <c:pt idx="2735">
                  <c:v>7614.5658390847284</c:v>
                </c:pt>
                <c:pt idx="2736">
                  <c:v>7617.3512095597962</c:v>
                </c:pt>
                <c:pt idx="2737">
                  <c:v>7620.136580034864</c:v>
                </c:pt>
                <c:pt idx="2738">
                  <c:v>7622.9219505099318</c:v>
                </c:pt>
                <c:pt idx="2739">
                  <c:v>7625.7073209849996</c:v>
                </c:pt>
                <c:pt idx="2740">
                  <c:v>7628.4926914600674</c:v>
                </c:pt>
                <c:pt idx="2741">
                  <c:v>7631.2780619351352</c:v>
                </c:pt>
                <c:pt idx="2742">
                  <c:v>7634.0634324102029</c:v>
                </c:pt>
                <c:pt idx="2743">
                  <c:v>7636.8488028852707</c:v>
                </c:pt>
                <c:pt idx="2744">
                  <c:v>7639.6341733603385</c:v>
                </c:pt>
                <c:pt idx="2745">
                  <c:v>7642.4195438354063</c:v>
                </c:pt>
                <c:pt idx="2746">
                  <c:v>7645.2049143104741</c:v>
                </c:pt>
                <c:pt idx="2747">
                  <c:v>7647.9902847855419</c:v>
                </c:pt>
                <c:pt idx="2748">
                  <c:v>7650.7756552606097</c:v>
                </c:pt>
                <c:pt idx="2749">
                  <c:v>7653.5610257356775</c:v>
                </c:pt>
                <c:pt idx="2750">
                  <c:v>7656.3463962107453</c:v>
                </c:pt>
                <c:pt idx="2751">
                  <c:v>7659.1317666858131</c:v>
                </c:pt>
                <c:pt idx="2752">
                  <c:v>7661.9171371608809</c:v>
                </c:pt>
                <c:pt idx="2753">
                  <c:v>7664.7025076359487</c:v>
                </c:pt>
                <c:pt idx="2754">
                  <c:v>7667.4878781110165</c:v>
                </c:pt>
                <c:pt idx="2755">
                  <c:v>7670.2732485860843</c:v>
                </c:pt>
                <c:pt idx="2756">
                  <c:v>7673.0586190611521</c:v>
                </c:pt>
                <c:pt idx="2757">
                  <c:v>7675.8439895362199</c:v>
                </c:pt>
                <c:pt idx="2758">
                  <c:v>7678.6293600112876</c:v>
                </c:pt>
                <c:pt idx="2759">
                  <c:v>7681.4147304863554</c:v>
                </c:pt>
                <c:pt idx="2760">
                  <c:v>7684.2001009614232</c:v>
                </c:pt>
                <c:pt idx="2761">
                  <c:v>7686.985471436491</c:v>
                </c:pt>
                <c:pt idx="2762">
                  <c:v>7689.7708419115588</c:v>
                </c:pt>
                <c:pt idx="2763">
                  <c:v>7692.5562123866266</c:v>
                </c:pt>
                <c:pt idx="2764">
                  <c:v>7695.3415828616944</c:v>
                </c:pt>
                <c:pt idx="2765">
                  <c:v>7698.1269533367622</c:v>
                </c:pt>
                <c:pt idx="2766">
                  <c:v>7700.91232381183</c:v>
                </c:pt>
                <c:pt idx="2767">
                  <c:v>7703.6976942868978</c:v>
                </c:pt>
                <c:pt idx="2768">
                  <c:v>7706.4830647619656</c:v>
                </c:pt>
                <c:pt idx="2769">
                  <c:v>7709.2684352370334</c:v>
                </c:pt>
                <c:pt idx="2770">
                  <c:v>7712.0538057121012</c:v>
                </c:pt>
                <c:pt idx="2771">
                  <c:v>7714.839176187169</c:v>
                </c:pt>
                <c:pt idx="2772">
                  <c:v>7717.6245466622368</c:v>
                </c:pt>
                <c:pt idx="2773">
                  <c:v>7720.4099171373045</c:v>
                </c:pt>
                <c:pt idx="2774">
                  <c:v>7723.1952876123723</c:v>
                </c:pt>
                <c:pt idx="2775">
                  <c:v>7725.9806580874401</c:v>
                </c:pt>
                <c:pt idx="2776">
                  <c:v>7728.7660285625079</c:v>
                </c:pt>
                <c:pt idx="2777">
                  <c:v>7731.5513990375757</c:v>
                </c:pt>
                <c:pt idx="2778">
                  <c:v>7734.3367695126435</c:v>
                </c:pt>
                <c:pt idx="2779">
                  <c:v>7737.1221399877113</c:v>
                </c:pt>
                <c:pt idx="2780">
                  <c:v>7739.9075104627791</c:v>
                </c:pt>
                <c:pt idx="2781">
                  <c:v>7742.6928809378469</c:v>
                </c:pt>
                <c:pt idx="2782">
                  <c:v>7745.4782514129147</c:v>
                </c:pt>
                <c:pt idx="2783">
                  <c:v>7748.2636218879825</c:v>
                </c:pt>
                <c:pt idx="2784">
                  <c:v>7751.0489923630503</c:v>
                </c:pt>
                <c:pt idx="2785">
                  <c:v>7753.8343628381181</c:v>
                </c:pt>
                <c:pt idx="2786">
                  <c:v>7756.6197333131859</c:v>
                </c:pt>
                <c:pt idx="2787">
                  <c:v>7759.4051037882537</c:v>
                </c:pt>
                <c:pt idx="2788">
                  <c:v>7762.1904742633214</c:v>
                </c:pt>
                <c:pt idx="2789">
                  <c:v>7764.9758447383892</c:v>
                </c:pt>
                <c:pt idx="2790">
                  <c:v>7767.761215213457</c:v>
                </c:pt>
                <c:pt idx="2791">
                  <c:v>7770.5465856885248</c:v>
                </c:pt>
                <c:pt idx="2792">
                  <c:v>7773.3319561635926</c:v>
                </c:pt>
                <c:pt idx="2793">
                  <c:v>7776.1173266386604</c:v>
                </c:pt>
                <c:pt idx="2794">
                  <c:v>7778.9026971137282</c:v>
                </c:pt>
                <c:pt idx="2795">
                  <c:v>7781.688067588796</c:v>
                </c:pt>
                <c:pt idx="2796">
                  <c:v>7784.4734380638638</c:v>
                </c:pt>
                <c:pt idx="2797">
                  <c:v>7787.2588085389316</c:v>
                </c:pt>
                <c:pt idx="2798">
                  <c:v>7790.0441790139994</c:v>
                </c:pt>
                <c:pt idx="2799">
                  <c:v>7792.8295494890672</c:v>
                </c:pt>
                <c:pt idx="2800">
                  <c:v>7795.614919964135</c:v>
                </c:pt>
                <c:pt idx="2801">
                  <c:v>7798.4002904392028</c:v>
                </c:pt>
                <c:pt idx="2802">
                  <c:v>7801.1856609142706</c:v>
                </c:pt>
                <c:pt idx="2803">
                  <c:v>7803.9710313893383</c:v>
                </c:pt>
                <c:pt idx="2804">
                  <c:v>7806.7564018644061</c:v>
                </c:pt>
                <c:pt idx="2805">
                  <c:v>7809.5417723394739</c:v>
                </c:pt>
                <c:pt idx="2806">
                  <c:v>7812.3271428145417</c:v>
                </c:pt>
                <c:pt idx="2807">
                  <c:v>7815.1125132896095</c:v>
                </c:pt>
                <c:pt idx="2808">
                  <c:v>7817.8978837646773</c:v>
                </c:pt>
                <c:pt idx="2809">
                  <c:v>7820.6832542397451</c:v>
                </c:pt>
                <c:pt idx="2810">
                  <c:v>7823.4686247148129</c:v>
                </c:pt>
                <c:pt idx="2811">
                  <c:v>7826.2539951898807</c:v>
                </c:pt>
                <c:pt idx="2812">
                  <c:v>7829.0393656649485</c:v>
                </c:pt>
                <c:pt idx="2813">
                  <c:v>7831.8247361400163</c:v>
                </c:pt>
                <c:pt idx="2814">
                  <c:v>7834.6101066150841</c:v>
                </c:pt>
                <c:pt idx="2815">
                  <c:v>7837.3954770901519</c:v>
                </c:pt>
                <c:pt idx="2816">
                  <c:v>7840.1808475652197</c:v>
                </c:pt>
                <c:pt idx="2817">
                  <c:v>7842.9662180402875</c:v>
                </c:pt>
                <c:pt idx="2818">
                  <c:v>7845.7515885153553</c:v>
                </c:pt>
                <c:pt idx="2819">
                  <c:v>7848.536958990423</c:v>
                </c:pt>
                <c:pt idx="2820">
                  <c:v>7851.3223294654908</c:v>
                </c:pt>
                <c:pt idx="2821">
                  <c:v>7854.1076999405586</c:v>
                </c:pt>
                <c:pt idx="2822">
                  <c:v>7856.8930704156264</c:v>
                </c:pt>
                <c:pt idx="2823">
                  <c:v>7859.6784408906942</c:v>
                </c:pt>
                <c:pt idx="2824">
                  <c:v>7862.463811365762</c:v>
                </c:pt>
                <c:pt idx="2825">
                  <c:v>7865.2491818408298</c:v>
                </c:pt>
                <c:pt idx="2826">
                  <c:v>7868.0345523158976</c:v>
                </c:pt>
                <c:pt idx="2827">
                  <c:v>7870.8199227909654</c:v>
                </c:pt>
                <c:pt idx="2828">
                  <c:v>7873.6052932660332</c:v>
                </c:pt>
                <c:pt idx="2829">
                  <c:v>7876.390663741101</c:v>
                </c:pt>
                <c:pt idx="2830">
                  <c:v>7879.1760342161688</c:v>
                </c:pt>
                <c:pt idx="2831">
                  <c:v>7881.9614046912366</c:v>
                </c:pt>
                <c:pt idx="2832">
                  <c:v>7884.7467751663044</c:v>
                </c:pt>
                <c:pt idx="2833">
                  <c:v>7887.5321456413722</c:v>
                </c:pt>
                <c:pt idx="2834">
                  <c:v>7890.3175161164399</c:v>
                </c:pt>
                <c:pt idx="2835">
                  <c:v>7893.1028865915077</c:v>
                </c:pt>
                <c:pt idx="2836">
                  <c:v>7895.8882570665755</c:v>
                </c:pt>
                <c:pt idx="2837">
                  <c:v>7898.6736275416433</c:v>
                </c:pt>
                <c:pt idx="2838">
                  <c:v>7901.4589980167111</c:v>
                </c:pt>
                <c:pt idx="2839">
                  <c:v>7904.2443684917789</c:v>
                </c:pt>
                <c:pt idx="2840">
                  <c:v>7907.0297389668467</c:v>
                </c:pt>
                <c:pt idx="2841">
                  <c:v>7909.8151094419145</c:v>
                </c:pt>
                <c:pt idx="2842">
                  <c:v>7912.6004799169823</c:v>
                </c:pt>
                <c:pt idx="2843">
                  <c:v>7915.3858503920501</c:v>
                </c:pt>
                <c:pt idx="2844">
                  <c:v>7918.1712208671179</c:v>
                </c:pt>
                <c:pt idx="2845">
                  <c:v>7920.9565913421857</c:v>
                </c:pt>
                <c:pt idx="2846">
                  <c:v>7923.7419618172535</c:v>
                </c:pt>
                <c:pt idx="2847">
                  <c:v>7926.5273322923213</c:v>
                </c:pt>
                <c:pt idx="2848">
                  <c:v>7929.3127027673891</c:v>
                </c:pt>
                <c:pt idx="2849">
                  <c:v>7932.0980732424568</c:v>
                </c:pt>
                <c:pt idx="2850">
                  <c:v>7934.8834437175246</c:v>
                </c:pt>
                <c:pt idx="2851">
                  <c:v>7937.6688141925924</c:v>
                </c:pt>
                <c:pt idx="2852">
                  <c:v>7940.4541846676602</c:v>
                </c:pt>
                <c:pt idx="2853">
                  <c:v>7943.239555142728</c:v>
                </c:pt>
                <c:pt idx="2854">
                  <c:v>7946.0249256177958</c:v>
                </c:pt>
                <c:pt idx="2855">
                  <c:v>7948.8102960928636</c:v>
                </c:pt>
                <c:pt idx="2856">
                  <c:v>7951.5956665679314</c:v>
                </c:pt>
                <c:pt idx="2857">
                  <c:v>7954.3810370429992</c:v>
                </c:pt>
                <c:pt idx="2858">
                  <c:v>7957.166407518067</c:v>
                </c:pt>
                <c:pt idx="2859">
                  <c:v>7959.9517779931348</c:v>
                </c:pt>
                <c:pt idx="2860">
                  <c:v>7962.7371484682026</c:v>
                </c:pt>
                <c:pt idx="2861">
                  <c:v>7965.5225189432704</c:v>
                </c:pt>
                <c:pt idx="2862">
                  <c:v>7968.3078894183382</c:v>
                </c:pt>
                <c:pt idx="2863">
                  <c:v>7971.093259893406</c:v>
                </c:pt>
                <c:pt idx="2864">
                  <c:v>7973.8786303684738</c:v>
                </c:pt>
                <c:pt idx="2865">
                  <c:v>7976.6640008435415</c:v>
                </c:pt>
                <c:pt idx="2866">
                  <c:v>7979.4493713186093</c:v>
                </c:pt>
                <c:pt idx="2867">
                  <c:v>7982.2347417936771</c:v>
                </c:pt>
                <c:pt idx="2868">
                  <c:v>7985.0201122687449</c:v>
                </c:pt>
                <c:pt idx="2869">
                  <c:v>7987.8054827438127</c:v>
                </c:pt>
                <c:pt idx="2870">
                  <c:v>7990.5908532188805</c:v>
                </c:pt>
                <c:pt idx="2871">
                  <c:v>7993.3762236939483</c:v>
                </c:pt>
                <c:pt idx="2872">
                  <c:v>7996.1615941690161</c:v>
                </c:pt>
                <c:pt idx="2873">
                  <c:v>7998.9469646440839</c:v>
                </c:pt>
                <c:pt idx="2874">
                  <c:v>8001.7323351191517</c:v>
                </c:pt>
                <c:pt idx="2875">
                  <c:v>8004.5177055942195</c:v>
                </c:pt>
                <c:pt idx="2876">
                  <c:v>8007.3030760692873</c:v>
                </c:pt>
                <c:pt idx="2877">
                  <c:v>8010.0884465443551</c:v>
                </c:pt>
                <c:pt idx="2878">
                  <c:v>8012.8738170194229</c:v>
                </c:pt>
                <c:pt idx="2879">
                  <c:v>8015.6591874944907</c:v>
                </c:pt>
                <c:pt idx="2880">
                  <c:v>8018.4445579695584</c:v>
                </c:pt>
                <c:pt idx="2881">
                  <c:v>8021.2299284446262</c:v>
                </c:pt>
                <c:pt idx="2882">
                  <c:v>8024.015298919694</c:v>
                </c:pt>
                <c:pt idx="2883">
                  <c:v>8026.8006693947618</c:v>
                </c:pt>
                <c:pt idx="2884">
                  <c:v>8029.5860398698296</c:v>
                </c:pt>
                <c:pt idx="2885">
                  <c:v>8032.3714103448974</c:v>
                </c:pt>
                <c:pt idx="2886">
                  <c:v>8035.1567808199652</c:v>
                </c:pt>
                <c:pt idx="2887">
                  <c:v>8037.942151295033</c:v>
                </c:pt>
                <c:pt idx="2888">
                  <c:v>8040.7275217701008</c:v>
                </c:pt>
                <c:pt idx="2889">
                  <c:v>8043.5128922451686</c:v>
                </c:pt>
                <c:pt idx="2890">
                  <c:v>8046.2982627202364</c:v>
                </c:pt>
                <c:pt idx="2891">
                  <c:v>8049.0836331953042</c:v>
                </c:pt>
                <c:pt idx="2892">
                  <c:v>8051.869003670372</c:v>
                </c:pt>
                <c:pt idx="2893">
                  <c:v>8054.6543741454398</c:v>
                </c:pt>
                <c:pt idx="2894">
                  <c:v>8057.4397446205076</c:v>
                </c:pt>
                <c:pt idx="2895">
                  <c:v>8060.2251150955753</c:v>
                </c:pt>
                <c:pt idx="2896">
                  <c:v>8063.0104855706431</c:v>
                </c:pt>
                <c:pt idx="2897">
                  <c:v>8065.7958560457109</c:v>
                </c:pt>
                <c:pt idx="2898">
                  <c:v>8068.5812265207787</c:v>
                </c:pt>
                <c:pt idx="2899">
                  <c:v>8071.3665969958465</c:v>
                </c:pt>
                <c:pt idx="2900">
                  <c:v>8074.1519674709143</c:v>
                </c:pt>
                <c:pt idx="2901">
                  <c:v>8076.9373379459821</c:v>
                </c:pt>
                <c:pt idx="2902">
                  <c:v>8079.7227084210499</c:v>
                </c:pt>
                <c:pt idx="2903">
                  <c:v>8082.5080788961177</c:v>
                </c:pt>
                <c:pt idx="2904">
                  <c:v>8085.2934493711855</c:v>
                </c:pt>
                <c:pt idx="2905">
                  <c:v>8088.0788198462533</c:v>
                </c:pt>
                <c:pt idx="2906">
                  <c:v>8090.8641903213211</c:v>
                </c:pt>
                <c:pt idx="2907">
                  <c:v>8093.6495607963889</c:v>
                </c:pt>
                <c:pt idx="2908">
                  <c:v>8096.4349312714567</c:v>
                </c:pt>
                <c:pt idx="2909">
                  <c:v>8099.2203017465245</c:v>
                </c:pt>
                <c:pt idx="2910">
                  <c:v>8102.0056722215922</c:v>
                </c:pt>
                <c:pt idx="2911">
                  <c:v>8104.79104269666</c:v>
                </c:pt>
                <c:pt idx="2912">
                  <c:v>8107.5764131717278</c:v>
                </c:pt>
                <c:pt idx="2913">
                  <c:v>8110.3617836467956</c:v>
                </c:pt>
                <c:pt idx="2914">
                  <c:v>8113.1471541218634</c:v>
                </c:pt>
                <c:pt idx="2915">
                  <c:v>8115.9325245969312</c:v>
                </c:pt>
                <c:pt idx="2916">
                  <c:v>8118.717895071999</c:v>
                </c:pt>
                <c:pt idx="2917">
                  <c:v>8121.5032655470668</c:v>
                </c:pt>
                <c:pt idx="2918">
                  <c:v>8124.2886360221346</c:v>
                </c:pt>
                <c:pt idx="2919">
                  <c:v>8127.0740064972024</c:v>
                </c:pt>
                <c:pt idx="2920">
                  <c:v>8129.8593769722702</c:v>
                </c:pt>
                <c:pt idx="2921">
                  <c:v>8132.644747447338</c:v>
                </c:pt>
                <c:pt idx="2922">
                  <c:v>8135.4301179224058</c:v>
                </c:pt>
                <c:pt idx="2923">
                  <c:v>8138.2154883974736</c:v>
                </c:pt>
                <c:pt idx="2924">
                  <c:v>8141.0008588725414</c:v>
                </c:pt>
                <c:pt idx="2925">
                  <c:v>8143.7862293476092</c:v>
                </c:pt>
                <c:pt idx="2926">
                  <c:v>8146.5715998226769</c:v>
                </c:pt>
                <c:pt idx="2927">
                  <c:v>8149.3569702977447</c:v>
                </c:pt>
                <c:pt idx="2928">
                  <c:v>8152.1423407728125</c:v>
                </c:pt>
                <c:pt idx="2929">
                  <c:v>8154.9277112478803</c:v>
                </c:pt>
                <c:pt idx="2930">
                  <c:v>8157.7130817229481</c:v>
                </c:pt>
                <c:pt idx="2931">
                  <c:v>8160.4984521980159</c:v>
                </c:pt>
                <c:pt idx="2932">
                  <c:v>8163.2838226730837</c:v>
                </c:pt>
                <c:pt idx="2933">
                  <c:v>8166.0691931481515</c:v>
                </c:pt>
                <c:pt idx="2934">
                  <c:v>8168.8545636232193</c:v>
                </c:pt>
                <c:pt idx="2935">
                  <c:v>8171.6399340982871</c:v>
                </c:pt>
                <c:pt idx="2936">
                  <c:v>8174.4253045733549</c:v>
                </c:pt>
                <c:pt idx="2937">
                  <c:v>8177.2106750484227</c:v>
                </c:pt>
                <c:pt idx="2938">
                  <c:v>8179.9960455234905</c:v>
                </c:pt>
                <c:pt idx="2939">
                  <c:v>8182.7814159985583</c:v>
                </c:pt>
                <c:pt idx="2940">
                  <c:v>8185.5667864736261</c:v>
                </c:pt>
                <c:pt idx="2941">
                  <c:v>8188.3521569486938</c:v>
                </c:pt>
                <c:pt idx="2942">
                  <c:v>8191.1375274237616</c:v>
                </c:pt>
                <c:pt idx="2943">
                  <c:v>8193.9228978988285</c:v>
                </c:pt>
                <c:pt idx="2944">
                  <c:v>8196.7082683738954</c:v>
                </c:pt>
                <c:pt idx="2945">
                  <c:v>8199.4936388489623</c:v>
                </c:pt>
                <c:pt idx="2946">
                  <c:v>8202.2790093240292</c:v>
                </c:pt>
                <c:pt idx="2947">
                  <c:v>8205.0643797990961</c:v>
                </c:pt>
                <c:pt idx="2948">
                  <c:v>8207.8497502741629</c:v>
                </c:pt>
                <c:pt idx="2949">
                  <c:v>8210.6351207492298</c:v>
                </c:pt>
                <c:pt idx="2950">
                  <c:v>8213.4204912242967</c:v>
                </c:pt>
                <c:pt idx="2951">
                  <c:v>8216.2058616993636</c:v>
                </c:pt>
                <c:pt idx="2952">
                  <c:v>8218.9912321744305</c:v>
                </c:pt>
                <c:pt idx="2953">
                  <c:v>8221.7766026494974</c:v>
                </c:pt>
                <c:pt idx="2954">
                  <c:v>8224.5619731245642</c:v>
                </c:pt>
                <c:pt idx="2955">
                  <c:v>8227.3473435996311</c:v>
                </c:pt>
                <c:pt idx="2956">
                  <c:v>8230.132714074698</c:v>
                </c:pt>
                <c:pt idx="2957">
                  <c:v>8232.9180845497649</c:v>
                </c:pt>
                <c:pt idx="2958">
                  <c:v>8235.7034550248318</c:v>
                </c:pt>
                <c:pt idx="2959">
                  <c:v>8238.4888254998987</c:v>
                </c:pt>
                <c:pt idx="2960">
                  <c:v>8241.2741959749656</c:v>
                </c:pt>
                <c:pt idx="2961">
                  <c:v>8244.0595664500324</c:v>
                </c:pt>
                <c:pt idx="2962">
                  <c:v>8246.8449369250993</c:v>
                </c:pt>
                <c:pt idx="2963">
                  <c:v>8249.6303074001662</c:v>
                </c:pt>
                <c:pt idx="2964">
                  <c:v>8252.4156778752331</c:v>
                </c:pt>
                <c:pt idx="2965">
                  <c:v>8255.2010483503</c:v>
                </c:pt>
                <c:pt idx="2966">
                  <c:v>8257.9864188253669</c:v>
                </c:pt>
                <c:pt idx="2967">
                  <c:v>8260.7717893004337</c:v>
                </c:pt>
                <c:pt idx="2968">
                  <c:v>8263.5571597755006</c:v>
                </c:pt>
                <c:pt idx="2969">
                  <c:v>8266.3425302505675</c:v>
                </c:pt>
                <c:pt idx="2970">
                  <c:v>8269.1279007256344</c:v>
                </c:pt>
                <c:pt idx="2971">
                  <c:v>8271.9132712007013</c:v>
                </c:pt>
                <c:pt idx="2972">
                  <c:v>8274.6986416757682</c:v>
                </c:pt>
                <c:pt idx="2973">
                  <c:v>8277.484012150835</c:v>
                </c:pt>
                <c:pt idx="2974">
                  <c:v>8280.2693826259019</c:v>
                </c:pt>
                <c:pt idx="2975">
                  <c:v>8283.0547531009688</c:v>
                </c:pt>
                <c:pt idx="2976">
                  <c:v>8285.8401235760357</c:v>
                </c:pt>
                <c:pt idx="2977">
                  <c:v>8288.6254940511026</c:v>
                </c:pt>
                <c:pt idx="2978">
                  <c:v>8291.4108645261695</c:v>
                </c:pt>
                <c:pt idx="2979">
                  <c:v>8294.1962350012363</c:v>
                </c:pt>
                <c:pt idx="2980">
                  <c:v>8296.9816054763032</c:v>
                </c:pt>
                <c:pt idx="2981">
                  <c:v>8299.7669759513701</c:v>
                </c:pt>
                <c:pt idx="2982">
                  <c:v>8302.552346426437</c:v>
                </c:pt>
                <c:pt idx="2983">
                  <c:v>8305.3377169015039</c:v>
                </c:pt>
                <c:pt idx="2984">
                  <c:v>8308.1230873765708</c:v>
                </c:pt>
                <c:pt idx="2985">
                  <c:v>8310.9084578516376</c:v>
                </c:pt>
                <c:pt idx="2986">
                  <c:v>8313.6938283267045</c:v>
                </c:pt>
                <c:pt idx="2987">
                  <c:v>8316.4791988017714</c:v>
                </c:pt>
                <c:pt idx="2988">
                  <c:v>8319.2645692768383</c:v>
                </c:pt>
                <c:pt idx="2989">
                  <c:v>8322.0499397519052</c:v>
                </c:pt>
                <c:pt idx="2990">
                  <c:v>8324.8353102269721</c:v>
                </c:pt>
                <c:pt idx="2991">
                  <c:v>8327.620680702039</c:v>
                </c:pt>
                <c:pt idx="2992">
                  <c:v>8330.4060511771058</c:v>
                </c:pt>
                <c:pt idx="2993">
                  <c:v>8333.1914216521727</c:v>
                </c:pt>
                <c:pt idx="2994">
                  <c:v>8335.9767921272396</c:v>
                </c:pt>
                <c:pt idx="2995">
                  <c:v>8338.7621626023065</c:v>
                </c:pt>
                <c:pt idx="2996">
                  <c:v>8341.5475330773734</c:v>
                </c:pt>
                <c:pt idx="2997">
                  <c:v>8344.3329035524403</c:v>
                </c:pt>
                <c:pt idx="2998">
                  <c:v>8347.1182740275071</c:v>
                </c:pt>
                <c:pt idx="2999">
                  <c:v>8349.903644502574</c:v>
                </c:pt>
                <c:pt idx="3000">
                  <c:v>8352.6890149776409</c:v>
                </c:pt>
                <c:pt idx="3001">
                  <c:v>8355.4743854527078</c:v>
                </c:pt>
                <c:pt idx="3002">
                  <c:v>8358.2597559277747</c:v>
                </c:pt>
                <c:pt idx="3003">
                  <c:v>8361.0451264028416</c:v>
                </c:pt>
                <c:pt idx="3004">
                  <c:v>8363.8304968779084</c:v>
                </c:pt>
                <c:pt idx="3005">
                  <c:v>8366.6158673529753</c:v>
                </c:pt>
                <c:pt idx="3006">
                  <c:v>8369.4012378280422</c:v>
                </c:pt>
                <c:pt idx="3007">
                  <c:v>8372.1866083031091</c:v>
                </c:pt>
                <c:pt idx="3008">
                  <c:v>8374.971978778176</c:v>
                </c:pt>
                <c:pt idx="3009">
                  <c:v>8377.7573492532429</c:v>
                </c:pt>
                <c:pt idx="3010">
                  <c:v>8380.5427197283097</c:v>
                </c:pt>
                <c:pt idx="3011">
                  <c:v>8383.3280902033766</c:v>
                </c:pt>
                <c:pt idx="3012">
                  <c:v>8386.1134606784435</c:v>
                </c:pt>
                <c:pt idx="3013">
                  <c:v>8388.8988311535104</c:v>
                </c:pt>
                <c:pt idx="3014">
                  <c:v>8391.6842016285773</c:v>
                </c:pt>
                <c:pt idx="3015">
                  <c:v>8394.4695721036442</c:v>
                </c:pt>
                <c:pt idx="3016">
                  <c:v>8397.2549425787111</c:v>
                </c:pt>
                <c:pt idx="3017">
                  <c:v>8400.0403130537779</c:v>
                </c:pt>
                <c:pt idx="3018">
                  <c:v>8402.8256835288448</c:v>
                </c:pt>
                <c:pt idx="3019">
                  <c:v>8405.6110540039117</c:v>
                </c:pt>
                <c:pt idx="3020">
                  <c:v>8408.3964244789786</c:v>
                </c:pt>
                <c:pt idx="3021">
                  <c:v>8411.1817949540455</c:v>
                </c:pt>
                <c:pt idx="3022">
                  <c:v>8413.9671654291124</c:v>
                </c:pt>
                <c:pt idx="3023">
                  <c:v>8416.7525359041792</c:v>
                </c:pt>
                <c:pt idx="3024">
                  <c:v>8419.5379063792461</c:v>
                </c:pt>
                <c:pt idx="3025">
                  <c:v>8422.323276854313</c:v>
                </c:pt>
                <c:pt idx="3026">
                  <c:v>8425.1086473293799</c:v>
                </c:pt>
                <c:pt idx="3027">
                  <c:v>8427.8940178044468</c:v>
                </c:pt>
                <c:pt idx="3028">
                  <c:v>8430.6793882795137</c:v>
                </c:pt>
                <c:pt idx="3029">
                  <c:v>8433.4647587545805</c:v>
                </c:pt>
                <c:pt idx="3030">
                  <c:v>8436.2501292296474</c:v>
                </c:pt>
                <c:pt idx="3031">
                  <c:v>8439.0354997047143</c:v>
                </c:pt>
                <c:pt idx="3032">
                  <c:v>8441.8208701797812</c:v>
                </c:pt>
                <c:pt idx="3033">
                  <c:v>8444.6062406548481</c:v>
                </c:pt>
                <c:pt idx="3034">
                  <c:v>8447.391611129915</c:v>
                </c:pt>
                <c:pt idx="3035">
                  <c:v>8450.1769816049818</c:v>
                </c:pt>
                <c:pt idx="3036">
                  <c:v>8452.9623520800487</c:v>
                </c:pt>
                <c:pt idx="3037">
                  <c:v>8455.7477225551156</c:v>
                </c:pt>
                <c:pt idx="3038">
                  <c:v>8458.5330930301825</c:v>
                </c:pt>
                <c:pt idx="3039">
                  <c:v>8461.3184635052494</c:v>
                </c:pt>
                <c:pt idx="3040">
                  <c:v>8464.1038339803163</c:v>
                </c:pt>
                <c:pt idx="3041">
                  <c:v>8466.8892044553832</c:v>
                </c:pt>
                <c:pt idx="3042">
                  <c:v>8469.67457493045</c:v>
                </c:pt>
                <c:pt idx="3043">
                  <c:v>8472.4599454055169</c:v>
                </c:pt>
                <c:pt idx="3044">
                  <c:v>8475.2453158805838</c:v>
                </c:pt>
                <c:pt idx="3045">
                  <c:v>8478.0306863556507</c:v>
                </c:pt>
                <c:pt idx="3046">
                  <c:v>8480.8160568307176</c:v>
                </c:pt>
                <c:pt idx="3047">
                  <c:v>8483.6014273057845</c:v>
                </c:pt>
                <c:pt idx="3048">
                  <c:v>8486.3867977808513</c:v>
                </c:pt>
                <c:pt idx="3049">
                  <c:v>8489.1721682559182</c:v>
                </c:pt>
                <c:pt idx="3050">
                  <c:v>8491.9575387309851</c:v>
                </c:pt>
                <c:pt idx="3051">
                  <c:v>8494.742909206052</c:v>
                </c:pt>
                <c:pt idx="3052">
                  <c:v>8497.5282796811189</c:v>
                </c:pt>
                <c:pt idx="3053">
                  <c:v>8500.3136501561858</c:v>
                </c:pt>
                <c:pt idx="3054">
                  <c:v>8503.0990206312526</c:v>
                </c:pt>
                <c:pt idx="3055">
                  <c:v>8505.8843911063195</c:v>
                </c:pt>
                <c:pt idx="3056">
                  <c:v>8508.6697615813864</c:v>
                </c:pt>
                <c:pt idx="3057">
                  <c:v>8511.4551320564533</c:v>
                </c:pt>
                <c:pt idx="3058">
                  <c:v>8514.2405025315202</c:v>
                </c:pt>
                <c:pt idx="3059">
                  <c:v>8517.0258730065871</c:v>
                </c:pt>
                <c:pt idx="3060">
                  <c:v>8519.8112434816539</c:v>
                </c:pt>
                <c:pt idx="3061">
                  <c:v>8522.5966139567208</c:v>
                </c:pt>
                <c:pt idx="3062">
                  <c:v>8525.3819844317877</c:v>
                </c:pt>
                <c:pt idx="3063">
                  <c:v>8528.1673549068546</c:v>
                </c:pt>
                <c:pt idx="3064">
                  <c:v>8530.9527253819215</c:v>
                </c:pt>
                <c:pt idx="3065">
                  <c:v>8533.7380958569884</c:v>
                </c:pt>
                <c:pt idx="3066">
                  <c:v>8536.5234663320552</c:v>
                </c:pt>
                <c:pt idx="3067">
                  <c:v>8539.3088368071221</c:v>
                </c:pt>
                <c:pt idx="3068">
                  <c:v>8542.094207282189</c:v>
                </c:pt>
                <c:pt idx="3069">
                  <c:v>8544.8795777572559</c:v>
                </c:pt>
                <c:pt idx="3070">
                  <c:v>8547.6649482323228</c:v>
                </c:pt>
                <c:pt idx="3071">
                  <c:v>8550.4503187073897</c:v>
                </c:pt>
                <c:pt idx="3072">
                  <c:v>8553.2356891824566</c:v>
                </c:pt>
                <c:pt idx="3073">
                  <c:v>8556.0210596575234</c:v>
                </c:pt>
                <c:pt idx="3074">
                  <c:v>8558.8064301325903</c:v>
                </c:pt>
                <c:pt idx="3075">
                  <c:v>8561.5918006076572</c:v>
                </c:pt>
                <c:pt idx="3076">
                  <c:v>8564.3771710827241</c:v>
                </c:pt>
                <c:pt idx="3077">
                  <c:v>8567.162541557791</c:v>
                </c:pt>
                <c:pt idx="3078">
                  <c:v>8569.9479120328579</c:v>
                </c:pt>
                <c:pt idx="3079">
                  <c:v>8572.7332825079247</c:v>
                </c:pt>
                <c:pt idx="3080">
                  <c:v>8575.5186529829916</c:v>
                </c:pt>
                <c:pt idx="3081">
                  <c:v>8578.3040234580585</c:v>
                </c:pt>
                <c:pt idx="3082">
                  <c:v>8581.0893939331254</c:v>
                </c:pt>
                <c:pt idx="3083">
                  <c:v>8583.8747644081923</c:v>
                </c:pt>
                <c:pt idx="3084">
                  <c:v>8586.6601348832592</c:v>
                </c:pt>
                <c:pt idx="3085">
                  <c:v>8589.445505358326</c:v>
                </c:pt>
                <c:pt idx="3086">
                  <c:v>8592.2308758333929</c:v>
                </c:pt>
                <c:pt idx="3087">
                  <c:v>8595.0162463084598</c:v>
                </c:pt>
                <c:pt idx="3088">
                  <c:v>8597.8016167835267</c:v>
                </c:pt>
                <c:pt idx="3089">
                  <c:v>8600.5869872585936</c:v>
                </c:pt>
                <c:pt idx="3090">
                  <c:v>8603.3723577336605</c:v>
                </c:pt>
                <c:pt idx="3091">
                  <c:v>8606.1577282087273</c:v>
                </c:pt>
                <c:pt idx="3092">
                  <c:v>8608.9430986837942</c:v>
                </c:pt>
                <c:pt idx="3093">
                  <c:v>8611.7284691588611</c:v>
                </c:pt>
                <c:pt idx="3094">
                  <c:v>8614.513839633928</c:v>
                </c:pt>
                <c:pt idx="3095">
                  <c:v>8617.2992101089949</c:v>
                </c:pt>
                <c:pt idx="3096">
                  <c:v>8620.0845805840618</c:v>
                </c:pt>
                <c:pt idx="3097">
                  <c:v>8622.8699510591287</c:v>
                </c:pt>
                <c:pt idx="3098">
                  <c:v>8625.6553215341955</c:v>
                </c:pt>
                <c:pt idx="3099">
                  <c:v>8628.4406920092624</c:v>
                </c:pt>
                <c:pt idx="3100">
                  <c:v>8631.2260624843293</c:v>
                </c:pt>
                <c:pt idx="3101">
                  <c:v>8634.0114329593962</c:v>
                </c:pt>
                <c:pt idx="3102">
                  <c:v>8636.7968034344631</c:v>
                </c:pt>
                <c:pt idx="3103">
                  <c:v>8639.58217390953</c:v>
                </c:pt>
                <c:pt idx="3104">
                  <c:v>8642.3675443845968</c:v>
                </c:pt>
                <c:pt idx="3105">
                  <c:v>8645.1529148596637</c:v>
                </c:pt>
                <c:pt idx="3106">
                  <c:v>8647.9382853347306</c:v>
                </c:pt>
                <c:pt idx="3107">
                  <c:v>8650.7236558097975</c:v>
                </c:pt>
                <c:pt idx="3108">
                  <c:v>8653.5090262848644</c:v>
                </c:pt>
                <c:pt idx="3109">
                  <c:v>8656.2943967599313</c:v>
                </c:pt>
                <c:pt idx="3110">
                  <c:v>8659.0797672349981</c:v>
                </c:pt>
                <c:pt idx="3111">
                  <c:v>8661.865137710065</c:v>
                </c:pt>
                <c:pt idx="3112">
                  <c:v>8664.6505081851319</c:v>
                </c:pt>
                <c:pt idx="3113">
                  <c:v>8667.4358786601988</c:v>
                </c:pt>
                <c:pt idx="3114">
                  <c:v>8670.2212491352657</c:v>
                </c:pt>
                <c:pt idx="3115">
                  <c:v>8673.0066196103326</c:v>
                </c:pt>
                <c:pt idx="3116">
                  <c:v>8675.7919900853994</c:v>
                </c:pt>
                <c:pt idx="3117">
                  <c:v>8678.5773605604663</c:v>
                </c:pt>
                <c:pt idx="3118">
                  <c:v>8681.3627310355332</c:v>
                </c:pt>
                <c:pt idx="3119">
                  <c:v>8684.1481015106001</c:v>
                </c:pt>
                <c:pt idx="3120">
                  <c:v>8686.933471985667</c:v>
                </c:pt>
                <c:pt idx="3121">
                  <c:v>8689.7188424607339</c:v>
                </c:pt>
                <c:pt idx="3122">
                  <c:v>8692.5042129358008</c:v>
                </c:pt>
                <c:pt idx="3123">
                  <c:v>8695.2895834108676</c:v>
                </c:pt>
                <c:pt idx="3124">
                  <c:v>8698.0749538859345</c:v>
                </c:pt>
                <c:pt idx="3125">
                  <c:v>8700.8603243610014</c:v>
                </c:pt>
                <c:pt idx="3126">
                  <c:v>8703.6456948360683</c:v>
                </c:pt>
                <c:pt idx="3127">
                  <c:v>8706.4310653111352</c:v>
                </c:pt>
                <c:pt idx="3128">
                  <c:v>8709.2164357862021</c:v>
                </c:pt>
                <c:pt idx="3129">
                  <c:v>8712.0018062612689</c:v>
                </c:pt>
                <c:pt idx="3130">
                  <c:v>8714.7871767363358</c:v>
                </c:pt>
                <c:pt idx="3131">
                  <c:v>8717.5725472114027</c:v>
                </c:pt>
                <c:pt idx="3132">
                  <c:v>8720.3579176864696</c:v>
                </c:pt>
                <c:pt idx="3133">
                  <c:v>8723.1432881615365</c:v>
                </c:pt>
                <c:pt idx="3134">
                  <c:v>8725.9286586366034</c:v>
                </c:pt>
                <c:pt idx="3135">
                  <c:v>8728.7140291116702</c:v>
                </c:pt>
                <c:pt idx="3136">
                  <c:v>8731.4993995867371</c:v>
                </c:pt>
                <c:pt idx="3137">
                  <c:v>8734.284770061804</c:v>
                </c:pt>
                <c:pt idx="3138">
                  <c:v>8737.0701405368709</c:v>
                </c:pt>
                <c:pt idx="3139">
                  <c:v>8739.8555110119378</c:v>
                </c:pt>
                <c:pt idx="3140">
                  <c:v>8742.6408814870047</c:v>
                </c:pt>
                <c:pt idx="3141">
                  <c:v>8745.4262519620715</c:v>
                </c:pt>
                <c:pt idx="3142">
                  <c:v>8748.2116224371384</c:v>
                </c:pt>
                <c:pt idx="3143">
                  <c:v>8750.9969929122053</c:v>
                </c:pt>
                <c:pt idx="3144">
                  <c:v>8753.7823633872722</c:v>
                </c:pt>
                <c:pt idx="3145">
                  <c:v>8756.5677338623391</c:v>
                </c:pt>
                <c:pt idx="3146">
                  <c:v>8759.353104337406</c:v>
                </c:pt>
                <c:pt idx="3147">
                  <c:v>8762.1384748124729</c:v>
                </c:pt>
                <c:pt idx="3148">
                  <c:v>8764.9238452875397</c:v>
                </c:pt>
                <c:pt idx="3149">
                  <c:v>8767.7092157626066</c:v>
                </c:pt>
                <c:pt idx="3150">
                  <c:v>8770.4945862376735</c:v>
                </c:pt>
                <c:pt idx="3151">
                  <c:v>8773.2799567127404</c:v>
                </c:pt>
                <c:pt idx="3152">
                  <c:v>8776.0653271878073</c:v>
                </c:pt>
                <c:pt idx="3153">
                  <c:v>8778.8506976628742</c:v>
                </c:pt>
                <c:pt idx="3154">
                  <c:v>8781.636068137941</c:v>
                </c:pt>
                <c:pt idx="3155">
                  <c:v>8784.4214386130079</c:v>
                </c:pt>
                <c:pt idx="3156">
                  <c:v>8787.2068090880748</c:v>
                </c:pt>
                <c:pt idx="3157">
                  <c:v>8789.9921795631417</c:v>
                </c:pt>
                <c:pt idx="3158">
                  <c:v>8792.7775500382086</c:v>
                </c:pt>
                <c:pt idx="3159">
                  <c:v>8795.5629205132755</c:v>
                </c:pt>
                <c:pt idx="3160">
                  <c:v>8798.3482909883423</c:v>
                </c:pt>
                <c:pt idx="3161">
                  <c:v>8801.1336614634092</c:v>
                </c:pt>
                <c:pt idx="3162">
                  <c:v>8803.9190319384761</c:v>
                </c:pt>
                <c:pt idx="3163">
                  <c:v>8806.704402413543</c:v>
                </c:pt>
                <c:pt idx="3164">
                  <c:v>8809.4897728886099</c:v>
                </c:pt>
                <c:pt idx="3165">
                  <c:v>8812.2751433636768</c:v>
                </c:pt>
                <c:pt idx="3166">
                  <c:v>8815.0605138387436</c:v>
                </c:pt>
                <c:pt idx="3167">
                  <c:v>8817.8458843138105</c:v>
                </c:pt>
                <c:pt idx="3168">
                  <c:v>8820.6312547888774</c:v>
                </c:pt>
                <c:pt idx="3169">
                  <c:v>8823.4166252639443</c:v>
                </c:pt>
                <c:pt idx="3170">
                  <c:v>8826.2019957390112</c:v>
                </c:pt>
                <c:pt idx="3171">
                  <c:v>8828.9873662140781</c:v>
                </c:pt>
                <c:pt idx="3172">
                  <c:v>8831.7727366891449</c:v>
                </c:pt>
                <c:pt idx="3173">
                  <c:v>8834.5581071642118</c:v>
                </c:pt>
                <c:pt idx="3174">
                  <c:v>8837.3434776392787</c:v>
                </c:pt>
                <c:pt idx="3175">
                  <c:v>8840.1288481143456</c:v>
                </c:pt>
                <c:pt idx="3176">
                  <c:v>8842.9142185894125</c:v>
                </c:pt>
                <c:pt idx="3177">
                  <c:v>8845.6995890644794</c:v>
                </c:pt>
                <c:pt idx="3178">
                  <c:v>8848.4849595395463</c:v>
                </c:pt>
                <c:pt idx="3179">
                  <c:v>8851.2703300146131</c:v>
                </c:pt>
                <c:pt idx="3180">
                  <c:v>8854.05570048968</c:v>
                </c:pt>
                <c:pt idx="3181">
                  <c:v>8856.8410709647469</c:v>
                </c:pt>
                <c:pt idx="3182">
                  <c:v>8859.6264414398138</c:v>
                </c:pt>
                <c:pt idx="3183">
                  <c:v>8862.4118119148807</c:v>
                </c:pt>
                <c:pt idx="3184">
                  <c:v>8865.1971823899476</c:v>
                </c:pt>
                <c:pt idx="3185">
                  <c:v>8867.9825528650144</c:v>
                </c:pt>
                <c:pt idx="3186">
                  <c:v>8870.7679233400813</c:v>
                </c:pt>
                <c:pt idx="3187">
                  <c:v>8873.5532938151482</c:v>
                </c:pt>
                <c:pt idx="3188">
                  <c:v>8876.3386642902151</c:v>
                </c:pt>
                <c:pt idx="3189">
                  <c:v>8879.124034765282</c:v>
                </c:pt>
                <c:pt idx="3190">
                  <c:v>8881.9094052403489</c:v>
                </c:pt>
                <c:pt idx="3191">
                  <c:v>8884.6947757154157</c:v>
                </c:pt>
                <c:pt idx="3192">
                  <c:v>8887.4801461904826</c:v>
                </c:pt>
                <c:pt idx="3193">
                  <c:v>8890.2655166655495</c:v>
                </c:pt>
                <c:pt idx="3194">
                  <c:v>8893.0508871406164</c:v>
                </c:pt>
                <c:pt idx="3195">
                  <c:v>8895.8362576156833</c:v>
                </c:pt>
                <c:pt idx="3196">
                  <c:v>8898.6216280907502</c:v>
                </c:pt>
                <c:pt idx="3197">
                  <c:v>8901.406998565817</c:v>
                </c:pt>
                <c:pt idx="3198">
                  <c:v>8904.1923690408839</c:v>
                </c:pt>
                <c:pt idx="3199">
                  <c:v>8906.9777395159508</c:v>
                </c:pt>
                <c:pt idx="3200">
                  <c:v>8909.7631099910177</c:v>
                </c:pt>
                <c:pt idx="3201">
                  <c:v>8912.5484804660846</c:v>
                </c:pt>
                <c:pt idx="3202">
                  <c:v>8915.3338509411515</c:v>
                </c:pt>
                <c:pt idx="3203">
                  <c:v>8918.1192214162184</c:v>
                </c:pt>
                <c:pt idx="3204">
                  <c:v>8920.9045918912852</c:v>
                </c:pt>
                <c:pt idx="3205">
                  <c:v>8923.6899623663521</c:v>
                </c:pt>
                <c:pt idx="3206">
                  <c:v>8926.475332841419</c:v>
                </c:pt>
                <c:pt idx="3207">
                  <c:v>8929.2607033164859</c:v>
                </c:pt>
                <c:pt idx="3208">
                  <c:v>8932.0460737915528</c:v>
                </c:pt>
                <c:pt idx="3209">
                  <c:v>8934.8314442666197</c:v>
                </c:pt>
                <c:pt idx="3210">
                  <c:v>8937.6168147416865</c:v>
                </c:pt>
                <c:pt idx="3211">
                  <c:v>8940.4021852167534</c:v>
                </c:pt>
                <c:pt idx="3212">
                  <c:v>8943.1875556918203</c:v>
                </c:pt>
                <c:pt idx="3213">
                  <c:v>8945.9729261668872</c:v>
                </c:pt>
                <c:pt idx="3214">
                  <c:v>8948.7582966419541</c:v>
                </c:pt>
                <c:pt idx="3215">
                  <c:v>8951.543667117021</c:v>
                </c:pt>
                <c:pt idx="3216">
                  <c:v>8954.3290375920878</c:v>
                </c:pt>
                <c:pt idx="3217">
                  <c:v>8957.1144080671547</c:v>
                </c:pt>
                <c:pt idx="3218">
                  <c:v>8959.8997785422216</c:v>
                </c:pt>
                <c:pt idx="3219">
                  <c:v>8962.6851490172885</c:v>
                </c:pt>
                <c:pt idx="3220">
                  <c:v>8965.4705194923554</c:v>
                </c:pt>
                <c:pt idx="3221">
                  <c:v>8968.2558899674223</c:v>
                </c:pt>
                <c:pt idx="3222">
                  <c:v>8971.0412604424891</c:v>
                </c:pt>
                <c:pt idx="3223">
                  <c:v>8973.826630917556</c:v>
                </c:pt>
                <c:pt idx="3224">
                  <c:v>8976.6120013926229</c:v>
                </c:pt>
                <c:pt idx="3225">
                  <c:v>8979.3973718676898</c:v>
                </c:pt>
                <c:pt idx="3226">
                  <c:v>8982.1827423427567</c:v>
                </c:pt>
                <c:pt idx="3227">
                  <c:v>8984.9681128178236</c:v>
                </c:pt>
                <c:pt idx="3228">
                  <c:v>8987.7534832928905</c:v>
                </c:pt>
                <c:pt idx="3229">
                  <c:v>8990.5388537679573</c:v>
                </c:pt>
                <c:pt idx="3230">
                  <c:v>8993.3242242430242</c:v>
                </c:pt>
                <c:pt idx="3231">
                  <c:v>8996.1095947180911</c:v>
                </c:pt>
                <c:pt idx="3232">
                  <c:v>8998.894965193158</c:v>
                </c:pt>
                <c:pt idx="3233">
                  <c:v>9001.6803356682249</c:v>
                </c:pt>
                <c:pt idx="3234">
                  <c:v>9004.4657061432918</c:v>
                </c:pt>
                <c:pt idx="3235">
                  <c:v>9007.2510766183586</c:v>
                </c:pt>
                <c:pt idx="3236">
                  <c:v>9010.0364470934255</c:v>
                </c:pt>
                <c:pt idx="3237">
                  <c:v>9012.8218175684924</c:v>
                </c:pt>
                <c:pt idx="3238">
                  <c:v>9015.6071880435593</c:v>
                </c:pt>
                <c:pt idx="3239">
                  <c:v>9018.3925585186262</c:v>
                </c:pt>
                <c:pt idx="3240">
                  <c:v>9021.1779289936931</c:v>
                </c:pt>
                <c:pt idx="3241">
                  <c:v>9023.9632994687599</c:v>
                </c:pt>
                <c:pt idx="3242">
                  <c:v>9026.7486699438268</c:v>
                </c:pt>
                <c:pt idx="3243">
                  <c:v>9029.5340404188937</c:v>
                </c:pt>
                <c:pt idx="3244">
                  <c:v>9032.3194108939606</c:v>
                </c:pt>
                <c:pt idx="3245">
                  <c:v>9035.1047813690275</c:v>
                </c:pt>
                <c:pt idx="3246">
                  <c:v>9037.8901518440944</c:v>
                </c:pt>
                <c:pt idx="3247">
                  <c:v>9040.6755223191612</c:v>
                </c:pt>
                <c:pt idx="3248">
                  <c:v>9043.4608927942281</c:v>
                </c:pt>
                <c:pt idx="3249">
                  <c:v>9046.246263269295</c:v>
                </c:pt>
                <c:pt idx="3250">
                  <c:v>9049.0316337443619</c:v>
                </c:pt>
                <c:pt idx="3251">
                  <c:v>9051.8170042194288</c:v>
                </c:pt>
                <c:pt idx="3252">
                  <c:v>9054.6023746944957</c:v>
                </c:pt>
                <c:pt idx="3253">
                  <c:v>9057.3877451695625</c:v>
                </c:pt>
                <c:pt idx="3254">
                  <c:v>9060.1731156446294</c:v>
                </c:pt>
                <c:pt idx="3255">
                  <c:v>9062.9584861196963</c:v>
                </c:pt>
                <c:pt idx="3256">
                  <c:v>9065.7438565947632</c:v>
                </c:pt>
                <c:pt idx="3257">
                  <c:v>9068.5292270698301</c:v>
                </c:pt>
                <c:pt idx="3258">
                  <c:v>9071.314597544897</c:v>
                </c:pt>
                <c:pt idx="3259">
                  <c:v>9074.0999680199639</c:v>
                </c:pt>
                <c:pt idx="3260">
                  <c:v>9076.8853384950307</c:v>
                </c:pt>
                <c:pt idx="3261">
                  <c:v>9079.6707089700976</c:v>
                </c:pt>
                <c:pt idx="3262">
                  <c:v>9082.4560794451645</c:v>
                </c:pt>
                <c:pt idx="3263">
                  <c:v>9085.2414499202314</c:v>
                </c:pt>
                <c:pt idx="3264">
                  <c:v>9088.0268203952983</c:v>
                </c:pt>
                <c:pt idx="3265">
                  <c:v>9090.8121908703652</c:v>
                </c:pt>
                <c:pt idx="3266">
                  <c:v>9093.597561345432</c:v>
                </c:pt>
                <c:pt idx="3267">
                  <c:v>9096.3829318204989</c:v>
                </c:pt>
                <c:pt idx="3268">
                  <c:v>9099.1683022955658</c:v>
                </c:pt>
                <c:pt idx="3269">
                  <c:v>9101.9536727706327</c:v>
                </c:pt>
                <c:pt idx="3270">
                  <c:v>9104.7390432456996</c:v>
                </c:pt>
                <c:pt idx="3271">
                  <c:v>9107.5244137207665</c:v>
                </c:pt>
                <c:pt idx="3272">
                  <c:v>9110.3097841958333</c:v>
                </c:pt>
                <c:pt idx="3273">
                  <c:v>9113.0951546709002</c:v>
                </c:pt>
                <c:pt idx="3274">
                  <c:v>9115.8805251459671</c:v>
                </c:pt>
                <c:pt idx="3275">
                  <c:v>9118.665895621034</c:v>
                </c:pt>
                <c:pt idx="3276">
                  <c:v>9121.4512660961009</c:v>
                </c:pt>
                <c:pt idx="3277">
                  <c:v>9124.2366365711678</c:v>
                </c:pt>
                <c:pt idx="3278">
                  <c:v>9127.0220070462346</c:v>
                </c:pt>
                <c:pt idx="3279">
                  <c:v>9129.8073775213015</c:v>
                </c:pt>
                <c:pt idx="3280">
                  <c:v>9132.5927479963684</c:v>
                </c:pt>
                <c:pt idx="3281">
                  <c:v>9135.3781184714353</c:v>
                </c:pt>
                <c:pt idx="3282">
                  <c:v>9138.1634889465022</c:v>
                </c:pt>
                <c:pt idx="3283">
                  <c:v>9140.9488594215691</c:v>
                </c:pt>
                <c:pt idx="3284">
                  <c:v>9143.734229896636</c:v>
                </c:pt>
                <c:pt idx="3285">
                  <c:v>9146.5196003717028</c:v>
                </c:pt>
                <c:pt idx="3286">
                  <c:v>9149.3049708467697</c:v>
                </c:pt>
                <c:pt idx="3287">
                  <c:v>9152.0903413218366</c:v>
                </c:pt>
                <c:pt idx="3288">
                  <c:v>9154.8757117969035</c:v>
                </c:pt>
                <c:pt idx="3289">
                  <c:v>9157.6610822719704</c:v>
                </c:pt>
                <c:pt idx="3290">
                  <c:v>9160.4464527470373</c:v>
                </c:pt>
                <c:pt idx="3291">
                  <c:v>9163.2318232221041</c:v>
                </c:pt>
                <c:pt idx="3292">
                  <c:v>9166.017193697171</c:v>
                </c:pt>
                <c:pt idx="3293">
                  <c:v>9168.8025641722379</c:v>
                </c:pt>
                <c:pt idx="3294">
                  <c:v>9171.5879346473048</c:v>
                </c:pt>
                <c:pt idx="3295">
                  <c:v>9174.3733051223717</c:v>
                </c:pt>
                <c:pt idx="3296">
                  <c:v>9177.1586755974386</c:v>
                </c:pt>
                <c:pt idx="3297">
                  <c:v>9179.9440460725054</c:v>
                </c:pt>
                <c:pt idx="3298">
                  <c:v>9182.7294165475723</c:v>
                </c:pt>
                <c:pt idx="3299">
                  <c:v>9185.5147870226392</c:v>
                </c:pt>
                <c:pt idx="3300">
                  <c:v>9188.3001574977061</c:v>
                </c:pt>
                <c:pt idx="3301">
                  <c:v>9191.085527972773</c:v>
                </c:pt>
                <c:pt idx="3302">
                  <c:v>9193.8708984478399</c:v>
                </c:pt>
                <c:pt idx="3303">
                  <c:v>9196.6562689229067</c:v>
                </c:pt>
                <c:pt idx="3304">
                  <c:v>9199.4416393979736</c:v>
                </c:pt>
                <c:pt idx="3305">
                  <c:v>9202.2270098730405</c:v>
                </c:pt>
                <c:pt idx="3306">
                  <c:v>9205.0123803481074</c:v>
                </c:pt>
                <c:pt idx="3307">
                  <c:v>9207.7977508231743</c:v>
                </c:pt>
                <c:pt idx="3308">
                  <c:v>9210.5831212982412</c:v>
                </c:pt>
                <c:pt idx="3309">
                  <c:v>9213.3684917733081</c:v>
                </c:pt>
                <c:pt idx="3310">
                  <c:v>9216.1538622483749</c:v>
                </c:pt>
                <c:pt idx="3311">
                  <c:v>9218.9392327234418</c:v>
                </c:pt>
                <c:pt idx="3312">
                  <c:v>9221.7246031985087</c:v>
                </c:pt>
                <c:pt idx="3313">
                  <c:v>9224.5099736735756</c:v>
                </c:pt>
                <c:pt idx="3314">
                  <c:v>9227.2953441486425</c:v>
                </c:pt>
                <c:pt idx="3315">
                  <c:v>9230.0807146237094</c:v>
                </c:pt>
                <c:pt idx="3316">
                  <c:v>9232.8660850987762</c:v>
                </c:pt>
                <c:pt idx="3317">
                  <c:v>9235.6514555738431</c:v>
                </c:pt>
                <c:pt idx="3318">
                  <c:v>9238.43682604891</c:v>
                </c:pt>
                <c:pt idx="3319">
                  <c:v>9241.2221965239769</c:v>
                </c:pt>
                <c:pt idx="3320">
                  <c:v>9244.0075669990438</c:v>
                </c:pt>
                <c:pt idx="3321">
                  <c:v>9246.7929374741107</c:v>
                </c:pt>
                <c:pt idx="3322">
                  <c:v>9249.5783079491775</c:v>
                </c:pt>
                <c:pt idx="3323">
                  <c:v>9252.3636784242444</c:v>
                </c:pt>
                <c:pt idx="3324">
                  <c:v>9255.1490488993113</c:v>
                </c:pt>
                <c:pt idx="3325">
                  <c:v>9257.9344193743782</c:v>
                </c:pt>
                <c:pt idx="3326">
                  <c:v>9260.7197898494451</c:v>
                </c:pt>
                <c:pt idx="3327">
                  <c:v>9263.505160324512</c:v>
                </c:pt>
                <c:pt idx="3328">
                  <c:v>9266.2905307995788</c:v>
                </c:pt>
                <c:pt idx="3329">
                  <c:v>9269.0759012746457</c:v>
                </c:pt>
                <c:pt idx="3330">
                  <c:v>9271.8612717497126</c:v>
                </c:pt>
                <c:pt idx="3331">
                  <c:v>9274.6466422247795</c:v>
                </c:pt>
                <c:pt idx="3332">
                  <c:v>9277.4320126998464</c:v>
                </c:pt>
                <c:pt idx="3333">
                  <c:v>9280.2173831749133</c:v>
                </c:pt>
                <c:pt idx="3334">
                  <c:v>9283.0027536499801</c:v>
                </c:pt>
                <c:pt idx="3335">
                  <c:v>9285.788124125047</c:v>
                </c:pt>
                <c:pt idx="3336">
                  <c:v>9288.5734946001139</c:v>
                </c:pt>
                <c:pt idx="3337">
                  <c:v>9291.3588650751808</c:v>
                </c:pt>
                <c:pt idx="3338">
                  <c:v>9294.1442355502477</c:v>
                </c:pt>
                <c:pt idx="3339">
                  <c:v>9296.9296060253146</c:v>
                </c:pt>
                <c:pt idx="3340">
                  <c:v>9299.7149765003815</c:v>
                </c:pt>
                <c:pt idx="3341">
                  <c:v>9302.5003469754483</c:v>
                </c:pt>
                <c:pt idx="3342">
                  <c:v>9305.2857174505152</c:v>
                </c:pt>
                <c:pt idx="3343">
                  <c:v>9308.0710879255821</c:v>
                </c:pt>
                <c:pt idx="3344">
                  <c:v>9310.856458400649</c:v>
                </c:pt>
                <c:pt idx="3345">
                  <c:v>9313.6418288757159</c:v>
                </c:pt>
                <c:pt idx="3346">
                  <c:v>9316.4271993507828</c:v>
                </c:pt>
                <c:pt idx="3347">
                  <c:v>9319.2125698258496</c:v>
                </c:pt>
                <c:pt idx="3348">
                  <c:v>9321.9979403009165</c:v>
                </c:pt>
                <c:pt idx="3349">
                  <c:v>9324.7833107759834</c:v>
                </c:pt>
                <c:pt idx="3350">
                  <c:v>9327.5686812510503</c:v>
                </c:pt>
                <c:pt idx="3351">
                  <c:v>9330.3540517261172</c:v>
                </c:pt>
                <c:pt idx="3352">
                  <c:v>9333.1394222011841</c:v>
                </c:pt>
                <c:pt idx="3353">
                  <c:v>9335.9247926762509</c:v>
                </c:pt>
                <c:pt idx="3354">
                  <c:v>9338.7101631513178</c:v>
                </c:pt>
                <c:pt idx="3355">
                  <c:v>9341.4955336263847</c:v>
                </c:pt>
                <c:pt idx="3356">
                  <c:v>9344.2809041014516</c:v>
                </c:pt>
                <c:pt idx="3357">
                  <c:v>9347.0662745765185</c:v>
                </c:pt>
                <c:pt idx="3358">
                  <c:v>9349.8516450515854</c:v>
                </c:pt>
                <c:pt idx="3359">
                  <c:v>9352.6370155266522</c:v>
                </c:pt>
                <c:pt idx="3360">
                  <c:v>9355.4223860017191</c:v>
                </c:pt>
                <c:pt idx="3361">
                  <c:v>9358.207756476786</c:v>
                </c:pt>
                <c:pt idx="3362">
                  <c:v>9360.9931269518529</c:v>
                </c:pt>
                <c:pt idx="3363">
                  <c:v>9363.7784974269198</c:v>
                </c:pt>
                <c:pt idx="3364">
                  <c:v>9366.5638679019867</c:v>
                </c:pt>
                <c:pt idx="3365">
                  <c:v>9369.3492383770536</c:v>
                </c:pt>
                <c:pt idx="3366">
                  <c:v>9372.1346088521204</c:v>
                </c:pt>
                <c:pt idx="3367">
                  <c:v>9374.9199793271873</c:v>
                </c:pt>
                <c:pt idx="3368">
                  <c:v>9377.7053498022542</c:v>
                </c:pt>
                <c:pt idx="3369">
                  <c:v>9380.4907202773211</c:v>
                </c:pt>
                <c:pt idx="3370">
                  <c:v>9383.276090752388</c:v>
                </c:pt>
                <c:pt idx="3371">
                  <c:v>9386.0614612274549</c:v>
                </c:pt>
                <c:pt idx="3372">
                  <c:v>9388.8468317025217</c:v>
                </c:pt>
                <c:pt idx="3373">
                  <c:v>9391.6322021775886</c:v>
                </c:pt>
                <c:pt idx="3374">
                  <c:v>9394.4175726526555</c:v>
                </c:pt>
                <c:pt idx="3375">
                  <c:v>9397.2029431277224</c:v>
                </c:pt>
                <c:pt idx="3376">
                  <c:v>9399.9883136027893</c:v>
                </c:pt>
                <c:pt idx="3377">
                  <c:v>9402.7736840778562</c:v>
                </c:pt>
                <c:pt idx="3378">
                  <c:v>9405.559054552923</c:v>
                </c:pt>
                <c:pt idx="3379">
                  <c:v>9408.3444250279899</c:v>
                </c:pt>
                <c:pt idx="3380">
                  <c:v>9411.1297955030568</c:v>
                </c:pt>
                <c:pt idx="3381">
                  <c:v>9413.9151659781237</c:v>
                </c:pt>
                <c:pt idx="3382">
                  <c:v>9416.7005364531906</c:v>
                </c:pt>
                <c:pt idx="3383">
                  <c:v>9419.4859069282575</c:v>
                </c:pt>
                <c:pt idx="3384">
                  <c:v>9422.2712774033243</c:v>
                </c:pt>
                <c:pt idx="3385">
                  <c:v>9425.0566478783912</c:v>
                </c:pt>
                <c:pt idx="3386">
                  <c:v>9427.8420183534581</c:v>
                </c:pt>
                <c:pt idx="3387">
                  <c:v>9430.627388828525</c:v>
                </c:pt>
                <c:pt idx="3388">
                  <c:v>9433.4127593035919</c:v>
                </c:pt>
                <c:pt idx="3389">
                  <c:v>9436.1981297786588</c:v>
                </c:pt>
                <c:pt idx="3390">
                  <c:v>9438.9835002537257</c:v>
                </c:pt>
                <c:pt idx="3391">
                  <c:v>9441.7688707287925</c:v>
                </c:pt>
                <c:pt idx="3392">
                  <c:v>9444.5542412038594</c:v>
                </c:pt>
                <c:pt idx="3393">
                  <c:v>9447.3396116789263</c:v>
                </c:pt>
                <c:pt idx="3394">
                  <c:v>9450.1249821539932</c:v>
                </c:pt>
                <c:pt idx="3395">
                  <c:v>9452.9103526290601</c:v>
                </c:pt>
                <c:pt idx="3396">
                  <c:v>9455.695723104127</c:v>
                </c:pt>
                <c:pt idx="3397">
                  <c:v>9458.4810935791938</c:v>
                </c:pt>
                <c:pt idx="3398">
                  <c:v>9461.2664640542607</c:v>
                </c:pt>
                <c:pt idx="3399">
                  <c:v>9464.0518345293276</c:v>
                </c:pt>
                <c:pt idx="3400">
                  <c:v>9466.8372050043945</c:v>
                </c:pt>
                <c:pt idx="3401">
                  <c:v>9469.6225754794614</c:v>
                </c:pt>
                <c:pt idx="3402">
                  <c:v>9472.4079459545283</c:v>
                </c:pt>
                <c:pt idx="3403">
                  <c:v>9475.1933164295951</c:v>
                </c:pt>
                <c:pt idx="3404">
                  <c:v>9477.978686904662</c:v>
                </c:pt>
                <c:pt idx="3405">
                  <c:v>9480.7640573797289</c:v>
                </c:pt>
                <c:pt idx="3406">
                  <c:v>9483.5494278547958</c:v>
                </c:pt>
                <c:pt idx="3407">
                  <c:v>9486.3347983298627</c:v>
                </c:pt>
                <c:pt idx="3408">
                  <c:v>9489.1201688049296</c:v>
                </c:pt>
                <c:pt idx="3409">
                  <c:v>9491.9055392799964</c:v>
                </c:pt>
                <c:pt idx="3410">
                  <c:v>9494.6909097550633</c:v>
                </c:pt>
                <c:pt idx="3411">
                  <c:v>9497.4762802301302</c:v>
                </c:pt>
                <c:pt idx="3412">
                  <c:v>9500.2616507051971</c:v>
                </c:pt>
                <c:pt idx="3413">
                  <c:v>9503.047021180264</c:v>
                </c:pt>
                <c:pt idx="3414">
                  <c:v>9505.8323916553309</c:v>
                </c:pt>
                <c:pt idx="3415">
                  <c:v>9508.6177621303978</c:v>
                </c:pt>
                <c:pt idx="3416">
                  <c:v>9511.4031326054646</c:v>
                </c:pt>
                <c:pt idx="3417">
                  <c:v>9514.1885030805315</c:v>
                </c:pt>
                <c:pt idx="3418">
                  <c:v>9516.9738735555984</c:v>
                </c:pt>
                <c:pt idx="3419">
                  <c:v>9519.7592440306653</c:v>
                </c:pt>
                <c:pt idx="3420">
                  <c:v>9522.5446145057322</c:v>
                </c:pt>
                <c:pt idx="3421">
                  <c:v>9525.3299849807991</c:v>
                </c:pt>
                <c:pt idx="3422">
                  <c:v>9528.1153554558659</c:v>
                </c:pt>
                <c:pt idx="3423">
                  <c:v>9530.9007259309328</c:v>
                </c:pt>
                <c:pt idx="3424">
                  <c:v>9533.6860964059997</c:v>
                </c:pt>
                <c:pt idx="3425">
                  <c:v>9536.4714668810666</c:v>
                </c:pt>
                <c:pt idx="3426">
                  <c:v>9539.2568373561335</c:v>
                </c:pt>
                <c:pt idx="3427">
                  <c:v>9542.0422078312004</c:v>
                </c:pt>
                <c:pt idx="3428">
                  <c:v>9544.8275783062672</c:v>
                </c:pt>
                <c:pt idx="3429">
                  <c:v>9547.6129487813341</c:v>
                </c:pt>
                <c:pt idx="3430">
                  <c:v>9550.398319256401</c:v>
                </c:pt>
                <c:pt idx="3431">
                  <c:v>9553.1836897314679</c:v>
                </c:pt>
                <c:pt idx="3432">
                  <c:v>9555.9690602065348</c:v>
                </c:pt>
                <c:pt idx="3433">
                  <c:v>9558.7544306816017</c:v>
                </c:pt>
                <c:pt idx="3434">
                  <c:v>9561.5398011566685</c:v>
                </c:pt>
                <c:pt idx="3435">
                  <c:v>9564.3251716317354</c:v>
                </c:pt>
                <c:pt idx="3436">
                  <c:v>9567.1105421068023</c:v>
                </c:pt>
                <c:pt idx="3437">
                  <c:v>9569.8959125818692</c:v>
                </c:pt>
                <c:pt idx="3438">
                  <c:v>9572.6812830569361</c:v>
                </c:pt>
                <c:pt idx="3439">
                  <c:v>9575.466653532003</c:v>
                </c:pt>
                <c:pt idx="3440">
                  <c:v>9578.2520240070698</c:v>
                </c:pt>
                <c:pt idx="3441">
                  <c:v>9581.0373944821367</c:v>
                </c:pt>
                <c:pt idx="3442">
                  <c:v>9583.8227649572036</c:v>
                </c:pt>
                <c:pt idx="3443">
                  <c:v>9586.6081354322705</c:v>
                </c:pt>
                <c:pt idx="3444">
                  <c:v>9589.3935059073374</c:v>
                </c:pt>
                <c:pt idx="3445">
                  <c:v>9592.1788763824043</c:v>
                </c:pt>
                <c:pt idx="3446">
                  <c:v>9594.9642468574712</c:v>
                </c:pt>
                <c:pt idx="3447">
                  <c:v>9597.749617332538</c:v>
                </c:pt>
                <c:pt idx="3448">
                  <c:v>9600.5349878076049</c:v>
                </c:pt>
                <c:pt idx="3449">
                  <c:v>9603.3203582826718</c:v>
                </c:pt>
                <c:pt idx="3450">
                  <c:v>9606.1057287577387</c:v>
                </c:pt>
                <c:pt idx="3451">
                  <c:v>9608.8910992328056</c:v>
                </c:pt>
                <c:pt idx="3452">
                  <c:v>9611.6764697078725</c:v>
                </c:pt>
                <c:pt idx="3453">
                  <c:v>9614.4618401829393</c:v>
                </c:pt>
                <c:pt idx="3454">
                  <c:v>9617.2472106580062</c:v>
                </c:pt>
                <c:pt idx="3455">
                  <c:v>9620.0325811330731</c:v>
                </c:pt>
                <c:pt idx="3456">
                  <c:v>9622.81795160814</c:v>
                </c:pt>
                <c:pt idx="3457">
                  <c:v>9625.6033220832069</c:v>
                </c:pt>
                <c:pt idx="3458">
                  <c:v>9628.3886925582738</c:v>
                </c:pt>
                <c:pt idx="3459">
                  <c:v>9631.1740630333406</c:v>
                </c:pt>
                <c:pt idx="3460">
                  <c:v>9633.9594335084075</c:v>
                </c:pt>
                <c:pt idx="3461">
                  <c:v>9636.7448039834744</c:v>
                </c:pt>
                <c:pt idx="3462">
                  <c:v>9639.5301744585413</c:v>
                </c:pt>
                <c:pt idx="3463">
                  <c:v>9642.3155449336082</c:v>
                </c:pt>
                <c:pt idx="3464">
                  <c:v>9645.1009154086751</c:v>
                </c:pt>
                <c:pt idx="3465">
                  <c:v>9647.8862858837419</c:v>
                </c:pt>
                <c:pt idx="3466">
                  <c:v>9650.6716563588088</c:v>
                </c:pt>
                <c:pt idx="3467">
                  <c:v>9653.4570268338757</c:v>
                </c:pt>
                <c:pt idx="3468">
                  <c:v>9656.2423973089426</c:v>
                </c:pt>
                <c:pt idx="3469">
                  <c:v>9659.0277677840095</c:v>
                </c:pt>
                <c:pt idx="3470">
                  <c:v>9661.8131382590764</c:v>
                </c:pt>
                <c:pt idx="3471">
                  <c:v>9664.5985087341433</c:v>
                </c:pt>
                <c:pt idx="3472">
                  <c:v>9667.3838792092101</c:v>
                </c:pt>
                <c:pt idx="3473">
                  <c:v>9670.169249684277</c:v>
                </c:pt>
                <c:pt idx="3474">
                  <c:v>9672.9546201593439</c:v>
                </c:pt>
                <c:pt idx="3475">
                  <c:v>9675.7399906344108</c:v>
                </c:pt>
                <c:pt idx="3476">
                  <c:v>9678.5253611094777</c:v>
                </c:pt>
                <c:pt idx="3477">
                  <c:v>9681.3107315845446</c:v>
                </c:pt>
                <c:pt idx="3478">
                  <c:v>9684.0961020596114</c:v>
                </c:pt>
                <c:pt idx="3479">
                  <c:v>9686.8814725346783</c:v>
                </c:pt>
                <c:pt idx="3480">
                  <c:v>9689.6668430097452</c:v>
                </c:pt>
                <c:pt idx="3481">
                  <c:v>9692.4522134848121</c:v>
                </c:pt>
                <c:pt idx="3482">
                  <c:v>9695.237583959879</c:v>
                </c:pt>
                <c:pt idx="3483">
                  <c:v>9698.0229544349459</c:v>
                </c:pt>
                <c:pt idx="3484">
                  <c:v>9700.8083249100127</c:v>
                </c:pt>
                <c:pt idx="3485">
                  <c:v>9703.5936953850796</c:v>
                </c:pt>
                <c:pt idx="3486">
                  <c:v>9706.3790658601465</c:v>
                </c:pt>
                <c:pt idx="3487">
                  <c:v>9709.1644363352134</c:v>
                </c:pt>
                <c:pt idx="3488">
                  <c:v>9711.9498068102803</c:v>
                </c:pt>
                <c:pt idx="3489">
                  <c:v>9714.7351772853472</c:v>
                </c:pt>
                <c:pt idx="3490">
                  <c:v>9717.520547760414</c:v>
                </c:pt>
                <c:pt idx="3491">
                  <c:v>9720.3059182354809</c:v>
                </c:pt>
                <c:pt idx="3492">
                  <c:v>9723.0912887105478</c:v>
                </c:pt>
                <c:pt idx="3493">
                  <c:v>9725.8766591856147</c:v>
                </c:pt>
                <c:pt idx="3494">
                  <c:v>9728.6620296606816</c:v>
                </c:pt>
                <c:pt idx="3495">
                  <c:v>9731.4474001357485</c:v>
                </c:pt>
                <c:pt idx="3496">
                  <c:v>9734.2327706108154</c:v>
                </c:pt>
                <c:pt idx="3497">
                  <c:v>9737.0181410858822</c:v>
                </c:pt>
                <c:pt idx="3498">
                  <c:v>9739.8035115609491</c:v>
                </c:pt>
                <c:pt idx="3499">
                  <c:v>9742.588882036016</c:v>
                </c:pt>
                <c:pt idx="3500">
                  <c:v>9745.3742525110829</c:v>
                </c:pt>
                <c:pt idx="3501">
                  <c:v>9748.1596229861498</c:v>
                </c:pt>
                <c:pt idx="3502">
                  <c:v>9750.9449934612167</c:v>
                </c:pt>
                <c:pt idx="3503">
                  <c:v>9753.7303639362835</c:v>
                </c:pt>
                <c:pt idx="3504">
                  <c:v>9756.5157344113504</c:v>
                </c:pt>
                <c:pt idx="3505">
                  <c:v>9759.3011048864173</c:v>
                </c:pt>
                <c:pt idx="3506">
                  <c:v>9762.0864753614842</c:v>
                </c:pt>
                <c:pt idx="3507">
                  <c:v>9764.8718458365511</c:v>
                </c:pt>
                <c:pt idx="3508">
                  <c:v>9767.657216311618</c:v>
                </c:pt>
                <c:pt idx="3509">
                  <c:v>9770.4425867866848</c:v>
                </c:pt>
                <c:pt idx="3510">
                  <c:v>9773.2279572617517</c:v>
                </c:pt>
                <c:pt idx="3511">
                  <c:v>9776.0133277368186</c:v>
                </c:pt>
                <c:pt idx="3512">
                  <c:v>9778.7986982118855</c:v>
                </c:pt>
                <c:pt idx="3513">
                  <c:v>9781.5840686869524</c:v>
                </c:pt>
                <c:pt idx="3514">
                  <c:v>9784.3694391620193</c:v>
                </c:pt>
                <c:pt idx="3515">
                  <c:v>9787.1548096370861</c:v>
                </c:pt>
                <c:pt idx="3516">
                  <c:v>9789.940180112153</c:v>
                </c:pt>
                <c:pt idx="3517">
                  <c:v>9792.7255505872199</c:v>
                </c:pt>
                <c:pt idx="3518">
                  <c:v>9795.5109210622868</c:v>
                </c:pt>
                <c:pt idx="3519">
                  <c:v>9798.2962915373537</c:v>
                </c:pt>
                <c:pt idx="3520">
                  <c:v>9801.0816620124206</c:v>
                </c:pt>
                <c:pt idx="3521">
                  <c:v>9803.8670324874874</c:v>
                </c:pt>
                <c:pt idx="3522">
                  <c:v>9806.6524029625543</c:v>
                </c:pt>
                <c:pt idx="3523">
                  <c:v>9809.4377734376212</c:v>
                </c:pt>
                <c:pt idx="3524">
                  <c:v>9812.2231439126881</c:v>
                </c:pt>
                <c:pt idx="3525">
                  <c:v>9815.008514387755</c:v>
                </c:pt>
                <c:pt idx="3526">
                  <c:v>9817.7938848628219</c:v>
                </c:pt>
                <c:pt idx="3527">
                  <c:v>9820.5792553378888</c:v>
                </c:pt>
                <c:pt idx="3528">
                  <c:v>9823.3646258129556</c:v>
                </c:pt>
                <c:pt idx="3529">
                  <c:v>9826.1499962880225</c:v>
                </c:pt>
                <c:pt idx="3530">
                  <c:v>9828.9353667630894</c:v>
                </c:pt>
                <c:pt idx="3531">
                  <c:v>9831.7207372381563</c:v>
                </c:pt>
                <c:pt idx="3532">
                  <c:v>9834.5061077132232</c:v>
                </c:pt>
                <c:pt idx="3533">
                  <c:v>9837.2914781882901</c:v>
                </c:pt>
                <c:pt idx="3534">
                  <c:v>9840.0768486633569</c:v>
                </c:pt>
                <c:pt idx="3535">
                  <c:v>9842.8622191384238</c:v>
                </c:pt>
                <c:pt idx="3536">
                  <c:v>9845.6475896134907</c:v>
                </c:pt>
                <c:pt idx="3537">
                  <c:v>9848.4329600885576</c:v>
                </c:pt>
                <c:pt idx="3538">
                  <c:v>9851.2183305636245</c:v>
                </c:pt>
                <c:pt idx="3539">
                  <c:v>9854.0037010386914</c:v>
                </c:pt>
                <c:pt idx="3540">
                  <c:v>9856.7890715137582</c:v>
                </c:pt>
                <c:pt idx="3541">
                  <c:v>9859.5744419888251</c:v>
                </c:pt>
                <c:pt idx="3542">
                  <c:v>9862.359812463892</c:v>
                </c:pt>
                <c:pt idx="3543">
                  <c:v>9865.1451829389589</c:v>
                </c:pt>
                <c:pt idx="3544">
                  <c:v>9867.9305534140258</c:v>
                </c:pt>
                <c:pt idx="3545">
                  <c:v>9870.7159238890927</c:v>
                </c:pt>
                <c:pt idx="3546">
                  <c:v>9873.5012943641595</c:v>
                </c:pt>
                <c:pt idx="3547">
                  <c:v>9876.2866648392264</c:v>
                </c:pt>
                <c:pt idx="3548">
                  <c:v>9879.0720353142933</c:v>
                </c:pt>
                <c:pt idx="3549">
                  <c:v>9881.8574057893602</c:v>
                </c:pt>
                <c:pt idx="3550">
                  <c:v>9884.6427762644271</c:v>
                </c:pt>
                <c:pt idx="3551">
                  <c:v>9887.428146739494</c:v>
                </c:pt>
                <c:pt idx="3552">
                  <c:v>9890.2135172145609</c:v>
                </c:pt>
                <c:pt idx="3553">
                  <c:v>9892.9988876896277</c:v>
                </c:pt>
                <c:pt idx="3554">
                  <c:v>9895.7842581646946</c:v>
                </c:pt>
                <c:pt idx="3555">
                  <c:v>9898.5696286397615</c:v>
                </c:pt>
                <c:pt idx="3556">
                  <c:v>9901.3549991148284</c:v>
                </c:pt>
                <c:pt idx="3557">
                  <c:v>9904.1403695898953</c:v>
                </c:pt>
                <c:pt idx="3558">
                  <c:v>9906.9257400649622</c:v>
                </c:pt>
                <c:pt idx="3559">
                  <c:v>9909.711110540029</c:v>
                </c:pt>
                <c:pt idx="3560">
                  <c:v>9912.4964810150959</c:v>
                </c:pt>
                <c:pt idx="3561">
                  <c:v>9915.2818514901628</c:v>
                </c:pt>
                <c:pt idx="3562">
                  <c:v>9918.0672219652297</c:v>
                </c:pt>
                <c:pt idx="3563">
                  <c:v>9920.8525924402966</c:v>
                </c:pt>
                <c:pt idx="3564">
                  <c:v>9923.6379629153635</c:v>
                </c:pt>
                <c:pt idx="3565">
                  <c:v>9926.4233333904303</c:v>
                </c:pt>
                <c:pt idx="3566">
                  <c:v>9929.2087038654972</c:v>
                </c:pt>
                <c:pt idx="3567">
                  <c:v>9931.9940743405641</c:v>
                </c:pt>
                <c:pt idx="3568">
                  <c:v>9934.779444815631</c:v>
                </c:pt>
                <c:pt idx="3569">
                  <c:v>9937.5648152906979</c:v>
                </c:pt>
                <c:pt idx="3570">
                  <c:v>9940.3501857657648</c:v>
                </c:pt>
                <c:pt idx="3571">
                  <c:v>9943.1355562408316</c:v>
                </c:pt>
                <c:pt idx="3572">
                  <c:v>9945.9209267158985</c:v>
                </c:pt>
                <c:pt idx="3573">
                  <c:v>9948.7062971909654</c:v>
                </c:pt>
                <c:pt idx="3574">
                  <c:v>9951.4916676660323</c:v>
                </c:pt>
                <c:pt idx="3575">
                  <c:v>9954.2770381410992</c:v>
                </c:pt>
                <c:pt idx="3576">
                  <c:v>9957.0624086161661</c:v>
                </c:pt>
                <c:pt idx="3577">
                  <c:v>9959.847779091233</c:v>
                </c:pt>
                <c:pt idx="3578">
                  <c:v>9962.6331495662998</c:v>
                </c:pt>
                <c:pt idx="3579">
                  <c:v>9965.4185200413667</c:v>
                </c:pt>
                <c:pt idx="3580">
                  <c:v>9968.2038905164336</c:v>
                </c:pt>
                <c:pt idx="3581">
                  <c:v>9970.9892609915005</c:v>
                </c:pt>
                <c:pt idx="3582">
                  <c:v>9973.7746314665674</c:v>
                </c:pt>
                <c:pt idx="3583">
                  <c:v>9976.5600019416343</c:v>
                </c:pt>
                <c:pt idx="3584">
                  <c:v>9979.3453724167011</c:v>
                </c:pt>
                <c:pt idx="3585">
                  <c:v>9982.130742891768</c:v>
                </c:pt>
                <c:pt idx="3586">
                  <c:v>9984.9161133668349</c:v>
                </c:pt>
                <c:pt idx="3587">
                  <c:v>9987.7014838419018</c:v>
                </c:pt>
                <c:pt idx="3588">
                  <c:v>9990.4868543169687</c:v>
                </c:pt>
                <c:pt idx="3589">
                  <c:v>9993.2722247920356</c:v>
                </c:pt>
                <c:pt idx="3590">
                  <c:v>9996.0575952671024</c:v>
                </c:pt>
                <c:pt idx="3591">
                  <c:v>9998.8429657421693</c:v>
                </c:pt>
                <c:pt idx="3592">
                  <c:v>10001.628336217236</c:v>
                </c:pt>
                <c:pt idx="3593">
                  <c:v>10004.413706692303</c:v>
                </c:pt>
                <c:pt idx="3594">
                  <c:v>10007.19907716737</c:v>
                </c:pt>
                <c:pt idx="3595">
                  <c:v>10009.984447642437</c:v>
                </c:pt>
                <c:pt idx="3596">
                  <c:v>10012.769818117504</c:v>
                </c:pt>
                <c:pt idx="3597">
                  <c:v>10015.555188592571</c:v>
                </c:pt>
                <c:pt idx="3598">
                  <c:v>10018.340559067638</c:v>
                </c:pt>
                <c:pt idx="3599">
                  <c:v>10021.125929542704</c:v>
                </c:pt>
                <c:pt idx="3600">
                  <c:v>10023.911300017771</c:v>
                </c:pt>
                <c:pt idx="3601">
                  <c:v>10026.696670492838</c:v>
                </c:pt>
                <c:pt idx="3602">
                  <c:v>10029.482040967905</c:v>
                </c:pt>
                <c:pt idx="3603">
                  <c:v>10032.267411442972</c:v>
                </c:pt>
                <c:pt idx="3604">
                  <c:v>10035.052781918039</c:v>
                </c:pt>
                <c:pt idx="3605">
                  <c:v>10037.838152393106</c:v>
                </c:pt>
                <c:pt idx="3606">
                  <c:v>10040.623522868173</c:v>
                </c:pt>
                <c:pt idx="3607">
                  <c:v>10043.408893343239</c:v>
                </c:pt>
                <c:pt idx="3608">
                  <c:v>10046.194263818306</c:v>
                </c:pt>
                <c:pt idx="3609">
                  <c:v>10048.979634293373</c:v>
                </c:pt>
                <c:pt idx="3610">
                  <c:v>10051.76500476844</c:v>
                </c:pt>
                <c:pt idx="3611">
                  <c:v>10054.550375243507</c:v>
                </c:pt>
                <c:pt idx="3612">
                  <c:v>10057.335745718574</c:v>
                </c:pt>
                <c:pt idx="3613">
                  <c:v>10060.121116193641</c:v>
                </c:pt>
                <c:pt idx="3614">
                  <c:v>10062.906486668708</c:v>
                </c:pt>
                <c:pt idx="3615">
                  <c:v>10065.691857143775</c:v>
                </c:pt>
                <c:pt idx="3616">
                  <c:v>10068.477227618841</c:v>
                </c:pt>
                <c:pt idx="3617">
                  <c:v>10071.262598093908</c:v>
                </c:pt>
                <c:pt idx="3618">
                  <c:v>10074.047968568975</c:v>
                </c:pt>
                <c:pt idx="3619">
                  <c:v>10076.833339044042</c:v>
                </c:pt>
                <c:pt idx="3620">
                  <c:v>10079.618709519109</c:v>
                </c:pt>
                <c:pt idx="3621">
                  <c:v>10082.404079994176</c:v>
                </c:pt>
                <c:pt idx="3622">
                  <c:v>10085.189450469243</c:v>
                </c:pt>
                <c:pt idx="3623">
                  <c:v>10087.97482094431</c:v>
                </c:pt>
                <c:pt idx="3624">
                  <c:v>10090.760191419376</c:v>
                </c:pt>
                <c:pt idx="3625">
                  <c:v>10093.545561894443</c:v>
                </c:pt>
                <c:pt idx="3626">
                  <c:v>10096.33093236951</c:v>
                </c:pt>
                <c:pt idx="3627">
                  <c:v>10099.116302844577</c:v>
                </c:pt>
                <c:pt idx="3628">
                  <c:v>10101.901673319644</c:v>
                </c:pt>
                <c:pt idx="3629">
                  <c:v>10104.687043794711</c:v>
                </c:pt>
                <c:pt idx="3630">
                  <c:v>10107.472414269778</c:v>
                </c:pt>
                <c:pt idx="3631">
                  <c:v>10110.257784744845</c:v>
                </c:pt>
                <c:pt idx="3632">
                  <c:v>10113.043155219912</c:v>
                </c:pt>
                <c:pt idx="3633">
                  <c:v>10115.828525694978</c:v>
                </c:pt>
                <c:pt idx="3634">
                  <c:v>10118.613896170045</c:v>
                </c:pt>
                <c:pt idx="3635">
                  <c:v>10121.399266645112</c:v>
                </c:pt>
                <c:pt idx="3636">
                  <c:v>10124.184637120179</c:v>
                </c:pt>
                <c:pt idx="3637">
                  <c:v>10126.970007595246</c:v>
                </c:pt>
                <c:pt idx="3638">
                  <c:v>10129.755378070313</c:v>
                </c:pt>
                <c:pt idx="3639">
                  <c:v>10132.54074854538</c:v>
                </c:pt>
                <c:pt idx="3640">
                  <c:v>10135.326119020447</c:v>
                </c:pt>
                <c:pt idx="3641">
                  <c:v>10138.111489495514</c:v>
                </c:pt>
                <c:pt idx="3642">
                  <c:v>10140.89685997058</c:v>
                </c:pt>
                <c:pt idx="3643">
                  <c:v>10143.682230445647</c:v>
                </c:pt>
                <c:pt idx="3644">
                  <c:v>10146.467600920714</c:v>
                </c:pt>
                <c:pt idx="3645">
                  <c:v>10149.252971395781</c:v>
                </c:pt>
                <c:pt idx="3646">
                  <c:v>10152.038341870848</c:v>
                </c:pt>
                <c:pt idx="3647">
                  <c:v>10154.823712345915</c:v>
                </c:pt>
                <c:pt idx="3648">
                  <c:v>10157.609082820982</c:v>
                </c:pt>
                <c:pt idx="3649">
                  <c:v>10160.394453296049</c:v>
                </c:pt>
                <c:pt idx="3650">
                  <c:v>10163.179823771115</c:v>
                </c:pt>
                <c:pt idx="3651">
                  <c:v>10165.965194246182</c:v>
                </c:pt>
                <c:pt idx="3652">
                  <c:v>10168.750564721249</c:v>
                </c:pt>
                <c:pt idx="3653">
                  <c:v>10171.535935196316</c:v>
                </c:pt>
                <c:pt idx="3654">
                  <c:v>10174.321305671383</c:v>
                </c:pt>
                <c:pt idx="3655">
                  <c:v>10177.10667614645</c:v>
                </c:pt>
                <c:pt idx="3656">
                  <c:v>10179.892046621517</c:v>
                </c:pt>
                <c:pt idx="3657">
                  <c:v>10182.677417096584</c:v>
                </c:pt>
                <c:pt idx="3658">
                  <c:v>10185.462787571651</c:v>
                </c:pt>
                <c:pt idx="3659">
                  <c:v>10188.248158046717</c:v>
                </c:pt>
                <c:pt idx="3660">
                  <c:v>10191.033528521784</c:v>
                </c:pt>
                <c:pt idx="3661">
                  <c:v>10193.818898996851</c:v>
                </c:pt>
                <c:pt idx="3662">
                  <c:v>10196.604269471918</c:v>
                </c:pt>
                <c:pt idx="3663">
                  <c:v>10199.389639946985</c:v>
                </c:pt>
                <c:pt idx="3664">
                  <c:v>10202.175010422052</c:v>
                </c:pt>
                <c:pt idx="3665">
                  <c:v>10204.960380897119</c:v>
                </c:pt>
                <c:pt idx="3666">
                  <c:v>10207.745751372186</c:v>
                </c:pt>
                <c:pt idx="3667">
                  <c:v>10210.531121847253</c:v>
                </c:pt>
                <c:pt idx="3668">
                  <c:v>10213.316492322319</c:v>
                </c:pt>
                <c:pt idx="3669">
                  <c:v>10216.101862797386</c:v>
                </c:pt>
                <c:pt idx="3670">
                  <c:v>10218.887233272453</c:v>
                </c:pt>
                <c:pt idx="3671">
                  <c:v>10221.67260374752</c:v>
                </c:pt>
                <c:pt idx="3672">
                  <c:v>10224.457974222587</c:v>
                </c:pt>
                <c:pt idx="3673">
                  <c:v>10227.243344697654</c:v>
                </c:pt>
                <c:pt idx="3674">
                  <c:v>10230.028715172721</c:v>
                </c:pt>
                <c:pt idx="3675">
                  <c:v>10232.814085647788</c:v>
                </c:pt>
                <c:pt idx="3676">
                  <c:v>10235.599456122854</c:v>
                </c:pt>
                <c:pt idx="3677">
                  <c:v>10238.384826597921</c:v>
                </c:pt>
                <c:pt idx="3678">
                  <c:v>10241.170197072988</c:v>
                </c:pt>
                <c:pt idx="3679">
                  <c:v>10243.955567548055</c:v>
                </c:pt>
                <c:pt idx="3680">
                  <c:v>10246.740938023122</c:v>
                </c:pt>
                <c:pt idx="3681">
                  <c:v>10249.526308498189</c:v>
                </c:pt>
                <c:pt idx="3682">
                  <c:v>10252.311678973256</c:v>
                </c:pt>
                <c:pt idx="3683">
                  <c:v>10255.097049448323</c:v>
                </c:pt>
                <c:pt idx="3684">
                  <c:v>10257.88241992339</c:v>
                </c:pt>
                <c:pt idx="3685">
                  <c:v>10260.667790398456</c:v>
                </c:pt>
                <c:pt idx="3686">
                  <c:v>10263.453160873523</c:v>
                </c:pt>
                <c:pt idx="3687">
                  <c:v>10266.23853134859</c:v>
                </c:pt>
                <c:pt idx="3688">
                  <c:v>10269.023901823657</c:v>
                </c:pt>
                <c:pt idx="3689">
                  <c:v>10271.809272298724</c:v>
                </c:pt>
                <c:pt idx="3690">
                  <c:v>10274.594642773791</c:v>
                </c:pt>
                <c:pt idx="3691">
                  <c:v>10277.380013248858</c:v>
                </c:pt>
                <c:pt idx="3692">
                  <c:v>10280.165383723925</c:v>
                </c:pt>
                <c:pt idx="3693">
                  <c:v>10282.950754198991</c:v>
                </c:pt>
                <c:pt idx="3694">
                  <c:v>10285.736124674058</c:v>
                </c:pt>
                <c:pt idx="3695">
                  <c:v>10288.521495149125</c:v>
                </c:pt>
                <c:pt idx="3696">
                  <c:v>10291.306865624192</c:v>
                </c:pt>
                <c:pt idx="3697">
                  <c:v>10294.092236099259</c:v>
                </c:pt>
                <c:pt idx="3698">
                  <c:v>10296.877606574326</c:v>
                </c:pt>
                <c:pt idx="3699">
                  <c:v>10299.662977049393</c:v>
                </c:pt>
                <c:pt idx="3700">
                  <c:v>10302.44834752446</c:v>
                </c:pt>
                <c:pt idx="3701">
                  <c:v>10305.233717999527</c:v>
                </c:pt>
                <c:pt idx="3702">
                  <c:v>10308.019088474593</c:v>
                </c:pt>
                <c:pt idx="3703">
                  <c:v>10310.80445894966</c:v>
                </c:pt>
                <c:pt idx="3704">
                  <c:v>10313.589829424727</c:v>
                </c:pt>
                <c:pt idx="3705">
                  <c:v>10316.375199899794</c:v>
                </c:pt>
                <c:pt idx="3706">
                  <c:v>10319.160570374861</c:v>
                </c:pt>
                <c:pt idx="3707">
                  <c:v>10321.945940849928</c:v>
                </c:pt>
                <c:pt idx="3708">
                  <c:v>10324.731311324995</c:v>
                </c:pt>
                <c:pt idx="3709">
                  <c:v>10327.516681800062</c:v>
                </c:pt>
                <c:pt idx="3710">
                  <c:v>10330.302052275129</c:v>
                </c:pt>
                <c:pt idx="3711">
                  <c:v>10333.087422750195</c:v>
                </c:pt>
                <c:pt idx="3712">
                  <c:v>10335.872793225262</c:v>
                </c:pt>
                <c:pt idx="3713">
                  <c:v>10338.658163700329</c:v>
                </c:pt>
                <c:pt idx="3714">
                  <c:v>10341.443534175396</c:v>
                </c:pt>
                <c:pt idx="3715">
                  <c:v>10344.228904650463</c:v>
                </c:pt>
                <c:pt idx="3716">
                  <c:v>10347.01427512553</c:v>
                </c:pt>
                <c:pt idx="3717">
                  <c:v>10349.799645600597</c:v>
                </c:pt>
                <c:pt idx="3718">
                  <c:v>10352.585016075664</c:v>
                </c:pt>
                <c:pt idx="3719">
                  <c:v>10355.37038655073</c:v>
                </c:pt>
                <c:pt idx="3720">
                  <c:v>10358.155757025797</c:v>
                </c:pt>
                <c:pt idx="3721">
                  <c:v>10360.941127500864</c:v>
                </c:pt>
                <c:pt idx="3722">
                  <c:v>10363.726497975931</c:v>
                </c:pt>
                <c:pt idx="3723">
                  <c:v>10366.511868450998</c:v>
                </c:pt>
                <c:pt idx="3724">
                  <c:v>10369.297238926065</c:v>
                </c:pt>
                <c:pt idx="3725">
                  <c:v>10372.082609401132</c:v>
                </c:pt>
                <c:pt idx="3726">
                  <c:v>10374.867979876199</c:v>
                </c:pt>
                <c:pt idx="3727">
                  <c:v>10377.653350351266</c:v>
                </c:pt>
                <c:pt idx="3728">
                  <c:v>10380.438720826332</c:v>
                </c:pt>
                <c:pt idx="3729">
                  <c:v>10383.224091301399</c:v>
                </c:pt>
                <c:pt idx="3730">
                  <c:v>10386.009461776466</c:v>
                </c:pt>
                <c:pt idx="3731">
                  <c:v>10388.794832251533</c:v>
                </c:pt>
                <c:pt idx="3732">
                  <c:v>10391.5802027266</c:v>
                </c:pt>
                <c:pt idx="3733">
                  <c:v>10394.365573201667</c:v>
                </c:pt>
                <c:pt idx="3734">
                  <c:v>10397.150943676734</c:v>
                </c:pt>
                <c:pt idx="3735">
                  <c:v>10399.936314151801</c:v>
                </c:pt>
                <c:pt idx="3736">
                  <c:v>10402.721684626867</c:v>
                </c:pt>
                <c:pt idx="3737">
                  <c:v>10405.507055101934</c:v>
                </c:pt>
                <c:pt idx="3738">
                  <c:v>10408.292425577001</c:v>
                </c:pt>
                <c:pt idx="3739">
                  <c:v>10411.077796052068</c:v>
                </c:pt>
                <c:pt idx="3740">
                  <c:v>10413.863166527135</c:v>
                </c:pt>
                <c:pt idx="3741">
                  <c:v>10416.648537002202</c:v>
                </c:pt>
                <c:pt idx="3742">
                  <c:v>10419.433907477269</c:v>
                </c:pt>
                <c:pt idx="3743">
                  <c:v>10422.219277952336</c:v>
                </c:pt>
                <c:pt idx="3744">
                  <c:v>10425.004648427403</c:v>
                </c:pt>
                <c:pt idx="3745">
                  <c:v>10427.790018902469</c:v>
                </c:pt>
                <c:pt idx="3746">
                  <c:v>10430.575389377536</c:v>
                </c:pt>
                <c:pt idx="3747">
                  <c:v>10433.360759852603</c:v>
                </c:pt>
                <c:pt idx="3748">
                  <c:v>10436.14613032767</c:v>
                </c:pt>
                <c:pt idx="3749">
                  <c:v>10438.931500802737</c:v>
                </c:pt>
                <c:pt idx="3750">
                  <c:v>10441.716871277804</c:v>
                </c:pt>
                <c:pt idx="3751">
                  <c:v>10444.502241752871</c:v>
                </c:pt>
                <c:pt idx="3752">
                  <c:v>10447.287612227938</c:v>
                </c:pt>
                <c:pt idx="3753">
                  <c:v>10450.072982703005</c:v>
                </c:pt>
                <c:pt idx="3754">
                  <c:v>10452.858353178071</c:v>
                </c:pt>
                <c:pt idx="3755">
                  <c:v>10455.643723653138</c:v>
                </c:pt>
                <c:pt idx="3756">
                  <c:v>10458.429094128205</c:v>
                </c:pt>
                <c:pt idx="3757">
                  <c:v>10461.214464603272</c:v>
                </c:pt>
                <c:pt idx="3758">
                  <c:v>10463.999835078339</c:v>
                </c:pt>
                <c:pt idx="3759">
                  <c:v>10466.785205553406</c:v>
                </c:pt>
                <c:pt idx="3760">
                  <c:v>10469.570576028473</c:v>
                </c:pt>
                <c:pt idx="3761">
                  <c:v>10472.35594650354</c:v>
                </c:pt>
                <c:pt idx="3762">
                  <c:v>10475.141316978606</c:v>
                </c:pt>
                <c:pt idx="3763">
                  <c:v>10477.926687453673</c:v>
                </c:pt>
                <c:pt idx="3764">
                  <c:v>10480.71205792874</c:v>
                </c:pt>
                <c:pt idx="3765">
                  <c:v>10483.497428403807</c:v>
                </c:pt>
                <c:pt idx="3766">
                  <c:v>10486.282798878874</c:v>
                </c:pt>
                <c:pt idx="3767">
                  <c:v>10489.068169353941</c:v>
                </c:pt>
                <c:pt idx="3768">
                  <c:v>10491.853539829008</c:v>
                </c:pt>
                <c:pt idx="3769">
                  <c:v>10494.638910304075</c:v>
                </c:pt>
                <c:pt idx="3770">
                  <c:v>10497.424280779142</c:v>
                </c:pt>
                <c:pt idx="3771">
                  <c:v>10500.209651254208</c:v>
                </c:pt>
                <c:pt idx="3772">
                  <c:v>10502.995021729275</c:v>
                </c:pt>
                <c:pt idx="3773">
                  <c:v>10505.780392204342</c:v>
                </c:pt>
                <c:pt idx="3774">
                  <c:v>10508.565762679409</c:v>
                </c:pt>
                <c:pt idx="3775">
                  <c:v>10511.351133154476</c:v>
                </c:pt>
                <c:pt idx="3776">
                  <c:v>10514.136503629543</c:v>
                </c:pt>
                <c:pt idx="3777">
                  <c:v>10516.92187410461</c:v>
                </c:pt>
                <c:pt idx="3778">
                  <c:v>10519.707244579677</c:v>
                </c:pt>
                <c:pt idx="3779">
                  <c:v>10522.492615054744</c:v>
                </c:pt>
                <c:pt idx="3780">
                  <c:v>10525.27798552981</c:v>
                </c:pt>
                <c:pt idx="3781">
                  <c:v>10528.063356004877</c:v>
                </c:pt>
                <c:pt idx="3782">
                  <c:v>10530.848726479944</c:v>
                </c:pt>
                <c:pt idx="3783">
                  <c:v>10533.634096955011</c:v>
                </c:pt>
                <c:pt idx="3784">
                  <c:v>10536.419467430078</c:v>
                </c:pt>
                <c:pt idx="3785">
                  <c:v>10539.204837905145</c:v>
                </c:pt>
                <c:pt idx="3786">
                  <c:v>10541.990208380212</c:v>
                </c:pt>
                <c:pt idx="3787">
                  <c:v>10544.775578855279</c:v>
                </c:pt>
                <c:pt idx="3788">
                  <c:v>10547.560949330345</c:v>
                </c:pt>
                <c:pt idx="3789">
                  <c:v>10550.346319805412</c:v>
                </c:pt>
                <c:pt idx="3790">
                  <c:v>10553.131690280479</c:v>
                </c:pt>
                <c:pt idx="3791">
                  <c:v>10555.917060755546</c:v>
                </c:pt>
                <c:pt idx="3792">
                  <c:v>10558.702431230613</c:v>
                </c:pt>
                <c:pt idx="3793">
                  <c:v>10561.48780170568</c:v>
                </c:pt>
                <c:pt idx="3794">
                  <c:v>10564.273172180747</c:v>
                </c:pt>
                <c:pt idx="3795">
                  <c:v>10567.058542655814</c:v>
                </c:pt>
                <c:pt idx="3796">
                  <c:v>10569.843913130881</c:v>
                </c:pt>
                <c:pt idx="3797">
                  <c:v>10572.629283605947</c:v>
                </c:pt>
                <c:pt idx="3798">
                  <c:v>10575.414654081014</c:v>
                </c:pt>
                <c:pt idx="3799">
                  <c:v>10578.200024556081</c:v>
                </c:pt>
                <c:pt idx="3800">
                  <c:v>10580.985395031148</c:v>
                </c:pt>
                <c:pt idx="3801">
                  <c:v>10583.770765506215</c:v>
                </c:pt>
                <c:pt idx="3802">
                  <c:v>10586.556135981282</c:v>
                </c:pt>
                <c:pt idx="3803">
                  <c:v>10589.341506456349</c:v>
                </c:pt>
                <c:pt idx="3804">
                  <c:v>10592.126876931416</c:v>
                </c:pt>
                <c:pt idx="3805">
                  <c:v>10594.912247406482</c:v>
                </c:pt>
                <c:pt idx="3806">
                  <c:v>10597.697617881549</c:v>
                </c:pt>
                <c:pt idx="3807">
                  <c:v>10600.482988356616</c:v>
                </c:pt>
                <c:pt idx="3808">
                  <c:v>10603.268358831683</c:v>
                </c:pt>
                <c:pt idx="3809">
                  <c:v>10606.05372930675</c:v>
                </c:pt>
                <c:pt idx="3810">
                  <c:v>10608.839099781817</c:v>
                </c:pt>
                <c:pt idx="3811">
                  <c:v>10611.624470256884</c:v>
                </c:pt>
                <c:pt idx="3812">
                  <c:v>10614.409840731951</c:v>
                </c:pt>
                <c:pt idx="3813">
                  <c:v>10617.195211207018</c:v>
                </c:pt>
                <c:pt idx="3814">
                  <c:v>10619.980581682084</c:v>
                </c:pt>
                <c:pt idx="3815">
                  <c:v>10622.765952157151</c:v>
                </c:pt>
                <c:pt idx="3816">
                  <c:v>10625.551322632218</c:v>
                </c:pt>
                <c:pt idx="3817">
                  <c:v>10628.336693107285</c:v>
                </c:pt>
                <c:pt idx="3818">
                  <c:v>10631.122063582352</c:v>
                </c:pt>
                <c:pt idx="3819">
                  <c:v>10633.907434057419</c:v>
                </c:pt>
                <c:pt idx="3820">
                  <c:v>10636.692804532486</c:v>
                </c:pt>
                <c:pt idx="3821">
                  <c:v>10639.478175007553</c:v>
                </c:pt>
                <c:pt idx="3822">
                  <c:v>10642.26354548262</c:v>
                </c:pt>
                <c:pt idx="3823">
                  <c:v>10645.048915957686</c:v>
                </c:pt>
                <c:pt idx="3824">
                  <c:v>10647.834286432753</c:v>
                </c:pt>
                <c:pt idx="3825">
                  <c:v>10650.61965690782</c:v>
                </c:pt>
                <c:pt idx="3826">
                  <c:v>10653.405027382887</c:v>
                </c:pt>
                <c:pt idx="3827">
                  <c:v>10656.190397857954</c:v>
                </c:pt>
                <c:pt idx="3828">
                  <c:v>10658.975768333021</c:v>
                </c:pt>
                <c:pt idx="3829">
                  <c:v>10661.761138808088</c:v>
                </c:pt>
                <c:pt idx="3830">
                  <c:v>10664.546509283155</c:v>
                </c:pt>
                <c:pt idx="3831">
                  <c:v>10667.331879758221</c:v>
                </c:pt>
                <c:pt idx="3832">
                  <c:v>10670.117250233288</c:v>
                </c:pt>
                <c:pt idx="3833">
                  <c:v>10672.902620708355</c:v>
                </c:pt>
                <c:pt idx="3834">
                  <c:v>10675.687991183422</c:v>
                </c:pt>
                <c:pt idx="3835">
                  <c:v>10678.473361658489</c:v>
                </c:pt>
                <c:pt idx="3836">
                  <c:v>10681.258732133556</c:v>
                </c:pt>
                <c:pt idx="3837">
                  <c:v>10684.044102608623</c:v>
                </c:pt>
                <c:pt idx="3838">
                  <c:v>10686.82947308369</c:v>
                </c:pt>
                <c:pt idx="3839">
                  <c:v>10689.614843558757</c:v>
                </c:pt>
                <c:pt idx="3840">
                  <c:v>10692.400214033823</c:v>
                </c:pt>
                <c:pt idx="3841">
                  <c:v>10695.18558450889</c:v>
                </c:pt>
                <c:pt idx="3842">
                  <c:v>10697.970954983957</c:v>
                </c:pt>
                <c:pt idx="3843">
                  <c:v>10700.756325459024</c:v>
                </c:pt>
                <c:pt idx="3844">
                  <c:v>10703.541695934091</c:v>
                </c:pt>
                <c:pt idx="3845">
                  <c:v>10706.327066409158</c:v>
                </c:pt>
                <c:pt idx="3846">
                  <c:v>10709.112436884225</c:v>
                </c:pt>
                <c:pt idx="3847">
                  <c:v>10711.897807359292</c:v>
                </c:pt>
                <c:pt idx="3848">
                  <c:v>10714.683177834359</c:v>
                </c:pt>
                <c:pt idx="3849">
                  <c:v>10717.468548309425</c:v>
                </c:pt>
                <c:pt idx="3850">
                  <c:v>10720.253918784492</c:v>
                </c:pt>
                <c:pt idx="3851">
                  <c:v>10723.039289259559</c:v>
                </c:pt>
                <c:pt idx="3852">
                  <c:v>10725.824659734626</c:v>
                </c:pt>
                <c:pt idx="3853">
                  <c:v>10728.610030209693</c:v>
                </c:pt>
                <c:pt idx="3854">
                  <c:v>10731.39540068476</c:v>
                </c:pt>
                <c:pt idx="3855">
                  <c:v>10734.180771159827</c:v>
                </c:pt>
                <c:pt idx="3856">
                  <c:v>10736.966141634894</c:v>
                </c:pt>
                <c:pt idx="3857">
                  <c:v>10739.75151210996</c:v>
                </c:pt>
                <c:pt idx="3858">
                  <c:v>10742.536882585027</c:v>
                </c:pt>
                <c:pt idx="3859">
                  <c:v>10745.322253060094</c:v>
                </c:pt>
                <c:pt idx="3860">
                  <c:v>10748.107623535161</c:v>
                </c:pt>
                <c:pt idx="3861">
                  <c:v>10750.892994010228</c:v>
                </c:pt>
                <c:pt idx="3862">
                  <c:v>10753.678364485295</c:v>
                </c:pt>
                <c:pt idx="3863">
                  <c:v>10756.463734960362</c:v>
                </c:pt>
                <c:pt idx="3864">
                  <c:v>10759.249105435429</c:v>
                </c:pt>
                <c:pt idx="3865">
                  <c:v>10762.034475910496</c:v>
                </c:pt>
                <c:pt idx="3866">
                  <c:v>10764.819846385562</c:v>
                </c:pt>
                <c:pt idx="3867">
                  <c:v>10767.605216860629</c:v>
                </c:pt>
                <c:pt idx="3868">
                  <c:v>10770.390587335696</c:v>
                </c:pt>
                <c:pt idx="3869">
                  <c:v>10773.175957810763</c:v>
                </c:pt>
                <c:pt idx="3870">
                  <c:v>10775.96132828583</c:v>
                </c:pt>
                <c:pt idx="3871">
                  <c:v>10778.746698760897</c:v>
                </c:pt>
                <c:pt idx="3872">
                  <c:v>10781.532069235964</c:v>
                </c:pt>
                <c:pt idx="3873">
                  <c:v>10784.317439711031</c:v>
                </c:pt>
                <c:pt idx="3874">
                  <c:v>10787.102810186097</c:v>
                </c:pt>
                <c:pt idx="3875">
                  <c:v>10789.888180661164</c:v>
                </c:pt>
                <c:pt idx="3876">
                  <c:v>10792.673551136231</c:v>
                </c:pt>
                <c:pt idx="3877">
                  <c:v>10795.458921611298</c:v>
                </c:pt>
                <c:pt idx="3878">
                  <c:v>10798.244292086365</c:v>
                </c:pt>
                <c:pt idx="3879">
                  <c:v>10801.029662561432</c:v>
                </c:pt>
                <c:pt idx="3880">
                  <c:v>10803.815033036499</c:v>
                </c:pt>
                <c:pt idx="3881">
                  <c:v>10806.600403511566</c:v>
                </c:pt>
                <c:pt idx="3882">
                  <c:v>10809.385773986633</c:v>
                </c:pt>
                <c:pt idx="3883">
                  <c:v>10812.171144461699</c:v>
                </c:pt>
                <c:pt idx="3884">
                  <c:v>10814.956514936766</c:v>
                </c:pt>
                <c:pt idx="3885">
                  <c:v>10817.741885411833</c:v>
                </c:pt>
                <c:pt idx="3886">
                  <c:v>10820.5272558869</c:v>
                </c:pt>
                <c:pt idx="3887">
                  <c:v>10823.312626361967</c:v>
                </c:pt>
                <c:pt idx="3888">
                  <c:v>10826.097996837034</c:v>
                </c:pt>
                <c:pt idx="3889">
                  <c:v>10828.883367312101</c:v>
                </c:pt>
                <c:pt idx="3890">
                  <c:v>10831.668737787168</c:v>
                </c:pt>
                <c:pt idx="3891">
                  <c:v>10834.454108262235</c:v>
                </c:pt>
                <c:pt idx="3892">
                  <c:v>10837.239478737301</c:v>
                </c:pt>
                <c:pt idx="3893">
                  <c:v>10840.024849212368</c:v>
                </c:pt>
                <c:pt idx="3894">
                  <c:v>10842.810219687435</c:v>
                </c:pt>
                <c:pt idx="3895">
                  <c:v>10845.595590162502</c:v>
                </c:pt>
                <c:pt idx="3896">
                  <c:v>10848.380960637569</c:v>
                </c:pt>
                <c:pt idx="3897">
                  <c:v>10851.166331112636</c:v>
                </c:pt>
                <c:pt idx="3898">
                  <c:v>10853.951701587703</c:v>
                </c:pt>
                <c:pt idx="3899">
                  <c:v>10856.73707206277</c:v>
                </c:pt>
                <c:pt idx="3900">
                  <c:v>10859.522442537836</c:v>
                </c:pt>
                <c:pt idx="3901">
                  <c:v>10862.307813012903</c:v>
                </c:pt>
                <c:pt idx="3902">
                  <c:v>10865.09318348797</c:v>
                </c:pt>
                <c:pt idx="3903">
                  <c:v>10867.878553963037</c:v>
                </c:pt>
                <c:pt idx="3904">
                  <c:v>10870.663924438104</c:v>
                </c:pt>
                <c:pt idx="3905">
                  <c:v>10873.449294913171</c:v>
                </c:pt>
                <c:pt idx="3906">
                  <c:v>10876.234665388238</c:v>
                </c:pt>
                <c:pt idx="3907">
                  <c:v>10879.020035863305</c:v>
                </c:pt>
                <c:pt idx="3908">
                  <c:v>10881.805406338372</c:v>
                </c:pt>
                <c:pt idx="3909">
                  <c:v>10884.590776813438</c:v>
                </c:pt>
                <c:pt idx="3910">
                  <c:v>10887.376147288505</c:v>
                </c:pt>
                <c:pt idx="3911">
                  <c:v>10890.161517763572</c:v>
                </c:pt>
                <c:pt idx="3912">
                  <c:v>10892.946888238639</c:v>
                </c:pt>
                <c:pt idx="3913">
                  <c:v>10895.732258713706</c:v>
                </c:pt>
                <c:pt idx="3914">
                  <c:v>10898.517629188773</c:v>
                </c:pt>
                <c:pt idx="3915">
                  <c:v>10901.30299966384</c:v>
                </c:pt>
                <c:pt idx="3916">
                  <c:v>10904.088370138907</c:v>
                </c:pt>
                <c:pt idx="3917">
                  <c:v>10906.873740613973</c:v>
                </c:pt>
                <c:pt idx="3918">
                  <c:v>10909.65911108904</c:v>
                </c:pt>
                <c:pt idx="3919">
                  <c:v>10912.444481564107</c:v>
                </c:pt>
                <c:pt idx="3920">
                  <c:v>10915.229852039174</c:v>
                </c:pt>
                <c:pt idx="3921">
                  <c:v>10918.015222514241</c:v>
                </c:pt>
                <c:pt idx="3922">
                  <c:v>10920.800592989308</c:v>
                </c:pt>
                <c:pt idx="3923">
                  <c:v>10923.585963464375</c:v>
                </c:pt>
                <c:pt idx="3924">
                  <c:v>10926.371333939442</c:v>
                </c:pt>
                <c:pt idx="3925">
                  <c:v>10929.156704414509</c:v>
                </c:pt>
                <c:pt idx="3926">
                  <c:v>10931.942074889575</c:v>
                </c:pt>
                <c:pt idx="3927">
                  <c:v>10934.727445364642</c:v>
                </c:pt>
                <c:pt idx="3928">
                  <c:v>10937.512815839709</c:v>
                </c:pt>
                <c:pt idx="3929">
                  <c:v>10940.298186314776</c:v>
                </c:pt>
                <c:pt idx="3930">
                  <c:v>10943.083556789843</c:v>
                </c:pt>
                <c:pt idx="3931">
                  <c:v>10945.86892726491</c:v>
                </c:pt>
                <c:pt idx="3932">
                  <c:v>10948.654297739977</c:v>
                </c:pt>
                <c:pt idx="3933">
                  <c:v>10951.439668215044</c:v>
                </c:pt>
                <c:pt idx="3934">
                  <c:v>10954.225038690111</c:v>
                </c:pt>
                <c:pt idx="3935">
                  <c:v>10957.010409165177</c:v>
                </c:pt>
                <c:pt idx="3936">
                  <c:v>10959.795779640244</c:v>
                </c:pt>
                <c:pt idx="3937">
                  <c:v>10962.581150115311</c:v>
                </c:pt>
                <c:pt idx="3938">
                  <c:v>10965.366520590378</c:v>
                </c:pt>
                <c:pt idx="3939">
                  <c:v>10968.151891065445</c:v>
                </c:pt>
                <c:pt idx="3940">
                  <c:v>10970.937261540512</c:v>
                </c:pt>
                <c:pt idx="3941">
                  <c:v>10973.722632015579</c:v>
                </c:pt>
                <c:pt idx="3942">
                  <c:v>10976.508002490646</c:v>
                </c:pt>
                <c:pt idx="3943">
                  <c:v>10979.293372965712</c:v>
                </c:pt>
                <c:pt idx="3944">
                  <c:v>10982.078743440779</c:v>
                </c:pt>
                <c:pt idx="3945">
                  <c:v>10984.864113915846</c:v>
                </c:pt>
                <c:pt idx="3946">
                  <c:v>10987.649484390913</c:v>
                </c:pt>
                <c:pt idx="3947">
                  <c:v>10990.43485486598</c:v>
                </c:pt>
                <c:pt idx="3948">
                  <c:v>10993.220225341047</c:v>
                </c:pt>
                <c:pt idx="3949">
                  <c:v>10996.005595816114</c:v>
                </c:pt>
                <c:pt idx="3950">
                  <c:v>10998.790966291181</c:v>
                </c:pt>
                <c:pt idx="3951">
                  <c:v>11001.576336766248</c:v>
                </c:pt>
                <c:pt idx="3952">
                  <c:v>11004.361707241314</c:v>
                </c:pt>
                <c:pt idx="3953">
                  <c:v>11007.147077716381</c:v>
                </c:pt>
                <c:pt idx="3954">
                  <c:v>11009.932448191448</c:v>
                </c:pt>
                <c:pt idx="3955">
                  <c:v>11012.717818666515</c:v>
                </c:pt>
                <c:pt idx="3956">
                  <c:v>11015.503189141582</c:v>
                </c:pt>
                <c:pt idx="3957">
                  <c:v>11018.288559616649</c:v>
                </c:pt>
                <c:pt idx="3958">
                  <c:v>11021.073930091716</c:v>
                </c:pt>
                <c:pt idx="3959">
                  <c:v>11023.859300566783</c:v>
                </c:pt>
                <c:pt idx="3960">
                  <c:v>11026.64467104185</c:v>
                </c:pt>
                <c:pt idx="3961">
                  <c:v>11029.430041516916</c:v>
                </c:pt>
                <c:pt idx="3962">
                  <c:v>11032.215411991983</c:v>
                </c:pt>
                <c:pt idx="3963">
                  <c:v>11035.00078246705</c:v>
                </c:pt>
                <c:pt idx="3964">
                  <c:v>11037.786152942117</c:v>
                </c:pt>
                <c:pt idx="3965">
                  <c:v>11040.571523417184</c:v>
                </c:pt>
                <c:pt idx="3966">
                  <c:v>11043.356893892251</c:v>
                </c:pt>
                <c:pt idx="3967">
                  <c:v>11046.142264367318</c:v>
                </c:pt>
                <c:pt idx="3968">
                  <c:v>11048.927634842385</c:v>
                </c:pt>
                <c:pt idx="3969">
                  <c:v>11051.713005317451</c:v>
                </c:pt>
                <c:pt idx="3970">
                  <c:v>11054.498375792518</c:v>
                </c:pt>
                <c:pt idx="3971">
                  <c:v>11057.283746267585</c:v>
                </c:pt>
                <c:pt idx="3972">
                  <c:v>11060.069116742652</c:v>
                </c:pt>
                <c:pt idx="3973">
                  <c:v>11062.854487217719</c:v>
                </c:pt>
                <c:pt idx="3974">
                  <c:v>11065.639857692786</c:v>
                </c:pt>
                <c:pt idx="3975">
                  <c:v>11068.425228167853</c:v>
                </c:pt>
                <c:pt idx="3976">
                  <c:v>11071.21059864292</c:v>
                </c:pt>
                <c:pt idx="3977">
                  <c:v>11073.995969117987</c:v>
                </c:pt>
                <c:pt idx="3978">
                  <c:v>11076.781339593053</c:v>
                </c:pt>
                <c:pt idx="3979">
                  <c:v>11079.56671006812</c:v>
                </c:pt>
                <c:pt idx="3980">
                  <c:v>11082.352080543187</c:v>
                </c:pt>
                <c:pt idx="3981">
                  <c:v>11085.137451018254</c:v>
                </c:pt>
                <c:pt idx="3982">
                  <c:v>11087.922821493321</c:v>
                </c:pt>
                <c:pt idx="3983">
                  <c:v>11090.708191968388</c:v>
                </c:pt>
                <c:pt idx="3984">
                  <c:v>11093.493562443455</c:v>
                </c:pt>
                <c:pt idx="3985">
                  <c:v>11096.278932918522</c:v>
                </c:pt>
                <c:pt idx="3986">
                  <c:v>11099.064303393588</c:v>
                </c:pt>
                <c:pt idx="3987">
                  <c:v>11101.849673868655</c:v>
                </c:pt>
                <c:pt idx="3988">
                  <c:v>11104.635044343722</c:v>
                </c:pt>
                <c:pt idx="3989">
                  <c:v>11107.420414818789</c:v>
                </c:pt>
                <c:pt idx="3990">
                  <c:v>11110.205785293856</c:v>
                </c:pt>
                <c:pt idx="3991">
                  <c:v>11112.991155768923</c:v>
                </c:pt>
                <c:pt idx="3992">
                  <c:v>11115.77652624399</c:v>
                </c:pt>
                <c:pt idx="3993">
                  <c:v>11118.561896719057</c:v>
                </c:pt>
                <c:pt idx="3994">
                  <c:v>11121.347267194124</c:v>
                </c:pt>
                <c:pt idx="3995">
                  <c:v>11124.13263766919</c:v>
                </c:pt>
                <c:pt idx="3996">
                  <c:v>11126.918008144257</c:v>
                </c:pt>
                <c:pt idx="3997">
                  <c:v>11129.703378619324</c:v>
                </c:pt>
                <c:pt idx="3998">
                  <c:v>11132.488749094391</c:v>
                </c:pt>
                <c:pt idx="3999">
                  <c:v>11135.274119569458</c:v>
                </c:pt>
                <c:pt idx="4000">
                  <c:v>11138.059490044525</c:v>
                </c:pt>
                <c:pt idx="4001">
                  <c:v>11140.844860519592</c:v>
                </c:pt>
                <c:pt idx="4002">
                  <c:v>11143.630230994659</c:v>
                </c:pt>
                <c:pt idx="4003">
                  <c:v>11146.415601469726</c:v>
                </c:pt>
                <c:pt idx="4004">
                  <c:v>11149.200971944792</c:v>
                </c:pt>
                <c:pt idx="4005">
                  <c:v>11151.986342419859</c:v>
                </c:pt>
                <c:pt idx="4006">
                  <c:v>11154.771712894926</c:v>
                </c:pt>
                <c:pt idx="4007">
                  <c:v>11157.557083369993</c:v>
                </c:pt>
                <c:pt idx="4008">
                  <c:v>11160.34245384506</c:v>
                </c:pt>
                <c:pt idx="4009">
                  <c:v>11163.127824320127</c:v>
                </c:pt>
                <c:pt idx="4010">
                  <c:v>11165.913194795194</c:v>
                </c:pt>
                <c:pt idx="4011">
                  <c:v>11168.698565270261</c:v>
                </c:pt>
                <c:pt idx="4012">
                  <c:v>11171.483935745327</c:v>
                </c:pt>
                <c:pt idx="4013">
                  <c:v>11174.269306220394</c:v>
                </c:pt>
                <c:pt idx="4014">
                  <c:v>11177.054676695461</c:v>
                </c:pt>
                <c:pt idx="4015">
                  <c:v>11179.840047170528</c:v>
                </c:pt>
                <c:pt idx="4016">
                  <c:v>11182.625417645595</c:v>
                </c:pt>
                <c:pt idx="4017">
                  <c:v>11185.410788120662</c:v>
                </c:pt>
                <c:pt idx="4018">
                  <c:v>11188.196158595729</c:v>
                </c:pt>
                <c:pt idx="4019">
                  <c:v>11190.981529070796</c:v>
                </c:pt>
                <c:pt idx="4020">
                  <c:v>11193.766899545863</c:v>
                </c:pt>
                <c:pt idx="4021">
                  <c:v>11196.552270020929</c:v>
                </c:pt>
                <c:pt idx="4022">
                  <c:v>11199.337640495996</c:v>
                </c:pt>
                <c:pt idx="4023">
                  <c:v>11202.123010971063</c:v>
                </c:pt>
                <c:pt idx="4024">
                  <c:v>11204.90838144613</c:v>
                </c:pt>
                <c:pt idx="4025">
                  <c:v>11207.693751921197</c:v>
                </c:pt>
                <c:pt idx="4026">
                  <c:v>11210.479122396264</c:v>
                </c:pt>
                <c:pt idx="4027">
                  <c:v>11213.264492871331</c:v>
                </c:pt>
                <c:pt idx="4028">
                  <c:v>11216.049863346398</c:v>
                </c:pt>
                <c:pt idx="4029">
                  <c:v>11218.835233821464</c:v>
                </c:pt>
                <c:pt idx="4030">
                  <c:v>11221.620604296531</c:v>
                </c:pt>
                <c:pt idx="4031">
                  <c:v>11224.405974771598</c:v>
                </c:pt>
                <c:pt idx="4032">
                  <c:v>11227.191345246665</c:v>
                </c:pt>
                <c:pt idx="4033">
                  <c:v>11229.976715721732</c:v>
                </c:pt>
                <c:pt idx="4034">
                  <c:v>11232.762086196799</c:v>
                </c:pt>
                <c:pt idx="4035">
                  <c:v>11235.547456671866</c:v>
                </c:pt>
                <c:pt idx="4036">
                  <c:v>11238.332827146933</c:v>
                </c:pt>
                <c:pt idx="4037">
                  <c:v>11241.118197622</c:v>
                </c:pt>
                <c:pt idx="4038">
                  <c:v>11243.903568097066</c:v>
                </c:pt>
                <c:pt idx="4039">
                  <c:v>11246.688938572133</c:v>
                </c:pt>
                <c:pt idx="4040">
                  <c:v>11249.4743090472</c:v>
                </c:pt>
                <c:pt idx="4041">
                  <c:v>11252.259679522267</c:v>
                </c:pt>
                <c:pt idx="4042">
                  <c:v>11255.045049997334</c:v>
                </c:pt>
                <c:pt idx="4043">
                  <c:v>11257.830420472401</c:v>
                </c:pt>
                <c:pt idx="4044">
                  <c:v>11260.615790947468</c:v>
                </c:pt>
                <c:pt idx="4045">
                  <c:v>11263.401161422535</c:v>
                </c:pt>
                <c:pt idx="4046">
                  <c:v>11266.186531897602</c:v>
                </c:pt>
                <c:pt idx="4047">
                  <c:v>11268.971902372668</c:v>
                </c:pt>
                <c:pt idx="4048">
                  <c:v>11271.757272847735</c:v>
                </c:pt>
                <c:pt idx="4049">
                  <c:v>11274.542643322802</c:v>
                </c:pt>
                <c:pt idx="4050">
                  <c:v>11277.328013797869</c:v>
                </c:pt>
                <c:pt idx="4051">
                  <c:v>11280.113384272936</c:v>
                </c:pt>
                <c:pt idx="4052">
                  <c:v>11282.898754748003</c:v>
                </c:pt>
                <c:pt idx="4053">
                  <c:v>11285.68412522307</c:v>
                </c:pt>
                <c:pt idx="4054">
                  <c:v>11288.469495698137</c:v>
                </c:pt>
                <c:pt idx="4055">
                  <c:v>11291.254866173203</c:v>
                </c:pt>
                <c:pt idx="4056">
                  <c:v>11294.04023664827</c:v>
                </c:pt>
                <c:pt idx="4057">
                  <c:v>11296.825607123337</c:v>
                </c:pt>
                <c:pt idx="4058">
                  <c:v>11299.610977598404</c:v>
                </c:pt>
                <c:pt idx="4059">
                  <c:v>11302.396348073471</c:v>
                </c:pt>
                <c:pt idx="4060">
                  <c:v>11305.181718548538</c:v>
                </c:pt>
                <c:pt idx="4061">
                  <c:v>11307.967089023605</c:v>
                </c:pt>
                <c:pt idx="4062">
                  <c:v>11310.752459498672</c:v>
                </c:pt>
                <c:pt idx="4063">
                  <c:v>11313.537829973739</c:v>
                </c:pt>
                <c:pt idx="4064">
                  <c:v>11316.323200448805</c:v>
                </c:pt>
                <c:pt idx="4065">
                  <c:v>11319.108570923872</c:v>
                </c:pt>
                <c:pt idx="4066">
                  <c:v>11321.893941398939</c:v>
                </c:pt>
                <c:pt idx="4067">
                  <c:v>11324.679311874006</c:v>
                </c:pt>
                <c:pt idx="4068">
                  <c:v>11327.464682349073</c:v>
                </c:pt>
                <c:pt idx="4069">
                  <c:v>11330.25005282414</c:v>
                </c:pt>
                <c:pt idx="4070">
                  <c:v>11333.035423299207</c:v>
                </c:pt>
                <c:pt idx="4071">
                  <c:v>11335.820793774274</c:v>
                </c:pt>
                <c:pt idx="4072">
                  <c:v>11338.606164249341</c:v>
                </c:pt>
                <c:pt idx="4073">
                  <c:v>11341.391534724407</c:v>
                </c:pt>
                <c:pt idx="4074">
                  <c:v>11344.176905199474</c:v>
                </c:pt>
                <c:pt idx="4075">
                  <c:v>11346.962275674541</c:v>
                </c:pt>
                <c:pt idx="4076">
                  <c:v>11349.747646149608</c:v>
                </c:pt>
                <c:pt idx="4077">
                  <c:v>11352.533016624675</c:v>
                </c:pt>
                <c:pt idx="4078">
                  <c:v>11355.318387099742</c:v>
                </c:pt>
                <c:pt idx="4079">
                  <c:v>11358.103757574809</c:v>
                </c:pt>
                <c:pt idx="4080">
                  <c:v>11360.889128049876</c:v>
                </c:pt>
                <c:pt idx="4081">
                  <c:v>11363.674498524942</c:v>
                </c:pt>
                <c:pt idx="4082">
                  <c:v>11366.459869000009</c:v>
                </c:pt>
                <c:pt idx="4083">
                  <c:v>11369.245239475076</c:v>
                </c:pt>
                <c:pt idx="4084">
                  <c:v>11372.030609950143</c:v>
                </c:pt>
                <c:pt idx="4085">
                  <c:v>11374.81598042521</c:v>
                </c:pt>
                <c:pt idx="4086">
                  <c:v>11377.601350900277</c:v>
                </c:pt>
                <c:pt idx="4087">
                  <c:v>11380.386721375344</c:v>
                </c:pt>
                <c:pt idx="4088">
                  <c:v>11383.172091850411</c:v>
                </c:pt>
                <c:pt idx="4089">
                  <c:v>11385.957462325478</c:v>
                </c:pt>
                <c:pt idx="4090">
                  <c:v>11388.742832800544</c:v>
                </c:pt>
                <c:pt idx="4091">
                  <c:v>11391.528203275611</c:v>
                </c:pt>
                <c:pt idx="4092">
                  <c:v>11394.313573750678</c:v>
                </c:pt>
                <c:pt idx="4093">
                  <c:v>11397.098944225745</c:v>
                </c:pt>
                <c:pt idx="4094">
                  <c:v>11399.884314700812</c:v>
                </c:pt>
                <c:pt idx="4095">
                  <c:v>11402.669685175879</c:v>
                </c:pt>
                <c:pt idx="4096">
                  <c:v>11405.455055650946</c:v>
                </c:pt>
                <c:pt idx="4097">
                  <c:v>11408.240426126013</c:v>
                </c:pt>
                <c:pt idx="4098">
                  <c:v>11411.025796601079</c:v>
                </c:pt>
                <c:pt idx="4099">
                  <c:v>11413.811167076146</c:v>
                </c:pt>
                <c:pt idx="4100">
                  <c:v>11416.596537551213</c:v>
                </c:pt>
                <c:pt idx="4101">
                  <c:v>11419.38190802628</c:v>
                </c:pt>
                <c:pt idx="4102">
                  <c:v>11422.167278501347</c:v>
                </c:pt>
                <c:pt idx="4103">
                  <c:v>11424.952648976414</c:v>
                </c:pt>
                <c:pt idx="4104">
                  <c:v>11427.738019451481</c:v>
                </c:pt>
                <c:pt idx="4105">
                  <c:v>11430.523389926548</c:v>
                </c:pt>
                <c:pt idx="4106">
                  <c:v>11433.308760401615</c:v>
                </c:pt>
                <c:pt idx="4107">
                  <c:v>11436.094130876681</c:v>
                </c:pt>
                <c:pt idx="4108">
                  <c:v>11438.879501351748</c:v>
                </c:pt>
                <c:pt idx="4109">
                  <c:v>11441.664871826815</c:v>
                </c:pt>
                <c:pt idx="4110">
                  <c:v>11444.450242301882</c:v>
                </c:pt>
                <c:pt idx="4111">
                  <c:v>11447.235612776949</c:v>
                </c:pt>
                <c:pt idx="4112">
                  <c:v>11450.020983252016</c:v>
                </c:pt>
                <c:pt idx="4113">
                  <c:v>11452.806353727083</c:v>
                </c:pt>
                <c:pt idx="4114">
                  <c:v>11455.59172420215</c:v>
                </c:pt>
                <c:pt idx="4115">
                  <c:v>11458.377094677217</c:v>
                </c:pt>
                <c:pt idx="4116">
                  <c:v>11461.162465152283</c:v>
                </c:pt>
                <c:pt idx="4117">
                  <c:v>11463.94783562735</c:v>
                </c:pt>
                <c:pt idx="4118">
                  <c:v>11466.733206102417</c:v>
                </c:pt>
                <c:pt idx="4119">
                  <c:v>11469.518576577484</c:v>
                </c:pt>
                <c:pt idx="4120">
                  <c:v>11472.303947052551</c:v>
                </c:pt>
                <c:pt idx="4121">
                  <c:v>11475.089317527618</c:v>
                </c:pt>
                <c:pt idx="4122">
                  <c:v>11477.874688002685</c:v>
                </c:pt>
                <c:pt idx="4123">
                  <c:v>11480.660058477752</c:v>
                </c:pt>
                <c:pt idx="4124">
                  <c:v>11483.445428952818</c:v>
                </c:pt>
                <c:pt idx="4125">
                  <c:v>11486.230799427885</c:v>
                </c:pt>
                <c:pt idx="4126">
                  <c:v>11489.016169902952</c:v>
                </c:pt>
                <c:pt idx="4127">
                  <c:v>11491.801540378019</c:v>
                </c:pt>
                <c:pt idx="4128">
                  <c:v>11494.586910853086</c:v>
                </c:pt>
                <c:pt idx="4129">
                  <c:v>11497.372281328153</c:v>
                </c:pt>
                <c:pt idx="4130">
                  <c:v>11500.15765180322</c:v>
                </c:pt>
                <c:pt idx="4131">
                  <c:v>11502.943022278287</c:v>
                </c:pt>
                <c:pt idx="4132">
                  <c:v>11505.728392753354</c:v>
                </c:pt>
                <c:pt idx="4133">
                  <c:v>11508.51376322842</c:v>
                </c:pt>
                <c:pt idx="4134">
                  <c:v>11511.299133703487</c:v>
                </c:pt>
                <c:pt idx="4135">
                  <c:v>11514.084504178554</c:v>
                </c:pt>
                <c:pt idx="4136">
                  <c:v>11516.869874653621</c:v>
                </c:pt>
                <c:pt idx="4137">
                  <c:v>11519.655245128688</c:v>
                </c:pt>
                <c:pt idx="4138">
                  <c:v>11522.440615603755</c:v>
                </c:pt>
                <c:pt idx="4139">
                  <c:v>11525.225986078822</c:v>
                </c:pt>
                <c:pt idx="4140">
                  <c:v>11528.011356553889</c:v>
                </c:pt>
                <c:pt idx="4141">
                  <c:v>11530.796727028956</c:v>
                </c:pt>
                <c:pt idx="4142">
                  <c:v>11533.582097504022</c:v>
                </c:pt>
                <c:pt idx="4143">
                  <c:v>11536.367467979089</c:v>
                </c:pt>
                <c:pt idx="4144">
                  <c:v>11539.152838454156</c:v>
                </c:pt>
                <c:pt idx="4145">
                  <c:v>11541.938208929223</c:v>
                </c:pt>
                <c:pt idx="4146">
                  <c:v>11544.72357940429</c:v>
                </c:pt>
                <c:pt idx="4147">
                  <c:v>11547.508949879357</c:v>
                </c:pt>
                <c:pt idx="4148">
                  <c:v>11550.294320354424</c:v>
                </c:pt>
                <c:pt idx="4149">
                  <c:v>11553.079690829491</c:v>
                </c:pt>
                <c:pt idx="4150">
                  <c:v>11555.865061304557</c:v>
                </c:pt>
                <c:pt idx="4151">
                  <c:v>11558.650431779624</c:v>
                </c:pt>
                <c:pt idx="4152">
                  <c:v>11561.435802254691</c:v>
                </c:pt>
                <c:pt idx="4153">
                  <c:v>11564.221172729758</c:v>
                </c:pt>
                <c:pt idx="4154">
                  <c:v>11567.006543204825</c:v>
                </c:pt>
                <c:pt idx="4155">
                  <c:v>11569.791913679892</c:v>
                </c:pt>
                <c:pt idx="4156">
                  <c:v>11572.577284154959</c:v>
                </c:pt>
                <c:pt idx="4157">
                  <c:v>11575.362654630026</c:v>
                </c:pt>
                <c:pt idx="4158">
                  <c:v>11578.148025105093</c:v>
                </c:pt>
                <c:pt idx="4159">
                  <c:v>11580.933395580159</c:v>
                </c:pt>
                <c:pt idx="4160">
                  <c:v>11583.718766055226</c:v>
                </c:pt>
                <c:pt idx="4161">
                  <c:v>11586.504136530293</c:v>
                </c:pt>
                <c:pt idx="4162">
                  <c:v>11589.28950700536</c:v>
                </c:pt>
                <c:pt idx="4163">
                  <c:v>11592.074877480427</c:v>
                </c:pt>
                <c:pt idx="4164">
                  <c:v>11594.860247955494</c:v>
                </c:pt>
                <c:pt idx="4165">
                  <c:v>11597.645618430561</c:v>
                </c:pt>
                <c:pt idx="4166">
                  <c:v>11600.430988905628</c:v>
                </c:pt>
                <c:pt idx="4167">
                  <c:v>11603.216359380694</c:v>
                </c:pt>
                <c:pt idx="4168">
                  <c:v>11606.001729855761</c:v>
                </c:pt>
                <c:pt idx="4169">
                  <c:v>11608.787100330828</c:v>
                </c:pt>
                <c:pt idx="4170">
                  <c:v>11611.572470805895</c:v>
                </c:pt>
                <c:pt idx="4171">
                  <c:v>11614.357841280962</c:v>
                </c:pt>
                <c:pt idx="4172">
                  <c:v>11617.143211756029</c:v>
                </c:pt>
                <c:pt idx="4173">
                  <c:v>11619.928582231096</c:v>
                </c:pt>
                <c:pt idx="4174">
                  <c:v>11622.713952706163</c:v>
                </c:pt>
                <c:pt idx="4175">
                  <c:v>11625.49932318123</c:v>
                </c:pt>
                <c:pt idx="4176">
                  <c:v>11628.284693656296</c:v>
                </c:pt>
                <c:pt idx="4177">
                  <c:v>11631.070064131363</c:v>
                </c:pt>
                <c:pt idx="4178">
                  <c:v>11633.85543460643</c:v>
                </c:pt>
                <c:pt idx="4179">
                  <c:v>11636.640805081497</c:v>
                </c:pt>
                <c:pt idx="4180">
                  <c:v>11639.426175556564</c:v>
                </c:pt>
                <c:pt idx="4181">
                  <c:v>11642.211546031631</c:v>
                </c:pt>
                <c:pt idx="4182">
                  <c:v>11644.996916506698</c:v>
                </c:pt>
                <c:pt idx="4183">
                  <c:v>11647.782286981765</c:v>
                </c:pt>
                <c:pt idx="4184">
                  <c:v>11650.567657456832</c:v>
                </c:pt>
                <c:pt idx="4185">
                  <c:v>11653.353027931898</c:v>
                </c:pt>
                <c:pt idx="4186">
                  <c:v>11656.138398406965</c:v>
                </c:pt>
                <c:pt idx="4187">
                  <c:v>11658.923768882032</c:v>
                </c:pt>
                <c:pt idx="4188">
                  <c:v>11661.709139357099</c:v>
                </c:pt>
                <c:pt idx="4189">
                  <c:v>11664.494509832166</c:v>
                </c:pt>
                <c:pt idx="4190">
                  <c:v>11667.279880307233</c:v>
                </c:pt>
                <c:pt idx="4191">
                  <c:v>11670.0652507823</c:v>
                </c:pt>
                <c:pt idx="4192">
                  <c:v>11672.850621257367</c:v>
                </c:pt>
                <c:pt idx="4193">
                  <c:v>11675.635991732433</c:v>
                </c:pt>
                <c:pt idx="4194">
                  <c:v>11678.4213622075</c:v>
                </c:pt>
                <c:pt idx="4195">
                  <c:v>11681.206732682567</c:v>
                </c:pt>
                <c:pt idx="4196">
                  <c:v>11683.992103157634</c:v>
                </c:pt>
                <c:pt idx="4197">
                  <c:v>11686.777473632701</c:v>
                </c:pt>
                <c:pt idx="4198">
                  <c:v>11689.562844107768</c:v>
                </c:pt>
                <c:pt idx="4199">
                  <c:v>11692.348214582835</c:v>
                </c:pt>
                <c:pt idx="4200">
                  <c:v>11695.133585057902</c:v>
                </c:pt>
                <c:pt idx="4201">
                  <c:v>11697.918955532969</c:v>
                </c:pt>
                <c:pt idx="4202">
                  <c:v>11700.704326008035</c:v>
                </c:pt>
                <c:pt idx="4203">
                  <c:v>11703.489696483102</c:v>
                </c:pt>
                <c:pt idx="4204">
                  <c:v>11706.275066958169</c:v>
                </c:pt>
                <c:pt idx="4205">
                  <c:v>11709.060437433236</c:v>
                </c:pt>
                <c:pt idx="4206">
                  <c:v>11711.845807908303</c:v>
                </c:pt>
                <c:pt idx="4207">
                  <c:v>11714.63117838337</c:v>
                </c:pt>
                <c:pt idx="4208">
                  <c:v>11717.416548858437</c:v>
                </c:pt>
                <c:pt idx="4209">
                  <c:v>11720.201919333504</c:v>
                </c:pt>
                <c:pt idx="4210">
                  <c:v>11722.98728980857</c:v>
                </c:pt>
                <c:pt idx="4211">
                  <c:v>11725.772660283637</c:v>
                </c:pt>
                <c:pt idx="4212">
                  <c:v>11728.558030758704</c:v>
                </c:pt>
                <c:pt idx="4213">
                  <c:v>11731.343401233771</c:v>
                </c:pt>
                <c:pt idx="4214">
                  <c:v>11734.128771708838</c:v>
                </c:pt>
                <c:pt idx="4215">
                  <c:v>11736.914142183905</c:v>
                </c:pt>
                <c:pt idx="4216">
                  <c:v>11739.699512658972</c:v>
                </c:pt>
                <c:pt idx="4217">
                  <c:v>11742.484883134039</c:v>
                </c:pt>
                <c:pt idx="4218">
                  <c:v>11745.270253609106</c:v>
                </c:pt>
                <c:pt idx="4219">
                  <c:v>11748.055624084172</c:v>
                </c:pt>
                <c:pt idx="4220">
                  <c:v>11750.840994559239</c:v>
                </c:pt>
                <c:pt idx="4221">
                  <c:v>11753.626365034306</c:v>
                </c:pt>
                <c:pt idx="4222">
                  <c:v>11756.411735509373</c:v>
                </c:pt>
                <c:pt idx="4223">
                  <c:v>11759.19710598444</c:v>
                </c:pt>
                <c:pt idx="4224">
                  <c:v>11761.982476459507</c:v>
                </c:pt>
                <c:pt idx="4225">
                  <c:v>11764.767846934574</c:v>
                </c:pt>
                <c:pt idx="4226">
                  <c:v>11767.553217409641</c:v>
                </c:pt>
                <c:pt idx="4227">
                  <c:v>11770.338587884708</c:v>
                </c:pt>
                <c:pt idx="4228">
                  <c:v>11773.123958359774</c:v>
                </c:pt>
                <c:pt idx="4229">
                  <c:v>11775.909328834841</c:v>
                </c:pt>
                <c:pt idx="4230">
                  <c:v>11778.694699309908</c:v>
                </c:pt>
                <c:pt idx="4231">
                  <c:v>11781.480069784975</c:v>
                </c:pt>
                <c:pt idx="4232">
                  <c:v>11784.265440260042</c:v>
                </c:pt>
                <c:pt idx="4233">
                  <c:v>11787.050810735109</c:v>
                </c:pt>
                <c:pt idx="4234">
                  <c:v>11789.836181210176</c:v>
                </c:pt>
                <c:pt idx="4235">
                  <c:v>11792.621551685243</c:v>
                </c:pt>
                <c:pt idx="4236">
                  <c:v>11795.406922160309</c:v>
                </c:pt>
                <c:pt idx="4237">
                  <c:v>11798.192292635376</c:v>
                </c:pt>
                <c:pt idx="4238">
                  <c:v>11800.977663110443</c:v>
                </c:pt>
                <c:pt idx="4239">
                  <c:v>11803.76303358551</c:v>
                </c:pt>
                <c:pt idx="4240">
                  <c:v>11806.548404060577</c:v>
                </c:pt>
                <c:pt idx="4241">
                  <c:v>11809.333774535644</c:v>
                </c:pt>
                <c:pt idx="4242">
                  <c:v>11812.119145010711</c:v>
                </c:pt>
                <c:pt idx="4243">
                  <c:v>11814.904515485778</c:v>
                </c:pt>
                <c:pt idx="4244">
                  <c:v>11817.689885960845</c:v>
                </c:pt>
                <c:pt idx="4245">
                  <c:v>11820.475256435911</c:v>
                </c:pt>
                <c:pt idx="4246">
                  <c:v>11823.260626910978</c:v>
                </c:pt>
                <c:pt idx="4247">
                  <c:v>11826.045997386045</c:v>
                </c:pt>
                <c:pt idx="4248">
                  <c:v>11828.831367861112</c:v>
                </c:pt>
                <c:pt idx="4249">
                  <c:v>11831.616738336179</c:v>
                </c:pt>
                <c:pt idx="4250">
                  <c:v>11834.402108811246</c:v>
                </c:pt>
                <c:pt idx="4251">
                  <c:v>11837.187479286313</c:v>
                </c:pt>
                <c:pt idx="4252">
                  <c:v>11839.97284976138</c:v>
                </c:pt>
                <c:pt idx="4253">
                  <c:v>11842.758220236447</c:v>
                </c:pt>
                <c:pt idx="4254">
                  <c:v>11845.543590711513</c:v>
                </c:pt>
                <c:pt idx="4255">
                  <c:v>11848.32896118658</c:v>
                </c:pt>
                <c:pt idx="4256">
                  <c:v>11851.114331661647</c:v>
                </c:pt>
                <c:pt idx="4257">
                  <c:v>11853.899702136714</c:v>
                </c:pt>
                <c:pt idx="4258">
                  <c:v>11856.685072611781</c:v>
                </c:pt>
                <c:pt idx="4259">
                  <c:v>11859.470443086848</c:v>
                </c:pt>
                <c:pt idx="4260">
                  <c:v>11862.255813561915</c:v>
                </c:pt>
                <c:pt idx="4261">
                  <c:v>11865.041184036982</c:v>
                </c:pt>
                <c:pt idx="4262">
                  <c:v>11867.826554512048</c:v>
                </c:pt>
                <c:pt idx="4263">
                  <c:v>11870.611924987115</c:v>
                </c:pt>
                <c:pt idx="4264">
                  <c:v>11873.397295462182</c:v>
                </c:pt>
                <c:pt idx="4265">
                  <c:v>11876.182665937249</c:v>
                </c:pt>
                <c:pt idx="4266">
                  <c:v>11878.968036412316</c:v>
                </c:pt>
                <c:pt idx="4267">
                  <c:v>11881.753406887383</c:v>
                </c:pt>
                <c:pt idx="4268">
                  <c:v>11884.53877736245</c:v>
                </c:pt>
                <c:pt idx="4269">
                  <c:v>11887.324147837517</c:v>
                </c:pt>
                <c:pt idx="4270">
                  <c:v>11890.109518312584</c:v>
                </c:pt>
                <c:pt idx="4271">
                  <c:v>11892.89488878765</c:v>
                </c:pt>
                <c:pt idx="4272">
                  <c:v>11895.680259262717</c:v>
                </c:pt>
                <c:pt idx="4273">
                  <c:v>11898.465629737784</c:v>
                </c:pt>
                <c:pt idx="4274">
                  <c:v>11901.251000212851</c:v>
                </c:pt>
                <c:pt idx="4275">
                  <c:v>11904.036370687918</c:v>
                </c:pt>
                <c:pt idx="4276">
                  <c:v>11906.821741162985</c:v>
                </c:pt>
                <c:pt idx="4277">
                  <c:v>11909.607111638052</c:v>
                </c:pt>
                <c:pt idx="4278">
                  <c:v>11912.392482113119</c:v>
                </c:pt>
                <c:pt idx="4279">
                  <c:v>11915.177852588185</c:v>
                </c:pt>
                <c:pt idx="4280">
                  <c:v>11917.963223063252</c:v>
                </c:pt>
                <c:pt idx="4281">
                  <c:v>11920.748593538319</c:v>
                </c:pt>
                <c:pt idx="4282">
                  <c:v>11923.533964013386</c:v>
                </c:pt>
                <c:pt idx="4283">
                  <c:v>11926.319334488453</c:v>
                </c:pt>
                <c:pt idx="4284">
                  <c:v>11929.10470496352</c:v>
                </c:pt>
                <c:pt idx="4285">
                  <c:v>11931.890075438587</c:v>
                </c:pt>
                <c:pt idx="4286">
                  <c:v>11934.675445913654</c:v>
                </c:pt>
                <c:pt idx="4287">
                  <c:v>11937.460816388721</c:v>
                </c:pt>
                <c:pt idx="4288">
                  <c:v>11940.246186863787</c:v>
                </c:pt>
                <c:pt idx="4289">
                  <c:v>11943.031557338854</c:v>
                </c:pt>
                <c:pt idx="4290">
                  <c:v>11945.816927813921</c:v>
                </c:pt>
                <c:pt idx="4291">
                  <c:v>11948.602298288988</c:v>
                </c:pt>
                <c:pt idx="4292">
                  <c:v>11951.387668764055</c:v>
                </c:pt>
                <c:pt idx="4293">
                  <c:v>11954.173039239122</c:v>
                </c:pt>
                <c:pt idx="4294">
                  <c:v>11956.958409714189</c:v>
                </c:pt>
                <c:pt idx="4295">
                  <c:v>11959.743780189256</c:v>
                </c:pt>
                <c:pt idx="4296">
                  <c:v>11962.529150664323</c:v>
                </c:pt>
                <c:pt idx="4297">
                  <c:v>11965.314521139389</c:v>
                </c:pt>
                <c:pt idx="4298">
                  <c:v>11968.099891614456</c:v>
                </c:pt>
                <c:pt idx="4299">
                  <c:v>11970.885262089523</c:v>
                </c:pt>
                <c:pt idx="4300">
                  <c:v>11973.67063256459</c:v>
                </c:pt>
                <c:pt idx="4301">
                  <c:v>11976.456003039657</c:v>
                </c:pt>
                <c:pt idx="4302">
                  <c:v>11979.241373514724</c:v>
                </c:pt>
                <c:pt idx="4303">
                  <c:v>11982.026743989791</c:v>
                </c:pt>
                <c:pt idx="4304">
                  <c:v>11984.812114464858</c:v>
                </c:pt>
                <c:pt idx="4305">
                  <c:v>11987.597484939924</c:v>
                </c:pt>
                <c:pt idx="4306">
                  <c:v>11990.382855414991</c:v>
                </c:pt>
                <c:pt idx="4307">
                  <c:v>11993.168225890058</c:v>
                </c:pt>
                <c:pt idx="4308">
                  <c:v>11995.953596365125</c:v>
                </c:pt>
                <c:pt idx="4309">
                  <c:v>11998.738966840192</c:v>
                </c:pt>
                <c:pt idx="4310">
                  <c:v>12001.524337315259</c:v>
                </c:pt>
                <c:pt idx="4311">
                  <c:v>12004.309707790326</c:v>
                </c:pt>
                <c:pt idx="4312">
                  <c:v>12007.095078265393</c:v>
                </c:pt>
                <c:pt idx="4313">
                  <c:v>12009.88044874046</c:v>
                </c:pt>
                <c:pt idx="4314">
                  <c:v>12012.665819215526</c:v>
                </c:pt>
                <c:pt idx="4315">
                  <c:v>12015.451189690593</c:v>
                </c:pt>
                <c:pt idx="4316">
                  <c:v>12018.23656016566</c:v>
                </c:pt>
                <c:pt idx="4317">
                  <c:v>12021.021930640727</c:v>
                </c:pt>
                <c:pt idx="4318">
                  <c:v>12023.807301115794</c:v>
                </c:pt>
                <c:pt idx="4319">
                  <c:v>12026.592671590861</c:v>
                </c:pt>
                <c:pt idx="4320">
                  <c:v>12029.378042065928</c:v>
                </c:pt>
                <c:pt idx="4321">
                  <c:v>12032.163412540995</c:v>
                </c:pt>
                <c:pt idx="4322">
                  <c:v>12034.948783016061</c:v>
                </c:pt>
                <c:pt idx="4323">
                  <c:v>12037.734153491128</c:v>
                </c:pt>
                <c:pt idx="4324">
                  <c:v>12040.519523966195</c:v>
                </c:pt>
                <c:pt idx="4325">
                  <c:v>12043.304894441262</c:v>
                </c:pt>
                <c:pt idx="4326">
                  <c:v>12046.090264916329</c:v>
                </c:pt>
                <c:pt idx="4327">
                  <c:v>12048.875635391396</c:v>
                </c:pt>
                <c:pt idx="4328">
                  <c:v>12051.661005866463</c:v>
                </c:pt>
                <c:pt idx="4329">
                  <c:v>12054.44637634153</c:v>
                </c:pt>
                <c:pt idx="4330">
                  <c:v>12057.231746816597</c:v>
                </c:pt>
                <c:pt idx="4331">
                  <c:v>12060.017117291663</c:v>
                </c:pt>
                <c:pt idx="4332">
                  <c:v>12062.80248776673</c:v>
                </c:pt>
                <c:pt idx="4333">
                  <c:v>12065.587858241797</c:v>
                </c:pt>
                <c:pt idx="4334">
                  <c:v>12068.373228716864</c:v>
                </c:pt>
                <c:pt idx="4335">
                  <c:v>12071.158599191931</c:v>
                </c:pt>
                <c:pt idx="4336">
                  <c:v>12073.943969666998</c:v>
                </c:pt>
                <c:pt idx="4337">
                  <c:v>12076.729340142065</c:v>
                </c:pt>
                <c:pt idx="4338">
                  <c:v>12079.514710617132</c:v>
                </c:pt>
                <c:pt idx="4339">
                  <c:v>12082.300081092199</c:v>
                </c:pt>
                <c:pt idx="4340">
                  <c:v>12085.085451567265</c:v>
                </c:pt>
                <c:pt idx="4341">
                  <c:v>12087.870822042332</c:v>
                </c:pt>
                <c:pt idx="4342">
                  <c:v>12090.656192517399</c:v>
                </c:pt>
                <c:pt idx="4343">
                  <c:v>12093.441562992466</c:v>
                </c:pt>
                <c:pt idx="4344">
                  <c:v>12096.226933467533</c:v>
                </c:pt>
                <c:pt idx="4345">
                  <c:v>12099.0123039426</c:v>
                </c:pt>
                <c:pt idx="4346">
                  <c:v>12101.797674417667</c:v>
                </c:pt>
                <c:pt idx="4347">
                  <c:v>12104.583044892734</c:v>
                </c:pt>
                <c:pt idx="4348">
                  <c:v>12107.3684153678</c:v>
                </c:pt>
                <c:pt idx="4349">
                  <c:v>12110.153785842867</c:v>
                </c:pt>
                <c:pt idx="4350">
                  <c:v>12112.939156317934</c:v>
                </c:pt>
                <c:pt idx="4351">
                  <c:v>12115.724526793001</c:v>
                </c:pt>
                <c:pt idx="4352">
                  <c:v>12118.509897268068</c:v>
                </c:pt>
                <c:pt idx="4353">
                  <c:v>12121.295267743135</c:v>
                </c:pt>
                <c:pt idx="4354">
                  <c:v>12124.080638218202</c:v>
                </c:pt>
                <c:pt idx="4355">
                  <c:v>12126.866008693269</c:v>
                </c:pt>
                <c:pt idx="4356">
                  <c:v>12129.651379168336</c:v>
                </c:pt>
                <c:pt idx="4357">
                  <c:v>12132.436749643402</c:v>
                </c:pt>
                <c:pt idx="4358">
                  <c:v>12135.222120118469</c:v>
                </c:pt>
                <c:pt idx="4359">
                  <c:v>12138.007490593536</c:v>
                </c:pt>
                <c:pt idx="4360">
                  <c:v>12140.792861068603</c:v>
                </c:pt>
                <c:pt idx="4361">
                  <c:v>12143.57823154367</c:v>
                </c:pt>
                <c:pt idx="4362">
                  <c:v>12146.363602018737</c:v>
                </c:pt>
                <c:pt idx="4363">
                  <c:v>12149.148972493804</c:v>
                </c:pt>
                <c:pt idx="4364">
                  <c:v>12151.934342968871</c:v>
                </c:pt>
                <c:pt idx="4365">
                  <c:v>12154.719713443938</c:v>
                </c:pt>
                <c:pt idx="4366">
                  <c:v>12157.505083919004</c:v>
                </c:pt>
                <c:pt idx="4367">
                  <c:v>12160.290454394071</c:v>
                </c:pt>
                <c:pt idx="4368">
                  <c:v>12163.075824869138</c:v>
                </c:pt>
                <c:pt idx="4369">
                  <c:v>12165.861195344205</c:v>
                </c:pt>
                <c:pt idx="4370">
                  <c:v>12168.646565819272</c:v>
                </c:pt>
                <c:pt idx="4371">
                  <c:v>12171.431936294339</c:v>
                </c:pt>
                <c:pt idx="4372">
                  <c:v>12174.217306769406</c:v>
                </c:pt>
                <c:pt idx="4373">
                  <c:v>12177.002677244473</c:v>
                </c:pt>
                <c:pt idx="4374">
                  <c:v>12179.788047719539</c:v>
                </c:pt>
                <c:pt idx="4375">
                  <c:v>12182.573418194606</c:v>
                </c:pt>
                <c:pt idx="4376">
                  <c:v>12185.358788669673</c:v>
                </c:pt>
                <c:pt idx="4377">
                  <c:v>12188.14415914474</c:v>
                </c:pt>
                <c:pt idx="4378">
                  <c:v>12190.929529619807</c:v>
                </c:pt>
                <c:pt idx="4379">
                  <c:v>12193.714900094874</c:v>
                </c:pt>
                <c:pt idx="4380">
                  <c:v>12196.500270569941</c:v>
                </c:pt>
                <c:pt idx="4381">
                  <c:v>12199.285641045008</c:v>
                </c:pt>
                <c:pt idx="4382">
                  <c:v>12202.071011520075</c:v>
                </c:pt>
                <c:pt idx="4383">
                  <c:v>12204.856381995141</c:v>
                </c:pt>
                <c:pt idx="4384">
                  <c:v>12207.641752470208</c:v>
                </c:pt>
                <c:pt idx="4385">
                  <c:v>12210.427122945275</c:v>
                </c:pt>
                <c:pt idx="4386">
                  <c:v>12213.212493420342</c:v>
                </c:pt>
                <c:pt idx="4387">
                  <c:v>12215.997863895409</c:v>
                </c:pt>
                <c:pt idx="4388">
                  <c:v>12218.783234370476</c:v>
                </c:pt>
                <c:pt idx="4389">
                  <c:v>12221.568604845543</c:v>
                </c:pt>
                <c:pt idx="4390">
                  <c:v>12224.35397532061</c:v>
                </c:pt>
                <c:pt idx="4391">
                  <c:v>12227.139345795676</c:v>
                </c:pt>
                <c:pt idx="4392">
                  <c:v>12229.924716270743</c:v>
                </c:pt>
                <c:pt idx="4393">
                  <c:v>12232.71008674581</c:v>
                </c:pt>
                <c:pt idx="4394">
                  <c:v>12235.495457220877</c:v>
                </c:pt>
                <c:pt idx="4395">
                  <c:v>12238.280827695944</c:v>
                </c:pt>
                <c:pt idx="4396">
                  <c:v>12241.066198171011</c:v>
                </c:pt>
                <c:pt idx="4397">
                  <c:v>12243.851568646078</c:v>
                </c:pt>
                <c:pt idx="4398">
                  <c:v>12246.636939121145</c:v>
                </c:pt>
                <c:pt idx="4399">
                  <c:v>12249.422309596212</c:v>
                </c:pt>
                <c:pt idx="4400">
                  <c:v>12252.207680071278</c:v>
                </c:pt>
                <c:pt idx="4401">
                  <c:v>12254.993050546345</c:v>
                </c:pt>
                <c:pt idx="4402">
                  <c:v>12257.778421021412</c:v>
                </c:pt>
                <c:pt idx="4403">
                  <c:v>12260.563791496479</c:v>
                </c:pt>
                <c:pt idx="4404">
                  <c:v>12263.349161971546</c:v>
                </c:pt>
                <c:pt idx="4405">
                  <c:v>12266.134532446613</c:v>
                </c:pt>
                <c:pt idx="4406">
                  <c:v>12268.91990292168</c:v>
                </c:pt>
                <c:pt idx="4407">
                  <c:v>12271.705273396747</c:v>
                </c:pt>
                <c:pt idx="4408">
                  <c:v>12274.490643871814</c:v>
                </c:pt>
                <c:pt idx="4409">
                  <c:v>12277.27601434688</c:v>
                </c:pt>
                <c:pt idx="4410">
                  <c:v>12280.061384821947</c:v>
                </c:pt>
                <c:pt idx="4411">
                  <c:v>12282.846755297014</c:v>
                </c:pt>
                <c:pt idx="4412">
                  <c:v>12285.632125772081</c:v>
                </c:pt>
                <c:pt idx="4413">
                  <c:v>12288.417496247148</c:v>
                </c:pt>
                <c:pt idx="4414">
                  <c:v>12291.202866722215</c:v>
                </c:pt>
                <c:pt idx="4415">
                  <c:v>12293.988237197282</c:v>
                </c:pt>
                <c:pt idx="4416">
                  <c:v>12296.773607672349</c:v>
                </c:pt>
                <c:pt idx="4417">
                  <c:v>12299.558978147415</c:v>
                </c:pt>
                <c:pt idx="4418">
                  <c:v>12302.344348622482</c:v>
                </c:pt>
                <c:pt idx="4419">
                  <c:v>12305.129719097549</c:v>
                </c:pt>
                <c:pt idx="4420">
                  <c:v>12307.915089572616</c:v>
                </c:pt>
                <c:pt idx="4421">
                  <c:v>12310.700460047683</c:v>
                </c:pt>
                <c:pt idx="4422">
                  <c:v>12313.48583052275</c:v>
                </c:pt>
                <c:pt idx="4423">
                  <c:v>12316.271200997817</c:v>
                </c:pt>
                <c:pt idx="4424">
                  <c:v>12319.056571472884</c:v>
                </c:pt>
                <c:pt idx="4425">
                  <c:v>12321.841941947951</c:v>
                </c:pt>
                <c:pt idx="4426">
                  <c:v>12324.627312423017</c:v>
                </c:pt>
                <c:pt idx="4427">
                  <c:v>12327.412682898084</c:v>
                </c:pt>
                <c:pt idx="4428">
                  <c:v>12330.198053373151</c:v>
                </c:pt>
                <c:pt idx="4429">
                  <c:v>12332.983423848218</c:v>
                </c:pt>
                <c:pt idx="4430">
                  <c:v>12335.768794323285</c:v>
                </c:pt>
                <c:pt idx="4431">
                  <c:v>12338.554164798352</c:v>
                </c:pt>
                <c:pt idx="4432">
                  <c:v>12341.339535273419</c:v>
                </c:pt>
                <c:pt idx="4433">
                  <c:v>12344.124905748486</c:v>
                </c:pt>
                <c:pt idx="4434">
                  <c:v>12346.910276223553</c:v>
                </c:pt>
                <c:pt idx="4435">
                  <c:v>12349.695646698619</c:v>
                </c:pt>
                <c:pt idx="4436">
                  <c:v>12352.481017173686</c:v>
                </c:pt>
                <c:pt idx="4437">
                  <c:v>12355.266387648753</c:v>
                </c:pt>
                <c:pt idx="4438">
                  <c:v>12358.05175812382</c:v>
                </c:pt>
                <c:pt idx="4439">
                  <c:v>12360.837128598887</c:v>
                </c:pt>
                <c:pt idx="4440">
                  <c:v>12363.622499073954</c:v>
                </c:pt>
                <c:pt idx="4441">
                  <c:v>12366.407869549021</c:v>
                </c:pt>
                <c:pt idx="4442">
                  <c:v>12369.193240024088</c:v>
                </c:pt>
                <c:pt idx="4443">
                  <c:v>12371.978610499154</c:v>
                </c:pt>
                <c:pt idx="4444">
                  <c:v>12374.763980974221</c:v>
                </c:pt>
                <c:pt idx="4445">
                  <c:v>12377.549351449288</c:v>
                </c:pt>
                <c:pt idx="4446">
                  <c:v>12380.334721924355</c:v>
                </c:pt>
                <c:pt idx="4447">
                  <c:v>12383.120092399422</c:v>
                </c:pt>
                <c:pt idx="4448">
                  <c:v>12385.905462874489</c:v>
                </c:pt>
                <c:pt idx="4449">
                  <c:v>12388.690833349556</c:v>
                </c:pt>
                <c:pt idx="4450">
                  <c:v>12391.476203824623</c:v>
                </c:pt>
                <c:pt idx="4451">
                  <c:v>12394.26157429969</c:v>
                </c:pt>
                <c:pt idx="4452">
                  <c:v>12397.046944774756</c:v>
                </c:pt>
                <c:pt idx="4453">
                  <c:v>12399.832315249823</c:v>
                </c:pt>
                <c:pt idx="4454">
                  <c:v>12402.61768572489</c:v>
                </c:pt>
                <c:pt idx="4455">
                  <c:v>12405.403056199957</c:v>
                </c:pt>
                <c:pt idx="4456">
                  <c:v>12408.188426675024</c:v>
                </c:pt>
                <c:pt idx="4457">
                  <c:v>12410.973797150091</c:v>
                </c:pt>
                <c:pt idx="4458">
                  <c:v>12413.759167625158</c:v>
                </c:pt>
                <c:pt idx="4459">
                  <c:v>12416.544538100225</c:v>
                </c:pt>
                <c:pt idx="4460">
                  <c:v>12419.329908575291</c:v>
                </c:pt>
                <c:pt idx="4461">
                  <c:v>12422.115279050358</c:v>
                </c:pt>
                <c:pt idx="4462">
                  <c:v>12424.900649525425</c:v>
                </c:pt>
                <c:pt idx="4463">
                  <c:v>12427.686020000492</c:v>
                </c:pt>
                <c:pt idx="4464">
                  <c:v>12430.471390475559</c:v>
                </c:pt>
                <c:pt idx="4465">
                  <c:v>12433.256760950626</c:v>
                </c:pt>
                <c:pt idx="4466">
                  <c:v>12436.042131425693</c:v>
                </c:pt>
                <c:pt idx="4467">
                  <c:v>12438.82750190076</c:v>
                </c:pt>
                <c:pt idx="4468">
                  <c:v>12441.612872375827</c:v>
                </c:pt>
                <c:pt idx="4469">
                  <c:v>12444.398242850893</c:v>
                </c:pt>
                <c:pt idx="4470">
                  <c:v>12447.18361332596</c:v>
                </c:pt>
                <c:pt idx="4471">
                  <c:v>12449.968983801027</c:v>
                </c:pt>
                <c:pt idx="4472">
                  <c:v>12452.754354276094</c:v>
                </c:pt>
                <c:pt idx="4473">
                  <c:v>12455.539724751161</c:v>
                </c:pt>
                <c:pt idx="4474">
                  <c:v>12458.325095226228</c:v>
                </c:pt>
                <c:pt idx="4475">
                  <c:v>12461.110465701295</c:v>
                </c:pt>
                <c:pt idx="4476">
                  <c:v>12463.895836176362</c:v>
                </c:pt>
                <c:pt idx="4477">
                  <c:v>12466.681206651429</c:v>
                </c:pt>
                <c:pt idx="4478">
                  <c:v>12469.466577126495</c:v>
                </c:pt>
                <c:pt idx="4479">
                  <c:v>12472.251947601562</c:v>
                </c:pt>
                <c:pt idx="4480">
                  <c:v>12475.037318076629</c:v>
                </c:pt>
                <c:pt idx="4481">
                  <c:v>12477.822688551696</c:v>
                </c:pt>
                <c:pt idx="4482">
                  <c:v>12480.608059026763</c:v>
                </c:pt>
                <c:pt idx="4483">
                  <c:v>12483.39342950183</c:v>
                </c:pt>
                <c:pt idx="4484">
                  <c:v>12486.178799976897</c:v>
                </c:pt>
                <c:pt idx="4485">
                  <c:v>12488.964170451964</c:v>
                </c:pt>
                <c:pt idx="4486">
                  <c:v>12491.74954092703</c:v>
                </c:pt>
                <c:pt idx="4487">
                  <c:v>12494.534911402097</c:v>
                </c:pt>
                <c:pt idx="4488">
                  <c:v>12497.320281877164</c:v>
                </c:pt>
                <c:pt idx="4489">
                  <c:v>12500.105652352231</c:v>
                </c:pt>
                <c:pt idx="4490">
                  <c:v>12502.891022827298</c:v>
                </c:pt>
                <c:pt idx="4491">
                  <c:v>12505.676393302365</c:v>
                </c:pt>
                <c:pt idx="4492">
                  <c:v>12508.461763777432</c:v>
                </c:pt>
                <c:pt idx="4493">
                  <c:v>12511.247134252499</c:v>
                </c:pt>
                <c:pt idx="4494">
                  <c:v>12514.032504727566</c:v>
                </c:pt>
                <c:pt idx="4495">
                  <c:v>12516.817875202632</c:v>
                </c:pt>
                <c:pt idx="4496">
                  <c:v>12519.603245677699</c:v>
                </c:pt>
                <c:pt idx="4497">
                  <c:v>12522.388616152766</c:v>
                </c:pt>
                <c:pt idx="4498">
                  <c:v>12525.173986627833</c:v>
                </c:pt>
                <c:pt idx="4499">
                  <c:v>12527.9593571029</c:v>
                </c:pt>
                <c:pt idx="4500">
                  <c:v>12530.744727577967</c:v>
                </c:pt>
                <c:pt idx="4501">
                  <c:v>12533.530098053034</c:v>
                </c:pt>
                <c:pt idx="4502">
                  <c:v>12536.315468528101</c:v>
                </c:pt>
                <c:pt idx="4503">
                  <c:v>12539.100839003167</c:v>
                </c:pt>
                <c:pt idx="4504">
                  <c:v>12541.886209478234</c:v>
                </c:pt>
                <c:pt idx="4505">
                  <c:v>12544.671579953301</c:v>
                </c:pt>
                <c:pt idx="4506">
                  <c:v>12547.456950428368</c:v>
                </c:pt>
                <c:pt idx="4507">
                  <c:v>12550.242320903435</c:v>
                </c:pt>
                <c:pt idx="4508">
                  <c:v>12553.027691378502</c:v>
                </c:pt>
                <c:pt idx="4509">
                  <c:v>12555.813061853569</c:v>
                </c:pt>
                <c:pt idx="4510">
                  <c:v>12558.598432328636</c:v>
                </c:pt>
                <c:pt idx="4511">
                  <c:v>12561.383802803703</c:v>
                </c:pt>
                <c:pt idx="4512">
                  <c:v>12564.169173278769</c:v>
                </c:pt>
                <c:pt idx="4513">
                  <c:v>12566.954543753836</c:v>
                </c:pt>
                <c:pt idx="4514">
                  <c:v>12569.739914228903</c:v>
                </c:pt>
                <c:pt idx="4515">
                  <c:v>12572.52528470397</c:v>
                </c:pt>
                <c:pt idx="4516">
                  <c:v>12575.310655179037</c:v>
                </c:pt>
                <c:pt idx="4517">
                  <c:v>12578.096025654104</c:v>
                </c:pt>
                <c:pt idx="4518">
                  <c:v>12580.881396129171</c:v>
                </c:pt>
                <c:pt idx="4519">
                  <c:v>12583.666766604238</c:v>
                </c:pt>
                <c:pt idx="4520">
                  <c:v>12586.452137079305</c:v>
                </c:pt>
                <c:pt idx="4521">
                  <c:v>12589.237507554371</c:v>
                </c:pt>
                <c:pt idx="4522">
                  <c:v>12592.022878029438</c:v>
                </c:pt>
                <c:pt idx="4523">
                  <c:v>12594.808248504505</c:v>
                </c:pt>
                <c:pt idx="4524">
                  <c:v>12597.593618979572</c:v>
                </c:pt>
                <c:pt idx="4525">
                  <c:v>12600.378989454639</c:v>
                </c:pt>
                <c:pt idx="4526">
                  <c:v>12603.164359929706</c:v>
                </c:pt>
                <c:pt idx="4527">
                  <c:v>12605.949730404773</c:v>
                </c:pt>
                <c:pt idx="4528">
                  <c:v>12608.73510087984</c:v>
                </c:pt>
                <c:pt idx="4529">
                  <c:v>12611.520471354906</c:v>
                </c:pt>
                <c:pt idx="4530">
                  <c:v>12614.305841829973</c:v>
                </c:pt>
                <c:pt idx="4531">
                  <c:v>12617.09121230504</c:v>
                </c:pt>
                <c:pt idx="4532">
                  <c:v>12619.876582780107</c:v>
                </c:pt>
                <c:pt idx="4533">
                  <c:v>12622.661953255174</c:v>
                </c:pt>
                <c:pt idx="4534">
                  <c:v>12625.447323730241</c:v>
                </c:pt>
                <c:pt idx="4535">
                  <c:v>12628.232694205308</c:v>
                </c:pt>
                <c:pt idx="4536">
                  <c:v>12631.018064680375</c:v>
                </c:pt>
                <c:pt idx="4537">
                  <c:v>12633.803435155442</c:v>
                </c:pt>
                <c:pt idx="4538">
                  <c:v>12636.588805630508</c:v>
                </c:pt>
                <c:pt idx="4539">
                  <c:v>12639.374176105575</c:v>
                </c:pt>
                <c:pt idx="4540">
                  <c:v>12642.159546580642</c:v>
                </c:pt>
                <c:pt idx="4541">
                  <c:v>12644.944917055709</c:v>
                </c:pt>
                <c:pt idx="4542">
                  <c:v>12647.730287530776</c:v>
                </c:pt>
                <c:pt idx="4543">
                  <c:v>12650.515658005843</c:v>
                </c:pt>
                <c:pt idx="4544">
                  <c:v>12653.30102848091</c:v>
                </c:pt>
                <c:pt idx="4545">
                  <c:v>12656.086398955977</c:v>
                </c:pt>
                <c:pt idx="4546">
                  <c:v>12658.871769431044</c:v>
                </c:pt>
                <c:pt idx="4547">
                  <c:v>12661.65713990611</c:v>
                </c:pt>
                <c:pt idx="4548">
                  <c:v>12664.442510381177</c:v>
                </c:pt>
                <c:pt idx="4549">
                  <c:v>12667.227880856244</c:v>
                </c:pt>
                <c:pt idx="4550">
                  <c:v>12670.013251331311</c:v>
                </c:pt>
                <c:pt idx="4551">
                  <c:v>12672.798621806378</c:v>
                </c:pt>
                <c:pt idx="4552">
                  <c:v>12675.583992281445</c:v>
                </c:pt>
                <c:pt idx="4553">
                  <c:v>12678.369362756512</c:v>
                </c:pt>
                <c:pt idx="4554">
                  <c:v>12681.154733231579</c:v>
                </c:pt>
                <c:pt idx="4555">
                  <c:v>12683.940103706645</c:v>
                </c:pt>
                <c:pt idx="4556">
                  <c:v>12686.725474181712</c:v>
                </c:pt>
                <c:pt idx="4557">
                  <c:v>12689.510844656779</c:v>
                </c:pt>
                <c:pt idx="4558">
                  <c:v>12692.296215131846</c:v>
                </c:pt>
                <c:pt idx="4559">
                  <c:v>12695.081585606913</c:v>
                </c:pt>
                <c:pt idx="4560">
                  <c:v>12697.86695608198</c:v>
                </c:pt>
                <c:pt idx="4561">
                  <c:v>12700.652326557047</c:v>
                </c:pt>
                <c:pt idx="4562">
                  <c:v>12703.437697032114</c:v>
                </c:pt>
                <c:pt idx="4563">
                  <c:v>12706.223067507181</c:v>
                </c:pt>
                <c:pt idx="4564">
                  <c:v>12709.008437982247</c:v>
                </c:pt>
                <c:pt idx="4565">
                  <c:v>12711.793808457314</c:v>
                </c:pt>
                <c:pt idx="4566">
                  <c:v>12714.579178932381</c:v>
                </c:pt>
                <c:pt idx="4567">
                  <c:v>12717.364549407448</c:v>
                </c:pt>
                <c:pt idx="4568">
                  <c:v>12720.149919882515</c:v>
                </c:pt>
                <c:pt idx="4569">
                  <c:v>12722.935290357582</c:v>
                </c:pt>
                <c:pt idx="4570">
                  <c:v>12725.720660832649</c:v>
                </c:pt>
                <c:pt idx="4571">
                  <c:v>12728.506031307716</c:v>
                </c:pt>
                <c:pt idx="4572">
                  <c:v>12731.291401782782</c:v>
                </c:pt>
                <c:pt idx="4573">
                  <c:v>12734.076772257849</c:v>
                </c:pt>
                <c:pt idx="4574">
                  <c:v>12736.862142732916</c:v>
                </c:pt>
                <c:pt idx="4575">
                  <c:v>12739.647513207983</c:v>
                </c:pt>
                <c:pt idx="4576">
                  <c:v>12742.43288368305</c:v>
                </c:pt>
                <c:pt idx="4577">
                  <c:v>12745.218254158117</c:v>
                </c:pt>
                <c:pt idx="4578">
                  <c:v>12748.003624633184</c:v>
                </c:pt>
                <c:pt idx="4579">
                  <c:v>12750.788995108251</c:v>
                </c:pt>
                <c:pt idx="4580">
                  <c:v>12753.574365583318</c:v>
                </c:pt>
                <c:pt idx="4581">
                  <c:v>12756.359736058384</c:v>
                </c:pt>
                <c:pt idx="4582">
                  <c:v>12759.145106533451</c:v>
                </c:pt>
                <c:pt idx="4583">
                  <c:v>12761.930477008518</c:v>
                </c:pt>
                <c:pt idx="4584">
                  <c:v>12764.715847483585</c:v>
                </c:pt>
                <c:pt idx="4585">
                  <c:v>12767.501217958652</c:v>
                </c:pt>
                <c:pt idx="4586">
                  <c:v>12770.286588433719</c:v>
                </c:pt>
                <c:pt idx="4587">
                  <c:v>12773.071958908786</c:v>
                </c:pt>
                <c:pt idx="4588">
                  <c:v>12775.857329383853</c:v>
                </c:pt>
                <c:pt idx="4589">
                  <c:v>12778.64269985892</c:v>
                </c:pt>
                <c:pt idx="4590">
                  <c:v>12781.428070333986</c:v>
                </c:pt>
                <c:pt idx="4591">
                  <c:v>12784.213440809053</c:v>
                </c:pt>
                <c:pt idx="4592">
                  <c:v>12786.99881128412</c:v>
                </c:pt>
                <c:pt idx="4593">
                  <c:v>12789.784181759187</c:v>
                </c:pt>
                <c:pt idx="4594">
                  <c:v>12792.569552234254</c:v>
                </c:pt>
                <c:pt idx="4595">
                  <c:v>12795.354922709321</c:v>
                </c:pt>
                <c:pt idx="4596">
                  <c:v>12798.140293184388</c:v>
                </c:pt>
                <c:pt idx="4597">
                  <c:v>12800.925663659455</c:v>
                </c:pt>
                <c:pt idx="4598">
                  <c:v>12803.711034134521</c:v>
                </c:pt>
                <c:pt idx="4599">
                  <c:v>12806.496404609588</c:v>
                </c:pt>
                <c:pt idx="4600">
                  <c:v>12809.281775084655</c:v>
                </c:pt>
                <c:pt idx="4601">
                  <c:v>12812.067145559722</c:v>
                </c:pt>
                <c:pt idx="4602">
                  <c:v>12814.852516034789</c:v>
                </c:pt>
                <c:pt idx="4603">
                  <c:v>12817.637886509856</c:v>
                </c:pt>
                <c:pt idx="4604">
                  <c:v>12820.423256984923</c:v>
                </c:pt>
                <c:pt idx="4605">
                  <c:v>12823.20862745999</c:v>
                </c:pt>
                <c:pt idx="4606">
                  <c:v>12825.993997935057</c:v>
                </c:pt>
                <c:pt idx="4607">
                  <c:v>12828.779368410123</c:v>
                </c:pt>
                <c:pt idx="4608">
                  <c:v>12831.56473888519</c:v>
                </c:pt>
                <c:pt idx="4609">
                  <c:v>12834.350109360257</c:v>
                </c:pt>
                <c:pt idx="4610">
                  <c:v>12837.135479835324</c:v>
                </c:pt>
                <c:pt idx="4611">
                  <c:v>12839.920850310391</c:v>
                </c:pt>
                <c:pt idx="4612">
                  <c:v>12842.706220785458</c:v>
                </c:pt>
                <c:pt idx="4613">
                  <c:v>12845.491591260525</c:v>
                </c:pt>
                <c:pt idx="4614">
                  <c:v>12848.276961735592</c:v>
                </c:pt>
                <c:pt idx="4615">
                  <c:v>12851.062332210658</c:v>
                </c:pt>
                <c:pt idx="4616">
                  <c:v>12853.847702685725</c:v>
                </c:pt>
                <c:pt idx="4617">
                  <c:v>12856.633073160792</c:v>
                </c:pt>
                <c:pt idx="4618">
                  <c:v>12859.418443635859</c:v>
                </c:pt>
                <c:pt idx="4619">
                  <c:v>12862.203814110926</c:v>
                </c:pt>
                <c:pt idx="4620">
                  <c:v>12864.989184585993</c:v>
                </c:pt>
                <c:pt idx="4621">
                  <c:v>12867.77455506106</c:v>
                </c:pt>
                <c:pt idx="4622">
                  <c:v>12870.559925536127</c:v>
                </c:pt>
                <c:pt idx="4623">
                  <c:v>12873.345296011194</c:v>
                </c:pt>
                <c:pt idx="4624">
                  <c:v>12876.13066648626</c:v>
                </c:pt>
                <c:pt idx="4625">
                  <c:v>12878.916036961327</c:v>
                </c:pt>
                <c:pt idx="4626">
                  <c:v>12881.701407436394</c:v>
                </c:pt>
                <c:pt idx="4627">
                  <c:v>12884.486777911461</c:v>
                </c:pt>
                <c:pt idx="4628">
                  <c:v>12887.272148386528</c:v>
                </c:pt>
                <c:pt idx="4629">
                  <c:v>12890.057518861595</c:v>
                </c:pt>
                <c:pt idx="4630">
                  <c:v>12892.842889336662</c:v>
                </c:pt>
                <c:pt idx="4631">
                  <c:v>12895.628259811729</c:v>
                </c:pt>
                <c:pt idx="4632">
                  <c:v>12898.413630286796</c:v>
                </c:pt>
                <c:pt idx="4633">
                  <c:v>12901.199000761862</c:v>
                </c:pt>
                <c:pt idx="4634">
                  <c:v>12903.984371236929</c:v>
                </c:pt>
                <c:pt idx="4635">
                  <c:v>12906.769741711996</c:v>
                </c:pt>
                <c:pt idx="4636">
                  <c:v>12909.555112187063</c:v>
                </c:pt>
                <c:pt idx="4637">
                  <c:v>12912.34048266213</c:v>
                </c:pt>
                <c:pt idx="4638">
                  <c:v>12915.125853137197</c:v>
                </c:pt>
                <c:pt idx="4639">
                  <c:v>12917.911223612264</c:v>
                </c:pt>
                <c:pt idx="4640">
                  <c:v>12920.696594087331</c:v>
                </c:pt>
                <c:pt idx="4641">
                  <c:v>12923.481964562397</c:v>
                </c:pt>
                <c:pt idx="4642">
                  <c:v>12926.267335037464</c:v>
                </c:pt>
                <c:pt idx="4643">
                  <c:v>12929.052705512531</c:v>
                </c:pt>
                <c:pt idx="4644">
                  <c:v>12931.838075987598</c:v>
                </c:pt>
                <c:pt idx="4645">
                  <c:v>12934.623446462665</c:v>
                </c:pt>
                <c:pt idx="4646">
                  <c:v>12937.408816937732</c:v>
                </c:pt>
                <c:pt idx="4647">
                  <c:v>12940.194187412799</c:v>
                </c:pt>
                <c:pt idx="4648">
                  <c:v>12942.979557887866</c:v>
                </c:pt>
                <c:pt idx="4649">
                  <c:v>12945.764928362933</c:v>
                </c:pt>
                <c:pt idx="4650">
                  <c:v>12948.550298837999</c:v>
                </c:pt>
                <c:pt idx="4651">
                  <c:v>12951.335669313066</c:v>
                </c:pt>
                <c:pt idx="4652">
                  <c:v>12954.121039788133</c:v>
                </c:pt>
                <c:pt idx="4653">
                  <c:v>12956.9064102632</c:v>
                </c:pt>
                <c:pt idx="4654">
                  <c:v>12959.691780738267</c:v>
                </c:pt>
                <c:pt idx="4655">
                  <c:v>12962.477151213334</c:v>
                </c:pt>
                <c:pt idx="4656">
                  <c:v>12965.262521688401</c:v>
                </c:pt>
                <c:pt idx="4657">
                  <c:v>12968.047892163468</c:v>
                </c:pt>
                <c:pt idx="4658">
                  <c:v>12970.833262638535</c:v>
                </c:pt>
                <c:pt idx="4659">
                  <c:v>12973.618633113601</c:v>
                </c:pt>
                <c:pt idx="4660">
                  <c:v>12976.404003588668</c:v>
                </c:pt>
                <c:pt idx="4661">
                  <c:v>12979.189374063735</c:v>
                </c:pt>
                <c:pt idx="4662">
                  <c:v>12981.974744538802</c:v>
                </c:pt>
                <c:pt idx="4663">
                  <c:v>12984.760115013869</c:v>
                </c:pt>
                <c:pt idx="4664">
                  <c:v>12987.545485488936</c:v>
                </c:pt>
                <c:pt idx="4665">
                  <c:v>12990.330855964003</c:v>
                </c:pt>
                <c:pt idx="4666">
                  <c:v>12993.11622643907</c:v>
                </c:pt>
                <c:pt idx="4667">
                  <c:v>12995.901596914136</c:v>
                </c:pt>
                <c:pt idx="4668">
                  <c:v>12998.686967389203</c:v>
                </c:pt>
                <c:pt idx="4669">
                  <c:v>13001.47233786427</c:v>
                </c:pt>
                <c:pt idx="4670">
                  <c:v>13004.257708339337</c:v>
                </c:pt>
                <c:pt idx="4671">
                  <c:v>13007.043078814404</c:v>
                </c:pt>
                <c:pt idx="4672">
                  <c:v>13009.828449289471</c:v>
                </c:pt>
                <c:pt idx="4673">
                  <c:v>13012.613819764538</c:v>
                </c:pt>
                <c:pt idx="4674">
                  <c:v>13015.399190239605</c:v>
                </c:pt>
                <c:pt idx="4675">
                  <c:v>13018.184560714672</c:v>
                </c:pt>
                <c:pt idx="4676">
                  <c:v>13020.969931189738</c:v>
                </c:pt>
                <c:pt idx="4677">
                  <c:v>13023.755301664805</c:v>
                </c:pt>
                <c:pt idx="4678">
                  <c:v>13026.540672139872</c:v>
                </c:pt>
                <c:pt idx="4679">
                  <c:v>13029.326042614939</c:v>
                </c:pt>
                <c:pt idx="4680">
                  <c:v>13032.111413090006</c:v>
                </c:pt>
                <c:pt idx="4681">
                  <c:v>13034.896783565073</c:v>
                </c:pt>
                <c:pt idx="4682">
                  <c:v>13037.68215404014</c:v>
                </c:pt>
                <c:pt idx="4683">
                  <c:v>13040.467524515207</c:v>
                </c:pt>
                <c:pt idx="4684">
                  <c:v>13043.252894990273</c:v>
                </c:pt>
                <c:pt idx="4685">
                  <c:v>13046.03826546534</c:v>
                </c:pt>
                <c:pt idx="4686">
                  <c:v>13048.823635940407</c:v>
                </c:pt>
                <c:pt idx="4687">
                  <c:v>13051.609006415474</c:v>
                </c:pt>
                <c:pt idx="4688">
                  <c:v>13054.394376890541</c:v>
                </c:pt>
                <c:pt idx="4689">
                  <c:v>13057.179747365608</c:v>
                </c:pt>
                <c:pt idx="4690">
                  <c:v>13059.965117840675</c:v>
                </c:pt>
                <c:pt idx="4691">
                  <c:v>13062.750488315742</c:v>
                </c:pt>
                <c:pt idx="4692">
                  <c:v>13065.535858790809</c:v>
                </c:pt>
                <c:pt idx="4693">
                  <c:v>13068.321229265875</c:v>
                </c:pt>
                <c:pt idx="4694">
                  <c:v>13071.106599740942</c:v>
                </c:pt>
                <c:pt idx="4695">
                  <c:v>13073.891970216009</c:v>
                </c:pt>
                <c:pt idx="4696">
                  <c:v>13076.677340691076</c:v>
                </c:pt>
                <c:pt idx="4697">
                  <c:v>13079.462711166143</c:v>
                </c:pt>
                <c:pt idx="4698">
                  <c:v>13082.24808164121</c:v>
                </c:pt>
                <c:pt idx="4699">
                  <c:v>13085.033452116277</c:v>
                </c:pt>
                <c:pt idx="4700">
                  <c:v>13087.818822591344</c:v>
                </c:pt>
                <c:pt idx="4701">
                  <c:v>13090.604193066411</c:v>
                </c:pt>
                <c:pt idx="4702">
                  <c:v>13093.389563541477</c:v>
                </c:pt>
                <c:pt idx="4703">
                  <c:v>13096.174934016544</c:v>
                </c:pt>
                <c:pt idx="4704">
                  <c:v>13098.960304491611</c:v>
                </c:pt>
                <c:pt idx="4705">
                  <c:v>13101.745674966678</c:v>
                </c:pt>
                <c:pt idx="4706">
                  <c:v>13104.531045441745</c:v>
                </c:pt>
                <c:pt idx="4707">
                  <c:v>13107.316415916812</c:v>
                </c:pt>
                <c:pt idx="4708">
                  <c:v>13110.101786391879</c:v>
                </c:pt>
                <c:pt idx="4709">
                  <c:v>13112.887156866946</c:v>
                </c:pt>
                <c:pt idx="4710">
                  <c:v>13115.672527342012</c:v>
                </c:pt>
                <c:pt idx="4711">
                  <c:v>13118.457897817079</c:v>
                </c:pt>
                <c:pt idx="4712">
                  <c:v>13121.243268292146</c:v>
                </c:pt>
                <c:pt idx="4713">
                  <c:v>13124.028638767213</c:v>
                </c:pt>
                <c:pt idx="4714">
                  <c:v>13126.81400924228</c:v>
                </c:pt>
                <c:pt idx="4715">
                  <c:v>13129.599379717347</c:v>
                </c:pt>
                <c:pt idx="4716">
                  <c:v>13132.384750192414</c:v>
                </c:pt>
                <c:pt idx="4717">
                  <c:v>13135.170120667481</c:v>
                </c:pt>
                <c:pt idx="4718">
                  <c:v>13137.955491142548</c:v>
                </c:pt>
                <c:pt idx="4719">
                  <c:v>13140.740861617614</c:v>
                </c:pt>
                <c:pt idx="4720">
                  <c:v>13143.526232092681</c:v>
                </c:pt>
                <c:pt idx="4721">
                  <c:v>13146.311602567748</c:v>
                </c:pt>
                <c:pt idx="4722">
                  <c:v>13149.096973042815</c:v>
                </c:pt>
                <c:pt idx="4723">
                  <c:v>13151.882343517882</c:v>
                </c:pt>
                <c:pt idx="4724">
                  <c:v>13154.667713992949</c:v>
                </c:pt>
                <c:pt idx="4725">
                  <c:v>13157.453084468016</c:v>
                </c:pt>
                <c:pt idx="4726">
                  <c:v>13160.238454943083</c:v>
                </c:pt>
                <c:pt idx="4727">
                  <c:v>13163.023825418149</c:v>
                </c:pt>
                <c:pt idx="4728">
                  <c:v>13165.809195893216</c:v>
                </c:pt>
                <c:pt idx="4729">
                  <c:v>13168.594566368283</c:v>
                </c:pt>
                <c:pt idx="4730">
                  <c:v>13171.37993684335</c:v>
                </c:pt>
                <c:pt idx="4731">
                  <c:v>13174.165307318417</c:v>
                </c:pt>
                <c:pt idx="4732">
                  <c:v>13176.950677793484</c:v>
                </c:pt>
                <c:pt idx="4733">
                  <c:v>13179.736048268551</c:v>
                </c:pt>
                <c:pt idx="4734">
                  <c:v>13182.521418743618</c:v>
                </c:pt>
                <c:pt idx="4735">
                  <c:v>13185.306789218685</c:v>
                </c:pt>
                <c:pt idx="4736">
                  <c:v>13188.092159693751</c:v>
                </c:pt>
                <c:pt idx="4737">
                  <c:v>13190.877530168818</c:v>
                </c:pt>
                <c:pt idx="4738">
                  <c:v>13193.662900643885</c:v>
                </c:pt>
                <c:pt idx="4739">
                  <c:v>13196.448271118952</c:v>
                </c:pt>
                <c:pt idx="4740">
                  <c:v>13199.233641594019</c:v>
                </c:pt>
                <c:pt idx="4741">
                  <c:v>13202.019012069086</c:v>
                </c:pt>
                <c:pt idx="4742">
                  <c:v>13204.804382544153</c:v>
                </c:pt>
                <c:pt idx="4743">
                  <c:v>13207.58975301922</c:v>
                </c:pt>
                <c:pt idx="4744">
                  <c:v>13210.375123494287</c:v>
                </c:pt>
                <c:pt idx="4745">
                  <c:v>13213.160493969353</c:v>
                </c:pt>
                <c:pt idx="4746">
                  <c:v>13215.94586444442</c:v>
                </c:pt>
                <c:pt idx="4747">
                  <c:v>13218.731234919487</c:v>
                </c:pt>
                <c:pt idx="4748">
                  <c:v>13221.516605394554</c:v>
                </c:pt>
                <c:pt idx="4749">
                  <c:v>13224.301975869621</c:v>
                </c:pt>
                <c:pt idx="4750">
                  <c:v>13227.087346344688</c:v>
                </c:pt>
                <c:pt idx="4751">
                  <c:v>13229.872716819755</c:v>
                </c:pt>
                <c:pt idx="4752">
                  <c:v>13232.658087294822</c:v>
                </c:pt>
                <c:pt idx="4753">
                  <c:v>13235.443457769888</c:v>
                </c:pt>
                <c:pt idx="4754">
                  <c:v>13238.228828244955</c:v>
                </c:pt>
                <c:pt idx="4755">
                  <c:v>13241.014198720022</c:v>
                </c:pt>
                <c:pt idx="4756">
                  <c:v>13243.799569195089</c:v>
                </c:pt>
                <c:pt idx="4757">
                  <c:v>13246.584939670156</c:v>
                </c:pt>
                <c:pt idx="4758">
                  <c:v>13249.370310145223</c:v>
                </c:pt>
                <c:pt idx="4759">
                  <c:v>13252.15568062029</c:v>
                </c:pt>
                <c:pt idx="4760">
                  <c:v>13254.941051095357</c:v>
                </c:pt>
                <c:pt idx="4761">
                  <c:v>13257.726421570424</c:v>
                </c:pt>
                <c:pt idx="4762">
                  <c:v>13260.51179204549</c:v>
                </c:pt>
                <c:pt idx="4763">
                  <c:v>13263.297162520557</c:v>
                </c:pt>
                <c:pt idx="4764">
                  <c:v>13266.082532995624</c:v>
                </c:pt>
                <c:pt idx="4765">
                  <c:v>13268.867903470691</c:v>
                </c:pt>
                <c:pt idx="4766">
                  <c:v>13271.653273945758</c:v>
                </c:pt>
                <c:pt idx="4767">
                  <c:v>13274.438644420825</c:v>
                </c:pt>
                <c:pt idx="4768">
                  <c:v>13277.224014895892</c:v>
                </c:pt>
                <c:pt idx="4769">
                  <c:v>13280.009385370959</c:v>
                </c:pt>
                <c:pt idx="4770">
                  <c:v>13282.794755846026</c:v>
                </c:pt>
                <c:pt idx="4771">
                  <c:v>13285.580126321092</c:v>
                </c:pt>
                <c:pt idx="4772">
                  <c:v>13288.365496796159</c:v>
                </c:pt>
                <c:pt idx="4773">
                  <c:v>13291.150867271226</c:v>
                </c:pt>
                <c:pt idx="4774">
                  <c:v>13293.936237746293</c:v>
                </c:pt>
                <c:pt idx="4775">
                  <c:v>13296.72160822136</c:v>
                </c:pt>
                <c:pt idx="4776">
                  <c:v>13299.506978696427</c:v>
                </c:pt>
                <c:pt idx="4777">
                  <c:v>13302.292349171494</c:v>
                </c:pt>
                <c:pt idx="4778">
                  <c:v>13305.077719646561</c:v>
                </c:pt>
                <c:pt idx="4779">
                  <c:v>13307.863090121627</c:v>
                </c:pt>
                <c:pt idx="4780">
                  <c:v>13310.648460596694</c:v>
                </c:pt>
                <c:pt idx="4781">
                  <c:v>13313.433831071761</c:v>
                </c:pt>
                <c:pt idx="4782">
                  <c:v>13316.219201546828</c:v>
                </c:pt>
                <c:pt idx="4783">
                  <c:v>13319.004572021895</c:v>
                </c:pt>
                <c:pt idx="4784">
                  <c:v>13321.789942496962</c:v>
                </c:pt>
                <c:pt idx="4785">
                  <c:v>13324.575312972029</c:v>
                </c:pt>
                <c:pt idx="4786">
                  <c:v>13327.360683447096</c:v>
                </c:pt>
                <c:pt idx="4787">
                  <c:v>13330.146053922163</c:v>
                </c:pt>
                <c:pt idx="4788">
                  <c:v>13332.931424397229</c:v>
                </c:pt>
                <c:pt idx="4789">
                  <c:v>13335.716794872296</c:v>
                </c:pt>
                <c:pt idx="4790">
                  <c:v>13338.502165347363</c:v>
                </c:pt>
                <c:pt idx="4791">
                  <c:v>13341.28753582243</c:v>
                </c:pt>
                <c:pt idx="4792">
                  <c:v>13344.072906297497</c:v>
                </c:pt>
                <c:pt idx="4793">
                  <c:v>13346.858276772564</c:v>
                </c:pt>
                <c:pt idx="4794">
                  <c:v>13349.643647247631</c:v>
                </c:pt>
                <c:pt idx="4795">
                  <c:v>13352.429017722698</c:v>
                </c:pt>
                <c:pt idx="4796">
                  <c:v>13355.214388197764</c:v>
                </c:pt>
                <c:pt idx="4797">
                  <c:v>13357.999758672831</c:v>
                </c:pt>
                <c:pt idx="4798">
                  <c:v>13360.785129147898</c:v>
                </c:pt>
                <c:pt idx="4799">
                  <c:v>13363.570499622965</c:v>
                </c:pt>
                <c:pt idx="4800">
                  <c:v>13366.355870098032</c:v>
                </c:pt>
                <c:pt idx="4801">
                  <c:v>13369.141240573099</c:v>
                </c:pt>
                <c:pt idx="4802">
                  <c:v>13371.926611048166</c:v>
                </c:pt>
                <c:pt idx="4803">
                  <c:v>13374.711981523233</c:v>
                </c:pt>
                <c:pt idx="4804">
                  <c:v>13377.4973519983</c:v>
                </c:pt>
                <c:pt idx="4805">
                  <c:v>13380.282722473366</c:v>
                </c:pt>
                <c:pt idx="4806">
                  <c:v>13383.068092948433</c:v>
                </c:pt>
                <c:pt idx="4807">
                  <c:v>13385.8534634235</c:v>
                </c:pt>
                <c:pt idx="4808">
                  <c:v>13388.638833898567</c:v>
                </c:pt>
                <c:pt idx="4809">
                  <c:v>13391.424204373634</c:v>
                </c:pt>
                <c:pt idx="4810">
                  <c:v>13394.209574848701</c:v>
                </c:pt>
                <c:pt idx="4811">
                  <c:v>13396.994945323768</c:v>
                </c:pt>
                <c:pt idx="4812">
                  <c:v>13399.780315798835</c:v>
                </c:pt>
                <c:pt idx="4813">
                  <c:v>13402.565686273902</c:v>
                </c:pt>
                <c:pt idx="4814">
                  <c:v>13405.351056748968</c:v>
                </c:pt>
                <c:pt idx="4815">
                  <c:v>13408.136427224035</c:v>
                </c:pt>
                <c:pt idx="4816">
                  <c:v>13410.921797699102</c:v>
                </c:pt>
                <c:pt idx="4817">
                  <c:v>13413.707168174169</c:v>
                </c:pt>
                <c:pt idx="4818">
                  <c:v>13416.492538649236</c:v>
                </c:pt>
                <c:pt idx="4819">
                  <c:v>13419.277909124303</c:v>
                </c:pt>
                <c:pt idx="4820">
                  <c:v>13422.06327959937</c:v>
                </c:pt>
                <c:pt idx="4821">
                  <c:v>13424.848650074437</c:v>
                </c:pt>
                <c:pt idx="4822">
                  <c:v>13427.634020549503</c:v>
                </c:pt>
                <c:pt idx="4823">
                  <c:v>13430.41939102457</c:v>
                </c:pt>
                <c:pt idx="4824">
                  <c:v>13433.204761499637</c:v>
                </c:pt>
                <c:pt idx="4825">
                  <c:v>13435.990131974704</c:v>
                </c:pt>
                <c:pt idx="4826">
                  <c:v>13438.775502449771</c:v>
                </c:pt>
                <c:pt idx="4827">
                  <c:v>13441.560872924838</c:v>
                </c:pt>
                <c:pt idx="4828">
                  <c:v>13444.346243399905</c:v>
                </c:pt>
                <c:pt idx="4829">
                  <c:v>13447.131613874972</c:v>
                </c:pt>
                <c:pt idx="4830">
                  <c:v>13449.916984350039</c:v>
                </c:pt>
                <c:pt idx="4831">
                  <c:v>13452.702354825105</c:v>
                </c:pt>
                <c:pt idx="4832">
                  <c:v>13455.487725300172</c:v>
                </c:pt>
                <c:pt idx="4833">
                  <c:v>13458.273095775239</c:v>
                </c:pt>
                <c:pt idx="4834">
                  <c:v>13461.058466250306</c:v>
                </c:pt>
                <c:pt idx="4835">
                  <c:v>13463.843836725373</c:v>
                </c:pt>
                <c:pt idx="4836">
                  <c:v>13466.62920720044</c:v>
                </c:pt>
                <c:pt idx="4837">
                  <c:v>13469.414577675507</c:v>
                </c:pt>
                <c:pt idx="4838">
                  <c:v>13472.199948150574</c:v>
                </c:pt>
                <c:pt idx="4839">
                  <c:v>13474.985318625641</c:v>
                </c:pt>
                <c:pt idx="4840">
                  <c:v>13477.770689100707</c:v>
                </c:pt>
                <c:pt idx="4841">
                  <c:v>13480.556059575774</c:v>
                </c:pt>
                <c:pt idx="4842">
                  <c:v>13483.341430050841</c:v>
                </c:pt>
                <c:pt idx="4843">
                  <c:v>13486.126800525908</c:v>
                </c:pt>
                <c:pt idx="4844">
                  <c:v>13488.912171000975</c:v>
                </c:pt>
                <c:pt idx="4845">
                  <c:v>13491.697541476042</c:v>
                </c:pt>
                <c:pt idx="4846">
                  <c:v>13494.482911951109</c:v>
                </c:pt>
                <c:pt idx="4847">
                  <c:v>13497.268282426176</c:v>
                </c:pt>
                <c:pt idx="4848">
                  <c:v>13500.053652901242</c:v>
                </c:pt>
                <c:pt idx="4849">
                  <c:v>13502.839023376309</c:v>
                </c:pt>
                <c:pt idx="4850">
                  <c:v>13505.624393851376</c:v>
                </c:pt>
                <c:pt idx="4851">
                  <c:v>13508.409764326443</c:v>
                </c:pt>
                <c:pt idx="4852">
                  <c:v>13511.19513480151</c:v>
                </c:pt>
                <c:pt idx="4853">
                  <c:v>13513.980505276577</c:v>
                </c:pt>
                <c:pt idx="4854">
                  <c:v>13516.765875751644</c:v>
                </c:pt>
                <c:pt idx="4855">
                  <c:v>13519.551246226711</c:v>
                </c:pt>
                <c:pt idx="4856">
                  <c:v>13522.336616701778</c:v>
                </c:pt>
                <c:pt idx="4857">
                  <c:v>13525.121987176844</c:v>
                </c:pt>
                <c:pt idx="4858">
                  <c:v>13527.907357651911</c:v>
                </c:pt>
                <c:pt idx="4859">
                  <c:v>13530.692728126978</c:v>
                </c:pt>
                <c:pt idx="4860">
                  <c:v>13533.478098602045</c:v>
                </c:pt>
                <c:pt idx="4861">
                  <c:v>13536.263469077112</c:v>
                </c:pt>
                <c:pt idx="4862">
                  <c:v>13539.048839552179</c:v>
                </c:pt>
                <c:pt idx="4863">
                  <c:v>13541.834210027246</c:v>
                </c:pt>
                <c:pt idx="4864">
                  <c:v>13544.619580502313</c:v>
                </c:pt>
                <c:pt idx="4865">
                  <c:v>13547.404950977379</c:v>
                </c:pt>
                <c:pt idx="4866">
                  <c:v>13550.190321452446</c:v>
                </c:pt>
                <c:pt idx="4867">
                  <c:v>13552.975691927513</c:v>
                </c:pt>
                <c:pt idx="4868">
                  <c:v>13555.76106240258</c:v>
                </c:pt>
                <c:pt idx="4869">
                  <c:v>13558.546432877647</c:v>
                </c:pt>
                <c:pt idx="4870">
                  <c:v>13561.331803352714</c:v>
                </c:pt>
                <c:pt idx="4871">
                  <c:v>13564.117173827781</c:v>
                </c:pt>
                <c:pt idx="4872">
                  <c:v>13566.902544302848</c:v>
                </c:pt>
                <c:pt idx="4873">
                  <c:v>13569.687914777915</c:v>
                </c:pt>
                <c:pt idx="4874">
                  <c:v>13572.473285252981</c:v>
                </c:pt>
                <c:pt idx="4875">
                  <c:v>13575.258655728048</c:v>
                </c:pt>
                <c:pt idx="4876">
                  <c:v>13578.044026203115</c:v>
                </c:pt>
                <c:pt idx="4877">
                  <c:v>13580.829396678182</c:v>
                </c:pt>
                <c:pt idx="4878">
                  <c:v>13583.614767153249</c:v>
                </c:pt>
                <c:pt idx="4879">
                  <c:v>13586.400137628316</c:v>
                </c:pt>
                <c:pt idx="4880">
                  <c:v>13589.185508103383</c:v>
                </c:pt>
                <c:pt idx="4881">
                  <c:v>13591.97087857845</c:v>
                </c:pt>
                <c:pt idx="4882">
                  <c:v>13594.756249053517</c:v>
                </c:pt>
                <c:pt idx="4883">
                  <c:v>13597.541619528583</c:v>
                </c:pt>
                <c:pt idx="4884">
                  <c:v>13600.32699000365</c:v>
                </c:pt>
                <c:pt idx="4885">
                  <c:v>13603.112360478717</c:v>
                </c:pt>
                <c:pt idx="4886">
                  <c:v>13605.897730953784</c:v>
                </c:pt>
                <c:pt idx="4887">
                  <c:v>13608.683101428851</c:v>
                </c:pt>
                <c:pt idx="4888">
                  <c:v>13611.468471903918</c:v>
                </c:pt>
                <c:pt idx="4889">
                  <c:v>13614.253842378985</c:v>
                </c:pt>
                <c:pt idx="4890">
                  <c:v>13617.039212854052</c:v>
                </c:pt>
                <c:pt idx="4891">
                  <c:v>13619.824583329118</c:v>
                </c:pt>
                <c:pt idx="4892">
                  <c:v>13622.609953804185</c:v>
                </c:pt>
                <c:pt idx="4893">
                  <c:v>13625.395324279252</c:v>
                </c:pt>
                <c:pt idx="4894">
                  <c:v>13628.180694754319</c:v>
                </c:pt>
                <c:pt idx="4895">
                  <c:v>13630.966065229386</c:v>
                </c:pt>
                <c:pt idx="4896">
                  <c:v>13633.751435704453</c:v>
                </c:pt>
                <c:pt idx="4897">
                  <c:v>13636.53680617952</c:v>
                </c:pt>
                <c:pt idx="4898">
                  <c:v>13639.322176654587</c:v>
                </c:pt>
                <c:pt idx="4899">
                  <c:v>13642.107547129654</c:v>
                </c:pt>
                <c:pt idx="4900">
                  <c:v>13644.89291760472</c:v>
                </c:pt>
                <c:pt idx="4901">
                  <c:v>13647.678288079787</c:v>
                </c:pt>
                <c:pt idx="4902">
                  <c:v>13650.463658554854</c:v>
                </c:pt>
                <c:pt idx="4903">
                  <c:v>13653.249029029921</c:v>
                </c:pt>
                <c:pt idx="4904">
                  <c:v>13656.034399504988</c:v>
                </c:pt>
                <c:pt idx="4905">
                  <c:v>13658.819769980055</c:v>
                </c:pt>
                <c:pt idx="4906">
                  <c:v>13661.605140455122</c:v>
                </c:pt>
                <c:pt idx="4907">
                  <c:v>13664.390510930189</c:v>
                </c:pt>
                <c:pt idx="4908">
                  <c:v>13667.175881405255</c:v>
                </c:pt>
                <c:pt idx="4909">
                  <c:v>13669.961251880322</c:v>
                </c:pt>
                <c:pt idx="4910">
                  <c:v>13672.746622355389</c:v>
                </c:pt>
                <c:pt idx="4911">
                  <c:v>13675.531992830456</c:v>
                </c:pt>
                <c:pt idx="4912">
                  <c:v>13678.317363305523</c:v>
                </c:pt>
                <c:pt idx="4913">
                  <c:v>13681.10273378059</c:v>
                </c:pt>
                <c:pt idx="4914">
                  <c:v>13683.888104255657</c:v>
                </c:pt>
                <c:pt idx="4915">
                  <c:v>13686.673474730724</c:v>
                </c:pt>
                <c:pt idx="4916">
                  <c:v>13689.458845205791</c:v>
                </c:pt>
                <c:pt idx="4917">
                  <c:v>13692.244215680857</c:v>
                </c:pt>
                <c:pt idx="4918">
                  <c:v>13695.029586155924</c:v>
                </c:pt>
                <c:pt idx="4919">
                  <c:v>13697.814956630991</c:v>
                </c:pt>
                <c:pt idx="4920">
                  <c:v>13700.600327106058</c:v>
                </c:pt>
                <c:pt idx="4921">
                  <c:v>13703.385697581125</c:v>
                </c:pt>
                <c:pt idx="4922">
                  <c:v>13706.171068056192</c:v>
                </c:pt>
                <c:pt idx="4923">
                  <c:v>13708.956438531259</c:v>
                </c:pt>
                <c:pt idx="4924">
                  <c:v>13711.741809006326</c:v>
                </c:pt>
                <c:pt idx="4925">
                  <c:v>13714.527179481393</c:v>
                </c:pt>
                <c:pt idx="4926">
                  <c:v>13717.312549956459</c:v>
                </c:pt>
                <c:pt idx="4927">
                  <c:v>13720.097920431526</c:v>
                </c:pt>
                <c:pt idx="4928">
                  <c:v>13722.883290906593</c:v>
                </c:pt>
                <c:pt idx="4929">
                  <c:v>13725.66866138166</c:v>
                </c:pt>
                <c:pt idx="4930">
                  <c:v>13728.454031856727</c:v>
                </c:pt>
                <c:pt idx="4931">
                  <c:v>13731.239402331794</c:v>
                </c:pt>
                <c:pt idx="4932">
                  <c:v>13734.024772806861</c:v>
                </c:pt>
                <c:pt idx="4933">
                  <c:v>13736.810143281928</c:v>
                </c:pt>
                <c:pt idx="4934">
                  <c:v>13739.595513756994</c:v>
                </c:pt>
                <c:pt idx="4935">
                  <c:v>13742.380884232061</c:v>
                </c:pt>
                <c:pt idx="4936">
                  <c:v>13745.166254707128</c:v>
                </c:pt>
                <c:pt idx="4937">
                  <c:v>13747.951625182195</c:v>
                </c:pt>
                <c:pt idx="4938">
                  <c:v>13750.736995657262</c:v>
                </c:pt>
                <c:pt idx="4939">
                  <c:v>13753.522366132329</c:v>
                </c:pt>
                <c:pt idx="4940">
                  <c:v>13756.307736607396</c:v>
                </c:pt>
                <c:pt idx="4941">
                  <c:v>13759.093107082463</c:v>
                </c:pt>
                <c:pt idx="4942">
                  <c:v>13761.87847755753</c:v>
                </c:pt>
                <c:pt idx="4943">
                  <c:v>13764.663848032596</c:v>
                </c:pt>
                <c:pt idx="4944">
                  <c:v>13767.449218507663</c:v>
                </c:pt>
                <c:pt idx="4945">
                  <c:v>13770.23458898273</c:v>
                </c:pt>
                <c:pt idx="4946">
                  <c:v>13773.019959457797</c:v>
                </c:pt>
                <c:pt idx="4947">
                  <c:v>13775.805329932864</c:v>
                </c:pt>
                <c:pt idx="4948">
                  <c:v>13778.590700407931</c:v>
                </c:pt>
                <c:pt idx="4949">
                  <c:v>13781.376070882998</c:v>
                </c:pt>
                <c:pt idx="4950">
                  <c:v>13784.161441358065</c:v>
                </c:pt>
                <c:pt idx="4951">
                  <c:v>13786.946811833132</c:v>
                </c:pt>
                <c:pt idx="4952">
                  <c:v>13789.732182308198</c:v>
                </c:pt>
                <c:pt idx="4953">
                  <c:v>13792.517552783265</c:v>
                </c:pt>
                <c:pt idx="4954">
                  <c:v>13795.302923258332</c:v>
                </c:pt>
                <c:pt idx="4955">
                  <c:v>13798.088293733399</c:v>
                </c:pt>
                <c:pt idx="4956">
                  <c:v>13800.873664208466</c:v>
                </c:pt>
                <c:pt idx="4957">
                  <c:v>13803.659034683533</c:v>
                </c:pt>
                <c:pt idx="4958">
                  <c:v>13806.4444051586</c:v>
                </c:pt>
                <c:pt idx="4959">
                  <c:v>13809.229775633667</c:v>
                </c:pt>
                <c:pt idx="4960">
                  <c:v>13812.015146108733</c:v>
                </c:pt>
                <c:pt idx="4961">
                  <c:v>13814.8005165838</c:v>
                </c:pt>
                <c:pt idx="4962">
                  <c:v>13817.585887058867</c:v>
                </c:pt>
                <c:pt idx="4963">
                  <c:v>13820.371257533934</c:v>
                </c:pt>
                <c:pt idx="4964">
                  <c:v>13823.156628009001</c:v>
                </c:pt>
                <c:pt idx="4965">
                  <c:v>13825.941998484068</c:v>
                </c:pt>
                <c:pt idx="4966">
                  <c:v>13828.727368959135</c:v>
                </c:pt>
                <c:pt idx="4967">
                  <c:v>13831.512739434202</c:v>
                </c:pt>
                <c:pt idx="4968">
                  <c:v>13834.298109909269</c:v>
                </c:pt>
                <c:pt idx="4969">
                  <c:v>13837.083480384335</c:v>
                </c:pt>
                <c:pt idx="4970">
                  <c:v>13839.868850859402</c:v>
                </c:pt>
                <c:pt idx="4971">
                  <c:v>13842.654221334469</c:v>
                </c:pt>
                <c:pt idx="4972">
                  <c:v>13845.439591809536</c:v>
                </c:pt>
                <c:pt idx="4973">
                  <c:v>13848.224962284603</c:v>
                </c:pt>
                <c:pt idx="4974">
                  <c:v>13851.01033275967</c:v>
                </c:pt>
                <c:pt idx="4975">
                  <c:v>13853.795703234737</c:v>
                </c:pt>
                <c:pt idx="4976">
                  <c:v>13856.581073709804</c:v>
                </c:pt>
                <c:pt idx="4977">
                  <c:v>13859.36644418487</c:v>
                </c:pt>
                <c:pt idx="4978">
                  <c:v>13862.151814659937</c:v>
                </c:pt>
                <c:pt idx="4979">
                  <c:v>13864.937185135004</c:v>
                </c:pt>
                <c:pt idx="4980">
                  <c:v>13867.722555610071</c:v>
                </c:pt>
                <c:pt idx="4981">
                  <c:v>13870.507926085138</c:v>
                </c:pt>
                <c:pt idx="4982">
                  <c:v>13873.293296560205</c:v>
                </c:pt>
                <c:pt idx="4983">
                  <c:v>13876.078667035272</c:v>
                </c:pt>
                <c:pt idx="4984">
                  <c:v>13878.864037510339</c:v>
                </c:pt>
                <c:pt idx="4985">
                  <c:v>13881.649407985406</c:v>
                </c:pt>
                <c:pt idx="4986">
                  <c:v>13884.434778460472</c:v>
                </c:pt>
                <c:pt idx="4987">
                  <c:v>13887.220148935539</c:v>
                </c:pt>
                <c:pt idx="4988">
                  <c:v>13890.005519410606</c:v>
                </c:pt>
                <c:pt idx="4989">
                  <c:v>13892.790889885673</c:v>
                </c:pt>
                <c:pt idx="4990">
                  <c:v>13895.57626036074</c:v>
                </c:pt>
                <c:pt idx="4991">
                  <c:v>13898.361630835807</c:v>
                </c:pt>
                <c:pt idx="4992">
                  <c:v>13901.147001310874</c:v>
                </c:pt>
                <c:pt idx="4993">
                  <c:v>13903.932371785941</c:v>
                </c:pt>
                <c:pt idx="4994">
                  <c:v>13906.717742261008</c:v>
                </c:pt>
                <c:pt idx="4995">
                  <c:v>13909.503112736074</c:v>
                </c:pt>
                <c:pt idx="4996">
                  <c:v>13912.288483211141</c:v>
                </c:pt>
                <c:pt idx="4997">
                  <c:v>13915.073853686208</c:v>
                </c:pt>
                <c:pt idx="4998">
                  <c:v>13917.859224161275</c:v>
                </c:pt>
                <c:pt idx="4999">
                  <c:v>13920.644594636342</c:v>
                </c:pt>
                <c:pt idx="5000">
                  <c:v>13923.429965111409</c:v>
                </c:pt>
                <c:pt idx="5001">
                  <c:v>13926.215335586476</c:v>
                </c:pt>
                <c:pt idx="5002">
                  <c:v>13929.000706061543</c:v>
                </c:pt>
                <c:pt idx="5003">
                  <c:v>13931.786076536609</c:v>
                </c:pt>
                <c:pt idx="5004">
                  <c:v>13934.571447011676</c:v>
                </c:pt>
                <c:pt idx="5005">
                  <c:v>13937.356817486743</c:v>
                </c:pt>
                <c:pt idx="5006">
                  <c:v>13940.14218796181</c:v>
                </c:pt>
                <c:pt idx="5007">
                  <c:v>13942.927558436877</c:v>
                </c:pt>
                <c:pt idx="5008">
                  <c:v>13945.712928911944</c:v>
                </c:pt>
                <c:pt idx="5009">
                  <c:v>13948.498299387011</c:v>
                </c:pt>
                <c:pt idx="5010">
                  <c:v>13951.283669862078</c:v>
                </c:pt>
                <c:pt idx="5011">
                  <c:v>13954.069040337145</c:v>
                </c:pt>
                <c:pt idx="5012">
                  <c:v>13956.854410812211</c:v>
                </c:pt>
                <c:pt idx="5013">
                  <c:v>13959.639781287278</c:v>
                </c:pt>
                <c:pt idx="5014">
                  <c:v>13962.425151762345</c:v>
                </c:pt>
                <c:pt idx="5015">
                  <c:v>13965.210522237412</c:v>
                </c:pt>
                <c:pt idx="5016">
                  <c:v>13967.995892712479</c:v>
                </c:pt>
                <c:pt idx="5017">
                  <c:v>13970.781263187546</c:v>
                </c:pt>
                <c:pt idx="5018">
                  <c:v>13973.566633662613</c:v>
                </c:pt>
                <c:pt idx="5019">
                  <c:v>13976.35200413768</c:v>
                </c:pt>
                <c:pt idx="5020">
                  <c:v>13979.137374612746</c:v>
                </c:pt>
                <c:pt idx="5021">
                  <c:v>13981.922745087813</c:v>
                </c:pt>
                <c:pt idx="5022">
                  <c:v>13984.70811556288</c:v>
                </c:pt>
                <c:pt idx="5023">
                  <c:v>13987.493486037947</c:v>
                </c:pt>
                <c:pt idx="5024">
                  <c:v>13990.278856513014</c:v>
                </c:pt>
                <c:pt idx="5025">
                  <c:v>13993.064226988081</c:v>
                </c:pt>
                <c:pt idx="5026">
                  <c:v>13995.849597463148</c:v>
                </c:pt>
                <c:pt idx="5027">
                  <c:v>13998.634967938215</c:v>
                </c:pt>
                <c:pt idx="5028">
                  <c:v>14001.420338413282</c:v>
                </c:pt>
                <c:pt idx="5029">
                  <c:v>14004.205708888348</c:v>
                </c:pt>
                <c:pt idx="5030">
                  <c:v>14006.991079363415</c:v>
                </c:pt>
                <c:pt idx="5031">
                  <c:v>14009.776449838482</c:v>
                </c:pt>
                <c:pt idx="5032">
                  <c:v>14012.561820313549</c:v>
                </c:pt>
                <c:pt idx="5033">
                  <c:v>14015.347190788616</c:v>
                </c:pt>
                <c:pt idx="5034">
                  <c:v>14018.132561263683</c:v>
                </c:pt>
                <c:pt idx="5035">
                  <c:v>14020.91793173875</c:v>
                </c:pt>
                <c:pt idx="5036">
                  <c:v>14023.703302213817</c:v>
                </c:pt>
                <c:pt idx="5037">
                  <c:v>14026.488672688884</c:v>
                </c:pt>
                <c:pt idx="5038">
                  <c:v>14029.27404316395</c:v>
                </c:pt>
                <c:pt idx="5039">
                  <c:v>14032.059413639017</c:v>
                </c:pt>
                <c:pt idx="5040">
                  <c:v>14034.844784114084</c:v>
                </c:pt>
                <c:pt idx="5041">
                  <c:v>14037.630154589151</c:v>
                </c:pt>
                <c:pt idx="5042">
                  <c:v>14040.415525064218</c:v>
                </c:pt>
                <c:pt idx="5043">
                  <c:v>14043.200895539285</c:v>
                </c:pt>
                <c:pt idx="5044">
                  <c:v>14045.986266014352</c:v>
                </c:pt>
                <c:pt idx="5045">
                  <c:v>14048.771636489419</c:v>
                </c:pt>
                <c:pt idx="5046">
                  <c:v>14051.557006964485</c:v>
                </c:pt>
                <c:pt idx="5047">
                  <c:v>14054.342377439552</c:v>
                </c:pt>
                <c:pt idx="5048">
                  <c:v>14057.127747914619</c:v>
                </c:pt>
                <c:pt idx="5049">
                  <c:v>14059.913118389686</c:v>
                </c:pt>
                <c:pt idx="5050">
                  <c:v>14062.698488864753</c:v>
                </c:pt>
                <c:pt idx="5051">
                  <c:v>14065.48385933982</c:v>
                </c:pt>
                <c:pt idx="5052">
                  <c:v>14068.269229814887</c:v>
                </c:pt>
                <c:pt idx="5053">
                  <c:v>14071.054600289954</c:v>
                </c:pt>
                <c:pt idx="5054">
                  <c:v>14073.839970765021</c:v>
                </c:pt>
                <c:pt idx="5055">
                  <c:v>14076.625341240087</c:v>
                </c:pt>
                <c:pt idx="5056">
                  <c:v>14079.410711715154</c:v>
                </c:pt>
                <c:pt idx="5057">
                  <c:v>14082.196082190221</c:v>
                </c:pt>
                <c:pt idx="5058">
                  <c:v>14084.981452665288</c:v>
                </c:pt>
                <c:pt idx="5059">
                  <c:v>14087.766823140355</c:v>
                </c:pt>
                <c:pt idx="5060">
                  <c:v>14090.552193615422</c:v>
                </c:pt>
                <c:pt idx="5061">
                  <c:v>14093.337564090489</c:v>
                </c:pt>
                <c:pt idx="5062">
                  <c:v>14096.122934565556</c:v>
                </c:pt>
                <c:pt idx="5063">
                  <c:v>14098.908305040623</c:v>
                </c:pt>
                <c:pt idx="5064">
                  <c:v>14101.693675515689</c:v>
                </c:pt>
                <c:pt idx="5065">
                  <c:v>14104.479045990756</c:v>
                </c:pt>
                <c:pt idx="5066">
                  <c:v>14107.264416465823</c:v>
                </c:pt>
                <c:pt idx="5067">
                  <c:v>14110.04978694089</c:v>
                </c:pt>
                <c:pt idx="5068">
                  <c:v>14112.835157415957</c:v>
                </c:pt>
                <c:pt idx="5069">
                  <c:v>14115.620527891024</c:v>
                </c:pt>
                <c:pt idx="5070">
                  <c:v>14118.405898366091</c:v>
                </c:pt>
                <c:pt idx="5071">
                  <c:v>14121.191268841158</c:v>
                </c:pt>
                <c:pt idx="5072">
                  <c:v>14123.976639316224</c:v>
                </c:pt>
                <c:pt idx="5073">
                  <c:v>14126.762009791291</c:v>
                </c:pt>
                <c:pt idx="5074">
                  <c:v>14129.547380266358</c:v>
                </c:pt>
                <c:pt idx="5075">
                  <c:v>14132.332750741425</c:v>
                </c:pt>
                <c:pt idx="5076">
                  <c:v>14135.118121216492</c:v>
                </c:pt>
                <c:pt idx="5077">
                  <c:v>14137.903491691559</c:v>
                </c:pt>
                <c:pt idx="5078">
                  <c:v>14140.688862166626</c:v>
                </c:pt>
                <c:pt idx="5079">
                  <c:v>14143.474232641693</c:v>
                </c:pt>
                <c:pt idx="5080">
                  <c:v>14146.25960311676</c:v>
                </c:pt>
                <c:pt idx="5081">
                  <c:v>14149.044973591826</c:v>
                </c:pt>
                <c:pt idx="5082">
                  <c:v>14151.830344066893</c:v>
                </c:pt>
                <c:pt idx="5083">
                  <c:v>14154.61571454196</c:v>
                </c:pt>
                <c:pt idx="5084">
                  <c:v>14157.401085017027</c:v>
                </c:pt>
                <c:pt idx="5085">
                  <c:v>14160.186455492094</c:v>
                </c:pt>
                <c:pt idx="5086">
                  <c:v>14162.971825967161</c:v>
                </c:pt>
                <c:pt idx="5087">
                  <c:v>14165.757196442228</c:v>
                </c:pt>
                <c:pt idx="5088">
                  <c:v>14168.542566917295</c:v>
                </c:pt>
                <c:pt idx="5089">
                  <c:v>14171.327937392361</c:v>
                </c:pt>
                <c:pt idx="5090">
                  <c:v>14174.113307867428</c:v>
                </c:pt>
                <c:pt idx="5091">
                  <c:v>14176.898678342495</c:v>
                </c:pt>
                <c:pt idx="5092">
                  <c:v>14179.684048817562</c:v>
                </c:pt>
                <c:pt idx="5093">
                  <c:v>14182.469419292629</c:v>
                </c:pt>
                <c:pt idx="5094">
                  <c:v>14185.254789767696</c:v>
                </c:pt>
                <c:pt idx="5095">
                  <c:v>14188.040160242763</c:v>
                </c:pt>
                <c:pt idx="5096">
                  <c:v>14190.82553071783</c:v>
                </c:pt>
                <c:pt idx="5097">
                  <c:v>14193.610901192897</c:v>
                </c:pt>
                <c:pt idx="5098">
                  <c:v>14196.396271667963</c:v>
                </c:pt>
                <c:pt idx="5099">
                  <c:v>14199.18164214303</c:v>
                </c:pt>
                <c:pt idx="5100">
                  <c:v>14201.967012618097</c:v>
                </c:pt>
                <c:pt idx="5101">
                  <c:v>14204.752383093164</c:v>
                </c:pt>
                <c:pt idx="5102">
                  <c:v>14207.537753568231</c:v>
                </c:pt>
                <c:pt idx="5103">
                  <c:v>14210.323124043298</c:v>
                </c:pt>
                <c:pt idx="5104">
                  <c:v>14213.108494518365</c:v>
                </c:pt>
                <c:pt idx="5105">
                  <c:v>14215.893864993432</c:v>
                </c:pt>
                <c:pt idx="5106">
                  <c:v>14218.679235468499</c:v>
                </c:pt>
                <c:pt idx="5107">
                  <c:v>14221.464605943565</c:v>
                </c:pt>
                <c:pt idx="5108">
                  <c:v>14224.249976418632</c:v>
                </c:pt>
                <c:pt idx="5109">
                  <c:v>14227.035346893699</c:v>
                </c:pt>
                <c:pt idx="5110">
                  <c:v>14229.820717368766</c:v>
                </c:pt>
                <c:pt idx="5111">
                  <c:v>14232.606087843833</c:v>
                </c:pt>
                <c:pt idx="5112">
                  <c:v>14235.3914583189</c:v>
                </c:pt>
                <c:pt idx="5113">
                  <c:v>14238.176828793967</c:v>
                </c:pt>
                <c:pt idx="5114">
                  <c:v>14240.962199269034</c:v>
                </c:pt>
                <c:pt idx="5115">
                  <c:v>14243.7475697441</c:v>
                </c:pt>
                <c:pt idx="5116">
                  <c:v>14246.532940219167</c:v>
                </c:pt>
                <c:pt idx="5117">
                  <c:v>14249.318310694234</c:v>
                </c:pt>
                <c:pt idx="5118">
                  <c:v>14252.103681169301</c:v>
                </c:pt>
                <c:pt idx="5119">
                  <c:v>14254.889051644368</c:v>
                </c:pt>
                <c:pt idx="5120">
                  <c:v>14257.674422119435</c:v>
                </c:pt>
                <c:pt idx="5121">
                  <c:v>14260.459792594502</c:v>
                </c:pt>
                <c:pt idx="5122">
                  <c:v>14263.245163069569</c:v>
                </c:pt>
                <c:pt idx="5123">
                  <c:v>14266.030533544636</c:v>
                </c:pt>
                <c:pt idx="5124">
                  <c:v>14268.815904019702</c:v>
                </c:pt>
                <c:pt idx="5125">
                  <c:v>14271.601274494769</c:v>
                </c:pt>
                <c:pt idx="5126">
                  <c:v>14274.386644969836</c:v>
                </c:pt>
                <c:pt idx="5127">
                  <c:v>14277.172015444903</c:v>
                </c:pt>
                <c:pt idx="5128">
                  <c:v>14279.95738591997</c:v>
                </c:pt>
                <c:pt idx="5129">
                  <c:v>14282.742756395037</c:v>
                </c:pt>
                <c:pt idx="5130">
                  <c:v>14285.528126870104</c:v>
                </c:pt>
                <c:pt idx="5131">
                  <c:v>14288.313497345171</c:v>
                </c:pt>
                <c:pt idx="5132">
                  <c:v>14291.098867820238</c:v>
                </c:pt>
                <c:pt idx="5133">
                  <c:v>14293.884238295304</c:v>
                </c:pt>
                <c:pt idx="5134">
                  <c:v>14296.669608770371</c:v>
                </c:pt>
                <c:pt idx="5135">
                  <c:v>14299.454979245438</c:v>
                </c:pt>
                <c:pt idx="5136">
                  <c:v>14302.240349720505</c:v>
                </c:pt>
                <c:pt idx="5137">
                  <c:v>14305.025720195572</c:v>
                </c:pt>
                <c:pt idx="5138">
                  <c:v>14307.811090670639</c:v>
                </c:pt>
                <c:pt idx="5139">
                  <c:v>14310.596461145706</c:v>
                </c:pt>
                <c:pt idx="5140">
                  <c:v>14313.381831620773</c:v>
                </c:pt>
                <c:pt idx="5141">
                  <c:v>14316.167202095839</c:v>
                </c:pt>
                <c:pt idx="5142">
                  <c:v>14318.952572570906</c:v>
                </c:pt>
                <c:pt idx="5143">
                  <c:v>14321.737943045973</c:v>
                </c:pt>
                <c:pt idx="5144">
                  <c:v>14324.52331352104</c:v>
                </c:pt>
                <c:pt idx="5145">
                  <c:v>14327.308683996107</c:v>
                </c:pt>
                <c:pt idx="5146">
                  <c:v>14330.094054471174</c:v>
                </c:pt>
                <c:pt idx="5147">
                  <c:v>14332.879424946241</c:v>
                </c:pt>
                <c:pt idx="5148">
                  <c:v>14335.664795421308</c:v>
                </c:pt>
                <c:pt idx="5149">
                  <c:v>14338.450165896375</c:v>
                </c:pt>
                <c:pt idx="5150">
                  <c:v>14341.235536371441</c:v>
                </c:pt>
                <c:pt idx="5151">
                  <c:v>14344.020906846508</c:v>
                </c:pt>
                <c:pt idx="5152">
                  <c:v>14346.806277321575</c:v>
                </c:pt>
                <c:pt idx="5153">
                  <c:v>14349.591647796642</c:v>
                </c:pt>
                <c:pt idx="5154">
                  <c:v>14352.377018271709</c:v>
                </c:pt>
                <c:pt idx="5155">
                  <c:v>14355.162388746776</c:v>
                </c:pt>
                <c:pt idx="5156">
                  <c:v>14357.947759221843</c:v>
                </c:pt>
                <c:pt idx="5157">
                  <c:v>14360.73312969691</c:v>
                </c:pt>
                <c:pt idx="5158">
                  <c:v>14363.518500171976</c:v>
                </c:pt>
                <c:pt idx="5159">
                  <c:v>14366.303870647043</c:v>
                </c:pt>
                <c:pt idx="5160">
                  <c:v>14369.08924112211</c:v>
                </c:pt>
                <c:pt idx="5161">
                  <c:v>14371.874611597177</c:v>
                </c:pt>
                <c:pt idx="5162">
                  <c:v>14374.659982072244</c:v>
                </c:pt>
                <c:pt idx="5163">
                  <c:v>14377.445352547311</c:v>
                </c:pt>
                <c:pt idx="5164">
                  <c:v>14380.230723022378</c:v>
                </c:pt>
                <c:pt idx="5165">
                  <c:v>14383.016093497445</c:v>
                </c:pt>
                <c:pt idx="5166">
                  <c:v>14385.801463972512</c:v>
                </c:pt>
                <c:pt idx="5167">
                  <c:v>14388.586834447578</c:v>
                </c:pt>
                <c:pt idx="5168">
                  <c:v>14391.372204922645</c:v>
                </c:pt>
                <c:pt idx="5169">
                  <c:v>14394.157575397712</c:v>
                </c:pt>
                <c:pt idx="5170">
                  <c:v>14396.942945872779</c:v>
                </c:pt>
                <c:pt idx="5171">
                  <c:v>14399.728316347846</c:v>
                </c:pt>
                <c:pt idx="5172">
                  <c:v>14402.513686822913</c:v>
                </c:pt>
                <c:pt idx="5173">
                  <c:v>14405.29905729798</c:v>
                </c:pt>
                <c:pt idx="5174">
                  <c:v>14408.084427773047</c:v>
                </c:pt>
                <c:pt idx="5175">
                  <c:v>14410.869798248114</c:v>
                </c:pt>
                <c:pt idx="5176">
                  <c:v>14413.65516872318</c:v>
                </c:pt>
                <c:pt idx="5177">
                  <c:v>14416.440539198247</c:v>
                </c:pt>
                <c:pt idx="5178">
                  <c:v>14419.225909673314</c:v>
                </c:pt>
                <c:pt idx="5179">
                  <c:v>14422.011280148381</c:v>
                </c:pt>
                <c:pt idx="5180">
                  <c:v>14424.796650623448</c:v>
                </c:pt>
                <c:pt idx="5181">
                  <c:v>14427.582021098515</c:v>
                </c:pt>
                <c:pt idx="5182">
                  <c:v>14430.367391573582</c:v>
                </c:pt>
                <c:pt idx="5183">
                  <c:v>14433.152762048649</c:v>
                </c:pt>
                <c:pt idx="5184">
                  <c:v>14435.938132523715</c:v>
                </c:pt>
                <c:pt idx="5185">
                  <c:v>14438.723502998782</c:v>
                </c:pt>
                <c:pt idx="5186">
                  <c:v>14441.508873473849</c:v>
                </c:pt>
                <c:pt idx="5187">
                  <c:v>14444.294243948916</c:v>
                </c:pt>
                <c:pt idx="5188">
                  <c:v>14447.079614423983</c:v>
                </c:pt>
                <c:pt idx="5189">
                  <c:v>14449.86498489905</c:v>
                </c:pt>
                <c:pt idx="5190">
                  <c:v>14452.650355374117</c:v>
                </c:pt>
                <c:pt idx="5191">
                  <c:v>14455.435725849184</c:v>
                </c:pt>
                <c:pt idx="5192">
                  <c:v>14458.221096324251</c:v>
                </c:pt>
                <c:pt idx="5193">
                  <c:v>14461.006466799317</c:v>
                </c:pt>
                <c:pt idx="5194">
                  <c:v>14463.791837274384</c:v>
                </c:pt>
                <c:pt idx="5195">
                  <c:v>14466.577207749451</c:v>
                </c:pt>
                <c:pt idx="5196">
                  <c:v>14469.362578224518</c:v>
                </c:pt>
                <c:pt idx="5197">
                  <c:v>14472.147948699585</c:v>
                </c:pt>
                <c:pt idx="5198">
                  <c:v>14474.933319174652</c:v>
                </c:pt>
                <c:pt idx="5199">
                  <c:v>14477.718689649719</c:v>
                </c:pt>
                <c:pt idx="5200">
                  <c:v>14480.504060124786</c:v>
                </c:pt>
                <c:pt idx="5201">
                  <c:v>14483.289430599852</c:v>
                </c:pt>
                <c:pt idx="5202">
                  <c:v>14486.074801074919</c:v>
                </c:pt>
                <c:pt idx="5203">
                  <c:v>14488.860171549986</c:v>
                </c:pt>
                <c:pt idx="5204">
                  <c:v>14491.645542025053</c:v>
                </c:pt>
                <c:pt idx="5205">
                  <c:v>14494.43091250012</c:v>
                </c:pt>
                <c:pt idx="5206">
                  <c:v>14497.216282975187</c:v>
                </c:pt>
                <c:pt idx="5207">
                  <c:v>14500.001653450254</c:v>
                </c:pt>
                <c:pt idx="5208">
                  <c:v>14502.787023925321</c:v>
                </c:pt>
                <c:pt idx="5209">
                  <c:v>14505.572394400388</c:v>
                </c:pt>
                <c:pt idx="5210">
                  <c:v>14508.357764875454</c:v>
                </c:pt>
                <c:pt idx="5211">
                  <c:v>14511.143135350521</c:v>
                </c:pt>
                <c:pt idx="5212">
                  <c:v>14513.928505825588</c:v>
                </c:pt>
                <c:pt idx="5213">
                  <c:v>14516.713876300655</c:v>
                </c:pt>
                <c:pt idx="5214">
                  <c:v>14519.499246775722</c:v>
                </c:pt>
                <c:pt idx="5215">
                  <c:v>14522.284617250789</c:v>
                </c:pt>
                <c:pt idx="5216">
                  <c:v>14525.069987725856</c:v>
                </c:pt>
                <c:pt idx="5217">
                  <c:v>14527.855358200923</c:v>
                </c:pt>
                <c:pt idx="5218">
                  <c:v>14530.64072867599</c:v>
                </c:pt>
                <c:pt idx="5219">
                  <c:v>14533.426099151056</c:v>
                </c:pt>
                <c:pt idx="5220">
                  <c:v>14536.211469626123</c:v>
                </c:pt>
                <c:pt idx="5221">
                  <c:v>14538.99684010119</c:v>
                </c:pt>
                <c:pt idx="5222">
                  <c:v>14541.782210576257</c:v>
                </c:pt>
                <c:pt idx="5223">
                  <c:v>14544.567581051324</c:v>
                </c:pt>
                <c:pt idx="5224">
                  <c:v>14547.352951526391</c:v>
                </c:pt>
                <c:pt idx="5225">
                  <c:v>14550.138322001458</c:v>
                </c:pt>
                <c:pt idx="5226">
                  <c:v>14552.923692476525</c:v>
                </c:pt>
                <c:pt idx="5227">
                  <c:v>14555.709062951591</c:v>
                </c:pt>
                <c:pt idx="5228">
                  <c:v>14558.494433426658</c:v>
                </c:pt>
                <c:pt idx="5229">
                  <c:v>14561.279803901725</c:v>
                </c:pt>
                <c:pt idx="5230">
                  <c:v>14564.065174376792</c:v>
                </c:pt>
                <c:pt idx="5231">
                  <c:v>14566.850544851859</c:v>
                </c:pt>
                <c:pt idx="5232">
                  <c:v>14569.635915326926</c:v>
                </c:pt>
                <c:pt idx="5233">
                  <c:v>14572.421285801993</c:v>
                </c:pt>
                <c:pt idx="5234">
                  <c:v>14575.20665627706</c:v>
                </c:pt>
                <c:pt idx="5235">
                  <c:v>14577.992026752127</c:v>
                </c:pt>
                <c:pt idx="5236">
                  <c:v>14580.777397227193</c:v>
                </c:pt>
                <c:pt idx="5237">
                  <c:v>14583.56276770226</c:v>
                </c:pt>
                <c:pt idx="5238">
                  <c:v>14586.348138177327</c:v>
                </c:pt>
                <c:pt idx="5239">
                  <c:v>14589.133508652394</c:v>
                </c:pt>
                <c:pt idx="5240">
                  <c:v>14591.918879127461</c:v>
                </c:pt>
                <c:pt idx="5241">
                  <c:v>14594.704249602528</c:v>
                </c:pt>
                <c:pt idx="5242">
                  <c:v>14597.489620077595</c:v>
                </c:pt>
                <c:pt idx="5243">
                  <c:v>14600.274990552662</c:v>
                </c:pt>
                <c:pt idx="5244">
                  <c:v>14603.060361027729</c:v>
                </c:pt>
                <c:pt idx="5245">
                  <c:v>14605.845731502795</c:v>
                </c:pt>
                <c:pt idx="5246">
                  <c:v>14608.631101977862</c:v>
                </c:pt>
                <c:pt idx="5247">
                  <c:v>14611.416472452929</c:v>
                </c:pt>
                <c:pt idx="5248">
                  <c:v>14614.201842927996</c:v>
                </c:pt>
                <c:pt idx="5249">
                  <c:v>14616.987213403063</c:v>
                </c:pt>
                <c:pt idx="5250">
                  <c:v>14619.77258387813</c:v>
                </c:pt>
                <c:pt idx="5251">
                  <c:v>14622.557954353197</c:v>
                </c:pt>
                <c:pt idx="5252">
                  <c:v>14625.343324828264</c:v>
                </c:pt>
                <c:pt idx="5253">
                  <c:v>14628.12869530333</c:v>
                </c:pt>
                <c:pt idx="5254">
                  <c:v>14630.914065778397</c:v>
                </c:pt>
                <c:pt idx="5255">
                  <c:v>14633.699436253464</c:v>
                </c:pt>
                <c:pt idx="5256">
                  <c:v>14636.484806728531</c:v>
                </c:pt>
                <c:pt idx="5257">
                  <c:v>14639.270177203598</c:v>
                </c:pt>
                <c:pt idx="5258">
                  <c:v>14642.055547678665</c:v>
                </c:pt>
                <c:pt idx="5259">
                  <c:v>14644.840918153732</c:v>
                </c:pt>
                <c:pt idx="5260">
                  <c:v>14647.626288628799</c:v>
                </c:pt>
                <c:pt idx="5261">
                  <c:v>14650.411659103866</c:v>
                </c:pt>
                <c:pt idx="5262">
                  <c:v>14653.197029578932</c:v>
                </c:pt>
                <c:pt idx="5263">
                  <c:v>14655.982400053999</c:v>
                </c:pt>
                <c:pt idx="5264">
                  <c:v>14658.767770529066</c:v>
                </c:pt>
                <c:pt idx="5265">
                  <c:v>14661.553141004133</c:v>
                </c:pt>
                <c:pt idx="5266">
                  <c:v>14664.3385114792</c:v>
                </c:pt>
                <c:pt idx="5267">
                  <c:v>14667.123881954267</c:v>
                </c:pt>
                <c:pt idx="5268">
                  <c:v>14669.909252429334</c:v>
                </c:pt>
                <c:pt idx="5269">
                  <c:v>14672.694622904401</c:v>
                </c:pt>
                <c:pt idx="5270">
                  <c:v>14675.479993379467</c:v>
                </c:pt>
                <c:pt idx="5271">
                  <c:v>14678.265363854534</c:v>
                </c:pt>
                <c:pt idx="5272">
                  <c:v>14681.050734329601</c:v>
                </c:pt>
                <c:pt idx="5273">
                  <c:v>14683.836104804668</c:v>
                </c:pt>
                <c:pt idx="5274">
                  <c:v>14686.621475279735</c:v>
                </c:pt>
                <c:pt idx="5275">
                  <c:v>14689.406845754802</c:v>
                </c:pt>
                <c:pt idx="5276">
                  <c:v>14692.192216229869</c:v>
                </c:pt>
                <c:pt idx="5277">
                  <c:v>14694.977586704936</c:v>
                </c:pt>
                <c:pt idx="5278">
                  <c:v>14697.762957180003</c:v>
                </c:pt>
                <c:pt idx="5279">
                  <c:v>14700.548327655069</c:v>
                </c:pt>
                <c:pt idx="5280">
                  <c:v>14703.333698130136</c:v>
                </c:pt>
                <c:pt idx="5281">
                  <c:v>14706.119068605203</c:v>
                </c:pt>
                <c:pt idx="5282">
                  <c:v>14708.90443908027</c:v>
                </c:pt>
                <c:pt idx="5283">
                  <c:v>14711.689809555337</c:v>
                </c:pt>
                <c:pt idx="5284">
                  <c:v>14714.475180030404</c:v>
                </c:pt>
                <c:pt idx="5285">
                  <c:v>14717.260550505471</c:v>
                </c:pt>
                <c:pt idx="5286">
                  <c:v>14720.045920980538</c:v>
                </c:pt>
                <c:pt idx="5287">
                  <c:v>14722.831291455605</c:v>
                </c:pt>
                <c:pt idx="5288">
                  <c:v>14725.616661930671</c:v>
                </c:pt>
                <c:pt idx="5289">
                  <c:v>14728.402032405738</c:v>
                </c:pt>
                <c:pt idx="5290">
                  <c:v>14731.187402880805</c:v>
                </c:pt>
                <c:pt idx="5291">
                  <c:v>14733.972773355872</c:v>
                </c:pt>
                <c:pt idx="5292">
                  <c:v>14736.758143830939</c:v>
                </c:pt>
                <c:pt idx="5293">
                  <c:v>14739.543514306006</c:v>
                </c:pt>
                <c:pt idx="5294">
                  <c:v>14742.328884781073</c:v>
                </c:pt>
                <c:pt idx="5295">
                  <c:v>14745.11425525614</c:v>
                </c:pt>
                <c:pt idx="5296">
                  <c:v>14747.899625731206</c:v>
                </c:pt>
                <c:pt idx="5297">
                  <c:v>14750.684996206273</c:v>
                </c:pt>
                <c:pt idx="5298">
                  <c:v>14753.47036668134</c:v>
                </c:pt>
                <c:pt idx="5299">
                  <c:v>14756.255737156407</c:v>
                </c:pt>
                <c:pt idx="5300">
                  <c:v>14759.041107631474</c:v>
                </c:pt>
                <c:pt idx="5301">
                  <c:v>14761.826478106541</c:v>
                </c:pt>
                <c:pt idx="5302">
                  <c:v>14764.611848581608</c:v>
                </c:pt>
                <c:pt idx="5303">
                  <c:v>14767.397219056675</c:v>
                </c:pt>
                <c:pt idx="5304">
                  <c:v>14770.182589531742</c:v>
                </c:pt>
                <c:pt idx="5305">
                  <c:v>14772.967960006808</c:v>
                </c:pt>
                <c:pt idx="5306">
                  <c:v>14775.753330481875</c:v>
                </c:pt>
                <c:pt idx="5307">
                  <c:v>14778.538700956942</c:v>
                </c:pt>
                <c:pt idx="5308">
                  <c:v>14781.324071432009</c:v>
                </c:pt>
                <c:pt idx="5309">
                  <c:v>14784.109441907076</c:v>
                </c:pt>
                <c:pt idx="5310">
                  <c:v>14786.894812382143</c:v>
                </c:pt>
                <c:pt idx="5311">
                  <c:v>14789.68018285721</c:v>
                </c:pt>
                <c:pt idx="5312">
                  <c:v>14792.465553332277</c:v>
                </c:pt>
                <c:pt idx="5313">
                  <c:v>14795.250923807343</c:v>
                </c:pt>
                <c:pt idx="5314">
                  <c:v>14798.03629428241</c:v>
                </c:pt>
                <c:pt idx="5315">
                  <c:v>14800.821664757477</c:v>
                </c:pt>
                <c:pt idx="5316">
                  <c:v>14803.607035232544</c:v>
                </c:pt>
                <c:pt idx="5317">
                  <c:v>14806.392405707611</c:v>
                </c:pt>
                <c:pt idx="5318">
                  <c:v>14809.177776182678</c:v>
                </c:pt>
                <c:pt idx="5319">
                  <c:v>14811.963146657745</c:v>
                </c:pt>
                <c:pt idx="5320">
                  <c:v>14814.748517132812</c:v>
                </c:pt>
                <c:pt idx="5321">
                  <c:v>14817.533887607879</c:v>
                </c:pt>
                <c:pt idx="5322">
                  <c:v>14820.319258082945</c:v>
                </c:pt>
                <c:pt idx="5323">
                  <c:v>14823.104628558012</c:v>
                </c:pt>
                <c:pt idx="5324">
                  <c:v>14825.889999033079</c:v>
                </c:pt>
                <c:pt idx="5325">
                  <c:v>14828.675369508146</c:v>
                </c:pt>
                <c:pt idx="5326">
                  <c:v>14831.460739983213</c:v>
                </c:pt>
                <c:pt idx="5327">
                  <c:v>14834.24611045828</c:v>
                </c:pt>
                <c:pt idx="5328">
                  <c:v>14837.031480933347</c:v>
                </c:pt>
                <c:pt idx="5329">
                  <c:v>14839.816851408414</c:v>
                </c:pt>
                <c:pt idx="5330">
                  <c:v>14842.602221883481</c:v>
                </c:pt>
                <c:pt idx="5331">
                  <c:v>14845.387592358547</c:v>
                </c:pt>
                <c:pt idx="5332">
                  <c:v>14848.172962833614</c:v>
                </c:pt>
                <c:pt idx="5333">
                  <c:v>14850.958333308681</c:v>
                </c:pt>
                <c:pt idx="5334">
                  <c:v>14853.743703783748</c:v>
                </c:pt>
                <c:pt idx="5335">
                  <c:v>14856.529074258815</c:v>
                </c:pt>
                <c:pt idx="5336">
                  <c:v>14859.314444733882</c:v>
                </c:pt>
                <c:pt idx="5337">
                  <c:v>14862.099815208949</c:v>
                </c:pt>
                <c:pt idx="5338">
                  <c:v>14864.885185684016</c:v>
                </c:pt>
                <c:pt idx="5339">
                  <c:v>14867.670556159082</c:v>
                </c:pt>
                <c:pt idx="5340">
                  <c:v>14870.455926634149</c:v>
                </c:pt>
                <c:pt idx="5341">
                  <c:v>14873.241297109216</c:v>
                </c:pt>
                <c:pt idx="5342">
                  <c:v>14876.026667584283</c:v>
                </c:pt>
                <c:pt idx="5343">
                  <c:v>14878.81203805935</c:v>
                </c:pt>
                <c:pt idx="5344">
                  <c:v>14881.597408534417</c:v>
                </c:pt>
                <c:pt idx="5345">
                  <c:v>14884.382779009484</c:v>
                </c:pt>
                <c:pt idx="5346">
                  <c:v>14887.168149484551</c:v>
                </c:pt>
                <c:pt idx="5347">
                  <c:v>14889.953519959618</c:v>
                </c:pt>
                <c:pt idx="5348">
                  <c:v>14892.738890434684</c:v>
                </c:pt>
                <c:pt idx="5349">
                  <c:v>14895.524260909751</c:v>
                </c:pt>
                <c:pt idx="5350">
                  <c:v>14898.309631384818</c:v>
                </c:pt>
                <c:pt idx="5351">
                  <c:v>14901.095001859885</c:v>
                </c:pt>
                <c:pt idx="5352">
                  <c:v>14903.880372334952</c:v>
                </c:pt>
                <c:pt idx="5353">
                  <c:v>14906.665742810019</c:v>
                </c:pt>
                <c:pt idx="5354">
                  <c:v>14909.451113285086</c:v>
                </c:pt>
                <c:pt idx="5355">
                  <c:v>14912.236483760153</c:v>
                </c:pt>
                <c:pt idx="5356">
                  <c:v>14915.02185423522</c:v>
                </c:pt>
                <c:pt idx="5357">
                  <c:v>14917.807224710286</c:v>
                </c:pt>
                <c:pt idx="5358">
                  <c:v>14920.592595185353</c:v>
                </c:pt>
                <c:pt idx="5359">
                  <c:v>14923.37796566042</c:v>
                </c:pt>
                <c:pt idx="5360">
                  <c:v>14926.163336135487</c:v>
                </c:pt>
                <c:pt idx="5361">
                  <c:v>14928.948706610554</c:v>
                </c:pt>
                <c:pt idx="5362">
                  <c:v>14931.734077085621</c:v>
                </c:pt>
                <c:pt idx="5363">
                  <c:v>14934.519447560688</c:v>
                </c:pt>
                <c:pt idx="5364">
                  <c:v>14937.304818035755</c:v>
                </c:pt>
                <c:pt idx="5365">
                  <c:v>14940.090188510821</c:v>
                </c:pt>
                <c:pt idx="5366">
                  <c:v>14942.875558985888</c:v>
                </c:pt>
                <c:pt idx="5367">
                  <c:v>14945.660929460955</c:v>
                </c:pt>
                <c:pt idx="5368">
                  <c:v>14948.446299936022</c:v>
                </c:pt>
                <c:pt idx="5369">
                  <c:v>14951.231670411089</c:v>
                </c:pt>
                <c:pt idx="5370">
                  <c:v>14954.017040886156</c:v>
                </c:pt>
                <c:pt idx="5371">
                  <c:v>14956.802411361223</c:v>
                </c:pt>
                <c:pt idx="5372">
                  <c:v>14959.58778183629</c:v>
                </c:pt>
                <c:pt idx="5373">
                  <c:v>14962.373152311357</c:v>
                </c:pt>
                <c:pt idx="5374">
                  <c:v>14965.158522786423</c:v>
                </c:pt>
                <c:pt idx="5375">
                  <c:v>14967.94389326149</c:v>
                </c:pt>
                <c:pt idx="5376">
                  <c:v>14970.729263736557</c:v>
                </c:pt>
                <c:pt idx="5377">
                  <c:v>14973.514634211624</c:v>
                </c:pt>
                <c:pt idx="5378">
                  <c:v>14976.300004686691</c:v>
                </c:pt>
                <c:pt idx="5379">
                  <c:v>14979.085375161758</c:v>
                </c:pt>
                <c:pt idx="5380">
                  <c:v>14981.870745636825</c:v>
                </c:pt>
                <c:pt idx="5381">
                  <c:v>14984.656116111892</c:v>
                </c:pt>
                <c:pt idx="5382">
                  <c:v>14987.441486586958</c:v>
                </c:pt>
                <c:pt idx="5383">
                  <c:v>14990.226857062025</c:v>
                </c:pt>
                <c:pt idx="5384">
                  <c:v>14993.012227537092</c:v>
                </c:pt>
                <c:pt idx="5385">
                  <c:v>14995.797598012159</c:v>
                </c:pt>
                <c:pt idx="5386">
                  <c:v>14998.582968487226</c:v>
                </c:pt>
                <c:pt idx="5387">
                  <c:v>15001.368338962293</c:v>
                </c:pt>
                <c:pt idx="5388">
                  <c:v>15004.15370943736</c:v>
                </c:pt>
                <c:pt idx="5389">
                  <c:v>15006.939079912427</c:v>
                </c:pt>
                <c:pt idx="5390">
                  <c:v>15009.724450387494</c:v>
                </c:pt>
                <c:pt idx="5391">
                  <c:v>15012.50982086256</c:v>
                </c:pt>
                <c:pt idx="5392">
                  <c:v>15015.295191337627</c:v>
                </c:pt>
                <c:pt idx="5393">
                  <c:v>15018.080561812694</c:v>
                </c:pt>
                <c:pt idx="5394">
                  <c:v>15020.865932287761</c:v>
                </c:pt>
                <c:pt idx="5395">
                  <c:v>15023.651302762828</c:v>
                </c:pt>
                <c:pt idx="5396">
                  <c:v>15026.436673237895</c:v>
                </c:pt>
                <c:pt idx="5397">
                  <c:v>15029.222043712962</c:v>
                </c:pt>
                <c:pt idx="5398">
                  <c:v>15032.007414188029</c:v>
                </c:pt>
                <c:pt idx="5399">
                  <c:v>15034.792784663096</c:v>
                </c:pt>
                <c:pt idx="5400">
                  <c:v>15037.578155138162</c:v>
                </c:pt>
                <c:pt idx="5401">
                  <c:v>15040.363525613229</c:v>
                </c:pt>
                <c:pt idx="5402">
                  <c:v>15043.148896088296</c:v>
                </c:pt>
                <c:pt idx="5403">
                  <c:v>15045.934266563363</c:v>
                </c:pt>
                <c:pt idx="5404">
                  <c:v>15048.71963703843</c:v>
                </c:pt>
                <c:pt idx="5405">
                  <c:v>15051.505007513497</c:v>
                </c:pt>
                <c:pt idx="5406">
                  <c:v>15054.290377988564</c:v>
                </c:pt>
                <c:pt idx="5407">
                  <c:v>15057.075748463631</c:v>
                </c:pt>
                <c:pt idx="5408">
                  <c:v>15059.861118938697</c:v>
                </c:pt>
                <c:pt idx="5409">
                  <c:v>15062.646489413764</c:v>
                </c:pt>
                <c:pt idx="5410">
                  <c:v>15065.431859888831</c:v>
                </c:pt>
                <c:pt idx="5411">
                  <c:v>15068.217230363898</c:v>
                </c:pt>
                <c:pt idx="5412">
                  <c:v>15071.002600838965</c:v>
                </c:pt>
                <c:pt idx="5413">
                  <c:v>15073.787971314032</c:v>
                </c:pt>
                <c:pt idx="5414">
                  <c:v>15076.573341789099</c:v>
                </c:pt>
                <c:pt idx="5415">
                  <c:v>15079.358712264166</c:v>
                </c:pt>
                <c:pt idx="5416">
                  <c:v>15082.144082739233</c:v>
                </c:pt>
                <c:pt idx="5417">
                  <c:v>15084.929453214299</c:v>
                </c:pt>
                <c:pt idx="5418">
                  <c:v>15087.714823689366</c:v>
                </c:pt>
                <c:pt idx="5419">
                  <c:v>15090.500194164433</c:v>
                </c:pt>
                <c:pt idx="5420">
                  <c:v>15093.2855646395</c:v>
                </c:pt>
                <c:pt idx="5421">
                  <c:v>15096.070935114567</c:v>
                </c:pt>
                <c:pt idx="5422">
                  <c:v>15098.856305589634</c:v>
                </c:pt>
                <c:pt idx="5423">
                  <c:v>15101.641676064701</c:v>
                </c:pt>
                <c:pt idx="5424">
                  <c:v>15104.427046539768</c:v>
                </c:pt>
                <c:pt idx="5425">
                  <c:v>15107.212417014835</c:v>
                </c:pt>
                <c:pt idx="5426">
                  <c:v>15109.997787489901</c:v>
                </c:pt>
                <c:pt idx="5427">
                  <c:v>15112.783157964968</c:v>
                </c:pt>
                <c:pt idx="5428">
                  <c:v>15115.568528440035</c:v>
                </c:pt>
                <c:pt idx="5429">
                  <c:v>15118.353898915102</c:v>
                </c:pt>
                <c:pt idx="5430">
                  <c:v>15121.139269390169</c:v>
                </c:pt>
                <c:pt idx="5431">
                  <c:v>15123.924639865236</c:v>
                </c:pt>
                <c:pt idx="5432">
                  <c:v>15126.710010340303</c:v>
                </c:pt>
                <c:pt idx="5433">
                  <c:v>15129.49538081537</c:v>
                </c:pt>
                <c:pt idx="5434">
                  <c:v>15132.280751290436</c:v>
                </c:pt>
                <c:pt idx="5435">
                  <c:v>15135.066121765503</c:v>
                </c:pt>
                <c:pt idx="5436">
                  <c:v>15137.85149224057</c:v>
                </c:pt>
                <c:pt idx="5437">
                  <c:v>15140.636862715637</c:v>
                </c:pt>
                <c:pt idx="5438">
                  <c:v>15143.422233190704</c:v>
                </c:pt>
                <c:pt idx="5439">
                  <c:v>15146.207603665771</c:v>
                </c:pt>
                <c:pt idx="5440">
                  <c:v>15148.992974140838</c:v>
                </c:pt>
                <c:pt idx="5441">
                  <c:v>15151.778344615905</c:v>
                </c:pt>
                <c:pt idx="5442">
                  <c:v>15154.563715090972</c:v>
                </c:pt>
                <c:pt idx="5443">
                  <c:v>15157.349085566038</c:v>
                </c:pt>
                <c:pt idx="5444">
                  <c:v>15160.134456041105</c:v>
                </c:pt>
                <c:pt idx="5445">
                  <c:v>15162.919826516172</c:v>
                </c:pt>
                <c:pt idx="5446">
                  <c:v>15165.705196991239</c:v>
                </c:pt>
                <c:pt idx="5447">
                  <c:v>15168.490567466306</c:v>
                </c:pt>
                <c:pt idx="5448">
                  <c:v>15171.275937941373</c:v>
                </c:pt>
                <c:pt idx="5449">
                  <c:v>15174.06130841644</c:v>
                </c:pt>
                <c:pt idx="5450">
                  <c:v>15176.846678891507</c:v>
                </c:pt>
                <c:pt idx="5451">
                  <c:v>15179.632049366573</c:v>
                </c:pt>
                <c:pt idx="5452">
                  <c:v>15182.41741984164</c:v>
                </c:pt>
                <c:pt idx="5453">
                  <c:v>15185.202790316707</c:v>
                </c:pt>
                <c:pt idx="5454">
                  <c:v>15187.988160791774</c:v>
                </c:pt>
                <c:pt idx="5455">
                  <c:v>15190.773531266841</c:v>
                </c:pt>
                <c:pt idx="5456">
                  <c:v>15193.558901741908</c:v>
                </c:pt>
                <c:pt idx="5457">
                  <c:v>15196.344272216975</c:v>
                </c:pt>
                <c:pt idx="5458">
                  <c:v>15199.129642692042</c:v>
                </c:pt>
                <c:pt idx="5459">
                  <c:v>15201.915013167109</c:v>
                </c:pt>
                <c:pt idx="5460">
                  <c:v>15204.700383642175</c:v>
                </c:pt>
                <c:pt idx="5461">
                  <c:v>15207.485754117242</c:v>
                </c:pt>
                <c:pt idx="5462">
                  <c:v>15210.271124592309</c:v>
                </c:pt>
                <c:pt idx="5463">
                  <c:v>15213.056495067376</c:v>
                </c:pt>
                <c:pt idx="5464">
                  <c:v>15215.841865542443</c:v>
                </c:pt>
                <c:pt idx="5465">
                  <c:v>15218.62723601751</c:v>
                </c:pt>
                <c:pt idx="5466">
                  <c:v>15221.412606492577</c:v>
                </c:pt>
                <c:pt idx="5467">
                  <c:v>15224.197976967644</c:v>
                </c:pt>
                <c:pt idx="5468">
                  <c:v>15226.983347442711</c:v>
                </c:pt>
                <c:pt idx="5469">
                  <c:v>15229.768717917777</c:v>
                </c:pt>
                <c:pt idx="5470">
                  <c:v>15232.554088392844</c:v>
                </c:pt>
                <c:pt idx="5471">
                  <c:v>15235.339458867911</c:v>
                </c:pt>
                <c:pt idx="5472">
                  <c:v>15238.124829342978</c:v>
                </c:pt>
                <c:pt idx="5473">
                  <c:v>15240.910199818045</c:v>
                </c:pt>
                <c:pt idx="5474">
                  <c:v>15243.695570293112</c:v>
                </c:pt>
                <c:pt idx="5475">
                  <c:v>15246.480940768179</c:v>
                </c:pt>
                <c:pt idx="5476">
                  <c:v>15249.266311243246</c:v>
                </c:pt>
                <c:pt idx="5477">
                  <c:v>15252.051681718312</c:v>
                </c:pt>
                <c:pt idx="5478">
                  <c:v>15254.837052193379</c:v>
                </c:pt>
                <c:pt idx="5479">
                  <c:v>15257.622422668446</c:v>
                </c:pt>
                <c:pt idx="5480">
                  <c:v>15260.407793143513</c:v>
                </c:pt>
                <c:pt idx="5481">
                  <c:v>15263.19316361858</c:v>
                </c:pt>
                <c:pt idx="5482">
                  <c:v>15265.978534093647</c:v>
                </c:pt>
                <c:pt idx="5483">
                  <c:v>15268.763904568714</c:v>
                </c:pt>
                <c:pt idx="5484">
                  <c:v>15271.549275043781</c:v>
                </c:pt>
                <c:pt idx="5485">
                  <c:v>15274.334645518848</c:v>
                </c:pt>
                <c:pt idx="5486">
                  <c:v>15277.120015993914</c:v>
                </c:pt>
                <c:pt idx="5487">
                  <c:v>15279.905386468981</c:v>
                </c:pt>
                <c:pt idx="5488">
                  <c:v>15282.690756944048</c:v>
                </c:pt>
                <c:pt idx="5489">
                  <c:v>15285.476127419115</c:v>
                </c:pt>
                <c:pt idx="5490">
                  <c:v>15288.261497894182</c:v>
                </c:pt>
                <c:pt idx="5491">
                  <c:v>15291.046868369249</c:v>
                </c:pt>
                <c:pt idx="5492">
                  <c:v>15293.832238844316</c:v>
                </c:pt>
                <c:pt idx="5493">
                  <c:v>15296.617609319383</c:v>
                </c:pt>
                <c:pt idx="5494">
                  <c:v>15299.402979794449</c:v>
                </c:pt>
                <c:pt idx="5495">
                  <c:v>15302.188350269516</c:v>
                </c:pt>
                <c:pt idx="5496">
                  <c:v>15304.973720744583</c:v>
                </c:pt>
                <c:pt idx="5497">
                  <c:v>15307.75909121965</c:v>
                </c:pt>
                <c:pt idx="5498">
                  <c:v>15310.544461694717</c:v>
                </c:pt>
                <c:pt idx="5499">
                  <c:v>15313.329832169784</c:v>
                </c:pt>
                <c:pt idx="5500">
                  <c:v>15316.115202644851</c:v>
                </c:pt>
                <c:pt idx="5501">
                  <c:v>15318.900573119918</c:v>
                </c:pt>
                <c:pt idx="5502">
                  <c:v>15321.685943594985</c:v>
                </c:pt>
                <c:pt idx="5503">
                  <c:v>15324.471314070051</c:v>
                </c:pt>
                <c:pt idx="5504">
                  <c:v>15327.256684545118</c:v>
                </c:pt>
                <c:pt idx="5505">
                  <c:v>15330.042055020185</c:v>
                </c:pt>
                <c:pt idx="5506">
                  <c:v>15332.827425495252</c:v>
                </c:pt>
                <c:pt idx="5507">
                  <c:v>15335.612795970319</c:v>
                </c:pt>
                <c:pt idx="5508">
                  <c:v>15338.398166445386</c:v>
                </c:pt>
                <c:pt idx="5509">
                  <c:v>15341.183536920453</c:v>
                </c:pt>
                <c:pt idx="5510">
                  <c:v>15343.96890739552</c:v>
                </c:pt>
                <c:pt idx="5511">
                  <c:v>15346.754277870587</c:v>
                </c:pt>
                <c:pt idx="5512">
                  <c:v>15349.539648345653</c:v>
                </c:pt>
                <c:pt idx="5513">
                  <c:v>15352.32501882072</c:v>
                </c:pt>
                <c:pt idx="5514">
                  <c:v>15355.110389295787</c:v>
                </c:pt>
                <c:pt idx="5515">
                  <c:v>15357.895759770854</c:v>
                </c:pt>
                <c:pt idx="5516">
                  <c:v>15360.681130245921</c:v>
                </c:pt>
                <c:pt idx="5517">
                  <c:v>15363.466500720988</c:v>
                </c:pt>
                <c:pt idx="5518">
                  <c:v>15366.251871196055</c:v>
                </c:pt>
                <c:pt idx="5519">
                  <c:v>15369.037241671122</c:v>
                </c:pt>
                <c:pt idx="5520">
                  <c:v>15371.822612146188</c:v>
                </c:pt>
                <c:pt idx="5521">
                  <c:v>15374.607982621255</c:v>
                </c:pt>
                <c:pt idx="5522">
                  <c:v>15377.393353096322</c:v>
                </c:pt>
                <c:pt idx="5523">
                  <c:v>15380.178723571389</c:v>
                </c:pt>
                <c:pt idx="5524">
                  <c:v>15382.964094046456</c:v>
                </c:pt>
                <c:pt idx="5525">
                  <c:v>15385.749464521523</c:v>
                </c:pt>
                <c:pt idx="5526">
                  <c:v>15388.53483499659</c:v>
                </c:pt>
                <c:pt idx="5527">
                  <c:v>15391.320205471657</c:v>
                </c:pt>
                <c:pt idx="5528">
                  <c:v>15394.105575946724</c:v>
                </c:pt>
                <c:pt idx="5529">
                  <c:v>15396.89094642179</c:v>
                </c:pt>
                <c:pt idx="5530">
                  <c:v>15399.676316896857</c:v>
                </c:pt>
                <c:pt idx="5531">
                  <c:v>15402.461687371924</c:v>
                </c:pt>
                <c:pt idx="5532">
                  <c:v>15405.247057846991</c:v>
                </c:pt>
                <c:pt idx="5533">
                  <c:v>15408.032428322058</c:v>
                </c:pt>
                <c:pt idx="5534">
                  <c:v>15410.817798797125</c:v>
                </c:pt>
                <c:pt idx="5535">
                  <c:v>15413.603169272192</c:v>
                </c:pt>
                <c:pt idx="5536">
                  <c:v>15416.388539747259</c:v>
                </c:pt>
                <c:pt idx="5537">
                  <c:v>15419.173910222326</c:v>
                </c:pt>
                <c:pt idx="5538">
                  <c:v>15421.959280697392</c:v>
                </c:pt>
                <c:pt idx="5539">
                  <c:v>15424.744651172459</c:v>
                </c:pt>
                <c:pt idx="5540">
                  <c:v>15427.530021647526</c:v>
                </c:pt>
                <c:pt idx="5541">
                  <c:v>15430.315392122593</c:v>
                </c:pt>
                <c:pt idx="5542">
                  <c:v>15433.10076259766</c:v>
                </c:pt>
                <c:pt idx="5543">
                  <c:v>15435.886133072727</c:v>
                </c:pt>
                <c:pt idx="5544">
                  <c:v>15438.671503547794</c:v>
                </c:pt>
                <c:pt idx="5545">
                  <c:v>15441.456874022861</c:v>
                </c:pt>
                <c:pt idx="5546">
                  <c:v>15444.242244497927</c:v>
                </c:pt>
                <c:pt idx="5547">
                  <c:v>15447.027614972994</c:v>
                </c:pt>
                <c:pt idx="5548">
                  <c:v>15449.812985448061</c:v>
                </c:pt>
                <c:pt idx="5549">
                  <c:v>15452.598355923128</c:v>
                </c:pt>
                <c:pt idx="5550">
                  <c:v>15455.383726398195</c:v>
                </c:pt>
                <c:pt idx="5551">
                  <c:v>15458.169096873262</c:v>
                </c:pt>
                <c:pt idx="5552">
                  <c:v>15460.954467348329</c:v>
                </c:pt>
                <c:pt idx="5553">
                  <c:v>15463.739837823396</c:v>
                </c:pt>
                <c:pt idx="5554">
                  <c:v>15466.525208298463</c:v>
                </c:pt>
                <c:pt idx="5555">
                  <c:v>15469.310578773529</c:v>
                </c:pt>
                <c:pt idx="5556">
                  <c:v>15472.095949248596</c:v>
                </c:pt>
                <c:pt idx="5557">
                  <c:v>15474.881319723663</c:v>
                </c:pt>
                <c:pt idx="5558">
                  <c:v>15477.66669019873</c:v>
                </c:pt>
                <c:pt idx="5559">
                  <c:v>15480.452060673797</c:v>
                </c:pt>
                <c:pt idx="5560">
                  <c:v>15483.237431148864</c:v>
                </c:pt>
                <c:pt idx="5561">
                  <c:v>15486.022801623931</c:v>
                </c:pt>
                <c:pt idx="5562">
                  <c:v>15488.808172098998</c:v>
                </c:pt>
                <c:pt idx="5563">
                  <c:v>15491.593542574064</c:v>
                </c:pt>
                <c:pt idx="5564">
                  <c:v>15494.378913049131</c:v>
                </c:pt>
                <c:pt idx="5565">
                  <c:v>15497.164283524198</c:v>
                </c:pt>
                <c:pt idx="5566">
                  <c:v>15499.949653999265</c:v>
                </c:pt>
                <c:pt idx="5567">
                  <c:v>15502.735024474332</c:v>
                </c:pt>
                <c:pt idx="5568">
                  <c:v>15505.520394949399</c:v>
                </c:pt>
                <c:pt idx="5569">
                  <c:v>15508.305765424466</c:v>
                </c:pt>
                <c:pt idx="5570">
                  <c:v>15511.091135899533</c:v>
                </c:pt>
                <c:pt idx="5571">
                  <c:v>15513.8765063746</c:v>
                </c:pt>
                <c:pt idx="5572">
                  <c:v>15516.661876849666</c:v>
                </c:pt>
                <c:pt idx="5573">
                  <c:v>15519.447247324733</c:v>
                </c:pt>
                <c:pt idx="5574">
                  <c:v>15522.2326177998</c:v>
                </c:pt>
                <c:pt idx="5575">
                  <c:v>15525.017988274867</c:v>
                </c:pt>
                <c:pt idx="5576">
                  <c:v>15527.803358749934</c:v>
                </c:pt>
                <c:pt idx="5577">
                  <c:v>15530.588729225001</c:v>
                </c:pt>
                <c:pt idx="5578">
                  <c:v>15533.374099700068</c:v>
                </c:pt>
                <c:pt idx="5579">
                  <c:v>15536.159470175135</c:v>
                </c:pt>
                <c:pt idx="5580">
                  <c:v>15538.944840650202</c:v>
                </c:pt>
                <c:pt idx="5581">
                  <c:v>15541.730211125268</c:v>
                </c:pt>
                <c:pt idx="5582">
                  <c:v>15544.515581600335</c:v>
                </c:pt>
                <c:pt idx="5583">
                  <c:v>15547.300952075402</c:v>
                </c:pt>
                <c:pt idx="5584">
                  <c:v>15550.086322550469</c:v>
                </c:pt>
                <c:pt idx="5585">
                  <c:v>15552.871693025536</c:v>
                </c:pt>
                <c:pt idx="5586">
                  <c:v>15555.657063500603</c:v>
                </c:pt>
                <c:pt idx="5587">
                  <c:v>15558.44243397567</c:v>
                </c:pt>
                <c:pt idx="5588">
                  <c:v>15561.227804450737</c:v>
                </c:pt>
                <c:pt idx="5589">
                  <c:v>15564.013174925803</c:v>
                </c:pt>
                <c:pt idx="5590">
                  <c:v>15566.79854540087</c:v>
                </c:pt>
                <c:pt idx="5591">
                  <c:v>15569.583915875937</c:v>
                </c:pt>
                <c:pt idx="5592">
                  <c:v>15572.369286351004</c:v>
                </c:pt>
                <c:pt idx="5593">
                  <c:v>15575.154656826071</c:v>
                </c:pt>
                <c:pt idx="5594">
                  <c:v>15577.940027301138</c:v>
                </c:pt>
                <c:pt idx="5595">
                  <c:v>15580.725397776205</c:v>
                </c:pt>
                <c:pt idx="5596">
                  <c:v>15583.510768251272</c:v>
                </c:pt>
                <c:pt idx="5597">
                  <c:v>15586.296138726339</c:v>
                </c:pt>
                <c:pt idx="5598">
                  <c:v>15589.081509201405</c:v>
                </c:pt>
                <c:pt idx="5599">
                  <c:v>15591.866879676472</c:v>
                </c:pt>
                <c:pt idx="5600">
                  <c:v>15594.652250151539</c:v>
                </c:pt>
                <c:pt idx="5601">
                  <c:v>15597.437620626606</c:v>
                </c:pt>
                <c:pt idx="5602">
                  <c:v>15600.222991101673</c:v>
                </c:pt>
                <c:pt idx="5603">
                  <c:v>15603.00836157674</c:v>
                </c:pt>
                <c:pt idx="5604">
                  <c:v>15605.793732051807</c:v>
                </c:pt>
                <c:pt idx="5605">
                  <c:v>15608.579102526874</c:v>
                </c:pt>
                <c:pt idx="5606">
                  <c:v>15611.36447300194</c:v>
                </c:pt>
                <c:pt idx="5607">
                  <c:v>15614.149843477007</c:v>
                </c:pt>
                <c:pt idx="5608">
                  <c:v>15616.935213952074</c:v>
                </c:pt>
                <c:pt idx="5609">
                  <c:v>15619.720584427141</c:v>
                </c:pt>
                <c:pt idx="5610">
                  <c:v>15622.505954902208</c:v>
                </c:pt>
                <c:pt idx="5611">
                  <c:v>15625.291325377275</c:v>
                </c:pt>
                <c:pt idx="5612">
                  <c:v>15628.076695852342</c:v>
                </c:pt>
                <c:pt idx="5613">
                  <c:v>15630.862066327409</c:v>
                </c:pt>
                <c:pt idx="5614">
                  <c:v>15633.647436802476</c:v>
                </c:pt>
                <c:pt idx="5615">
                  <c:v>15636.432807277542</c:v>
                </c:pt>
                <c:pt idx="5616">
                  <c:v>15639.218177752609</c:v>
                </c:pt>
                <c:pt idx="5617">
                  <c:v>15642.003548227676</c:v>
                </c:pt>
                <c:pt idx="5618">
                  <c:v>15644.788918702743</c:v>
                </c:pt>
                <c:pt idx="5619">
                  <c:v>15647.57428917781</c:v>
                </c:pt>
                <c:pt idx="5620">
                  <c:v>15650.359659652877</c:v>
                </c:pt>
                <c:pt idx="5621">
                  <c:v>15653.145030127944</c:v>
                </c:pt>
                <c:pt idx="5622">
                  <c:v>15655.930400603011</c:v>
                </c:pt>
                <c:pt idx="5623">
                  <c:v>15658.715771078078</c:v>
                </c:pt>
                <c:pt idx="5624">
                  <c:v>15661.501141553144</c:v>
                </c:pt>
                <c:pt idx="5625">
                  <c:v>15664.286512028211</c:v>
                </c:pt>
                <c:pt idx="5626">
                  <c:v>15667.071882503278</c:v>
                </c:pt>
                <c:pt idx="5627">
                  <c:v>15669.857252978345</c:v>
                </c:pt>
                <c:pt idx="5628">
                  <c:v>15672.642623453412</c:v>
                </c:pt>
                <c:pt idx="5629">
                  <c:v>15675.427993928479</c:v>
                </c:pt>
                <c:pt idx="5630">
                  <c:v>15678.213364403546</c:v>
                </c:pt>
                <c:pt idx="5631">
                  <c:v>15680.998734878613</c:v>
                </c:pt>
                <c:pt idx="5632">
                  <c:v>15683.784105353679</c:v>
                </c:pt>
                <c:pt idx="5633">
                  <c:v>15686.569475828746</c:v>
                </c:pt>
                <c:pt idx="5634">
                  <c:v>15689.354846303813</c:v>
                </c:pt>
                <c:pt idx="5635">
                  <c:v>15692.14021677888</c:v>
                </c:pt>
                <c:pt idx="5636">
                  <c:v>15694.925587253947</c:v>
                </c:pt>
                <c:pt idx="5637">
                  <c:v>15697.710957729014</c:v>
                </c:pt>
                <c:pt idx="5638">
                  <c:v>15700.496328204081</c:v>
                </c:pt>
                <c:pt idx="5639">
                  <c:v>15703.281698679148</c:v>
                </c:pt>
                <c:pt idx="5640">
                  <c:v>15706.067069154215</c:v>
                </c:pt>
                <c:pt idx="5641">
                  <c:v>15708.852439629281</c:v>
                </c:pt>
                <c:pt idx="5642">
                  <c:v>15711.637810104348</c:v>
                </c:pt>
                <c:pt idx="5643">
                  <c:v>15714.423180579415</c:v>
                </c:pt>
                <c:pt idx="5644">
                  <c:v>15717.208551054482</c:v>
                </c:pt>
                <c:pt idx="5645">
                  <c:v>15719.993921529549</c:v>
                </c:pt>
                <c:pt idx="5646">
                  <c:v>15722.779292004616</c:v>
                </c:pt>
                <c:pt idx="5647">
                  <c:v>15725.564662479683</c:v>
                </c:pt>
                <c:pt idx="5648">
                  <c:v>15728.35003295475</c:v>
                </c:pt>
                <c:pt idx="5649">
                  <c:v>15731.135403429817</c:v>
                </c:pt>
                <c:pt idx="5650">
                  <c:v>15733.920773904883</c:v>
                </c:pt>
                <c:pt idx="5651">
                  <c:v>15736.70614437995</c:v>
                </c:pt>
                <c:pt idx="5652">
                  <c:v>15739.491514855017</c:v>
                </c:pt>
                <c:pt idx="5653">
                  <c:v>15742.276885330084</c:v>
                </c:pt>
                <c:pt idx="5654">
                  <c:v>15745.062255805151</c:v>
                </c:pt>
                <c:pt idx="5655">
                  <c:v>15747.847626280218</c:v>
                </c:pt>
                <c:pt idx="5656">
                  <c:v>15750.632996755285</c:v>
                </c:pt>
                <c:pt idx="5657">
                  <c:v>15753.418367230352</c:v>
                </c:pt>
                <c:pt idx="5658">
                  <c:v>15756.203737705418</c:v>
                </c:pt>
                <c:pt idx="5659">
                  <c:v>15758.989108180485</c:v>
                </c:pt>
                <c:pt idx="5660">
                  <c:v>15761.774478655552</c:v>
                </c:pt>
                <c:pt idx="5661">
                  <c:v>15764.559849130619</c:v>
                </c:pt>
                <c:pt idx="5662">
                  <c:v>15767.345219605686</c:v>
                </c:pt>
                <c:pt idx="5663">
                  <c:v>15770.130590080753</c:v>
                </c:pt>
                <c:pt idx="5664">
                  <c:v>15772.91596055582</c:v>
                </c:pt>
                <c:pt idx="5665">
                  <c:v>15775.701331030887</c:v>
                </c:pt>
                <c:pt idx="5666">
                  <c:v>15778.486701505954</c:v>
                </c:pt>
                <c:pt idx="5667">
                  <c:v>15781.27207198102</c:v>
                </c:pt>
                <c:pt idx="5668">
                  <c:v>15784.057442456087</c:v>
                </c:pt>
                <c:pt idx="5669">
                  <c:v>15786.842812931154</c:v>
                </c:pt>
                <c:pt idx="5670">
                  <c:v>15789.628183406221</c:v>
                </c:pt>
                <c:pt idx="5671">
                  <c:v>15792.413553881288</c:v>
                </c:pt>
                <c:pt idx="5672">
                  <c:v>15795.198924356355</c:v>
                </c:pt>
                <c:pt idx="5673">
                  <c:v>15797.984294831422</c:v>
                </c:pt>
                <c:pt idx="5674">
                  <c:v>15800.769665306489</c:v>
                </c:pt>
                <c:pt idx="5675">
                  <c:v>15803.555035781555</c:v>
                </c:pt>
                <c:pt idx="5676">
                  <c:v>15806.340406256622</c:v>
                </c:pt>
                <c:pt idx="5677">
                  <c:v>15809.125776731689</c:v>
                </c:pt>
                <c:pt idx="5678">
                  <c:v>15811.911147206756</c:v>
                </c:pt>
                <c:pt idx="5679">
                  <c:v>15814.696517681823</c:v>
                </c:pt>
                <c:pt idx="5680">
                  <c:v>15817.48188815689</c:v>
                </c:pt>
                <c:pt idx="5681">
                  <c:v>15820.267258631957</c:v>
                </c:pt>
                <c:pt idx="5682">
                  <c:v>15823.052629107024</c:v>
                </c:pt>
                <c:pt idx="5683">
                  <c:v>15825.837999582091</c:v>
                </c:pt>
                <c:pt idx="5684">
                  <c:v>15828.623370057157</c:v>
                </c:pt>
                <c:pt idx="5685">
                  <c:v>15831.408740532224</c:v>
                </c:pt>
                <c:pt idx="5686">
                  <c:v>15834.194111007291</c:v>
                </c:pt>
                <c:pt idx="5687">
                  <c:v>15836.979481482358</c:v>
                </c:pt>
                <c:pt idx="5688">
                  <c:v>15839.764851957425</c:v>
                </c:pt>
                <c:pt idx="5689">
                  <c:v>15842.550222432492</c:v>
                </c:pt>
                <c:pt idx="5690">
                  <c:v>15845.335592907559</c:v>
                </c:pt>
                <c:pt idx="5691">
                  <c:v>15848.120963382626</c:v>
                </c:pt>
                <c:pt idx="5692">
                  <c:v>15850.906333857693</c:v>
                </c:pt>
                <c:pt idx="5693">
                  <c:v>15853.691704332759</c:v>
                </c:pt>
                <c:pt idx="5694">
                  <c:v>15856.477074807826</c:v>
                </c:pt>
                <c:pt idx="5695">
                  <c:v>15859.262445282893</c:v>
                </c:pt>
                <c:pt idx="5696">
                  <c:v>15862.04781575796</c:v>
                </c:pt>
                <c:pt idx="5697">
                  <c:v>15864.833186233027</c:v>
                </c:pt>
                <c:pt idx="5698">
                  <c:v>15867.618556708094</c:v>
                </c:pt>
                <c:pt idx="5699">
                  <c:v>15870.403927183161</c:v>
                </c:pt>
                <c:pt idx="5700">
                  <c:v>15873.189297658228</c:v>
                </c:pt>
                <c:pt idx="5701">
                  <c:v>15875.974668133294</c:v>
                </c:pt>
                <c:pt idx="5702">
                  <c:v>15878.760038608361</c:v>
                </c:pt>
                <c:pt idx="5703">
                  <c:v>15881.545409083428</c:v>
                </c:pt>
                <c:pt idx="5704">
                  <c:v>15884.330779558495</c:v>
                </c:pt>
                <c:pt idx="5705">
                  <c:v>15887.116150033562</c:v>
                </c:pt>
                <c:pt idx="5706">
                  <c:v>15889.901520508629</c:v>
                </c:pt>
                <c:pt idx="5707">
                  <c:v>15892.686890983696</c:v>
                </c:pt>
                <c:pt idx="5708">
                  <c:v>15895.472261458763</c:v>
                </c:pt>
                <c:pt idx="5709">
                  <c:v>15898.25763193383</c:v>
                </c:pt>
                <c:pt idx="5710">
                  <c:v>15901.043002408896</c:v>
                </c:pt>
                <c:pt idx="5711">
                  <c:v>15903.828372883963</c:v>
                </c:pt>
                <c:pt idx="5712">
                  <c:v>15906.61374335903</c:v>
                </c:pt>
                <c:pt idx="5713">
                  <c:v>15909.399113834097</c:v>
                </c:pt>
                <c:pt idx="5714">
                  <c:v>15912.184484309164</c:v>
                </c:pt>
                <c:pt idx="5715">
                  <c:v>15914.969854784231</c:v>
                </c:pt>
                <c:pt idx="5716">
                  <c:v>15917.755225259298</c:v>
                </c:pt>
                <c:pt idx="5717">
                  <c:v>15920.540595734365</c:v>
                </c:pt>
                <c:pt idx="5718">
                  <c:v>15923.325966209431</c:v>
                </c:pt>
                <c:pt idx="5719">
                  <c:v>15926.111336684498</c:v>
                </c:pt>
                <c:pt idx="5720">
                  <c:v>15928.896707159565</c:v>
                </c:pt>
                <c:pt idx="5721">
                  <c:v>15931.682077634632</c:v>
                </c:pt>
                <c:pt idx="5722">
                  <c:v>15934.467448109699</c:v>
                </c:pt>
                <c:pt idx="5723">
                  <c:v>15937.252818584766</c:v>
                </c:pt>
                <c:pt idx="5724">
                  <c:v>15940.038189059833</c:v>
                </c:pt>
                <c:pt idx="5725">
                  <c:v>15942.8235595349</c:v>
                </c:pt>
                <c:pt idx="5726">
                  <c:v>15945.608930009967</c:v>
                </c:pt>
                <c:pt idx="5727">
                  <c:v>15948.394300485033</c:v>
                </c:pt>
                <c:pt idx="5728">
                  <c:v>15951.1796709601</c:v>
                </c:pt>
                <c:pt idx="5729">
                  <c:v>15953.965041435167</c:v>
                </c:pt>
                <c:pt idx="5730">
                  <c:v>15956.750411910234</c:v>
                </c:pt>
                <c:pt idx="5731">
                  <c:v>15959.535782385301</c:v>
                </c:pt>
                <c:pt idx="5732">
                  <c:v>15962.321152860368</c:v>
                </c:pt>
                <c:pt idx="5733">
                  <c:v>15965.106523335435</c:v>
                </c:pt>
                <c:pt idx="5734">
                  <c:v>15967.891893810502</c:v>
                </c:pt>
                <c:pt idx="5735">
                  <c:v>15970.677264285569</c:v>
                </c:pt>
                <c:pt idx="5736">
                  <c:v>15973.462634760635</c:v>
                </c:pt>
                <c:pt idx="5737">
                  <c:v>15976.248005235702</c:v>
                </c:pt>
                <c:pt idx="5738">
                  <c:v>15979.033375710769</c:v>
                </c:pt>
                <c:pt idx="5739">
                  <c:v>15981.818746185836</c:v>
                </c:pt>
                <c:pt idx="5740">
                  <c:v>15984.604116660903</c:v>
                </c:pt>
                <c:pt idx="5741">
                  <c:v>15987.38948713597</c:v>
                </c:pt>
                <c:pt idx="5742">
                  <c:v>15990.174857611037</c:v>
                </c:pt>
                <c:pt idx="5743">
                  <c:v>15992.960228086104</c:v>
                </c:pt>
                <c:pt idx="5744">
                  <c:v>15995.74559856117</c:v>
                </c:pt>
                <c:pt idx="5745">
                  <c:v>15998.530969036237</c:v>
                </c:pt>
                <c:pt idx="5746">
                  <c:v>16001.316339511304</c:v>
                </c:pt>
                <c:pt idx="5747">
                  <c:v>16004.101709986371</c:v>
                </c:pt>
                <c:pt idx="5748">
                  <c:v>16006.887080461438</c:v>
                </c:pt>
                <c:pt idx="5749">
                  <c:v>16009.672450936505</c:v>
                </c:pt>
                <c:pt idx="5750">
                  <c:v>16012.457821411572</c:v>
                </c:pt>
                <c:pt idx="5751">
                  <c:v>16015.243191886639</c:v>
                </c:pt>
                <c:pt idx="5752">
                  <c:v>16018.028562361706</c:v>
                </c:pt>
                <c:pt idx="5753">
                  <c:v>16020.813932836772</c:v>
                </c:pt>
                <c:pt idx="5754">
                  <c:v>16023.599303311839</c:v>
                </c:pt>
                <c:pt idx="5755">
                  <c:v>16026.384673786906</c:v>
                </c:pt>
                <c:pt idx="5756">
                  <c:v>16029.170044261973</c:v>
                </c:pt>
                <c:pt idx="5757">
                  <c:v>16031.95541473704</c:v>
                </c:pt>
                <c:pt idx="5758">
                  <c:v>16034.740785212107</c:v>
                </c:pt>
                <c:pt idx="5759">
                  <c:v>16037.526155687174</c:v>
                </c:pt>
                <c:pt idx="5760">
                  <c:v>16040.311526162241</c:v>
                </c:pt>
                <c:pt idx="5761">
                  <c:v>16043.096896637308</c:v>
                </c:pt>
                <c:pt idx="5762">
                  <c:v>16045.882267112374</c:v>
                </c:pt>
                <c:pt idx="5763">
                  <c:v>16048.667637587441</c:v>
                </c:pt>
                <c:pt idx="5764">
                  <c:v>16051.453008062508</c:v>
                </c:pt>
                <c:pt idx="5765">
                  <c:v>16054.238378537575</c:v>
                </c:pt>
                <c:pt idx="5766">
                  <c:v>16057.023749012642</c:v>
                </c:pt>
                <c:pt idx="5767">
                  <c:v>16059.809119487709</c:v>
                </c:pt>
                <c:pt idx="5768">
                  <c:v>16062.594489962776</c:v>
                </c:pt>
                <c:pt idx="5769">
                  <c:v>16065.379860437843</c:v>
                </c:pt>
                <c:pt idx="5770">
                  <c:v>16068.165230912909</c:v>
                </c:pt>
                <c:pt idx="5771">
                  <c:v>16070.950601387976</c:v>
                </c:pt>
                <c:pt idx="5772">
                  <c:v>16073.735971863043</c:v>
                </c:pt>
                <c:pt idx="5773">
                  <c:v>16076.52134233811</c:v>
                </c:pt>
                <c:pt idx="5774">
                  <c:v>16079.306712813177</c:v>
                </c:pt>
                <c:pt idx="5775">
                  <c:v>16082.092083288244</c:v>
                </c:pt>
                <c:pt idx="5776">
                  <c:v>16084.877453763311</c:v>
                </c:pt>
                <c:pt idx="5777">
                  <c:v>16087.662824238378</c:v>
                </c:pt>
                <c:pt idx="5778">
                  <c:v>16090.448194713445</c:v>
                </c:pt>
                <c:pt idx="5779">
                  <c:v>16093.233565188511</c:v>
                </c:pt>
                <c:pt idx="5780">
                  <c:v>16096.018935663578</c:v>
                </c:pt>
                <c:pt idx="5781">
                  <c:v>16098.804306138645</c:v>
                </c:pt>
                <c:pt idx="5782">
                  <c:v>16101.589676613712</c:v>
                </c:pt>
                <c:pt idx="5783">
                  <c:v>16104.375047088779</c:v>
                </c:pt>
                <c:pt idx="5784">
                  <c:v>16107.160417563846</c:v>
                </c:pt>
                <c:pt idx="5785">
                  <c:v>16109.945788038913</c:v>
                </c:pt>
                <c:pt idx="5786">
                  <c:v>16112.73115851398</c:v>
                </c:pt>
                <c:pt idx="5787">
                  <c:v>16115.516528989046</c:v>
                </c:pt>
                <c:pt idx="5788">
                  <c:v>16118.301899464113</c:v>
                </c:pt>
                <c:pt idx="5789">
                  <c:v>16121.08726993918</c:v>
                </c:pt>
                <c:pt idx="5790">
                  <c:v>16123.872640414247</c:v>
                </c:pt>
                <c:pt idx="5791">
                  <c:v>16126.658010889314</c:v>
                </c:pt>
                <c:pt idx="5792">
                  <c:v>16129.443381364381</c:v>
                </c:pt>
                <c:pt idx="5793">
                  <c:v>16132.228751839448</c:v>
                </c:pt>
                <c:pt idx="5794">
                  <c:v>16135.014122314515</c:v>
                </c:pt>
                <c:pt idx="5795">
                  <c:v>16137.799492789582</c:v>
                </c:pt>
                <c:pt idx="5796">
                  <c:v>16140.584863264648</c:v>
                </c:pt>
                <c:pt idx="5797">
                  <c:v>16143.370233739715</c:v>
                </c:pt>
                <c:pt idx="5798">
                  <c:v>16146.155604214782</c:v>
                </c:pt>
                <c:pt idx="5799">
                  <c:v>16148.940974689849</c:v>
                </c:pt>
                <c:pt idx="5800">
                  <c:v>16151.726345164916</c:v>
                </c:pt>
                <c:pt idx="5801">
                  <c:v>16154.511715639983</c:v>
                </c:pt>
                <c:pt idx="5802">
                  <c:v>16157.29708611505</c:v>
                </c:pt>
                <c:pt idx="5803">
                  <c:v>16160.082456590117</c:v>
                </c:pt>
                <c:pt idx="5804">
                  <c:v>16162.867827065184</c:v>
                </c:pt>
                <c:pt idx="5805">
                  <c:v>16165.65319754025</c:v>
                </c:pt>
                <c:pt idx="5806">
                  <c:v>16168.438568015317</c:v>
                </c:pt>
                <c:pt idx="5807">
                  <c:v>16171.223938490384</c:v>
                </c:pt>
                <c:pt idx="5808">
                  <c:v>16174.009308965451</c:v>
                </c:pt>
                <c:pt idx="5809">
                  <c:v>16176.794679440518</c:v>
                </c:pt>
                <c:pt idx="5810">
                  <c:v>16179.580049915585</c:v>
                </c:pt>
                <c:pt idx="5811">
                  <c:v>16182.365420390652</c:v>
                </c:pt>
                <c:pt idx="5812">
                  <c:v>16185.150790865719</c:v>
                </c:pt>
                <c:pt idx="5813">
                  <c:v>16187.936161340785</c:v>
                </c:pt>
                <c:pt idx="5814">
                  <c:v>16190.721531815852</c:v>
                </c:pt>
                <c:pt idx="5815">
                  <c:v>16193.506902290919</c:v>
                </c:pt>
                <c:pt idx="5816">
                  <c:v>16196.292272765986</c:v>
                </c:pt>
                <c:pt idx="5817">
                  <c:v>16199.077643241053</c:v>
                </c:pt>
                <c:pt idx="5818">
                  <c:v>16201.86301371612</c:v>
                </c:pt>
                <c:pt idx="5819">
                  <c:v>16204.648384191187</c:v>
                </c:pt>
                <c:pt idx="5820">
                  <c:v>16207.433754666254</c:v>
                </c:pt>
                <c:pt idx="5821">
                  <c:v>16210.219125141321</c:v>
                </c:pt>
                <c:pt idx="5822">
                  <c:v>16213.004495616387</c:v>
                </c:pt>
                <c:pt idx="5823">
                  <c:v>16215.789866091454</c:v>
                </c:pt>
                <c:pt idx="5824">
                  <c:v>16218.575236566521</c:v>
                </c:pt>
                <c:pt idx="5825">
                  <c:v>16221.360607041588</c:v>
                </c:pt>
                <c:pt idx="5826">
                  <c:v>16224.145977516655</c:v>
                </c:pt>
                <c:pt idx="5827">
                  <c:v>16226.931347991722</c:v>
                </c:pt>
                <c:pt idx="5828">
                  <c:v>16229.716718466789</c:v>
                </c:pt>
                <c:pt idx="5829">
                  <c:v>16232.502088941856</c:v>
                </c:pt>
                <c:pt idx="5830">
                  <c:v>16235.287459416923</c:v>
                </c:pt>
                <c:pt idx="5831">
                  <c:v>16238.072829891989</c:v>
                </c:pt>
                <c:pt idx="5832">
                  <c:v>16240.858200367056</c:v>
                </c:pt>
                <c:pt idx="5833">
                  <c:v>16243.643570842123</c:v>
                </c:pt>
                <c:pt idx="5834">
                  <c:v>16246.42894131719</c:v>
                </c:pt>
                <c:pt idx="5835">
                  <c:v>16249.214311792257</c:v>
                </c:pt>
                <c:pt idx="5836">
                  <c:v>16251.999682267324</c:v>
                </c:pt>
                <c:pt idx="5837">
                  <c:v>16254.785052742391</c:v>
                </c:pt>
                <c:pt idx="5838">
                  <c:v>16257.570423217458</c:v>
                </c:pt>
                <c:pt idx="5839">
                  <c:v>16260.355793692524</c:v>
                </c:pt>
                <c:pt idx="5840">
                  <c:v>16263.141164167591</c:v>
                </c:pt>
                <c:pt idx="5841">
                  <c:v>16265.926534642658</c:v>
                </c:pt>
                <c:pt idx="5842">
                  <c:v>16268.711905117725</c:v>
                </c:pt>
                <c:pt idx="5843">
                  <c:v>16271.497275592792</c:v>
                </c:pt>
                <c:pt idx="5844">
                  <c:v>16274.282646067859</c:v>
                </c:pt>
                <c:pt idx="5845">
                  <c:v>16277.068016542926</c:v>
                </c:pt>
                <c:pt idx="5846">
                  <c:v>16279.853387017993</c:v>
                </c:pt>
                <c:pt idx="5847">
                  <c:v>16282.63875749306</c:v>
                </c:pt>
                <c:pt idx="5848">
                  <c:v>16285.424127968126</c:v>
                </c:pt>
                <c:pt idx="5849">
                  <c:v>16288.209498443193</c:v>
                </c:pt>
                <c:pt idx="5850">
                  <c:v>16290.99486891826</c:v>
                </c:pt>
                <c:pt idx="5851">
                  <c:v>16293.780239393327</c:v>
                </c:pt>
                <c:pt idx="5852">
                  <c:v>16296.565609868394</c:v>
                </c:pt>
                <c:pt idx="5853">
                  <c:v>16299.350980343461</c:v>
                </c:pt>
                <c:pt idx="5854">
                  <c:v>16302.136350818528</c:v>
                </c:pt>
                <c:pt idx="5855">
                  <c:v>16304.921721293595</c:v>
                </c:pt>
                <c:pt idx="5856">
                  <c:v>16307.707091768661</c:v>
                </c:pt>
                <c:pt idx="5857">
                  <c:v>16310.492462243728</c:v>
                </c:pt>
                <c:pt idx="5858">
                  <c:v>16313.277832718795</c:v>
                </c:pt>
                <c:pt idx="5859">
                  <c:v>16316.063203193862</c:v>
                </c:pt>
                <c:pt idx="5860">
                  <c:v>16318.848573668929</c:v>
                </c:pt>
                <c:pt idx="5861">
                  <c:v>16321.633944143996</c:v>
                </c:pt>
                <c:pt idx="5862">
                  <c:v>16324.419314619063</c:v>
                </c:pt>
                <c:pt idx="5863">
                  <c:v>16327.20468509413</c:v>
                </c:pt>
                <c:pt idx="5864">
                  <c:v>16329.990055569197</c:v>
                </c:pt>
                <c:pt idx="5865">
                  <c:v>16332.775426044263</c:v>
                </c:pt>
                <c:pt idx="5866">
                  <c:v>16335.56079651933</c:v>
                </c:pt>
                <c:pt idx="5867">
                  <c:v>16338.346166994397</c:v>
                </c:pt>
                <c:pt idx="5868">
                  <c:v>16341.131537469464</c:v>
                </c:pt>
                <c:pt idx="5869">
                  <c:v>16343.916907944531</c:v>
                </c:pt>
                <c:pt idx="5870">
                  <c:v>16346.702278419598</c:v>
                </c:pt>
                <c:pt idx="5871">
                  <c:v>16349.487648894665</c:v>
                </c:pt>
                <c:pt idx="5872">
                  <c:v>16352.273019369732</c:v>
                </c:pt>
                <c:pt idx="5873">
                  <c:v>16355.058389844799</c:v>
                </c:pt>
                <c:pt idx="5874">
                  <c:v>16357.843760319865</c:v>
                </c:pt>
                <c:pt idx="5875">
                  <c:v>16360.629130794932</c:v>
                </c:pt>
                <c:pt idx="5876">
                  <c:v>16363.414501269999</c:v>
                </c:pt>
                <c:pt idx="5877">
                  <c:v>16366.199871745066</c:v>
                </c:pt>
                <c:pt idx="5878">
                  <c:v>16368.985242220133</c:v>
                </c:pt>
                <c:pt idx="5879">
                  <c:v>16371.7706126952</c:v>
                </c:pt>
                <c:pt idx="5880">
                  <c:v>16374.555983170267</c:v>
                </c:pt>
                <c:pt idx="5881">
                  <c:v>16377.341353645334</c:v>
                </c:pt>
                <c:pt idx="5882">
                  <c:v>16380.1267241204</c:v>
                </c:pt>
                <c:pt idx="5883">
                  <c:v>16382.912094595467</c:v>
                </c:pt>
                <c:pt idx="5884">
                  <c:v>16385.697465070534</c:v>
                </c:pt>
                <c:pt idx="5885">
                  <c:v>16388.482835545601</c:v>
                </c:pt>
                <c:pt idx="5886">
                  <c:v>16391.268206020668</c:v>
                </c:pt>
                <c:pt idx="5887">
                  <c:v>16394.053576495735</c:v>
                </c:pt>
                <c:pt idx="5888">
                  <c:v>16396.838946970802</c:v>
                </c:pt>
                <c:pt idx="5889">
                  <c:v>16399.624317445869</c:v>
                </c:pt>
                <c:pt idx="5890">
                  <c:v>16402.409687920936</c:v>
                </c:pt>
                <c:pt idx="5891">
                  <c:v>16405.195058396002</c:v>
                </c:pt>
                <c:pt idx="5892">
                  <c:v>16407.980428871069</c:v>
                </c:pt>
                <c:pt idx="5893">
                  <c:v>16410.765799346136</c:v>
                </c:pt>
                <c:pt idx="5894">
                  <c:v>16413.551169821203</c:v>
                </c:pt>
                <c:pt idx="5895">
                  <c:v>16416.33654029627</c:v>
                </c:pt>
                <c:pt idx="5896">
                  <c:v>16419.121910771337</c:v>
                </c:pt>
                <c:pt idx="5897">
                  <c:v>16421.907281246404</c:v>
                </c:pt>
                <c:pt idx="5898">
                  <c:v>16424.692651721471</c:v>
                </c:pt>
                <c:pt idx="5899">
                  <c:v>16427.478022196537</c:v>
                </c:pt>
                <c:pt idx="5900">
                  <c:v>16430.263392671604</c:v>
                </c:pt>
                <c:pt idx="5901">
                  <c:v>16433.048763146671</c:v>
                </c:pt>
                <c:pt idx="5902">
                  <c:v>16435.834133621738</c:v>
                </c:pt>
                <c:pt idx="5903">
                  <c:v>16438.619504096805</c:v>
                </c:pt>
                <c:pt idx="5904">
                  <c:v>16441.404874571872</c:v>
                </c:pt>
                <c:pt idx="5905">
                  <c:v>16444.190245046939</c:v>
                </c:pt>
                <c:pt idx="5906">
                  <c:v>16446.975615522006</c:v>
                </c:pt>
                <c:pt idx="5907">
                  <c:v>16449.760985997073</c:v>
                </c:pt>
                <c:pt idx="5908">
                  <c:v>16452.546356472139</c:v>
                </c:pt>
                <c:pt idx="5909">
                  <c:v>16455.331726947206</c:v>
                </c:pt>
                <c:pt idx="5910">
                  <c:v>16458.117097422273</c:v>
                </c:pt>
                <c:pt idx="5911">
                  <c:v>16460.90246789734</c:v>
                </c:pt>
                <c:pt idx="5912">
                  <c:v>16463.687838372407</c:v>
                </c:pt>
                <c:pt idx="5913">
                  <c:v>16466.473208847474</c:v>
                </c:pt>
                <c:pt idx="5914">
                  <c:v>16469.258579322541</c:v>
                </c:pt>
                <c:pt idx="5915">
                  <c:v>16472.043949797608</c:v>
                </c:pt>
                <c:pt idx="5916">
                  <c:v>16474.829320272675</c:v>
                </c:pt>
                <c:pt idx="5917">
                  <c:v>16477.614690747741</c:v>
                </c:pt>
                <c:pt idx="5918">
                  <c:v>16480.400061222808</c:v>
                </c:pt>
                <c:pt idx="5919">
                  <c:v>16483.185431697875</c:v>
                </c:pt>
                <c:pt idx="5920">
                  <c:v>16485.970802172942</c:v>
                </c:pt>
                <c:pt idx="5921">
                  <c:v>16488.756172648009</c:v>
                </c:pt>
                <c:pt idx="5922">
                  <c:v>16491.541543123076</c:v>
                </c:pt>
                <c:pt idx="5923">
                  <c:v>16494.326913598143</c:v>
                </c:pt>
                <c:pt idx="5924">
                  <c:v>16497.11228407321</c:v>
                </c:pt>
                <c:pt idx="5925">
                  <c:v>16499.897654548276</c:v>
                </c:pt>
                <c:pt idx="5926">
                  <c:v>16502.683025023343</c:v>
                </c:pt>
                <c:pt idx="5927">
                  <c:v>16505.46839549841</c:v>
                </c:pt>
                <c:pt idx="5928">
                  <c:v>16508.253765973477</c:v>
                </c:pt>
                <c:pt idx="5929">
                  <c:v>16511.039136448544</c:v>
                </c:pt>
                <c:pt idx="5930">
                  <c:v>16513.824506923611</c:v>
                </c:pt>
                <c:pt idx="5931">
                  <c:v>16516.609877398678</c:v>
                </c:pt>
                <c:pt idx="5932">
                  <c:v>16519.395247873745</c:v>
                </c:pt>
                <c:pt idx="5933">
                  <c:v>16522.180618348812</c:v>
                </c:pt>
                <c:pt idx="5934">
                  <c:v>16524.965988823878</c:v>
                </c:pt>
                <c:pt idx="5935">
                  <c:v>16527.751359298945</c:v>
                </c:pt>
                <c:pt idx="5936">
                  <c:v>16530.536729774012</c:v>
                </c:pt>
                <c:pt idx="5937">
                  <c:v>16533.322100249079</c:v>
                </c:pt>
                <c:pt idx="5938">
                  <c:v>16536.107470724146</c:v>
                </c:pt>
                <c:pt idx="5939">
                  <c:v>16538.892841199213</c:v>
                </c:pt>
                <c:pt idx="5940">
                  <c:v>16541.67821167428</c:v>
                </c:pt>
                <c:pt idx="5941">
                  <c:v>16544.463582149347</c:v>
                </c:pt>
                <c:pt idx="5942">
                  <c:v>16547.248952624414</c:v>
                </c:pt>
                <c:pt idx="5943">
                  <c:v>16550.03432309948</c:v>
                </c:pt>
                <c:pt idx="5944">
                  <c:v>16552.819693574547</c:v>
                </c:pt>
                <c:pt idx="5945">
                  <c:v>16555.605064049614</c:v>
                </c:pt>
                <c:pt idx="5946">
                  <c:v>16558.390434524681</c:v>
                </c:pt>
                <c:pt idx="5947">
                  <c:v>16561.175804999748</c:v>
                </c:pt>
                <c:pt idx="5948">
                  <c:v>16563.961175474815</c:v>
                </c:pt>
                <c:pt idx="5949">
                  <c:v>16566.746545949882</c:v>
                </c:pt>
                <c:pt idx="5950">
                  <c:v>16569.531916424949</c:v>
                </c:pt>
                <c:pt idx="5951">
                  <c:v>16572.317286900015</c:v>
                </c:pt>
                <c:pt idx="5952">
                  <c:v>16575.102657375082</c:v>
                </c:pt>
                <c:pt idx="5953">
                  <c:v>16577.888027850149</c:v>
                </c:pt>
                <c:pt idx="5954">
                  <c:v>16580.673398325216</c:v>
                </c:pt>
                <c:pt idx="5955">
                  <c:v>16583.458768800283</c:v>
                </c:pt>
                <c:pt idx="5956">
                  <c:v>16586.24413927535</c:v>
                </c:pt>
                <c:pt idx="5957">
                  <c:v>16589.029509750417</c:v>
                </c:pt>
                <c:pt idx="5958">
                  <c:v>16591.814880225484</c:v>
                </c:pt>
                <c:pt idx="5959">
                  <c:v>16594.600250700551</c:v>
                </c:pt>
                <c:pt idx="5960">
                  <c:v>16597.385621175617</c:v>
                </c:pt>
                <c:pt idx="5961">
                  <c:v>16600.170991650684</c:v>
                </c:pt>
                <c:pt idx="5962">
                  <c:v>16602.956362125751</c:v>
                </c:pt>
                <c:pt idx="5963">
                  <c:v>16605.741732600818</c:v>
                </c:pt>
                <c:pt idx="5964">
                  <c:v>16608.527103075885</c:v>
                </c:pt>
                <c:pt idx="5965">
                  <c:v>16611.312473550952</c:v>
                </c:pt>
                <c:pt idx="5966">
                  <c:v>16614.097844026019</c:v>
                </c:pt>
                <c:pt idx="5967">
                  <c:v>16616.883214501086</c:v>
                </c:pt>
                <c:pt idx="5968">
                  <c:v>16619.668584976152</c:v>
                </c:pt>
                <c:pt idx="5969">
                  <c:v>16622.453955451219</c:v>
                </c:pt>
                <c:pt idx="5970">
                  <c:v>16625.239325926286</c:v>
                </c:pt>
                <c:pt idx="5971">
                  <c:v>16628.024696401353</c:v>
                </c:pt>
                <c:pt idx="5972">
                  <c:v>16630.81006687642</c:v>
                </c:pt>
                <c:pt idx="5973">
                  <c:v>16633.595437351487</c:v>
                </c:pt>
                <c:pt idx="5974">
                  <c:v>16636.380807826554</c:v>
                </c:pt>
                <c:pt idx="5975">
                  <c:v>16639.166178301621</c:v>
                </c:pt>
                <c:pt idx="5976">
                  <c:v>16641.951548776688</c:v>
                </c:pt>
                <c:pt idx="5977">
                  <c:v>16644.736919251754</c:v>
                </c:pt>
                <c:pt idx="5978">
                  <c:v>16647.522289726821</c:v>
                </c:pt>
                <c:pt idx="5979">
                  <c:v>16650.307660201888</c:v>
                </c:pt>
                <c:pt idx="5980">
                  <c:v>16653.093030676955</c:v>
                </c:pt>
                <c:pt idx="5981">
                  <c:v>16655.878401152022</c:v>
                </c:pt>
                <c:pt idx="5982">
                  <c:v>16658.663771627089</c:v>
                </c:pt>
                <c:pt idx="5983">
                  <c:v>16661.449142102156</c:v>
                </c:pt>
                <c:pt idx="5984">
                  <c:v>16664.234512577223</c:v>
                </c:pt>
                <c:pt idx="5985">
                  <c:v>16667.01988305229</c:v>
                </c:pt>
                <c:pt idx="5986">
                  <c:v>16669.805253527356</c:v>
                </c:pt>
                <c:pt idx="5987">
                  <c:v>16672.590624002423</c:v>
                </c:pt>
                <c:pt idx="5988">
                  <c:v>16675.37599447749</c:v>
                </c:pt>
                <c:pt idx="5989">
                  <c:v>16678.161364952557</c:v>
                </c:pt>
                <c:pt idx="5990">
                  <c:v>16680.946735427624</c:v>
                </c:pt>
                <c:pt idx="5991">
                  <c:v>16683.732105902691</c:v>
                </c:pt>
                <c:pt idx="5992">
                  <c:v>16686.517476377758</c:v>
                </c:pt>
                <c:pt idx="5993">
                  <c:v>16689.302846852825</c:v>
                </c:pt>
                <c:pt idx="5994">
                  <c:v>16692.088217327891</c:v>
                </c:pt>
                <c:pt idx="5995">
                  <c:v>16694.873587802958</c:v>
                </c:pt>
                <c:pt idx="5996">
                  <c:v>16697.658958278025</c:v>
                </c:pt>
                <c:pt idx="5997">
                  <c:v>16700.444328753092</c:v>
                </c:pt>
                <c:pt idx="5998">
                  <c:v>16703.229699228159</c:v>
                </c:pt>
                <c:pt idx="5999">
                  <c:v>16706.015069703226</c:v>
                </c:pt>
                <c:pt idx="6000">
                  <c:v>16708.800440178293</c:v>
                </c:pt>
                <c:pt idx="6001">
                  <c:v>16711.58581065336</c:v>
                </c:pt>
                <c:pt idx="6002">
                  <c:v>16714.371181128427</c:v>
                </c:pt>
                <c:pt idx="6003">
                  <c:v>16717.156551603493</c:v>
                </c:pt>
                <c:pt idx="6004">
                  <c:v>16719.94192207856</c:v>
                </c:pt>
                <c:pt idx="6005">
                  <c:v>16722.727292553627</c:v>
                </c:pt>
                <c:pt idx="6006">
                  <c:v>16725.512663028694</c:v>
                </c:pt>
                <c:pt idx="6007">
                  <c:v>16728.298033503761</c:v>
                </c:pt>
                <c:pt idx="6008">
                  <c:v>16731.083403978828</c:v>
                </c:pt>
                <c:pt idx="6009">
                  <c:v>16733.868774453895</c:v>
                </c:pt>
                <c:pt idx="6010">
                  <c:v>16736.654144928962</c:v>
                </c:pt>
                <c:pt idx="6011">
                  <c:v>16739.439515404028</c:v>
                </c:pt>
                <c:pt idx="6012">
                  <c:v>16742.224885879095</c:v>
                </c:pt>
                <c:pt idx="6013">
                  <c:v>16745.010256354162</c:v>
                </c:pt>
                <c:pt idx="6014">
                  <c:v>16747.795626829229</c:v>
                </c:pt>
                <c:pt idx="6015">
                  <c:v>16750.580997304296</c:v>
                </c:pt>
                <c:pt idx="6016">
                  <c:v>16753.366367779363</c:v>
                </c:pt>
                <c:pt idx="6017">
                  <c:v>16756.15173825443</c:v>
                </c:pt>
                <c:pt idx="6018">
                  <c:v>16758.937108729497</c:v>
                </c:pt>
                <c:pt idx="6019">
                  <c:v>16761.722479204564</c:v>
                </c:pt>
                <c:pt idx="6020">
                  <c:v>16764.50784967963</c:v>
                </c:pt>
                <c:pt idx="6021">
                  <c:v>16767.293220154697</c:v>
                </c:pt>
                <c:pt idx="6022">
                  <c:v>16770.078590629764</c:v>
                </c:pt>
                <c:pt idx="6023">
                  <c:v>16772.863961104831</c:v>
                </c:pt>
                <c:pt idx="6024">
                  <c:v>16775.649331579898</c:v>
                </c:pt>
                <c:pt idx="6025">
                  <c:v>16778.434702054965</c:v>
                </c:pt>
                <c:pt idx="6026">
                  <c:v>16781.220072530032</c:v>
                </c:pt>
                <c:pt idx="6027">
                  <c:v>16784.005443005099</c:v>
                </c:pt>
                <c:pt idx="6028">
                  <c:v>16786.790813480166</c:v>
                </c:pt>
                <c:pt idx="6029">
                  <c:v>16789.576183955232</c:v>
                </c:pt>
                <c:pt idx="6030">
                  <c:v>16792.361554430299</c:v>
                </c:pt>
                <c:pt idx="6031">
                  <c:v>16795.146924905366</c:v>
                </c:pt>
                <c:pt idx="6032">
                  <c:v>16797.932295380433</c:v>
                </c:pt>
                <c:pt idx="6033">
                  <c:v>16800.7176658555</c:v>
                </c:pt>
                <c:pt idx="6034">
                  <c:v>16803.503036330567</c:v>
                </c:pt>
                <c:pt idx="6035">
                  <c:v>16806.288406805634</c:v>
                </c:pt>
                <c:pt idx="6036">
                  <c:v>16809.073777280701</c:v>
                </c:pt>
                <c:pt idx="6037">
                  <c:v>16811.859147755767</c:v>
                </c:pt>
                <c:pt idx="6038">
                  <c:v>16814.644518230834</c:v>
                </c:pt>
                <c:pt idx="6039">
                  <c:v>16817.429888705901</c:v>
                </c:pt>
                <c:pt idx="6040">
                  <c:v>16820.215259180968</c:v>
                </c:pt>
                <c:pt idx="6041">
                  <c:v>16823.000629656035</c:v>
                </c:pt>
                <c:pt idx="6042">
                  <c:v>16825.786000131102</c:v>
                </c:pt>
                <c:pt idx="6043">
                  <c:v>16828.571370606169</c:v>
                </c:pt>
                <c:pt idx="6044">
                  <c:v>16831.356741081236</c:v>
                </c:pt>
                <c:pt idx="6045">
                  <c:v>16834.142111556303</c:v>
                </c:pt>
                <c:pt idx="6046">
                  <c:v>16836.927482031369</c:v>
                </c:pt>
                <c:pt idx="6047">
                  <c:v>16839.712852506436</c:v>
                </c:pt>
                <c:pt idx="6048">
                  <c:v>16842.498222981503</c:v>
                </c:pt>
                <c:pt idx="6049">
                  <c:v>16845.28359345657</c:v>
                </c:pt>
                <c:pt idx="6050">
                  <c:v>16848.068963931637</c:v>
                </c:pt>
                <c:pt idx="6051">
                  <c:v>16850.854334406704</c:v>
                </c:pt>
                <c:pt idx="6052">
                  <c:v>16853.639704881771</c:v>
                </c:pt>
                <c:pt idx="6053">
                  <c:v>16856.425075356838</c:v>
                </c:pt>
                <c:pt idx="6054">
                  <c:v>16859.210445831905</c:v>
                </c:pt>
                <c:pt idx="6055">
                  <c:v>16861.995816306971</c:v>
                </c:pt>
                <c:pt idx="6056">
                  <c:v>16864.781186782038</c:v>
                </c:pt>
                <c:pt idx="6057">
                  <c:v>16867.566557257105</c:v>
                </c:pt>
                <c:pt idx="6058">
                  <c:v>16870.351927732172</c:v>
                </c:pt>
                <c:pt idx="6059">
                  <c:v>16873.137298207239</c:v>
                </c:pt>
                <c:pt idx="6060">
                  <c:v>16875.922668682306</c:v>
                </c:pt>
                <c:pt idx="6061">
                  <c:v>16878.708039157373</c:v>
                </c:pt>
                <c:pt idx="6062">
                  <c:v>16881.49340963244</c:v>
                </c:pt>
                <c:pt idx="6063">
                  <c:v>16884.278780107506</c:v>
                </c:pt>
                <c:pt idx="6064">
                  <c:v>16887.064150582573</c:v>
                </c:pt>
                <c:pt idx="6065">
                  <c:v>16889.84952105764</c:v>
                </c:pt>
                <c:pt idx="6066">
                  <c:v>16892.634891532707</c:v>
                </c:pt>
                <c:pt idx="6067">
                  <c:v>16895.420262007774</c:v>
                </c:pt>
                <c:pt idx="6068">
                  <c:v>16898.205632482841</c:v>
                </c:pt>
                <c:pt idx="6069">
                  <c:v>16900.991002957908</c:v>
                </c:pt>
                <c:pt idx="6070">
                  <c:v>16903.776373432975</c:v>
                </c:pt>
                <c:pt idx="6071">
                  <c:v>16906.561743908042</c:v>
                </c:pt>
                <c:pt idx="6072">
                  <c:v>16909.347114383108</c:v>
                </c:pt>
                <c:pt idx="6073">
                  <c:v>16912.132484858175</c:v>
                </c:pt>
                <c:pt idx="6074">
                  <c:v>16914.917855333242</c:v>
                </c:pt>
                <c:pt idx="6075">
                  <c:v>16917.703225808309</c:v>
                </c:pt>
                <c:pt idx="6076">
                  <c:v>16920.488596283376</c:v>
                </c:pt>
                <c:pt idx="6077">
                  <c:v>16923.273966758443</c:v>
                </c:pt>
                <c:pt idx="6078">
                  <c:v>16926.05933723351</c:v>
                </c:pt>
                <c:pt idx="6079">
                  <c:v>16928.844707708577</c:v>
                </c:pt>
                <c:pt idx="6080">
                  <c:v>16931.630078183643</c:v>
                </c:pt>
                <c:pt idx="6081">
                  <c:v>16934.41544865871</c:v>
                </c:pt>
                <c:pt idx="6082">
                  <c:v>16937.200819133777</c:v>
                </c:pt>
                <c:pt idx="6083">
                  <c:v>16939.986189608844</c:v>
                </c:pt>
                <c:pt idx="6084">
                  <c:v>16942.771560083911</c:v>
                </c:pt>
                <c:pt idx="6085">
                  <c:v>16945.556930558978</c:v>
                </c:pt>
                <c:pt idx="6086">
                  <c:v>16948.342301034045</c:v>
                </c:pt>
                <c:pt idx="6087">
                  <c:v>16951.127671509112</c:v>
                </c:pt>
                <c:pt idx="6088">
                  <c:v>16953.913041984179</c:v>
                </c:pt>
                <c:pt idx="6089">
                  <c:v>16956.698412459245</c:v>
                </c:pt>
                <c:pt idx="6090">
                  <c:v>16959.483782934312</c:v>
                </c:pt>
                <c:pt idx="6091">
                  <c:v>16962.269153409379</c:v>
                </c:pt>
                <c:pt idx="6092">
                  <c:v>16965.054523884446</c:v>
                </c:pt>
                <c:pt idx="6093">
                  <c:v>16967.839894359513</c:v>
                </c:pt>
                <c:pt idx="6094">
                  <c:v>16970.62526483458</c:v>
                </c:pt>
                <c:pt idx="6095">
                  <c:v>16973.410635309647</c:v>
                </c:pt>
                <c:pt idx="6096">
                  <c:v>16976.196005784714</c:v>
                </c:pt>
                <c:pt idx="6097">
                  <c:v>16978.981376259781</c:v>
                </c:pt>
                <c:pt idx="6098">
                  <c:v>16981.766746734847</c:v>
                </c:pt>
                <c:pt idx="6099">
                  <c:v>16984.552117209914</c:v>
                </c:pt>
                <c:pt idx="6100">
                  <c:v>16987.337487684981</c:v>
                </c:pt>
                <c:pt idx="6101">
                  <c:v>16990.122858160048</c:v>
                </c:pt>
                <c:pt idx="6102">
                  <c:v>16992.908228635115</c:v>
                </c:pt>
                <c:pt idx="6103">
                  <c:v>16995.693599110182</c:v>
                </c:pt>
                <c:pt idx="6104">
                  <c:v>16998.478969585249</c:v>
                </c:pt>
                <c:pt idx="6105">
                  <c:v>17001.264340060316</c:v>
                </c:pt>
                <c:pt idx="6106">
                  <c:v>17004.049710535382</c:v>
                </c:pt>
                <c:pt idx="6107">
                  <c:v>17006.835081010449</c:v>
                </c:pt>
                <c:pt idx="6108">
                  <c:v>17009.620451485516</c:v>
                </c:pt>
                <c:pt idx="6109">
                  <c:v>17012.405821960583</c:v>
                </c:pt>
                <c:pt idx="6110">
                  <c:v>17015.19119243565</c:v>
                </c:pt>
                <c:pt idx="6111">
                  <c:v>17017.976562910717</c:v>
                </c:pt>
                <c:pt idx="6112">
                  <c:v>17020.761933385784</c:v>
                </c:pt>
                <c:pt idx="6113">
                  <c:v>17023.547303860851</c:v>
                </c:pt>
                <c:pt idx="6114">
                  <c:v>17026.332674335918</c:v>
                </c:pt>
                <c:pt idx="6115">
                  <c:v>17029.118044810984</c:v>
                </c:pt>
                <c:pt idx="6116">
                  <c:v>17031.903415286051</c:v>
                </c:pt>
                <c:pt idx="6117">
                  <c:v>17034.688785761118</c:v>
                </c:pt>
                <c:pt idx="6118">
                  <c:v>17037.474156236185</c:v>
                </c:pt>
                <c:pt idx="6119">
                  <c:v>17040.259526711252</c:v>
                </c:pt>
                <c:pt idx="6120">
                  <c:v>17043.044897186319</c:v>
                </c:pt>
                <c:pt idx="6121">
                  <c:v>17045.830267661386</c:v>
                </c:pt>
                <c:pt idx="6122">
                  <c:v>17048.615638136453</c:v>
                </c:pt>
                <c:pt idx="6123">
                  <c:v>17051.40100861152</c:v>
                </c:pt>
                <c:pt idx="6124">
                  <c:v>17054.186379086586</c:v>
                </c:pt>
                <c:pt idx="6125">
                  <c:v>17056.971749561653</c:v>
                </c:pt>
                <c:pt idx="6126">
                  <c:v>17059.75712003672</c:v>
                </c:pt>
                <c:pt idx="6127">
                  <c:v>17062.542490511787</c:v>
                </c:pt>
                <c:pt idx="6128">
                  <c:v>17065.327860986854</c:v>
                </c:pt>
                <c:pt idx="6129">
                  <c:v>17068.113231461921</c:v>
                </c:pt>
                <c:pt idx="6130">
                  <c:v>17070.898601936988</c:v>
                </c:pt>
                <c:pt idx="6131">
                  <c:v>17073.683972412055</c:v>
                </c:pt>
                <c:pt idx="6132">
                  <c:v>17076.469342887121</c:v>
                </c:pt>
                <c:pt idx="6133">
                  <c:v>17079.254713362188</c:v>
                </c:pt>
                <c:pt idx="6134">
                  <c:v>17082.040083837255</c:v>
                </c:pt>
                <c:pt idx="6135">
                  <c:v>17084.825454312322</c:v>
                </c:pt>
                <c:pt idx="6136">
                  <c:v>17087.610824787389</c:v>
                </c:pt>
                <c:pt idx="6137">
                  <c:v>17090.396195262456</c:v>
                </c:pt>
                <c:pt idx="6138">
                  <c:v>17093.181565737523</c:v>
                </c:pt>
                <c:pt idx="6139">
                  <c:v>17095.96693621259</c:v>
                </c:pt>
                <c:pt idx="6140">
                  <c:v>17098.752306687657</c:v>
                </c:pt>
                <c:pt idx="6141">
                  <c:v>17101.537677162723</c:v>
                </c:pt>
                <c:pt idx="6142">
                  <c:v>17104.32304763779</c:v>
                </c:pt>
                <c:pt idx="6143">
                  <c:v>17107.108418112857</c:v>
                </c:pt>
                <c:pt idx="6144">
                  <c:v>17109.893788587924</c:v>
                </c:pt>
                <c:pt idx="6145">
                  <c:v>17112.679159062991</c:v>
                </c:pt>
                <c:pt idx="6146">
                  <c:v>17115.464529538058</c:v>
                </c:pt>
                <c:pt idx="6147">
                  <c:v>17118.249900013125</c:v>
                </c:pt>
                <c:pt idx="6148">
                  <c:v>17121.035270488192</c:v>
                </c:pt>
                <c:pt idx="6149">
                  <c:v>17123.820640963258</c:v>
                </c:pt>
                <c:pt idx="6150">
                  <c:v>17126.606011438325</c:v>
                </c:pt>
                <c:pt idx="6151">
                  <c:v>17129.391381913392</c:v>
                </c:pt>
                <c:pt idx="6152">
                  <c:v>17132.176752388459</c:v>
                </c:pt>
                <c:pt idx="6153">
                  <c:v>17134.962122863526</c:v>
                </c:pt>
                <c:pt idx="6154">
                  <c:v>17137.747493338593</c:v>
                </c:pt>
                <c:pt idx="6155">
                  <c:v>17140.53286381366</c:v>
                </c:pt>
                <c:pt idx="6156">
                  <c:v>17143.318234288727</c:v>
                </c:pt>
                <c:pt idx="6157">
                  <c:v>17146.103604763794</c:v>
                </c:pt>
                <c:pt idx="6158">
                  <c:v>17148.88897523886</c:v>
                </c:pt>
                <c:pt idx="6159">
                  <c:v>17151.674345713927</c:v>
                </c:pt>
                <c:pt idx="6160">
                  <c:v>17154.459716188994</c:v>
                </c:pt>
                <c:pt idx="6161">
                  <c:v>17157.245086664061</c:v>
                </c:pt>
                <c:pt idx="6162">
                  <c:v>17160.030457139128</c:v>
                </c:pt>
                <c:pt idx="6163">
                  <c:v>17162.815827614195</c:v>
                </c:pt>
                <c:pt idx="6164">
                  <c:v>17165.601198089262</c:v>
                </c:pt>
                <c:pt idx="6165">
                  <c:v>17168.386568564329</c:v>
                </c:pt>
                <c:pt idx="6166">
                  <c:v>17171.171939039396</c:v>
                </c:pt>
                <c:pt idx="6167">
                  <c:v>17173.957309514462</c:v>
                </c:pt>
                <c:pt idx="6168">
                  <c:v>17176.742679989529</c:v>
                </c:pt>
                <c:pt idx="6169">
                  <c:v>17179.528050464596</c:v>
                </c:pt>
                <c:pt idx="6170">
                  <c:v>17182.313420939663</c:v>
                </c:pt>
                <c:pt idx="6171">
                  <c:v>17185.09879141473</c:v>
                </c:pt>
                <c:pt idx="6172">
                  <c:v>17187.884161889797</c:v>
                </c:pt>
                <c:pt idx="6173">
                  <c:v>17190.669532364864</c:v>
                </c:pt>
                <c:pt idx="6174">
                  <c:v>17193.454902839931</c:v>
                </c:pt>
                <c:pt idx="6175">
                  <c:v>17196.240273314997</c:v>
                </c:pt>
                <c:pt idx="6176">
                  <c:v>17199.025643790064</c:v>
                </c:pt>
                <c:pt idx="6177">
                  <c:v>17201.811014265131</c:v>
                </c:pt>
                <c:pt idx="6178">
                  <c:v>17204.596384740198</c:v>
                </c:pt>
                <c:pt idx="6179">
                  <c:v>17207.381755215265</c:v>
                </c:pt>
                <c:pt idx="6180">
                  <c:v>17210.167125690332</c:v>
                </c:pt>
                <c:pt idx="6181">
                  <c:v>17212.952496165399</c:v>
                </c:pt>
                <c:pt idx="6182">
                  <c:v>17215.737866640466</c:v>
                </c:pt>
                <c:pt idx="6183">
                  <c:v>17218.523237115533</c:v>
                </c:pt>
                <c:pt idx="6184">
                  <c:v>17221.308607590599</c:v>
                </c:pt>
                <c:pt idx="6185">
                  <c:v>17224.093978065666</c:v>
                </c:pt>
                <c:pt idx="6186">
                  <c:v>17226.879348540733</c:v>
                </c:pt>
                <c:pt idx="6187">
                  <c:v>17229.6647190158</c:v>
                </c:pt>
                <c:pt idx="6188">
                  <c:v>17232.450089490867</c:v>
                </c:pt>
                <c:pt idx="6189">
                  <c:v>17235.235459965934</c:v>
                </c:pt>
                <c:pt idx="6190">
                  <c:v>17238.020830441001</c:v>
                </c:pt>
                <c:pt idx="6191">
                  <c:v>17240.806200916068</c:v>
                </c:pt>
                <c:pt idx="6192">
                  <c:v>17243.591571391134</c:v>
                </c:pt>
                <c:pt idx="6193">
                  <c:v>17246.376941866201</c:v>
                </c:pt>
                <c:pt idx="6194">
                  <c:v>17249.162312341268</c:v>
                </c:pt>
                <c:pt idx="6195">
                  <c:v>17251.947682816335</c:v>
                </c:pt>
                <c:pt idx="6196">
                  <c:v>17254.733053291402</c:v>
                </c:pt>
                <c:pt idx="6197">
                  <c:v>17257.518423766469</c:v>
                </c:pt>
                <c:pt idx="6198">
                  <c:v>17260.303794241536</c:v>
                </c:pt>
                <c:pt idx="6199">
                  <c:v>17263.089164716603</c:v>
                </c:pt>
                <c:pt idx="6200">
                  <c:v>17265.87453519167</c:v>
                </c:pt>
                <c:pt idx="6201">
                  <c:v>17268.659905666736</c:v>
                </c:pt>
                <c:pt idx="6202">
                  <c:v>17271.445276141803</c:v>
                </c:pt>
                <c:pt idx="6203">
                  <c:v>17274.23064661687</c:v>
                </c:pt>
                <c:pt idx="6204">
                  <c:v>17277.016017091937</c:v>
                </c:pt>
                <c:pt idx="6205">
                  <c:v>17279.801387567004</c:v>
                </c:pt>
                <c:pt idx="6206">
                  <c:v>17282.586758042071</c:v>
                </c:pt>
                <c:pt idx="6207">
                  <c:v>17285.372128517138</c:v>
                </c:pt>
                <c:pt idx="6208">
                  <c:v>17288.157498992205</c:v>
                </c:pt>
                <c:pt idx="6209">
                  <c:v>17290.942869467272</c:v>
                </c:pt>
                <c:pt idx="6210">
                  <c:v>17293.728239942338</c:v>
                </c:pt>
                <c:pt idx="6211">
                  <c:v>17296.513610417405</c:v>
                </c:pt>
                <c:pt idx="6212">
                  <c:v>17299.298980892472</c:v>
                </c:pt>
                <c:pt idx="6213">
                  <c:v>17302.084351367539</c:v>
                </c:pt>
                <c:pt idx="6214">
                  <c:v>17304.869721842606</c:v>
                </c:pt>
                <c:pt idx="6215">
                  <c:v>17307.655092317673</c:v>
                </c:pt>
                <c:pt idx="6216">
                  <c:v>17310.44046279274</c:v>
                </c:pt>
                <c:pt idx="6217">
                  <c:v>17313.225833267807</c:v>
                </c:pt>
                <c:pt idx="6218">
                  <c:v>17316.011203742873</c:v>
                </c:pt>
                <c:pt idx="6219">
                  <c:v>17318.79657421794</c:v>
                </c:pt>
                <c:pt idx="6220">
                  <c:v>17321.581944693007</c:v>
                </c:pt>
                <c:pt idx="6221">
                  <c:v>17324.367315168074</c:v>
                </c:pt>
                <c:pt idx="6222">
                  <c:v>17327.152685643141</c:v>
                </c:pt>
                <c:pt idx="6223">
                  <c:v>17329.938056118208</c:v>
                </c:pt>
                <c:pt idx="6224">
                  <c:v>17332.723426593275</c:v>
                </c:pt>
                <c:pt idx="6225">
                  <c:v>17335.508797068342</c:v>
                </c:pt>
                <c:pt idx="6226">
                  <c:v>17338.294167543409</c:v>
                </c:pt>
                <c:pt idx="6227">
                  <c:v>17341.079538018475</c:v>
                </c:pt>
                <c:pt idx="6228">
                  <c:v>17343.864908493542</c:v>
                </c:pt>
                <c:pt idx="6229">
                  <c:v>17346.650278968609</c:v>
                </c:pt>
                <c:pt idx="6230">
                  <c:v>17349.435649443676</c:v>
                </c:pt>
                <c:pt idx="6231">
                  <c:v>17352.221019918743</c:v>
                </c:pt>
                <c:pt idx="6232">
                  <c:v>17355.00639039381</c:v>
                </c:pt>
                <c:pt idx="6233">
                  <c:v>17357.791760868877</c:v>
                </c:pt>
                <c:pt idx="6234">
                  <c:v>17360.577131343944</c:v>
                </c:pt>
                <c:pt idx="6235">
                  <c:v>17363.362501819011</c:v>
                </c:pt>
                <c:pt idx="6236">
                  <c:v>17366.147872294077</c:v>
                </c:pt>
                <c:pt idx="6237">
                  <c:v>17368.933242769144</c:v>
                </c:pt>
                <c:pt idx="6238">
                  <c:v>17371.718613244211</c:v>
                </c:pt>
                <c:pt idx="6239">
                  <c:v>17374.503983719278</c:v>
                </c:pt>
                <c:pt idx="6240">
                  <c:v>17377.289354194345</c:v>
                </c:pt>
                <c:pt idx="6241">
                  <c:v>17380.074724669412</c:v>
                </c:pt>
                <c:pt idx="6242">
                  <c:v>17382.860095144479</c:v>
                </c:pt>
                <c:pt idx="6243">
                  <c:v>17385.645465619546</c:v>
                </c:pt>
                <c:pt idx="6244">
                  <c:v>17388.430836094612</c:v>
                </c:pt>
                <c:pt idx="6245">
                  <c:v>17391.216206569679</c:v>
                </c:pt>
                <c:pt idx="6246">
                  <c:v>17394.001577044746</c:v>
                </c:pt>
                <c:pt idx="6247">
                  <c:v>17396.786947519813</c:v>
                </c:pt>
                <c:pt idx="6248">
                  <c:v>17399.57231799488</c:v>
                </c:pt>
                <c:pt idx="6249">
                  <c:v>17402.357688469947</c:v>
                </c:pt>
                <c:pt idx="6250">
                  <c:v>17405.143058945014</c:v>
                </c:pt>
                <c:pt idx="6251">
                  <c:v>17407.928429420081</c:v>
                </c:pt>
                <c:pt idx="6252">
                  <c:v>17410.713799895148</c:v>
                </c:pt>
                <c:pt idx="6253">
                  <c:v>17413.499170370214</c:v>
                </c:pt>
                <c:pt idx="6254">
                  <c:v>17416.284540845281</c:v>
                </c:pt>
                <c:pt idx="6255">
                  <c:v>17419.069911320348</c:v>
                </c:pt>
                <c:pt idx="6256">
                  <c:v>17421.855281795415</c:v>
                </c:pt>
                <c:pt idx="6257">
                  <c:v>17424.640652270482</c:v>
                </c:pt>
                <c:pt idx="6258">
                  <c:v>17427.426022745549</c:v>
                </c:pt>
                <c:pt idx="6259">
                  <c:v>17430.211393220616</c:v>
                </c:pt>
                <c:pt idx="6260">
                  <c:v>17432.996763695683</c:v>
                </c:pt>
                <c:pt idx="6261">
                  <c:v>17435.782134170749</c:v>
                </c:pt>
                <c:pt idx="6262">
                  <c:v>17438.567504645816</c:v>
                </c:pt>
                <c:pt idx="6263">
                  <c:v>17441.352875120883</c:v>
                </c:pt>
                <c:pt idx="6264">
                  <c:v>17444.13824559595</c:v>
                </c:pt>
                <c:pt idx="6265">
                  <c:v>17446.923616071017</c:v>
                </c:pt>
                <c:pt idx="6266">
                  <c:v>17449.708986546084</c:v>
                </c:pt>
                <c:pt idx="6267">
                  <c:v>17452.494357021151</c:v>
                </c:pt>
                <c:pt idx="6268">
                  <c:v>17455.279727496218</c:v>
                </c:pt>
                <c:pt idx="6269">
                  <c:v>17458.065097971285</c:v>
                </c:pt>
                <c:pt idx="6270">
                  <c:v>17460.850468446351</c:v>
                </c:pt>
                <c:pt idx="6271">
                  <c:v>17463.635838921418</c:v>
                </c:pt>
                <c:pt idx="6272">
                  <c:v>17466.421209396485</c:v>
                </c:pt>
                <c:pt idx="6273">
                  <c:v>17469.206579871552</c:v>
                </c:pt>
                <c:pt idx="6274">
                  <c:v>17471.991950346619</c:v>
                </c:pt>
                <c:pt idx="6275">
                  <c:v>17474.777320821686</c:v>
                </c:pt>
                <c:pt idx="6276">
                  <c:v>17477.562691296753</c:v>
                </c:pt>
                <c:pt idx="6277">
                  <c:v>17480.34806177182</c:v>
                </c:pt>
                <c:pt idx="6278">
                  <c:v>17483.133432246887</c:v>
                </c:pt>
                <c:pt idx="6279">
                  <c:v>17485.918802721953</c:v>
                </c:pt>
                <c:pt idx="6280">
                  <c:v>17488.70417319702</c:v>
                </c:pt>
                <c:pt idx="6281">
                  <c:v>17491.489543672087</c:v>
                </c:pt>
                <c:pt idx="6282">
                  <c:v>17494.274914147154</c:v>
                </c:pt>
                <c:pt idx="6283">
                  <c:v>17497.060284622221</c:v>
                </c:pt>
                <c:pt idx="6284">
                  <c:v>17499.845655097288</c:v>
                </c:pt>
                <c:pt idx="6285">
                  <c:v>17502.631025572355</c:v>
                </c:pt>
                <c:pt idx="6286">
                  <c:v>17505.416396047422</c:v>
                </c:pt>
                <c:pt idx="6287">
                  <c:v>17508.201766522488</c:v>
                </c:pt>
                <c:pt idx="6288">
                  <c:v>17510.987136997555</c:v>
                </c:pt>
                <c:pt idx="6289">
                  <c:v>17513.772507472622</c:v>
                </c:pt>
                <c:pt idx="6290">
                  <c:v>17516.557877947689</c:v>
                </c:pt>
                <c:pt idx="6291">
                  <c:v>17519.343248422756</c:v>
                </c:pt>
                <c:pt idx="6292">
                  <c:v>17522.128618897823</c:v>
                </c:pt>
                <c:pt idx="6293">
                  <c:v>17524.91398937289</c:v>
                </c:pt>
                <c:pt idx="6294">
                  <c:v>17527.699359847957</c:v>
                </c:pt>
                <c:pt idx="6295">
                  <c:v>17530.484730323024</c:v>
                </c:pt>
                <c:pt idx="6296">
                  <c:v>17533.27010079809</c:v>
                </c:pt>
                <c:pt idx="6297">
                  <c:v>17536.055471273157</c:v>
                </c:pt>
                <c:pt idx="6298">
                  <c:v>17538.840841748224</c:v>
                </c:pt>
                <c:pt idx="6299">
                  <c:v>17541.626212223291</c:v>
                </c:pt>
                <c:pt idx="6300">
                  <c:v>17544.411582698358</c:v>
                </c:pt>
                <c:pt idx="6301">
                  <c:v>17547.196953173425</c:v>
                </c:pt>
                <c:pt idx="6302">
                  <c:v>17549.982323648492</c:v>
                </c:pt>
                <c:pt idx="6303">
                  <c:v>17552.767694123559</c:v>
                </c:pt>
                <c:pt idx="6304">
                  <c:v>17555.553064598625</c:v>
                </c:pt>
                <c:pt idx="6305">
                  <c:v>17558.338435073692</c:v>
                </c:pt>
                <c:pt idx="6306">
                  <c:v>17561.123805548759</c:v>
                </c:pt>
                <c:pt idx="6307">
                  <c:v>17563.909176023826</c:v>
                </c:pt>
                <c:pt idx="6308">
                  <c:v>17566.694546498893</c:v>
                </c:pt>
                <c:pt idx="6309">
                  <c:v>17569.47991697396</c:v>
                </c:pt>
                <c:pt idx="6310">
                  <c:v>17572.265287449027</c:v>
                </c:pt>
                <c:pt idx="6311">
                  <c:v>17575.050657924094</c:v>
                </c:pt>
                <c:pt idx="6312">
                  <c:v>17577.836028399161</c:v>
                </c:pt>
                <c:pt idx="6313">
                  <c:v>17580.621398874227</c:v>
                </c:pt>
                <c:pt idx="6314">
                  <c:v>17583.406769349294</c:v>
                </c:pt>
                <c:pt idx="6315">
                  <c:v>17586.192139824361</c:v>
                </c:pt>
                <c:pt idx="6316">
                  <c:v>17588.977510299428</c:v>
                </c:pt>
                <c:pt idx="6317">
                  <c:v>17591.762880774495</c:v>
                </c:pt>
                <c:pt idx="6318">
                  <c:v>17594.548251249562</c:v>
                </c:pt>
                <c:pt idx="6319">
                  <c:v>17597.333621724629</c:v>
                </c:pt>
                <c:pt idx="6320">
                  <c:v>17600.118992199696</c:v>
                </c:pt>
                <c:pt idx="6321">
                  <c:v>17602.904362674763</c:v>
                </c:pt>
                <c:pt idx="6322">
                  <c:v>17605.689733149829</c:v>
                </c:pt>
                <c:pt idx="6323">
                  <c:v>17608.475103624896</c:v>
                </c:pt>
                <c:pt idx="6324">
                  <c:v>17611.260474099963</c:v>
                </c:pt>
                <c:pt idx="6325">
                  <c:v>17614.04584457503</c:v>
                </c:pt>
                <c:pt idx="6326">
                  <c:v>17616.831215050097</c:v>
                </c:pt>
                <c:pt idx="6327">
                  <c:v>17619.616585525164</c:v>
                </c:pt>
                <c:pt idx="6328">
                  <c:v>17622.401956000231</c:v>
                </c:pt>
                <c:pt idx="6329">
                  <c:v>17625.187326475298</c:v>
                </c:pt>
                <c:pt idx="6330">
                  <c:v>17627.972696950364</c:v>
                </c:pt>
                <c:pt idx="6331">
                  <c:v>17630.758067425431</c:v>
                </c:pt>
                <c:pt idx="6332">
                  <c:v>17633.543437900498</c:v>
                </c:pt>
                <c:pt idx="6333">
                  <c:v>17636.328808375565</c:v>
                </c:pt>
                <c:pt idx="6334">
                  <c:v>17639.114178850632</c:v>
                </c:pt>
                <c:pt idx="6335">
                  <c:v>17641.899549325699</c:v>
                </c:pt>
                <c:pt idx="6336">
                  <c:v>17644.684919800766</c:v>
                </c:pt>
                <c:pt idx="6337">
                  <c:v>17647.470290275833</c:v>
                </c:pt>
                <c:pt idx="6338">
                  <c:v>17650.2556607509</c:v>
                </c:pt>
                <c:pt idx="6339">
                  <c:v>17653.041031225966</c:v>
                </c:pt>
                <c:pt idx="6340">
                  <c:v>17655.826401701033</c:v>
                </c:pt>
                <c:pt idx="6341">
                  <c:v>17658.6117721761</c:v>
                </c:pt>
                <c:pt idx="6342">
                  <c:v>17661.397142651167</c:v>
                </c:pt>
                <c:pt idx="6343">
                  <c:v>17664.182513126234</c:v>
                </c:pt>
                <c:pt idx="6344">
                  <c:v>17666.967883601301</c:v>
                </c:pt>
                <c:pt idx="6345">
                  <c:v>17669.753254076368</c:v>
                </c:pt>
                <c:pt idx="6346">
                  <c:v>17672.538624551435</c:v>
                </c:pt>
                <c:pt idx="6347">
                  <c:v>17675.323995026502</c:v>
                </c:pt>
                <c:pt idx="6348">
                  <c:v>17678.109365501568</c:v>
                </c:pt>
                <c:pt idx="6349">
                  <c:v>17680.894735976635</c:v>
                </c:pt>
                <c:pt idx="6350">
                  <c:v>17683.680106451702</c:v>
                </c:pt>
                <c:pt idx="6351">
                  <c:v>17686.465476926769</c:v>
                </c:pt>
                <c:pt idx="6352">
                  <c:v>17689.250847401836</c:v>
                </c:pt>
                <c:pt idx="6353">
                  <c:v>17692.036217876903</c:v>
                </c:pt>
                <c:pt idx="6354">
                  <c:v>17694.82158835197</c:v>
                </c:pt>
                <c:pt idx="6355">
                  <c:v>17697.606958827037</c:v>
                </c:pt>
                <c:pt idx="6356">
                  <c:v>17700.392329302103</c:v>
                </c:pt>
                <c:pt idx="6357">
                  <c:v>17703.17769977717</c:v>
                </c:pt>
                <c:pt idx="6358">
                  <c:v>17705.963070252237</c:v>
                </c:pt>
                <c:pt idx="6359">
                  <c:v>17708.748440727304</c:v>
                </c:pt>
                <c:pt idx="6360">
                  <c:v>17711.533811202371</c:v>
                </c:pt>
                <c:pt idx="6361">
                  <c:v>17714.319181677438</c:v>
                </c:pt>
                <c:pt idx="6362">
                  <c:v>17717.104552152505</c:v>
                </c:pt>
                <c:pt idx="6363">
                  <c:v>17719.889922627572</c:v>
                </c:pt>
                <c:pt idx="6364">
                  <c:v>17722.675293102639</c:v>
                </c:pt>
                <c:pt idx="6365">
                  <c:v>17725.460663577705</c:v>
                </c:pt>
                <c:pt idx="6366">
                  <c:v>17728.246034052772</c:v>
                </c:pt>
                <c:pt idx="6367">
                  <c:v>17731.031404527839</c:v>
                </c:pt>
                <c:pt idx="6368">
                  <c:v>17733.816775002906</c:v>
                </c:pt>
                <c:pt idx="6369">
                  <c:v>17736.602145477973</c:v>
                </c:pt>
                <c:pt idx="6370">
                  <c:v>17739.38751595304</c:v>
                </c:pt>
                <c:pt idx="6371">
                  <c:v>17742.172886428107</c:v>
                </c:pt>
                <c:pt idx="6372">
                  <c:v>17744.958256903174</c:v>
                </c:pt>
                <c:pt idx="6373">
                  <c:v>17747.74362737824</c:v>
                </c:pt>
                <c:pt idx="6374">
                  <c:v>17750.528997853307</c:v>
                </c:pt>
                <c:pt idx="6375">
                  <c:v>17753.314368328374</c:v>
                </c:pt>
                <c:pt idx="6376">
                  <c:v>17756.099738803441</c:v>
                </c:pt>
                <c:pt idx="6377">
                  <c:v>17758.885109278508</c:v>
                </c:pt>
                <c:pt idx="6378">
                  <c:v>17761.670479753575</c:v>
                </c:pt>
                <c:pt idx="6379">
                  <c:v>17764.455850228642</c:v>
                </c:pt>
                <c:pt idx="6380">
                  <c:v>17767.241220703709</c:v>
                </c:pt>
                <c:pt idx="6381">
                  <c:v>17770.026591178776</c:v>
                </c:pt>
                <c:pt idx="6382">
                  <c:v>17772.811961653842</c:v>
                </c:pt>
                <c:pt idx="6383">
                  <c:v>17775.597332128909</c:v>
                </c:pt>
                <c:pt idx="6384">
                  <c:v>17778.382702603976</c:v>
                </c:pt>
                <c:pt idx="6385">
                  <c:v>17781.168073079043</c:v>
                </c:pt>
                <c:pt idx="6386">
                  <c:v>17783.95344355411</c:v>
                </c:pt>
                <c:pt idx="6387">
                  <c:v>17786.738814029177</c:v>
                </c:pt>
                <c:pt idx="6388">
                  <c:v>17789.524184504244</c:v>
                </c:pt>
                <c:pt idx="6389">
                  <c:v>17792.309554979311</c:v>
                </c:pt>
                <c:pt idx="6390">
                  <c:v>17795.094925454378</c:v>
                </c:pt>
                <c:pt idx="6391">
                  <c:v>17797.880295929444</c:v>
                </c:pt>
                <c:pt idx="6392">
                  <c:v>17800.665666404511</c:v>
                </c:pt>
                <c:pt idx="6393">
                  <c:v>17803.451036879578</c:v>
                </c:pt>
                <c:pt idx="6394">
                  <c:v>17806.236407354645</c:v>
                </c:pt>
                <c:pt idx="6395">
                  <c:v>17809.021777829712</c:v>
                </c:pt>
                <c:pt idx="6396">
                  <c:v>17811.807148304779</c:v>
                </c:pt>
                <c:pt idx="6397">
                  <c:v>17814.592518779846</c:v>
                </c:pt>
                <c:pt idx="6398">
                  <c:v>17817.377889254913</c:v>
                </c:pt>
                <c:pt idx="6399">
                  <c:v>17820.163259729979</c:v>
                </c:pt>
                <c:pt idx="6400">
                  <c:v>17822.948630205046</c:v>
                </c:pt>
                <c:pt idx="6401">
                  <c:v>17825.734000680113</c:v>
                </c:pt>
                <c:pt idx="6402">
                  <c:v>17828.51937115518</c:v>
                </c:pt>
                <c:pt idx="6403">
                  <c:v>17831.304741630247</c:v>
                </c:pt>
                <c:pt idx="6404">
                  <c:v>17834.090112105314</c:v>
                </c:pt>
                <c:pt idx="6405">
                  <c:v>17836.875482580381</c:v>
                </c:pt>
                <c:pt idx="6406">
                  <c:v>17839.660853055448</c:v>
                </c:pt>
                <c:pt idx="6407">
                  <c:v>17842.446223530515</c:v>
                </c:pt>
                <c:pt idx="6408">
                  <c:v>17845.231594005581</c:v>
                </c:pt>
                <c:pt idx="6409">
                  <c:v>17848.016964480648</c:v>
                </c:pt>
                <c:pt idx="6410">
                  <c:v>17850.802334955715</c:v>
                </c:pt>
                <c:pt idx="6411">
                  <c:v>17853.587705430782</c:v>
                </c:pt>
                <c:pt idx="6412">
                  <c:v>17856.373075905849</c:v>
                </c:pt>
                <c:pt idx="6413">
                  <c:v>17859.158446380916</c:v>
                </c:pt>
                <c:pt idx="6414">
                  <c:v>17861.943816855983</c:v>
                </c:pt>
                <c:pt idx="6415">
                  <c:v>17864.72918733105</c:v>
                </c:pt>
                <c:pt idx="6416">
                  <c:v>17867.514557806116</c:v>
                </c:pt>
                <c:pt idx="6417">
                  <c:v>17870.299928281183</c:v>
                </c:pt>
                <c:pt idx="6418">
                  <c:v>17873.08529875625</c:v>
                </c:pt>
                <c:pt idx="6419">
                  <c:v>17875.870669231317</c:v>
                </c:pt>
                <c:pt idx="6420">
                  <c:v>17878.656039706384</c:v>
                </c:pt>
                <c:pt idx="6421">
                  <c:v>17881.441410181451</c:v>
                </c:pt>
                <c:pt idx="6422">
                  <c:v>17884.226780656518</c:v>
                </c:pt>
                <c:pt idx="6423">
                  <c:v>17887.012151131585</c:v>
                </c:pt>
                <c:pt idx="6424">
                  <c:v>17889.797521606652</c:v>
                </c:pt>
                <c:pt idx="6425">
                  <c:v>17892.582892081718</c:v>
                </c:pt>
                <c:pt idx="6426">
                  <c:v>17895.368262556785</c:v>
                </c:pt>
                <c:pt idx="6427">
                  <c:v>17898.153633031852</c:v>
                </c:pt>
                <c:pt idx="6428">
                  <c:v>17900.939003506919</c:v>
                </c:pt>
                <c:pt idx="6429">
                  <c:v>17903.724373981986</c:v>
                </c:pt>
                <c:pt idx="6430">
                  <c:v>17906.509744457053</c:v>
                </c:pt>
                <c:pt idx="6431">
                  <c:v>17909.29511493212</c:v>
                </c:pt>
                <c:pt idx="6432">
                  <c:v>17912.080485407187</c:v>
                </c:pt>
                <c:pt idx="6433">
                  <c:v>17914.865855882254</c:v>
                </c:pt>
                <c:pt idx="6434">
                  <c:v>17917.65122635732</c:v>
                </c:pt>
                <c:pt idx="6435">
                  <c:v>17920.436596832387</c:v>
                </c:pt>
                <c:pt idx="6436">
                  <c:v>17923.221967307454</c:v>
                </c:pt>
                <c:pt idx="6437">
                  <c:v>17926.007337782521</c:v>
                </c:pt>
                <c:pt idx="6438">
                  <c:v>17928.792708257588</c:v>
                </c:pt>
                <c:pt idx="6439">
                  <c:v>17931.578078732655</c:v>
                </c:pt>
                <c:pt idx="6440">
                  <c:v>17934.363449207722</c:v>
                </c:pt>
                <c:pt idx="6441">
                  <c:v>17937.148819682789</c:v>
                </c:pt>
                <c:pt idx="6442">
                  <c:v>17939.934190157855</c:v>
                </c:pt>
                <c:pt idx="6443">
                  <c:v>17942.719560632922</c:v>
                </c:pt>
                <c:pt idx="6444">
                  <c:v>17945.504931107989</c:v>
                </c:pt>
                <c:pt idx="6445">
                  <c:v>17948.290301583056</c:v>
                </c:pt>
                <c:pt idx="6446">
                  <c:v>17951.075672058123</c:v>
                </c:pt>
                <c:pt idx="6447">
                  <c:v>17953.86104253319</c:v>
                </c:pt>
                <c:pt idx="6448">
                  <c:v>17956.646413008257</c:v>
                </c:pt>
                <c:pt idx="6449">
                  <c:v>17959.431783483324</c:v>
                </c:pt>
                <c:pt idx="6450">
                  <c:v>17962.217153958391</c:v>
                </c:pt>
                <c:pt idx="6451">
                  <c:v>17965.002524433457</c:v>
                </c:pt>
                <c:pt idx="6452">
                  <c:v>17967.787894908524</c:v>
                </c:pt>
                <c:pt idx="6453">
                  <c:v>17970.573265383591</c:v>
                </c:pt>
                <c:pt idx="6454">
                  <c:v>17973.358635858658</c:v>
                </c:pt>
                <c:pt idx="6455">
                  <c:v>17976.144006333725</c:v>
                </c:pt>
                <c:pt idx="6456">
                  <c:v>17978.929376808792</c:v>
                </c:pt>
                <c:pt idx="6457">
                  <c:v>17981.714747283859</c:v>
                </c:pt>
                <c:pt idx="6458">
                  <c:v>17984.500117758926</c:v>
                </c:pt>
                <c:pt idx="6459">
                  <c:v>17987.285488233993</c:v>
                </c:pt>
                <c:pt idx="6460">
                  <c:v>17990.070858709059</c:v>
                </c:pt>
                <c:pt idx="6461">
                  <c:v>17992.856229184126</c:v>
                </c:pt>
                <c:pt idx="6462">
                  <c:v>17995.641599659193</c:v>
                </c:pt>
                <c:pt idx="6463">
                  <c:v>17998.42697013426</c:v>
                </c:pt>
                <c:pt idx="6464">
                  <c:v>18001.212340609327</c:v>
                </c:pt>
                <c:pt idx="6465">
                  <c:v>18003.997711084394</c:v>
                </c:pt>
                <c:pt idx="6466">
                  <c:v>18006.783081559461</c:v>
                </c:pt>
                <c:pt idx="6467">
                  <c:v>18009.568452034528</c:v>
                </c:pt>
                <c:pt idx="6468">
                  <c:v>18012.353822509594</c:v>
                </c:pt>
                <c:pt idx="6469">
                  <c:v>18015.139192984661</c:v>
                </c:pt>
                <c:pt idx="6470">
                  <c:v>18017.924563459728</c:v>
                </c:pt>
                <c:pt idx="6471">
                  <c:v>18020.709933934795</c:v>
                </c:pt>
                <c:pt idx="6472">
                  <c:v>18023.495304409862</c:v>
                </c:pt>
                <c:pt idx="6473">
                  <c:v>18026.280674884929</c:v>
                </c:pt>
                <c:pt idx="6474">
                  <c:v>18029.066045359996</c:v>
                </c:pt>
                <c:pt idx="6475">
                  <c:v>18031.851415835063</c:v>
                </c:pt>
                <c:pt idx="6476">
                  <c:v>18034.63678631013</c:v>
                </c:pt>
                <c:pt idx="6477">
                  <c:v>18037.422156785196</c:v>
                </c:pt>
                <c:pt idx="6478">
                  <c:v>18040.207527260263</c:v>
                </c:pt>
                <c:pt idx="6479">
                  <c:v>18042.99289773533</c:v>
                </c:pt>
                <c:pt idx="6480">
                  <c:v>18045.778268210397</c:v>
                </c:pt>
                <c:pt idx="6481">
                  <c:v>18048.563638685464</c:v>
                </c:pt>
                <c:pt idx="6482">
                  <c:v>18051.349009160531</c:v>
                </c:pt>
                <c:pt idx="6483">
                  <c:v>18054.134379635598</c:v>
                </c:pt>
                <c:pt idx="6484">
                  <c:v>18056.919750110665</c:v>
                </c:pt>
                <c:pt idx="6485">
                  <c:v>18059.705120585731</c:v>
                </c:pt>
                <c:pt idx="6486">
                  <c:v>18062.490491060798</c:v>
                </c:pt>
                <c:pt idx="6487">
                  <c:v>18065.275861535865</c:v>
                </c:pt>
                <c:pt idx="6488">
                  <c:v>18068.061232010932</c:v>
                </c:pt>
                <c:pt idx="6489">
                  <c:v>18070.846602485999</c:v>
                </c:pt>
                <c:pt idx="6490">
                  <c:v>18073.631972961066</c:v>
                </c:pt>
                <c:pt idx="6491">
                  <c:v>18076.417343436133</c:v>
                </c:pt>
                <c:pt idx="6492">
                  <c:v>18079.2027139112</c:v>
                </c:pt>
                <c:pt idx="6493">
                  <c:v>18081.988084386267</c:v>
                </c:pt>
                <c:pt idx="6494">
                  <c:v>18084.773454861333</c:v>
                </c:pt>
                <c:pt idx="6495">
                  <c:v>18087.5588253364</c:v>
                </c:pt>
                <c:pt idx="6496">
                  <c:v>18090.344195811467</c:v>
                </c:pt>
                <c:pt idx="6497">
                  <c:v>18093.129566286534</c:v>
                </c:pt>
                <c:pt idx="6498">
                  <c:v>18095.914936761601</c:v>
                </c:pt>
                <c:pt idx="6499">
                  <c:v>18098.700307236668</c:v>
                </c:pt>
                <c:pt idx="6500">
                  <c:v>18101.485677711735</c:v>
                </c:pt>
                <c:pt idx="6501">
                  <c:v>18104.271048186802</c:v>
                </c:pt>
                <c:pt idx="6502">
                  <c:v>18107.056418661869</c:v>
                </c:pt>
                <c:pt idx="6503">
                  <c:v>18109.841789136935</c:v>
                </c:pt>
                <c:pt idx="6504">
                  <c:v>18112.627159612002</c:v>
                </c:pt>
                <c:pt idx="6505">
                  <c:v>18115.412530087069</c:v>
                </c:pt>
                <c:pt idx="6506">
                  <c:v>18118.197900562136</c:v>
                </c:pt>
                <c:pt idx="6507">
                  <c:v>18120.983271037203</c:v>
                </c:pt>
                <c:pt idx="6508">
                  <c:v>18123.76864151227</c:v>
                </c:pt>
                <c:pt idx="6509">
                  <c:v>18126.554011987337</c:v>
                </c:pt>
                <c:pt idx="6510">
                  <c:v>18129.339382462404</c:v>
                </c:pt>
                <c:pt idx="6511">
                  <c:v>18132.12475293747</c:v>
                </c:pt>
                <c:pt idx="6512">
                  <c:v>18134.910123412537</c:v>
                </c:pt>
                <c:pt idx="6513">
                  <c:v>18137.695493887604</c:v>
                </c:pt>
                <c:pt idx="6514">
                  <c:v>18140.480864362671</c:v>
                </c:pt>
                <c:pt idx="6515">
                  <c:v>18143.266234837738</c:v>
                </c:pt>
                <c:pt idx="6516">
                  <c:v>18146.051605312805</c:v>
                </c:pt>
                <c:pt idx="6517">
                  <c:v>18148.836975787872</c:v>
                </c:pt>
                <c:pt idx="6518">
                  <c:v>18151.622346262939</c:v>
                </c:pt>
                <c:pt idx="6519">
                  <c:v>18154.407716738006</c:v>
                </c:pt>
                <c:pt idx="6520">
                  <c:v>18157.193087213072</c:v>
                </c:pt>
                <c:pt idx="6521">
                  <c:v>18159.978457688139</c:v>
                </c:pt>
                <c:pt idx="6522">
                  <c:v>18162.763828163206</c:v>
                </c:pt>
                <c:pt idx="6523">
                  <c:v>18165.549198638273</c:v>
                </c:pt>
                <c:pt idx="6524">
                  <c:v>18168.33456911334</c:v>
                </c:pt>
                <c:pt idx="6525">
                  <c:v>18171.119939588407</c:v>
                </c:pt>
                <c:pt idx="6526">
                  <c:v>18173.905310063474</c:v>
                </c:pt>
                <c:pt idx="6527">
                  <c:v>18176.690680538541</c:v>
                </c:pt>
                <c:pt idx="6528">
                  <c:v>18179.476051013608</c:v>
                </c:pt>
                <c:pt idx="6529">
                  <c:v>18182.261421488674</c:v>
                </c:pt>
                <c:pt idx="6530">
                  <c:v>18185.046791963741</c:v>
                </c:pt>
                <c:pt idx="6531">
                  <c:v>18187.832162438808</c:v>
                </c:pt>
                <c:pt idx="6532">
                  <c:v>18190.617532913875</c:v>
                </c:pt>
                <c:pt idx="6533">
                  <c:v>18193.402903388942</c:v>
                </c:pt>
                <c:pt idx="6534">
                  <c:v>18196.188273864009</c:v>
                </c:pt>
                <c:pt idx="6535">
                  <c:v>18198.973644339076</c:v>
                </c:pt>
                <c:pt idx="6536">
                  <c:v>18201.759014814143</c:v>
                </c:pt>
                <c:pt idx="6537">
                  <c:v>18204.544385289209</c:v>
                </c:pt>
                <c:pt idx="6538">
                  <c:v>18207.329755764276</c:v>
                </c:pt>
                <c:pt idx="6539">
                  <c:v>18210.115126239343</c:v>
                </c:pt>
                <c:pt idx="6540">
                  <c:v>18212.90049671441</c:v>
                </c:pt>
                <c:pt idx="6541">
                  <c:v>18215.685867189477</c:v>
                </c:pt>
                <c:pt idx="6542">
                  <c:v>18218.471237664544</c:v>
                </c:pt>
                <c:pt idx="6543">
                  <c:v>18221.256608139611</c:v>
                </c:pt>
                <c:pt idx="6544">
                  <c:v>18224.041978614678</c:v>
                </c:pt>
                <c:pt idx="6545">
                  <c:v>18226.827349089745</c:v>
                </c:pt>
                <c:pt idx="6546">
                  <c:v>18229.612719564811</c:v>
                </c:pt>
                <c:pt idx="6547">
                  <c:v>18232.398090039878</c:v>
                </c:pt>
                <c:pt idx="6548">
                  <c:v>18235.183460514945</c:v>
                </c:pt>
                <c:pt idx="6549">
                  <c:v>18237.968830990012</c:v>
                </c:pt>
                <c:pt idx="6550">
                  <c:v>18240.754201465079</c:v>
                </c:pt>
                <c:pt idx="6551">
                  <c:v>18243.539571940146</c:v>
                </c:pt>
                <c:pt idx="6552">
                  <c:v>18246.324942415213</c:v>
                </c:pt>
                <c:pt idx="6553">
                  <c:v>18249.11031289028</c:v>
                </c:pt>
                <c:pt idx="6554">
                  <c:v>18251.895683365346</c:v>
                </c:pt>
                <c:pt idx="6555">
                  <c:v>18254.681053840413</c:v>
                </c:pt>
                <c:pt idx="6556">
                  <c:v>18257.46642431548</c:v>
                </c:pt>
                <c:pt idx="6557">
                  <c:v>18260.251794790547</c:v>
                </c:pt>
                <c:pt idx="6558">
                  <c:v>18263.037165265614</c:v>
                </c:pt>
                <c:pt idx="6559">
                  <c:v>18265.822535740681</c:v>
                </c:pt>
                <c:pt idx="6560">
                  <c:v>18268.607906215748</c:v>
                </c:pt>
                <c:pt idx="6561">
                  <c:v>18271.393276690815</c:v>
                </c:pt>
                <c:pt idx="6562">
                  <c:v>18274.178647165882</c:v>
                </c:pt>
                <c:pt idx="6563">
                  <c:v>18276.964017640948</c:v>
                </c:pt>
                <c:pt idx="6564">
                  <c:v>18279.749388116015</c:v>
                </c:pt>
                <c:pt idx="6565">
                  <c:v>18282.534758591082</c:v>
                </c:pt>
                <c:pt idx="6566">
                  <c:v>18285.320129066149</c:v>
                </c:pt>
                <c:pt idx="6567">
                  <c:v>18288.105499541216</c:v>
                </c:pt>
                <c:pt idx="6568">
                  <c:v>18290.890870016283</c:v>
                </c:pt>
                <c:pt idx="6569">
                  <c:v>18293.67624049135</c:v>
                </c:pt>
                <c:pt idx="6570">
                  <c:v>18296.461610966417</c:v>
                </c:pt>
                <c:pt idx="6571">
                  <c:v>18299.246981441484</c:v>
                </c:pt>
                <c:pt idx="6572">
                  <c:v>18302.03235191655</c:v>
                </c:pt>
                <c:pt idx="6573">
                  <c:v>18304.817722391617</c:v>
                </c:pt>
                <c:pt idx="6574">
                  <c:v>18307.603092866684</c:v>
                </c:pt>
                <c:pt idx="6575">
                  <c:v>18310.388463341751</c:v>
                </c:pt>
                <c:pt idx="6576">
                  <c:v>18313.173833816818</c:v>
                </c:pt>
                <c:pt idx="6577">
                  <c:v>18315.959204291885</c:v>
                </c:pt>
                <c:pt idx="6578">
                  <c:v>18318.744574766952</c:v>
                </c:pt>
                <c:pt idx="6579">
                  <c:v>18321.529945242019</c:v>
                </c:pt>
                <c:pt idx="6580">
                  <c:v>18324.315315717085</c:v>
                </c:pt>
                <c:pt idx="6581">
                  <c:v>18327.100686192152</c:v>
                </c:pt>
                <c:pt idx="6582">
                  <c:v>18329.886056667219</c:v>
                </c:pt>
                <c:pt idx="6583">
                  <c:v>18332.671427142286</c:v>
                </c:pt>
                <c:pt idx="6584">
                  <c:v>18335.456797617353</c:v>
                </c:pt>
                <c:pt idx="6585">
                  <c:v>18338.24216809242</c:v>
                </c:pt>
                <c:pt idx="6586">
                  <c:v>18341.027538567487</c:v>
                </c:pt>
                <c:pt idx="6587">
                  <c:v>18343.812909042554</c:v>
                </c:pt>
                <c:pt idx="6588">
                  <c:v>18346.598279517621</c:v>
                </c:pt>
                <c:pt idx="6589">
                  <c:v>18349.383649992687</c:v>
                </c:pt>
                <c:pt idx="6590">
                  <c:v>18352.169020467754</c:v>
                </c:pt>
                <c:pt idx="6591">
                  <c:v>18354.954390942821</c:v>
                </c:pt>
                <c:pt idx="6592">
                  <c:v>18357.739761417888</c:v>
                </c:pt>
                <c:pt idx="6593">
                  <c:v>18360.525131892955</c:v>
                </c:pt>
                <c:pt idx="6594">
                  <c:v>18363.310502368022</c:v>
                </c:pt>
                <c:pt idx="6595">
                  <c:v>18366.095872843089</c:v>
                </c:pt>
                <c:pt idx="6596">
                  <c:v>18368.881243318156</c:v>
                </c:pt>
                <c:pt idx="6597">
                  <c:v>18371.666613793222</c:v>
                </c:pt>
                <c:pt idx="6598">
                  <c:v>18374.451984268289</c:v>
                </c:pt>
                <c:pt idx="6599">
                  <c:v>18377.237354743356</c:v>
                </c:pt>
                <c:pt idx="6600">
                  <c:v>18380.022725218423</c:v>
                </c:pt>
                <c:pt idx="6601">
                  <c:v>18382.80809569349</c:v>
                </c:pt>
                <c:pt idx="6602">
                  <c:v>18385.593466168557</c:v>
                </c:pt>
                <c:pt idx="6603">
                  <c:v>18388.378836643624</c:v>
                </c:pt>
                <c:pt idx="6604">
                  <c:v>18391.164207118691</c:v>
                </c:pt>
                <c:pt idx="6605">
                  <c:v>18393.949577593758</c:v>
                </c:pt>
                <c:pt idx="6606">
                  <c:v>18396.734948068824</c:v>
                </c:pt>
                <c:pt idx="6607">
                  <c:v>18399.520318543891</c:v>
                </c:pt>
                <c:pt idx="6608">
                  <c:v>18402.305689018958</c:v>
                </c:pt>
                <c:pt idx="6609">
                  <c:v>18405.091059494025</c:v>
                </c:pt>
                <c:pt idx="6610">
                  <c:v>18407.876429969092</c:v>
                </c:pt>
                <c:pt idx="6611">
                  <c:v>18410.661800444159</c:v>
                </c:pt>
                <c:pt idx="6612">
                  <c:v>18413.447170919226</c:v>
                </c:pt>
                <c:pt idx="6613">
                  <c:v>18416.232541394293</c:v>
                </c:pt>
                <c:pt idx="6614">
                  <c:v>18419.01791186936</c:v>
                </c:pt>
                <c:pt idx="6615">
                  <c:v>18421.803282344426</c:v>
                </c:pt>
                <c:pt idx="6616">
                  <c:v>18424.588652819493</c:v>
                </c:pt>
                <c:pt idx="6617">
                  <c:v>18427.37402329456</c:v>
                </c:pt>
                <c:pt idx="6618">
                  <c:v>18430.159393769627</c:v>
                </c:pt>
                <c:pt idx="6619">
                  <c:v>18432.944764244694</c:v>
                </c:pt>
                <c:pt idx="6620">
                  <c:v>18435.730134719761</c:v>
                </c:pt>
                <c:pt idx="6621">
                  <c:v>18438.515505194828</c:v>
                </c:pt>
                <c:pt idx="6622">
                  <c:v>18441.300875669895</c:v>
                </c:pt>
                <c:pt idx="6623">
                  <c:v>18444.086246144961</c:v>
                </c:pt>
                <c:pt idx="6624">
                  <c:v>18446.871616620028</c:v>
                </c:pt>
                <c:pt idx="6625">
                  <c:v>18449.656987095095</c:v>
                </c:pt>
                <c:pt idx="6626">
                  <c:v>18452.442357570162</c:v>
                </c:pt>
                <c:pt idx="6627">
                  <c:v>18455.227728045229</c:v>
                </c:pt>
                <c:pt idx="6628">
                  <c:v>18458.013098520296</c:v>
                </c:pt>
                <c:pt idx="6629">
                  <c:v>18460.798468995363</c:v>
                </c:pt>
                <c:pt idx="6630">
                  <c:v>18463.58383947043</c:v>
                </c:pt>
                <c:pt idx="6631">
                  <c:v>18466.369209945497</c:v>
                </c:pt>
                <c:pt idx="6632">
                  <c:v>18469.154580420563</c:v>
                </c:pt>
                <c:pt idx="6633">
                  <c:v>18471.93995089563</c:v>
                </c:pt>
                <c:pt idx="6634">
                  <c:v>18474.725321370697</c:v>
                </c:pt>
                <c:pt idx="6635">
                  <c:v>18477.510691845764</c:v>
                </c:pt>
                <c:pt idx="6636">
                  <c:v>18480.296062320831</c:v>
                </c:pt>
                <c:pt idx="6637">
                  <c:v>18483.081432795898</c:v>
                </c:pt>
                <c:pt idx="6638">
                  <c:v>18485.866803270965</c:v>
                </c:pt>
                <c:pt idx="6639">
                  <c:v>18488.652173746032</c:v>
                </c:pt>
                <c:pt idx="6640">
                  <c:v>18491.437544221099</c:v>
                </c:pt>
                <c:pt idx="6641">
                  <c:v>18494.222914696165</c:v>
                </c:pt>
                <c:pt idx="6642">
                  <c:v>18497.008285171232</c:v>
                </c:pt>
                <c:pt idx="6643">
                  <c:v>18499.793655646299</c:v>
                </c:pt>
                <c:pt idx="6644">
                  <c:v>18502.579026121366</c:v>
                </c:pt>
                <c:pt idx="6645">
                  <c:v>18505.364396596433</c:v>
                </c:pt>
                <c:pt idx="6646">
                  <c:v>18508.1497670715</c:v>
                </c:pt>
                <c:pt idx="6647">
                  <c:v>18510.935137546567</c:v>
                </c:pt>
                <c:pt idx="6648">
                  <c:v>18513.720508021634</c:v>
                </c:pt>
                <c:pt idx="6649">
                  <c:v>18516.5058784967</c:v>
                </c:pt>
                <c:pt idx="6650">
                  <c:v>18519.291248971767</c:v>
                </c:pt>
                <c:pt idx="6651">
                  <c:v>18522.076619446834</c:v>
                </c:pt>
                <c:pt idx="6652">
                  <c:v>18524.861989921901</c:v>
                </c:pt>
                <c:pt idx="6653">
                  <c:v>18527.647360396968</c:v>
                </c:pt>
                <c:pt idx="6654">
                  <c:v>18530.432730872035</c:v>
                </c:pt>
                <c:pt idx="6655">
                  <c:v>18533.218101347102</c:v>
                </c:pt>
                <c:pt idx="6656">
                  <c:v>18536.003471822169</c:v>
                </c:pt>
                <c:pt idx="6657">
                  <c:v>18538.788842297236</c:v>
                </c:pt>
                <c:pt idx="6658">
                  <c:v>18541.574212772302</c:v>
                </c:pt>
                <c:pt idx="6659">
                  <c:v>18544.359583247369</c:v>
                </c:pt>
                <c:pt idx="6660">
                  <c:v>18547.144953722436</c:v>
                </c:pt>
                <c:pt idx="6661">
                  <c:v>18549.930324197503</c:v>
                </c:pt>
                <c:pt idx="6662">
                  <c:v>18552.71569467257</c:v>
                </c:pt>
                <c:pt idx="6663">
                  <c:v>18555.501065147637</c:v>
                </c:pt>
                <c:pt idx="6664">
                  <c:v>18558.286435622704</c:v>
                </c:pt>
                <c:pt idx="6665">
                  <c:v>18561.071806097771</c:v>
                </c:pt>
                <c:pt idx="6666">
                  <c:v>18563.857176572837</c:v>
                </c:pt>
                <c:pt idx="6667">
                  <c:v>18566.642547047904</c:v>
                </c:pt>
                <c:pt idx="6668">
                  <c:v>18569.427917522971</c:v>
                </c:pt>
                <c:pt idx="6669">
                  <c:v>18572.213287998038</c:v>
                </c:pt>
                <c:pt idx="6670">
                  <c:v>18574.998658473105</c:v>
                </c:pt>
                <c:pt idx="6671">
                  <c:v>18577.784028948172</c:v>
                </c:pt>
                <c:pt idx="6672">
                  <c:v>18580.569399423239</c:v>
                </c:pt>
                <c:pt idx="6673">
                  <c:v>18583.354769898306</c:v>
                </c:pt>
                <c:pt idx="6674">
                  <c:v>18586.140140373373</c:v>
                </c:pt>
                <c:pt idx="6675">
                  <c:v>18588.925510848439</c:v>
                </c:pt>
                <c:pt idx="6676">
                  <c:v>18591.710881323506</c:v>
                </c:pt>
                <c:pt idx="6677">
                  <c:v>18594.496251798573</c:v>
                </c:pt>
                <c:pt idx="6678">
                  <c:v>18597.28162227364</c:v>
                </c:pt>
                <c:pt idx="6679">
                  <c:v>18600.066992748707</c:v>
                </c:pt>
                <c:pt idx="6680">
                  <c:v>18602.852363223774</c:v>
                </c:pt>
                <c:pt idx="6681">
                  <c:v>18605.637733698841</c:v>
                </c:pt>
                <c:pt idx="6682">
                  <c:v>18608.423104173908</c:v>
                </c:pt>
                <c:pt idx="6683">
                  <c:v>18611.208474648975</c:v>
                </c:pt>
                <c:pt idx="6684">
                  <c:v>18613.993845124041</c:v>
                </c:pt>
                <c:pt idx="6685">
                  <c:v>18616.779215599108</c:v>
                </c:pt>
                <c:pt idx="6686">
                  <c:v>18619.564586074175</c:v>
                </c:pt>
                <c:pt idx="6687">
                  <c:v>18622.349956549242</c:v>
                </c:pt>
                <c:pt idx="6688">
                  <c:v>18625.135327024309</c:v>
                </c:pt>
                <c:pt idx="6689">
                  <c:v>18627.920697499376</c:v>
                </c:pt>
                <c:pt idx="6690">
                  <c:v>18630.706067974443</c:v>
                </c:pt>
                <c:pt idx="6691">
                  <c:v>18633.49143844951</c:v>
                </c:pt>
                <c:pt idx="6692">
                  <c:v>18636.276808924576</c:v>
                </c:pt>
                <c:pt idx="6693">
                  <c:v>18639.062179399643</c:v>
                </c:pt>
                <c:pt idx="6694">
                  <c:v>18641.84754987471</c:v>
                </c:pt>
                <c:pt idx="6695">
                  <c:v>18644.632920349777</c:v>
                </c:pt>
                <c:pt idx="6696">
                  <c:v>18647.418290824844</c:v>
                </c:pt>
                <c:pt idx="6697">
                  <c:v>18650.203661299911</c:v>
                </c:pt>
                <c:pt idx="6698">
                  <c:v>18652.989031774978</c:v>
                </c:pt>
                <c:pt idx="6699">
                  <c:v>18655.774402250045</c:v>
                </c:pt>
                <c:pt idx="6700">
                  <c:v>18658.559772725112</c:v>
                </c:pt>
                <c:pt idx="6701">
                  <c:v>18661.345143200178</c:v>
                </c:pt>
                <c:pt idx="6702">
                  <c:v>18664.130513675245</c:v>
                </c:pt>
                <c:pt idx="6703">
                  <c:v>18666.915884150312</c:v>
                </c:pt>
                <c:pt idx="6704">
                  <c:v>18669.701254625379</c:v>
                </c:pt>
                <c:pt idx="6705">
                  <c:v>18672.486625100446</c:v>
                </c:pt>
                <c:pt idx="6706">
                  <c:v>18675.271995575513</c:v>
                </c:pt>
                <c:pt idx="6707">
                  <c:v>18678.05736605058</c:v>
                </c:pt>
                <c:pt idx="6708">
                  <c:v>18680.842736525647</c:v>
                </c:pt>
                <c:pt idx="6709">
                  <c:v>18683.628107000713</c:v>
                </c:pt>
                <c:pt idx="6710">
                  <c:v>18686.41347747578</c:v>
                </c:pt>
                <c:pt idx="6711">
                  <c:v>18689.198847950847</c:v>
                </c:pt>
                <c:pt idx="6712">
                  <c:v>18691.984218425914</c:v>
                </c:pt>
                <c:pt idx="6713">
                  <c:v>18694.769588900981</c:v>
                </c:pt>
                <c:pt idx="6714">
                  <c:v>18697.554959376048</c:v>
                </c:pt>
                <c:pt idx="6715">
                  <c:v>18700.340329851115</c:v>
                </c:pt>
                <c:pt idx="6716">
                  <c:v>18703.125700326182</c:v>
                </c:pt>
                <c:pt idx="6717">
                  <c:v>18705.911070801249</c:v>
                </c:pt>
                <c:pt idx="6718">
                  <c:v>18708.696441276315</c:v>
                </c:pt>
                <c:pt idx="6719">
                  <c:v>18711.481811751382</c:v>
                </c:pt>
                <c:pt idx="6720">
                  <c:v>18714.267182226449</c:v>
                </c:pt>
                <c:pt idx="6721">
                  <c:v>18717.052552701516</c:v>
                </c:pt>
                <c:pt idx="6722">
                  <c:v>18719.837923176583</c:v>
                </c:pt>
                <c:pt idx="6723">
                  <c:v>18722.62329365165</c:v>
                </c:pt>
                <c:pt idx="6724">
                  <c:v>18725.408664126717</c:v>
                </c:pt>
                <c:pt idx="6725">
                  <c:v>18728.194034601784</c:v>
                </c:pt>
                <c:pt idx="6726">
                  <c:v>18730.979405076851</c:v>
                </c:pt>
                <c:pt idx="6727">
                  <c:v>18733.764775551917</c:v>
                </c:pt>
                <c:pt idx="6728">
                  <c:v>18736.550146026984</c:v>
                </c:pt>
                <c:pt idx="6729">
                  <c:v>18739.335516502051</c:v>
                </c:pt>
                <c:pt idx="6730">
                  <c:v>18742.120886977118</c:v>
                </c:pt>
                <c:pt idx="6731">
                  <c:v>18744.906257452185</c:v>
                </c:pt>
                <c:pt idx="6732">
                  <c:v>18747.691627927252</c:v>
                </c:pt>
                <c:pt idx="6733">
                  <c:v>18750.476998402319</c:v>
                </c:pt>
                <c:pt idx="6734">
                  <c:v>18753.262368877386</c:v>
                </c:pt>
                <c:pt idx="6735">
                  <c:v>18756.047739352452</c:v>
                </c:pt>
                <c:pt idx="6736">
                  <c:v>18758.833109827519</c:v>
                </c:pt>
                <c:pt idx="6737">
                  <c:v>18761.618480302586</c:v>
                </c:pt>
                <c:pt idx="6738">
                  <c:v>18764.403850777653</c:v>
                </c:pt>
                <c:pt idx="6739">
                  <c:v>18767.18922125272</c:v>
                </c:pt>
                <c:pt idx="6740">
                  <c:v>18769.974591727787</c:v>
                </c:pt>
                <c:pt idx="6741">
                  <c:v>18772.759962202854</c:v>
                </c:pt>
                <c:pt idx="6742">
                  <c:v>18775.545332677921</c:v>
                </c:pt>
                <c:pt idx="6743">
                  <c:v>18778.330703152988</c:v>
                </c:pt>
                <c:pt idx="6744">
                  <c:v>18781.116073628054</c:v>
                </c:pt>
                <c:pt idx="6745">
                  <c:v>18783.901444103121</c:v>
                </c:pt>
                <c:pt idx="6746">
                  <c:v>18786.686814578188</c:v>
                </c:pt>
                <c:pt idx="6747">
                  <c:v>18789.472185053255</c:v>
                </c:pt>
                <c:pt idx="6748">
                  <c:v>18792.257555528322</c:v>
                </c:pt>
                <c:pt idx="6749">
                  <c:v>18795.042926003389</c:v>
                </c:pt>
                <c:pt idx="6750">
                  <c:v>18797.828296478456</c:v>
                </c:pt>
                <c:pt idx="6751">
                  <c:v>18800.613666953523</c:v>
                </c:pt>
                <c:pt idx="6752">
                  <c:v>18803.39903742859</c:v>
                </c:pt>
                <c:pt idx="6753">
                  <c:v>18806.184407903656</c:v>
                </c:pt>
                <c:pt idx="6754">
                  <c:v>18808.969778378723</c:v>
                </c:pt>
                <c:pt idx="6755">
                  <c:v>18811.75514885379</c:v>
                </c:pt>
                <c:pt idx="6756">
                  <c:v>18814.540519328857</c:v>
                </c:pt>
                <c:pt idx="6757">
                  <c:v>18817.325889803924</c:v>
                </c:pt>
                <c:pt idx="6758">
                  <c:v>18820.111260278991</c:v>
                </c:pt>
                <c:pt idx="6759">
                  <c:v>18822.896630754058</c:v>
                </c:pt>
                <c:pt idx="6760">
                  <c:v>18825.682001229125</c:v>
                </c:pt>
                <c:pt idx="6761">
                  <c:v>18828.467371704191</c:v>
                </c:pt>
                <c:pt idx="6762">
                  <c:v>18831.252742179258</c:v>
                </c:pt>
                <c:pt idx="6763">
                  <c:v>18834.038112654325</c:v>
                </c:pt>
                <c:pt idx="6764">
                  <c:v>18836.823483129392</c:v>
                </c:pt>
                <c:pt idx="6765">
                  <c:v>18839.608853604459</c:v>
                </c:pt>
                <c:pt idx="6766">
                  <c:v>18842.394224079526</c:v>
                </c:pt>
                <c:pt idx="6767">
                  <c:v>18845.179594554593</c:v>
                </c:pt>
                <c:pt idx="6768">
                  <c:v>18847.96496502966</c:v>
                </c:pt>
                <c:pt idx="6769">
                  <c:v>18850.750335504727</c:v>
                </c:pt>
                <c:pt idx="6770">
                  <c:v>18853.535705979793</c:v>
                </c:pt>
                <c:pt idx="6771">
                  <c:v>18856.32107645486</c:v>
                </c:pt>
                <c:pt idx="6772">
                  <c:v>18859.106446929927</c:v>
                </c:pt>
                <c:pt idx="6773">
                  <c:v>18861.891817404994</c:v>
                </c:pt>
                <c:pt idx="6774">
                  <c:v>18864.677187880061</c:v>
                </c:pt>
                <c:pt idx="6775">
                  <c:v>18867.462558355128</c:v>
                </c:pt>
                <c:pt idx="6776">
                  <c:v>18870.247928830195</c:v>
                </c:pt>
                <c:pt idx="6777">
                  <c:v>18873.033299305262</c:v>
                </c:pt>
                <c:pt idx="6778">
                  <c:v>18875.818669780328</c:v>
                </c:pt>
                <c:pt idx="6779">
                  <c:v>18878.604040255395</c:v>
                </c:pt>
                <c:pt idx="6780">
                  <c:v>18881.389410730462</c:v>
                </c:pt>
                <c:pt idx="6781">
                  <c:v>18884.174781205529</c:v>
                </c:pt>
                <c:pt idx="6782">
                  <c:v>18886.960151680596</c:v>
                </c:pt>
                <c:pt idx="6783">
                  <c:v>18889.745522155663</c:v>
                </c:pt>
                <c:pt idx="6784">
                  <c:v>18892.53089263073</c:v>
                </c:pt>
                <c:pt idx="6785">
                  <c:v>18895.316263105797</c:v>
                </c:pt>
                <c:pt idx="6786">
                  <c:v>18898.101633580864</c:v>
                </c:pt>
                <c:pt idx="6787">
                  <c:v>18900.88700405593</c:v>
                </c:pt>
                <c:pt idx="6788">
                  <c:v>18903.672374530997</c:v>
                </c:pt>
                <c:pt idx="6789">
                  <c:v>18906.457745006064</c:v>
                </c:pt>
                <c:pt idx="6790">
                  <c:v>18909.243115481131</c:v>
                </c:pt>
                <c:pt idx="6791">
                  <c:v>18912.028485956198</c:v>
                </c:pt>
                <c:pt idx="6792">
                  <c:v>18914.813856431265</c:v>
                </c:pt>
                <c:pt idx="6793">
                  <c:v>18917.599226906332</c:v>
                </c:pt>
                <c:pt idx="6794">
                  <c:v>18920.384597381399</c:v>
                </c:pt>
                <c:pt idx="6795">
                  <c:v>18923.169967856466</c:v>
                </c:pt>
                <c:pt idx="6796">
                  <c:v>18925.955338331532</c:v>
                </c:pt>
                <c:pt idx="6797">
                  <c:v>18928.740708806599</c:v>
                </c:pt>
                <c:pt idx="6798">
                  <c:v>18931.526079281666</c:v>
                </c:pt>
                <c:pt idx="6799">
                  <c:v>18934.311449756733</c:v>
                </c:pt>
                <c:pt idx="6800">
                  <c:v>18937.0968202318</c:v>
                </c:pt>
                <c:pt idx="6801">
                  <c:v>18939.882190706867</c:v>
                </c:pt>
                <c:pt idx="6802">
                  <c:v>18942.667561181934</c:v>
                </c:pt>
                <c:pt idx="6803">
                  <c:v>18945.452931657001</c:v>
                </c:pt>
                <c:pt idx="6804">
                  <c:v>18948.238302132067</c:v>
                </c:pt>
                <c:pt idx="6805">
                  <c:v>18951.023672607134</c:v>
                </c:pt>
                <c:pt idx="6806">
                  <c:v>18953.809043082201</c:v>
                </c:pt>
                <c:pt idx="6807">
                  <c:v>18956.594413557268</c:v>
                </c:pt>
                <c:pt idx="6808">
                  <c:v>18959.379784032335</c:v>
                </c:pt>
                <c:pt idx="6809">
                  <c:v>18962.165154507402</c:v>
                </c:pt>
                <c:pt idx="6810">
                  <c:v>18964.950524982469</c:v>
                </c:pt>
                <c:pt idx="6811">
                  <c:v>18967.735895457536</c:v>
                </c:pt>
                <c:pt idx="6812">
                  <c:v>18970.521265932603</c:v>
                </c:pt>
                <c:pt idx="6813">
                  <c:v>18973.306636407669</c:v>
                </c:pt>
                <c:pt idx="6814">
                  <c:v>18976.092006882736</c:v>
                </c:pt>
                <c:pt idx="6815">
                  <c:v>18978.877377357803</c:v>
                </c:pt>
                <c:pt idx="6816">
                  <c:v>18981.66274783287</c:v>
                </c:pt>
                <c:pt idx="6817">
                  <c:v>18984.448118307937</c:v>
                </c:pt>
                <c:pt idx="6818">
                  <c:v>18987.233488783004</c:v>
                </c:pt>
                <c:pt idx="6819">
                  <c:v>18990.018859258071</c:v>
                </c:pt>
                <c:pt idx="6820">
                  <c:v>18992.804229733138</c:v>
                </c:pt>
                <c:pt idx="6821">
                  <c:v>18995.589600208205</c:v>
                </c:pt>
                <c:pt idx="6822">
                  <c:v>18998.374970683271</c:v>
                </c:pt>
                <c:pt idx="6823">
                  <c:v>19001.160341158338</c:v>
                </c:pt>
                <c:pt idx="6824">
                  <c:v>19003.945711633405</c:v>
                </c:pt>
                <c:pt idx="6825">
                  <c:v>19006.731082108472</c:v>
                </c:pt>
                <c:pt idx="6826">
                  <c:v>19009.516452583539</c:v>
                </c:pt>
                <c:pt idx="6827">
                  <c:v>19012.301823058606</c:v>
                </c:pt>
                <c:pt idx="6828">
                  <c:v>19015.087193533673</c:v>
                </c:pt>
                <c:pt idx="6829">
                  <c:v>19017.87256400874</c:v>
                </c:pt>
                <c:pt idx="6830">
                  <c:v>19020.657934483806</c:v>
                </c:pt>
                <c:pt idx="6831">
                  <c:v>19023.443304958873</c:v>
                </c:pt>
                <c:pt idx="6832">
                  <c:v>19026.22867543394</c:v>
                </c:pt>
                <c:pt idx="6833">
                  <c:v>19029.014045909007</c:v>
                </c:pt>
                <c:pt idx="6834">
                  <c:v>19031.799416384074</c:v>
                </c:pt>
                <c:pt idx="6835">
                  <c:v>19034.584786859141</c:v>
                </c:pt>
                <c:pt idx="6836">
                  <c:v>19037.370157334208</c:v>
                </c:pt>
                <c:pt idx="6837">
                  <c:v>19040.155527809275</c:v>
                </c:pt>
                <c:pt idx="6838">
                  <c:v>19042.940898284342</c:v>
                </c:pt>
                <c:pt idx="6839">
                  <c:v>19045.726268759408</c:v>
                </c:pt>
                <c:pt idx="6840">
                  <c:v>19048.511639234475</c:v>
                </c:pt>
                <c:pt idx="6841">
                  <c:v>19051.297009709542</c:v>
                </c:pt>
                <c:pt idx="6842">
                  <c:v>19054.082380184609</c:v>
                </c:pt>
                <c:pt idx="6843">
                  <c:v>19056.867750659676</c:v>
                </c:pt>
                <c:pt idx="6844">
                  <c:v>19059.653121134743</c:v>
                </c:pt>
                <c:pt idx="6845">
                  <c:v>19062.43849160981</c:v>
                </c:pt>
                <c:pt idx="6846">
                  <c:v>19065.223862084877</c:v>
                </c:pt>
                <c:pt idx="6847">
                  <c:v>19068.009232559943</c:v>
                </c:pt>
                <c:pt idx="6848">
                  <c:v>19070.79460303501</c:v>
                </c:pt>
                <c:pt idx="6849">
                  <c:v>19073.579973510077</c:v>
                </c:pt>
                <c:pt idx="6850">
                  <c:v>19076.365343985144</c:v>
                </c:pt>
                <c:pt idx="6851">
                  <c:v>19079.150714460211</c:v>
                </c:pt>
                <c:pt idx="6852">
                  <c:v>19081.936084935278</c:v>
                </c:pt>
                <c:pt idx="6853">
                  <c:v>19084.721455410345</c:v>
                </c:pt>
                <c:pt idx="6854">
                  <c:v>19087.506825885412</c:v>
                </c:pt>
                <c:pt idx="6855">
                  <c:v>19090.292196360479</c:v>
                </c:pt>
                <c:pt idx="6856">
                  <c:v>19093.077566835545</c:v>
                </c:pt>
                <c:pt idx="6857">
                  <c:v>19095.862937310612</c:v>
                </c:pt>
                <c:pt idx="6858">
                  <c:v>19098.648307785679</c:v>
                </c:pt>
                <c:pt idx="6859">
                  <c:v>19101.433678260746</c:v>
                </c:pt>
                <c:pt idx="6860">
                  <c:v>19104.219048735813</c:v>
                </c:pt>
                <c:pt idx="6861">
                  <c:v>19107.00441921088</c:v>
                </c:pt>
                <c:pt idx="6862">
                  <c:v>19109.789789685947</c:v>
                </c:pt>
                <c:pt idx="6863">
                  <c:v>19112.575160161014</c:v>
                </c:pt>
                <c:pt idx="6864">
                  <c:v>19115.360530636081</c:v>
                </c:pt>
                <c:pt idx="6865">
                  <c:v>19118.145901111147</c:v>
                </c:pt>
                <c:pt idx="6866">
                  <c:v>19120.931271586214</c:v>
                </c:pt>
                <c:pt idx="6867">
                  <c:v>19123.716642061281</c:v>
                </c:pt>
                <c:pt idx="6868">
                  <c:v>19126.502012536348</c:v>
                </c:pt>
                <c:pt idx="6869">
                  <c:v>19129.287383011415</c:v>
                </c:pt>
                <c:pt idx="6870">
                  <c:v>19132.072753486482</c:v>
                </c:pt>
                <c:pt idx="6871">
                  <c:v>19134.858123961549</c:v>
                </c:pt>
                <c:pt idx="6872">
                  <c:v>19137.643494436616</c:v>
                </c:pt>
                <c:pt idx="6873">
                  <c:v>19140.428864911682</c:v>
                </c:pt>
                <c:pt idx="6874">
                  <c:v>19143.214235386749</c:v>
                </c:pt>
                <c:pt idx="6875">
                  <c:v>19145.999605861816</c:v>
                </c:pt>
                <c:pt idx="6876">
                  <c:v>19148.784976336883</c:v>
                </c:pt>
                <c:pt idx="6877">
                  <c:v>19151.57034681195</c:v>
                </c:pt>
                <c:pt idx="6878">
                  <c:v>19154.355717287017</c:v>
                </c:pt>
                <c:pt idx="6879">
                  <c:v>19157.141087762084</c:v>
                </c:pt>
                <c:pt idx="6880">
                  <c:v>19159.926458237151</c:v>
                </c:pt>
                <c:pt idx="6881">
                  <c:v>19162.711828712218</c:v>
                </c:pt>
                <c:pt idx="6882">
                  <c:v>19165.497199187284</c:v>
                </c:pt>
                <c:pt idx="6883">
                  <c:v>19168.282569662351</c:v>
                </c:pt>
                <c:pt idx="6884">
                  <c:v>19171.067940137418</c:v>
                </c:pt>
                <c:pt idx="6885">
                  <c:v>19173.853310612485</c:v>
                </c:pt>
                <c:pt idx="6886">
                  <c:v>19176.638681087552</c:v>
                </c:pt>
                <c:pt idx="6887">
                  <c:v>19179.424051562619</c:v>
                </c:pt>
                <c:pt idx="6888">
                  <c:v>19182.209422037686</c:v>
                </c:pt>
                <c:pt idx="6889">
                  <c:v>19184.994792512753</c:v>
                </c:pt>
                <c:pt idx="6890">
                  <c:v>19187.780162987819</c:v>
                </c:pt>
                <c:pt idx="6891">
                  <c:v>19190.565533462886</c:v>
                </c:pt>
                <c:pt idx="6892">
                  <c:v>19193.350903937953</c:v>
                </c:pt>
                <c:pt idx="6893">
                  <c:v>19196.13627441302</c:v>
                </c:pt>
                <c:pt idx="6894">
                  <c:v>19198.921644888087</c:v>
                </c:pt>
                <c:pt idx="6895">
                  <c:v>19201.707015363154</c:v>
                </c:pt>
                <c:pt idx="6896">
                  <c:v>19204.492385838221</c:v>
                </c:pt>
                <c:pt idx="6897">
                  <c:v>19207.277756313288</c:v>
                </c:pt>
                <c:pt idx="6898">
                  <c:v>19210.063126788355</c:v>
                </c:pt>
                <c:pt idx="6899">
                  <c:v>19212.848497263421</c:v>
                </c:pt>
                <c:pt idx="6900">
                  <c:v>19215.633867738488</c:v>
                </c:pt>
                <c:pt idx="6901">
                  <c:v>19218.419238213555</c:v>
                </c:pt>
                <c:pt idx="6902">
                  <c:v>19221.204608688622</c:v>
                </c:pt>
                <c:pt idx="6903">
                  <c:v>19223.989979163689</c:v>
                </c:pt>
                <c:pt idx="6904">
                  <c:v>19226.775349638756</c:v>
                </c:pt>
                <c:pt idx="6905">
                  <c:v>19229.560720113823</c:v>
                </c:pt>
                <c:pt idx="6906">
                  <c:v>19232.34609058889</c:v>
                </c:pt>
                <c:pt idx="6907">
                  <c:v>19235.131461063957</c:v>
                </c:pt>
                <c:pt idx="6908">
                  <c:v>19237.916831539023</c:v>
                </c:pt>
                <c:pt idx="6909">
                  <c:v>19240.70220201409</c:v>
                </c:pt>
                <c:pt idx="6910">
                  <c:v>19243.487572489157</c:v>
                </c:pt>
                <c:pt idx="6911">
                  <c:v>19246.272942964224</c:v>
                </c:pt>
                <c:pt idx="6912">
                  <c:v>19249.058313439291</c:v>
                </c:pt>
                <c:pt idx="6913">
                  <c:v>19251.843683914358</c:v>
                </c:pt>
                <c:pt idx="6914">
                  <c:v>19254.629054389425</c:v>
                </c:pt>
                <c:pt idx="6915">
                  <c:v>19257.414424864492</c:v>
                </c:pt>
                <c:pt idx="6916">
                  <c:v>19260.199795339558</c:v>
                </c:pt>
                <c:pt idx="6917">
                  <c:v>19262.985165814625</c:v>
                </c:pt>
                <c:pt idx="6918">
                  <c:v>19265.770536289692</c:v>
                </c:pt>
                <c:pt idx="6919">
                  <c:v>19268.555906764759</c:v>
                </c:pt>
                <c:pt idx="6920">
                  <c:v>19271.341277239826</c:v>
                </c:pt>
                <c:pt idx="6921">
                  <c:v>19274.126647714893</c:v>
                </c:pt>
                <c:pt idx="6922">
                  <c:v>19276.91201818996</c:v>
                </c:pt>
                <c:pt idx="6923">
                  <c:v>19279.697388665027</c:v>
                </c:pt>
                <c:pt idx="6924">
                  <c:v>19282.482759140094</c:v>
                </c:pt>
                <c:pt idx="6925">
                  <c:v>19285.26812961516</c:v>
                </c:pt>
                <c:pt idx="6926">
                  <c:v>19288.053500090227</c:v>
                </c:pt>
                <c:pt idx="6927">
                  <c:v>19290.838870565294</c:v>
                </c:pt>
                <c:pt idx="6928">
                  <c:v>19293.624241040361</c:v>
                </c:pt>
                <c:pt idx="6929">
                  <c:v>19296.409611515428</c:v>
                </c:pt>
                <c:pt idx="6930">
                  <c:v>19299.194981990495</c:v>
                </c:pt>
                <c:pt idx="6931">
                  <c:v>19301.980352465562</c:v>
                </c:pt>
                <c:pt idx="6932">
                  <c:v>19304.765722940629</c:v>
                </c:pt>
                <c:pt idx="6933">
                  <c:v>19307.551093415696</c:v>
                </c:pt>
                <c:pt idx="6934">
                  <c:v>19310.336463890762</c:v>
                </c:pt>
                <c:pt idx="6935">
                  <c:v>19313.121834365829</c:v>
                </c:pt>
                <c:pt idx="6936">
                  <c:v>19315.907204840896</c:v>
                </c:pt>
                <c:pt idx="6937">
                  <c:v>19318.692575315963</c:v>
                </c:pt>
                <c:pt idx="6938">
                  <c:v>19321.47794579103</c:v>
                </c:pt>
                <c:pt idx="6939">
                  <c:v>19324.263316266097</c:v>
                </c:pt>
                <c:pt idx="6940">
                  <c:v>19327.048686741164</c:v>
                </c:pt>
                <c:pt idx="6941">
                  <c:v>19329.834057216231</c:v>
                </c:pt>
                <c:pt idx="6942">
                  <c:v>19332.619427691297</c:v>
                </c:pt>
                <c:pt idx="6943">
                  <c:v>19335.404798166364</c:v>
                </c:pt>
                <c:pt idx="6944">
                  <c:v>19338.190168641431</c:v>
                </c:pt>
                <c:pt idx="6945">
                  <c:v>19340.975539116498</c:v>
                </c:pt>
                <c:pt idx="6946">
                  <c:v>19343.760909591565</c:v>
                </c:pt>
                <c:pt idx="6947">
                  <c:v>19346.546280066632</c:v>
                </c:pt>
                <c:pt idx="6948">
                  <c:v>19349.331650541699</c:v>
                </c:pt>
                <c:pt idx="6949">
                  <c:v>19352.117021016766</c:v>
                </c:pt>
                <c:pt idx="6950">
                  <c:v>19354.902391491833</c:v>
                </c:pt>
                <c:pt idx="6951">
                  <c:v>19357.687761966899</c:v>
                </c:pt>
                <c:pt idx="6952">
                  <c:v>19360.473132441966</c:v>
                </c:pt>
                <c:pt idx="6953">
                  <c:v>19363.258502917033</c:v>
                </c:pt>
                <c:pt idx="6954">
                  <c:v>19366.0438733921</c:v>
                </c:pt>
                <c:pt idx="6955">
                  <c:v>19368.829243867167</c:v>
                </c:pt>
                <c:pt idx="6956">
                  <c:v>19371.614614342234</c:v>
                </c:pt>
                <c:pt idx="6957">
                  <c:v>19374.399984817301</c:v>
                </c:pt>
                <c:pt idx="6958">
                  <c:v>19377.185355292368</c:v>
                </c:pt>
                <c:pt idx="6959">
                  <c:v>19379.970725767434</c:v>
                </c:pt>
                <c:pt idx="6960">
                  <c:v>19382.756096242501</c:v>
                </c:pt>
                <c:pt idx="6961">
                  <c:v>19385.541466717568</c:v>
                </c:pt>
                <c:pt idx="6962">
                  <c:v>19388.326837192635</c:v>
                </c:pt>
                <c:pt idx="6963">
                  <c:v>19391.112207667702</c:v>
                </c:pt>
                <c:pt idx="6964">
                  <c:v>19393.897578142769</c:v>
                </c:pt>
                <c:pt idx="6965">
                  <c:v>19396.682948617836</c:v>
                </c:pt>
                <c:pt idx="6966">
                  <c:v>19399.468319092903</c:v>
                </c:pt>
                <c:pt idx="6967">
                  <c:v>19402.25368956797</c:v>
                </c:pt>
                <c:pt idx="6968">
                  <c:v>19405.039060043036</c:v>
                </c:pt>
                <c:pt idx="6969">
                  <c:v>19407.824430518103</c:v>
                </c:pt>
                <c:pt idx="6970">
                  <c:v>19410.60980099317</c:v>
                </c:pt>
                <c:pt idx="6971">
                  <c:v>19413.395171468237</c:v>
                </c:pt>
                <c:pt idx="6972">
                  <c:v>19416.180541943304</c:v>
                </c:pt>
                <c:pt idx="6973">
                  <c:v>19418.965912418371</c:v>
                </c:pt>
                <c:pt idx="6974">
                  <c:v>19421.751282893438</c:v>
                </c:pt>
                <c:pt idx="6975">
                  <c:v>19424.536653368505</c:v>
                </c:pt>
                <c:pt idx="6976">
                  <c:v>19427.322023843572</c:v>
                </c:pt>
                <c:pt idx="6977">
                  <c:v>19430.107394318638</c:v>
                </c:pt>
                <c:pt idx="6978">
                  <c:v>19432.892764793705</c:v>
                </c:pt>
                <c:pt idx="6979">
                  <c:v>19435.678135268772</c:v>
                </c:pt>
                <c:pt idx="6980">
                  <c:v>19438.463505743839</c:v>
                </c:pt>
                <c:pt idx="6981">
                  <c:v>19441.248876218906</c:v>
                </c:pt>
                <c:pt idx="6982">
                  <c:v>19444.034246693973</c:v>
                </c:pt>
                <c:pt idx="6983">
                  <c:v>19446.81961716904</c:v>
                </c:pt>
                <c:pt idx="6984">
                  <c:v>19449.604987644107</c:v>
                </c:pt>
                <c:pt idx="6985">
                  <c:v>19452.390358119173</c:v>
                </c:pt>
                <c:pt idx="6986">
                  <c:v>19455.17572859424</c:v>
                </c:pt>
                <c:pt idx="6987">
                  <c:v>19457.961099069307</c:v>
                </c:pt>
                <c:pt idx="6988">
                  <c:v>19460.746469544374</c:v>
                </c:pt>
                <c:pt idx="6989">
                  <c:v>19463.531840019441</c:v>
                </c:pt>
                <c:pt idx="6990">
                  <c:v>19466.317210494508</c:v>
                </c:pt>
                <c:pt idx="6991">
                  <c:v>19469.102580969575</c:v>
                </c:pt>
                <c:pt idx="6992">
                  <c:v>19471.887951444642</c:v>
                </c:pt>
                <c:pt idx="6993">
                  <c:v>19474.673321919709</c:v>
                </c:pt>
                <c:pt idx="6994">
                  <c:v>19477.458692394775</c:v>
                </c:pt>
                <c:pt idx="6995">
                  <c:v>19480.244062869842</c:v>
                </c:pt>
                <c:pt idx="6996">
                  <c:v>19483.029433344909</c:v>
                </c:pt>
                <c:pt idx="6997">
                  <c:v>19485.814803819976</c:v>
                </c:pt>
                <c:pt idx="6998">
                  <c:v>19488.600174295043</c:v>
                </c:pt>
                <c:pt idx="6999">
                  <c:v>19491.38554477011</c:v>
                </c:pt>
                <c:pt idx="7000">
                  <c:v>19494.170915245177</c:v>
                </c:pt>
                <c:pt idx="7001">
                  <c:v>19496.956285720244</c:v>
                </c:pt>
                <c:pt idx="7002">
                  <c:v>19499.74165619531</c:v>
                </c:pt>
                <c:pt idx="7003">
                  <c:v>19502.527026670377</c:v>
                </c:pt>
                <c:pt idx="7004">
                  <c:v>19505.312397145444</c:v>
                </c:pt>
                <c:pt idx="7005">
                  <c:v>19508.097767620511</c:v>
                </c:pt>
                <c:pt idx="7006">
                  <c:v>19510.883138095578</c:v>
                </c:pt>
                <c:pt idx="7007">
                  <c:v>19513.668508570645</c:v>
                </c:pt>
                <c:pt idx="7008">
                  <c:v>19516.453879045712</c:v>
                </c:pt>
                <c:pt idx="7009">
                  <c:v>19519.239249520779</c:v>
                </c:pt>
                <c:pt idx="7010">
                  <c:v>19522.024619995846</c:v>
                </c:pt>
                <c:pt idx="7011">
                  <c:v>19524.809990470912</c:v>
                </c:pt>
                <c:pt idx="7012">
                  <c:v>19527.595360945979</c:v>
                </c:pt>
                <c:pt idx="7013">
                  <c:v>19530.380731421046</c:v>
                </c:pt>
                <c:pt idx="7014">
                  <c:v>19533.166101896113</c:v>
                </c:pt>
                <c:pt idx="7015">
                  <c:v>19535.95147237118</c:v>
                </c:pt>
                <c:pt idx="7016">
                  <c:v>19538.736842846247</c:v>
                </c:pt>
                <c:pt idx="7017">
                  <c:v>19541.522213321314</c:v>
                </c:pt>
                <c:pt idx="7018">
                  <c:v>19544.307583796381</c:v>
                </c:pt>
                <c:pt idx="7019">
                  <c:v>19547.092954271448</c:v>
                </c:pt>
                <c:pt idx="7020">
                  <c:v>19549.878324746514</c:v>
                </c:pt>
                <c:pt idx="7021">
                  <c:v>19552.663695221581</c:v>
                </c:pt>
                <c:pt idx="7022">
                  <c:v>19555.449065696648</c:v>
                </c:pt>
                <c:pt idx="7023">
                  <c:v>19558.234436171715</c:v>
                </c:pt>
                <c:pt idx="7024">
                  <c:v>19561.019806646782</c:v>
                </c:pt>
                <c:pt idx="7025">
                  <c:v>19563.805177121849</c:v>
                </c:pt>
                <c:pt idx="7026">
                  <c:v>19566.590547596916</c:v>
                </c:pt>
                <c:pt idx="7027">
                  <c:v>19569.375918071983</c:v>
                </c:pt>
                <c:pt idx="7028">
                  <c:v>19572.161288547049</c:v>
                </c:pt>
                <c:pt idx="7029">
                  <c:v>19574.946659022116</c:v>
                </c:pt>
                <c:pt idx="7030">
                  <c:v>19577.732029497183</c:v>
                </c:pt>
                <c:pt idx="7031">
                  <c:v>19580.51739997225</c:v>
                </c:pt>
                <c:pt idx="7032">
                  <c:v>19583.302770447317</c:v>
                </c:pt>
                <c:pt idx="7033">
                  <c:v>19586.088140922384</c:v>
                </c:pt>
                <c:pt idx="7034">
                  <c:v>19588.873511397451</c:v>
                </c:pt>
                <c:pt idx="7035">
                  <c:v>19591.658881872518</c:v>
                </c:pt>
                <c:pt idx="7036">
                  <c:v>19594.444252347585</c:v>
                </c:pt>
                <c:pt idx="7037">
                  <c:v>19597.229622822651</c:v>
                </c:pt>
                <c:pt idx="7038">
                  <c:v>19600.014993297718</c:v>
                </c:pt>
                <c:pt idx="7039">
                  <c:v>19602.800363772785</c:v>
                </c:pt>
                <c:pt idx="7040">
                  <c:v>19605.585734247852</c:v>
                </c:pt>
                <c:pt idx="7041">
                  <c:v>19608.371104722919</c:v>
                </c:pt>
                <c:pt idx="7042">
                  <c:v>19611.156475197986</c:v>
                </c:pt>
                <c:pt idx="7043">
                  <c:v>19613.941845673053</c:v>
                </c:pt>
                <c:pt idx="7044">
                  <c:v>19616.72721614812</c:v>
                </c:pt>
                <c:pt idx="7045">
                  <c:v>19619.512586623187</c:v>
                </c:pt>
                <c:pt idx="7046">
                  <c:v>19622.297957098253</c:v>
                </c:pt>
                <c:pt idx="7047">
                  <c:v>19625.08332757332</c:v>
                </c:pt>
                <c:pt idx="7048">
                  <c:v>19627.868698048387</c:v>
                </c:pt>
                <c:pt idx="7049">
                  <c:v>19630.654068523454</c:v>
                </c:pt>
                <c:pt idx="7050">
                  <c:v>19633.439438998521</c:v>
                </c:pt>
                <c:pt idx="7051">
                  <c:v>19636.224809473588</c:v>
                </c:pt>
                <c:pt idx="7052">
                  <c:v>19639.010179948655</c:v>
                </c:pt>
                <c:pt idx="7053">
                  <c:v>19641.795550423722</c:v>
                </c:pt>
                <c:pt idx="7054">
                  <c:v>19644.580920898788</c:v>
                </c:pt>
                <c:pt idx="7055">
                  <c:v>19647.366291373855</c:v>
                </c:pt>
                <c:pt idx="7056">
                  <c:v>19650.151661848922</c:v>
                </c:pt>
                <c:pt idx="7057">
                  <c:v>19652.937032323989</c:v>
                </c:pt>
                <c:pt idx="7058">
                  <c:v>19655.722402799056</c:v>
                </c:pt>
                <c:pt idx="7059">
                  <c:v>19658.507773274123</c:v>
                </c:pt>
                <c:pt idx="7060">
                  <c:v>19661.29314374919</c:v>
                </c:pt>
                <c:pt idx="7061">
                  <c:v>19664.078514224257</c:v>
                </c:pt>
                <c:pt idx="7062">
                  <c:v>19666.863884699324</c:v>
                </c:pt>
                <c:pt idx="7063">
                  <c:v>19669.64925517439</c:v>
                </c:pt>
                <c:pt idx="7064">
                  <c:v>19672.434625649457</c:v>
                </c:pt>
                <c:pt idx="7065">
                  <c:v>19675.219996124524</c:v>
                </c:pt>
                <c:pt idx="7066">
                  <c:v>19678.005366599591</c:v>
                </c:pt>
                <c:pt idx="7067">
                  <c:v>19680.790737074658</c:v>
                </c:pt>
                <c:pt idx="7068">
                  <c:v>19683.576107549725</c:v>
                </c:pt>
                <c:pt idx="7069">
                  <c:v>19686.361478024792</c:v>
                </c:pt>
                <c:pt idx="7070">
                  <c:v>19689.146848499859</c:v>
                </c:pt>
                <c:pt idx="7071">
                  <c:v>19691.932218974925</c:v>
                </c:pt>
                <c:pt idx="7072">
                  <c:v>19694.717589449992</c:v>
                </c:pt>
                <c:pt idx="7073">
                  <c:v>19697.502959925059</c:v>
                </c:pt>
                <c:pt idx="7074">
                  <c:v>19700.288330400126</c:v>
                </c:pt>
                <c:pt idx="7075">
                  <c:v>19703.073700875193</c:v>
                </c:pt>
                <c:pt idx="7076">
                  <c:v>19705.85907135026</c:v>
                </c:pt>
                <c:pt idx="7077">
                  <c:v>19708.644441825327</c:v>
                </c:pt>
                <c:pt idx="7078">
                  <c:v>19711.429812300394</c:v>
                </c:pt>
                <c:pt idx="7079">
                  <c:v>19714.215182775461</c:v>
                </c:pt>
                <c:pt idx="7080">
                  <c:v>19717.000553250527</c:v>
                </c:pt>
                <c:pt idx="7081">
                  <c:v>19719.785923725594</c:v>
                </c:pt>
                <c:pt idx="7082">
                  <c:v>19722.571294200661</c:v>
                </c:pt>
                <c:pt idx="7083">
                  <c:v>19725.356664675728</c:v>
                </c:pt>
                <c:pt idx="7084">
                  <c:v>19728.142035150795</c:v>
                </c:pt>
                <c:pt idx="7085">
                  <c:v>19730.927405625862</c:v>
                </c:pt>
                <c:pt idx="7086">
                  <c:v>19733.712776100929</c:v>
                </c:pt>
                <c:pt idx="7087">
                  <c:v>19736.498146575996</c:v>
                </c:pt>
                <c:pt idx="7088">
                  <c:v>19739.283517051063</c:v>
                </c:pt>
                <c:pt idx="7089">
                  <c:v>19742.068887526129</c:v>
                </c:pt>
                <c:pt idx="7090">
                  <c:v>19744.854258001196</c:v>
                </c:pt>
                <c:pt idx="7091">
                  <c:v>19747.639628476263</c:v>
                </c:pt>
                <c:pt idx="7092">
                  <c:v>19750.42499895133</c:v>
                </c:pt>
                <c:pt idx="7093">
                  <c:v>19753.210369426397</c:v>
                </c:pt>
                <c:pt idx="7094">
                  <c:v>19755.995739901464</c:v>
                </c:pt>
                <c:pt idx="7095">
                  <c:v>19758.781110376531</c:v>
                </c:pt>
                <c:pt idx="7096">
                  <c:v>19761.566480851598</c:v>
                </c:pt>
                <c:pt idx="7097">
                  <c:v>19764.351851326664</c:v>
                </c:pt>
                <c:pt idx="7098">
                  <c:v>19767.137221801731</c:v>
                </c:pt>
                <c:pt idx="7099">
                  <c:v>19769.922592276798</c:v>
                </c:pt>
                <c:pt idx="7100">
                  <c:v>19772.707962751865</c:v>
                </c:pt>
                <c:pt idx="7101">
                  <c:v>19775.493333226932</c:v>
                </c:pt>
                <c:pt idx="7102">
                  <c:v>19778.278703701999</c:v>
                </c:pt>
                <c:pt idx="7103">
                  <c:v>19781.064074177066</c:v>
                </c:pt>
                <c:pt idx="7104">
                  <c:v>19783.849444652133</c:v>
                </c:pt>
                <c:pt idx="7105">
                  <c:v>19786.6348151272</c:v>
                </c:pt>
                <c:pt idx="7106">
                  <c:v>19789.420185602266</c:v>
                </c:pt>
                <c:pt idx="7107">
                  <c:v>19792.205556077333</c:v>
                </c:pt>
                <c:pt idx="7108">
                  <c:v>19794.9909265524</c:v>
                </c:pt>
                <c:pt idx="7109">
                  <c:v>19797.776297027467</c:v>
                </c:pt>
                <c:pt idx="7110">
                  <c:v>19800.561667502534</c:v>
                </c:pt>
                <c:pt idx="7111">
                  <c:v>19803.347037977601</c:v>
                </c:pt>
                <c:pt idx="7112">
                  <c:v>19806.132408452668</c:v>
                </c:pt>
                <c:pt idx="7113">
                  <c:v>19808.917778927735</c:v>
                </c:pt>
                <c:pt idx="7114">
                  <c:v>19811.703149402802</c:v>
                </c:pt>
                <c:pt idx="7115">
                  <c:v>19814.488519877868</c:v>
                </c:pt>
                <c:pt idx="7116">
                  <c:v>19817.273890352935</c:v>
                </c:pt>
                <c:pt idx="7117">
                  <c:v>19820.059260828002</c:v>
                </c:pt>
                <c:pt idx="7118">
                  <c:v>19822.844631303069</c:v>
                </c:pt>
                <c:pt idx="7119">
                  <c:v>19825.630001778136</c:v>
                </c:pt>
                <c:pt idx="7120">
                  <c:v>19828.415372253203</c:v>
                </c:pt>
                <c:pt idx="7121">
                  <c:v>19831.20074272827</c:v>
                </c:pt>
                <c:pt idx="7122">
                  <c:v>19833.986113203337</c:v>
                </c:pt>
                <c:pt idx="7123">
                  <c:v>19836.771483678403</c:v>
                </c:pt>
                <c:pt idx="7124">
                  <c:v>19839.55685415347</c:v>
                </c:pt>
                <c:pt idx="7125">
                  <c:v>19842.342224628537</c:v>
                </c:pt>
                <c:pt idx="7126">
                  <c:v>19845.127595103604</c:v>
                </c:pt>
                <c:pt idx="7127">
                  <c:v>19847.912965578671</c:v>
                </c:pt>
                <c:pt idx="7128">
                  <c:v>19850.698336053738</c:v>
                </c:pt>
                <c:pt idx="7129">
                  <c:v>19853.483706528805</c:v>
                </c:pt>
                <c:pt idx="7130">
                  <c:v>19856.269077003872</c:v>
                </c:pt>
                <c:pt idx="7131">
                  <c:v>19859.054447478939</c:v>
                </c:pt>
                <c:pt idx="7132">
                  <c:v>19861.839817954005</c:v>
                </c:pt>
                <c:pt idx="7133">
                  <c:v>19864.625188429072</c:v>
                </c:pt>
                <c:pt idx="7134">
                  <c:v>19867.410558904139</c:v>
                </c:pt>
                <c:pt idx="7135">
                  <c:v>19870.195929379206</c:v>
                </c:pt>
                <c:pt idx="7136">
                  <c:v>19872.981299854273</c:v>
                </c:pt>
                <c:pt idx="7137">
                  <c:v>19875.76667032934</c:v>
                </c:pt>
                <c:pt idx="7138">
                  <c:v>19878.552040804407</c:v>
                </c:pt>
                <c:pt idx="7139">
                  <c:v>19881.337411279474</c:v>
                </c:pt>
                <c:pt idx="7140">
                  <c:v>19884.12278175454</c:v>
                </c:pt>
                <c:pt idx="7141">
                  <c:v>19886.908152229607</c:v>
                </c:pt>
                <c:pt idx="7142">
                  <c:v>19889.693522704674</c:v>
                </c:pt>
                <c:pt idx="7143">
                  <c:v>19892.478893179741</c:v>
                </c:pt>
                <c:pt idx="7144">
                  <c:v>19895.264263654808</c:v>
                </c:pt>
                <c:pt idx="7145">
                  <c:v>19898.049634129875</c:v>
                </c:pt>
                <c:pt idx="7146">
                  <c:v>19900.835004604942</c:v>
                </c:pt>
                <c:pt idx="7147">
                  <c:v>19903.620375080009</c:v>
                </c:pt>
                <c:pt idx="7148">
                  <c:v>19906.405745555076</c:v>
                </c:pt>
                <c:pt idx="7149">
                  <c:v>19909.191116030142</c:v>
                </c:pt>
                <c:pt idx="7150">
                  <c:v>19911.976486505209</c:v>
                </c:pt>
                <c:pt idx="7151">
                  <c:v>19914.761856980276</c:v>
                </c:pt>
                <c:pt idx="7152">
                  <c:v>19917.547227455343</c:v>
                </c:pt>
                <c:pt idx="7153">
                  <c:v>19920.33259793041</c:v>
                </c:pt>
                <c:pt idx="7154">
                  <c:v>19923.117968405477</c:v>
                </c:pt>
                <c:pt idx="7155">
                  <c:v>19925.903338880544</c:v>
                </c:pt>
                <c:pt idx="7156">
                  <c:v>19928.688709355611</c:v>
                </c:pt>
                <c:pt idx="7157">
                  <c:v>19931.474079830678</c:v>
                </c:pt>
                <c:pt idx="7158">
                  <c:v>19934.259450305744</c:v>
                </c:pt>
                <c:pt idx="7159">
                  <c:v>19937.044820780811</c:v>
                </c:pt>
                <c:pt idx="7160">
                  <c:v>19939.830191255878</c:v>
                </c:pt>
                <c:pt idx="7161">
                  <c:v>19942.615561730945</c:v>
                </c:pt>
                <c:pt idx="7162">
                  <c:v>19945.400932206012</c:v>
                </c:pt>
                <c:pt idx="7163">
                  <c:v>19948.186302681079</c:v>
                </c:pt>
                <c:pt idx="7164">
                  <c:v>19950.971673156146</c:v>
                </c:pt>
                <c:pt idx="7165">
                  <c:v>19953.757043631213</c:v>
                </c:pt>
                <c:pt idx="7166">
                  <c:v>19956.542414106279</c:v>
                </c:pt>
                <c:pt idx="7167">
                  <c:v>19959.327784581346</c:v>
                </c:pt>
                <c:pt idx="7168">
                  <c:v>19962.113155056413</c:v>
                </c:pt>
                <c:pt idx="7169">
                  <c:v>19964.89852553148</c:v>
                </c:pt>
                <c:pt idx="7170">
                  <c:v>19967.683896006547</c:v>
                </c:pt>
                <c:pt idx="7171">
                  <c:v>19970.469266481614</c:v>
                </c:pt>
                <c:pt idx="7172">
                  <c:v>19973.254636956681</c:v>
                </c:pt>
                <c:pt idx="7173">
                  <c:v>19976.040007431748</c:v>
                </c:pt>
                <c:pt idx="7174">
                  <c:v>19978.825377906815</c:v>
                </c:pt>
                <c:pt idx="7175">
                  <c:v>19981.610748381881</c:v>
                </c:pt>
                <c:pt idx="7176">
                  <c:v>19984.396118856948</c:v>
                </c:pt>
                <c:pt idx="7177">
                  <c:v>19987.181489332015</c:v>
                </c:pt>
                <c:pt idx="7178">
                  <c:v>19989.966859807082</c:v>
                </c:pt>
                <c:pt idx="7179">
                  <c:v>19992.752230282149</c:v>
                </c:pt>
                <c:pt idx="7180">
                  <c:v>19995.537600757216</c:v>
                </c:pt>
                <c:pt idx="7181">
                  <c:v>19998.322971232283</c:v>
                </c:pt>
                <c:pt idx="7182">
                  <c:v>20001.10834170735</c:v>
                </c:pt>
                <c:pt idx="7183">
                  <c:v>20003.893712182416</c:v>
                </c:pt>
                <c:pt idx="7184">
                  <c:v>20006.679082657483</c:v>
                </c:pt>
                <c:pt idx="7185">
                  <c:v>20009.46445313255</c:v>
                </c:pt>
                <c:pt idx="7186">
                  <c:v>20012.249823607617</c:v>
                </c:pt>
                <c:pt idx="7187">
                  <c:v>20015.035194082684</c:v>
                </c:pt>
                <c:pt idx="7188">
                  <c:v>20017.820564557751</c:v>
                </c:pt>
                <c:pt idx="7189">
                  <c:v>20020.605935032818</c:v>
                </c:pt>
                <c:pt idx="7190">
                  <c:v>20023.391305507885</c:v>
                </c:pt>
                <c:pt idx="7191">
                  <c:v>20026.176675982952</c:v>
                </c:pt>
                <c:pt idx="7192">
                  <c:v>20028.962046458018</c:v>
                </c:pt>
                <c:pt idx="7193">
                  <c:v>20031.747416933085</c:v>
                </c:pt>
                <c:pt idx="7194">
                  <c:v>20034.532787408152</c:v>
                </c:pt>
                <c:pt idx="7195">
                  <c:v>20037.318157883219</c:v>
                </c:pt>
                <c:pt idx="7196">
                  <c:v>20040.103528358286</c:v>
                </c:pt>
                <c:pt idx="7197">
                  <c:v>20042.888898833353</c:v>
                </c:pt>
                <c:pt idx="7198">
                  <c:v>20045.67426930842</c:v>
                </c:pt>
                <c:pt idx="7199">
                  <c:v>20048.459639783487</c:v>
                </c:pt>
                <c:pt idx="7200">
                  <c:v>20051.245010258554</c:v>
                </c:pt>
                <c:pt idx="7201">
                  <c:v>20054.03038073362</c:v>
                </c:pt>
                <c:pt idx="7202">
                  <c:v>20056.815751208687</c:v>
                </c:pt>
                <c:pt idx="7203">
                  <c:v>20059.601121683754</c:v>
                </c:pt>
                <c:pt idx="7204">
                  <c:v>20062.386492158821</c:v>
                </c:pt>
                <c:pt idx="7205">
                  <c:v>20065.171862633888</c:v>
                </c:pt>
                <c:pt idx="7206">
                  <c:v>20067.957233108955</c:v>
                </c:pt>
                <c:pt idx="7207">
                  <c:v>20070.742603584022</c:v>
                </c:pt>
                <c:pt idx="7208">
                  <c:v>20073.527974059089</c:v>
                </c:pt>
                <c:pt idx="7209">
                  <c:v>20076.313344534155</c:v>
                </c:pt>
                <c:pt idx="7210">
                  <c:v>20079.098715009222</c:v>
                </c:pt>
                <c:pt idx="7211">
                  <c:v>20081.884085484289</c:v>
                </c:pt>
                <c:pt idx="7212">
                  <c:v>20084.669455959356</c:v>
                </c:pt>
                <c:pt idx="7213">
                  <c:v>20087.454826434423</c:v>
                </c:pt>
                <c:pt idx="7214">
                  <c:v>20090.24019690949</c:v>
                </c:pt>
                <c:pt idx="7215">
                  <c:v>20093.025567384557</c:v>
                </c:pt>
                <c:pt idx="7216">
                  <c:v>20095.810937859624</c:v>
                </c:pt>
                <c:pt idx="7217">
                  <c:v>20098.596308334691</c:v>
                </c:pt>
                <c:pt idx="7218">
                  <c:v>20101.381678809757</c:v>
                </c:pt>
                <c:pt idx="7219">
                  <c:v>20104.167049284824</c:v>
                </c:pt>
                <c:pt idx="7220">
                  <c:v>20106.952419759891</c:v>
                </c:pt>
                <c:pt idx="7221">
                  <c:v>20109.737790234958</c:v>
                </c:pt>
                <c:pt idx="7222">
                  <c:v>20112.523160710025</c:v>
                </c:pt>
                <c:pt idx="7223">
                  <c:v>20115.308531185092</c:v>
                </c:pt>
                <c:pt idx="7224">
                  <c:v>20118.093901660159</c:v>
                </c:pt>
                <c:pt idx="7225">
                  <c:v>20120.879272135226</c:v>
                </c:pt>
                <c:pt idx="7226">
                  <c:v>20123.664642610293</c:v>
                </c:pt>
                <c:pt idx="7227">
                  <c:v>20126.450013085359</c:v>
                </c:pt>
                <c:pt idx="7228">
                  <c:v>20129.235383560426</c:v>
                </c:pt>
                <c:pt idx="7229">
                  <c:v>20132.020754035493</c:v>
                </c:pt>
                <c:pt idx="7230">
                  <c:v>20134.80612451056</c:v>
                </c:pt>
                <c:pt idx="7231">
                  <c:v>20137.591494985627</c:v>
                </c:pt>
                <c:pt idx="7232">
                  <c:v>20140.376865460694</c:v>
                </c:pt>
                <c:pt idx="7233">
                  <c:v>20143.162235935761</c:v>
                </c:pt>
                <c:pt idx="7234">
                  <c:v>20145.947606410828</c:v>
                </c:pt>
                <c:pt idx="7235">
                  <c:v>20148.732976885894</c:v>
                </c:pt>
                <c:pt idx="7236">
                  <c:v>20151.518347360961</c:v>
                </c:pt>
                <c:pt idx="7237">
                  <c:v>20154.303717836028</c:v>
                </c:pt>
                <c:pt idx="7238">
                  <c:v>20157.089088311095</c:v>
                </c:pt>
                <c:pt idx="7239">
                  <c:v>20159.874458786162</c:v>
                </c:pt>
                <c:pt idx="7240">
                  <c:v>20162.659829261229</c:v>
                </c:pt>
                <c:pt idx="7241">
                  <c:v>20165.445199736296</c:v>
                </c:pt>
                <c:pt idx="7242">
                  <c:v>20168.230570211363</c:v>
                </c:pt>
                <c:pt idx="7243">
                  <c:v>20171.01594068643</c:v>
                </c:pt>
                <c:pt idx="7244">
                  <c:v>20173.801311161496</c:v>
                </c:pt>
                <c:pt idx="7245">
                  <c:v>20176.586681636563</c:v>
                </c:pt>
                <c:pt idx="7246">
                  <c:v>20179.37205211163</c:v>
                </c:pt>
                <c:pt idx="7247">
                  <c:v>20182.157422586697</c:v>
                </c:pt>
                <c:pt idx="7248">
                  <c:v>20184.942793061764</c:v>
                </c:pt>
                <c:pt idx="7249">
                  <c:v>20187.728163536831</c:v>
                </c:pt>
                <c:pt idx="7250">
                  <c:v>20190.513534011898</c:v>
                </c:pt>
                <c:pt idx="7251">
                  <c:v>20193.298904486965</c:v>
                </c:pt>
                <c:pt idx="7252">
                  <c:v>20196.084274962031</c:v>
                </c:pt>
                <c:pt idx="7253">
                  <c:v>20198.869645437098</c:v>
                </c:pt>
                <c:pt idx="7254">
                  <c:v>20201.655015912165</c:v>
                </c:pt>
                <c:pt idx="7255">
                  <c:v>20204.440386387232</c:v>
                </c:pt>
                <c:pt idx="7256">
                  <c:v>20207.225756862299</c:v>
                </c:pt>
                <c:pt idx="7257">
                  <c:v>20210.011127337366</c:v>
                </c:pt>
                <c:pt idx="7258">
                  <c:v>20212.796497812433</c:v>
                </c:pt>
                <c:pt idx="7259">
                  <c:v>20215.5818682875</c:v>
                </c:pt>
                <c:pt idx="7260">
                  <c:v>20218.367238762567</c:v>
                </c:pt>
                <c:pt idx="7261">
                  <c:v>20221.152609237633</c:v>
                </c:pt>
                <c:pt idx="7262">
                  <c:v>20223.9379797127</c:v>
                </c:pt>
                <c:pt idx="7263">
                  <c:v>20226.723350187767</c:v>
                </c:pt>
                <c:pt idx="7264">
                  <c:v>20229.508720662834</c:v>
                </c:pt>
                <c:pt idx="7265">
                  <c:v>20232.294091137901</c:v>
                </c:pt>
                <c:pt idx="7266">
                  <c:v>20235.079461612968</c:v>
                </c:pt>
                <c:pt idx="7267">
                  <c:v>20237.864832088035</c:v>
                </c:pt>
                <c:pt idx="7268">
                  <c:v>20240.650202563102</c:v>
                </c:pt>
                <c:pt idx="7269">
                  <c:v>20243.435573038169</c:v>
                </c:pt>
                <c:pt idx="7270">
                  <c:v>20246.220943513235</c:v>
                </c:pt>
                <c:pt idx="7271">
                  <c:v>20249.006313988302</c:v>
                </c:pt>
                <c:pt idx="7272">
                  <c:v>20251.791684463369</c:v>
                </c:pt>
                <c:pt idx="7273">
                  <c:v>20254.577054938436</c:v>
                </c:pt>
                <c:pt idx="7274">
                  <c:v>20257.362425413503</c:v>
                </c:pt>
                <c:pt idx="7275">
                  <c:v>20260.14779588857</c:v>
                </c:pt>
                <c:pt idx="7276">
                  <c:v>20262.933166363637</c:v>
                </c:pt>
                <c:pt idx="7277">
                  <c:v>20265.718536838704</c:v>
                </c:pt>
                <c:pt idx="7278">
                  <c:v>20268.50390731377</c:v>
                </c:pt>
                <c:pt idx="7279">
                  <c:v>20271.289277788837</c:v>
                </c:pt>
                <c:pt idx="7280">
                  <c:v>20274.074648263904</c:v>
                </c:pt>
                <c:pt idx="7281">
                  <c:v>20276.860018738971</c:v>
                </c:pt>
                <c:pt idx="7282">
                  <c:v>20279.645389214038</c:v>
                </c:pt>
                <c:pt idx="7283">
                  <c:v>20282.430759689105</c:v>
                </c:pt>
                <c:pt idx="7284">
                  <c:v>20285.216130164172</c:v>
                </c:pt>
                <c:pt idx="7285">
                  <c:v>20288.001500639239</c:v>
                </c:pt>
                <c:pt idx="7286">
                  <c:v>20290.786871114306</c:v>
                </c:pt>
                <c:pt idx="7287">
                  <c:v>20293.572241589372</c:v>
                </c:pt>
                <c:pt idx="7288">
                  <c:v>20296.357612064439</c:v>
                </c:pt>
                <c:pt idx="7289">
                  <c:v>20299.142982539506</c:v>
                </c:pt>
                <c:pt idx="7290">
                  <c:v>20301.928353014573</c:v>
                </c:pt>
                <c:pt idx="7291">
                  <c:v>20304.71372348964</c:v>
                </c:pt>
                <c:pt idx="7292">
                  <c:v>20307.499093964707</c:v>
                </c:pt>
                <c:pt idx="7293">
                  <c:v>20310.284464439774</c:v>
                </c:pt>
                <c:pt idx="7294">
                  <c:v>20313.069834914841</c:v>
                </c:pt>
                <c:pt idx="7295">
                  <c:v>20315.855205389907</c:v>
                </c:pt>
                <c:pt idx="7296">
                  <c:v>20318.640575864974</c:v>
                </c:pt>
                <c:pt idx="7297">
                  <c:v>20321.425946340041</c:v>
                </c:pt>
                <c:pt idx="7298">
                  <c:v>20324.211316815108</c:v>
                </c:pt>
                <c:pt idx="7299">
                  <c:v>20326.996687290175</c:v>
                </c:pt>
                <c:pt idx="7300">
                  <c:v>20329.782057765242</c:v>
                </c:pt>
                <c:pt idx="7301">
                  <c:v>20332.567428240309</c:v>
                </c:pt>
                <c:pt idx="7302">
                  <c:v>20335.352798715376</c:v>
                </c:pt>
                <c:pt idx="7303">
                  <c:v>20338.138169190443</c:v>
                </c:pt>
                <c:pt idx="7304">
                  <c:v>20340.923539665509</c:v>
                </c:pt>
                <c:pt idx="7305">
                  <c:v>20343.708910140576</c:v>
                </c:pt>
                <c:pt idx="7306">
                  <c:v>20346.494280615643</c:v>
                </c:pt>
                <c:pt idx="7307">
                  <c:v>20349.27965109071</c:v>
                </c:pt>
                <c:pt idx="7308">
                  <c:v>20352.065021565777</c:v>
                </c:pt>
                <c:pt idx="7309">
                  <c:v>20354.850392040844</c:v>
                </c:pt>
                <c:pt idx="7310">
                  <c:v>20357.635762515911</c:v>
                </c:pt>
                <c:pt idx="7311">
                  <c:v>20360.421132990978</c:v>
                </c:pt>
                <c:pt idx="7312">
                  <c:v>20363.206503466045</c:v>
                </c:pt>
                <c:pt idx="7313">
                  <c:v>20365.991873941111</c:v>
                </c:pt>
                <c:pt idx="7314">
                  <c:v>20368.777244416178</c:v>
                </c:pt>
                <c:pt idx="7315">
                  <c:v>20371.562614891245</c:v>
                </c:pt>
                <c:pt idx="7316">
                  <c:v>20374.347985366312</c:v>
                </c:pt>
                <c:pt idx="7317">
                  <c:v>20377.133355841379</c:v>
                </c:pt>
                <c:pt idx="7318">
                  <c:v>20379.918726316446</c:v>
                </c:pt>
                <c:pt idx="7319">
                  <c:v>20382.704096791513</c:v>
                </c:pt>
                <c:pt idx="7320">
                  <c:v>20385.48946726658</c:v>
                </c:pt>
                <c:pt idx="7321">
                  <c:v>20388.274837741646</c:v>
                </c:pt>
                <c:pt idx="7322">
                  <c:v>20391.060208216713</c:v>
                </c:pt>
                <c:pt idx="7323">
                  <c:v>20393.84557869178</c:v>
                </c:pt>
                <c:pt idx="7324">
                  <c:v>20396.630949166847</c:v>
                </c:pt>
                <c:pt idx="7325">
                  <c:v>20399.416319641914</c:v>
                </c:pt>
                <c:pt idx="7326">
                  <c:v>20402.201690116981</c:v>
                </c:pt>
                <c:pt idx="7327">
                  <c:v>20404.987060592048</c:v>
                </c:pt>
                <c:pt idx="7328">
                  <c:v>20407.772431067115</c:v>
                </c:pt>
                <c:pt idx="7329">
                  <c:v>20410.557801542182</c:v>
                </c:pt>
                <c:pt idx="7330">
                  <c:v>20413.343172017248</c:v>
                </c:pt>
                <c:pt idx="7331">
                  <c:v>20416.128542492315</c:v>
                </c:pt>
                <c:pt idx="7332">
                  <c:v>20418.913912967382</c:v>
                </c:pt>
                <c:pt idx="7333">
                  <c:v>20421.699283442449</c:v>
                </c:pt>
                <c:pt idx="7334">
                  <c:v>20424.484653917516</c:v>
                </c:pt>
                <c:pt idx="7335">
                  <c:v>20427.270024392583</c:v>
                </c:pt>
                <c:pt idx="7336">
                  <c:v>20430.05539486765</c:v>
                </c:pt>
                <c:pt idx="7337">
                  <c:v>20432.840765342717</c:v>
                </c:pt>
                <c:pt idx="7338">
                  <c:v>20435.626135817784</c:v>
                </c:pt>
                <c:pt idx="7339">
                  <c:v>20438.41150629285</c:v>
                </c:pt>
                <c:pt idx="7340">
                  <c:v>20441.196876767917</c:v>
                </c:pt>
                <c:pt idx="7341">
                  <c:v>20443.982247242984</c:v>
                </c:pt>
                <c:pt idx="7342">
                  <c:v>20446.767617718051</c:v>
                </c:pt>
                <c:pt idx="7343">
                  <c:v>20449.552988193118</c:v>
                </c:pt>
                <c:pt idx="7344">
                  <c:v>20452.338358668185</c:v>
                </c:pt>
                <c:pt idx="7345">
                  <c:v>20455.123729143252</c:v>
                </c:pt>
                <c:pt idx="7346">
                  <c:v>20457.909099618319</c:v>
                </c:pt>
                <c:pt idx="7347">
                  <c:v>20460.694470093385</c:v>
                </c:pt>
                <c:pt idx="7348">
                  <c:v>20463.479840568452</c:v>
                </c:pt>
                <c:pt idx="7349">
                  <c:v>20466.265211043519</c:v>
                </c:pt>
                <c:pt idx="7350">
                  <c:v>20469.050581518586</c:v>
                </c:pt>
                <c:pt idx="7351">
                  <c:v>20471.835951993653</c:v>
                </c:pt>
                <c:pt idx="7352">
                  <c:v>20474.62132246872</c:v>
                </c:pt>
                <c:pt idx="7353">
                  <c:v>20477.406692943787</c:v>
                </c:pt>
                <c:pt idx="7354">
                  <c:v>20480.192063418854</c:v>
                </c:pt>
                <c:pt idx="7355">
                  <c:v>20482.977433893921</c:v>
                </c:pt>
                <c:pt idx="7356">
                  <c:v>20485.762804368987</c:v>
                </c:pt>
                <c:pt idx="7357">
                  <c:v>20488.548174844054</c:v>
                </c:pt>
                <c:pt idx="7358">
                  <c:v>20491.333545319121</c:v>
                </c:pt>
                <c:pt idx="7359">
                  <c:v>20494.118915794188</c:v>
                </c:pt>
                <c:pt idx="7360">
                  <c:v>20496.904286269255</c:v>
                </c:pt>
                <c:pt idx="7361">
                  <c:v>20499.689656744322</c:v>
                </c:pt>
                <c:pt idx="7362">
                  <c:v>20502.475027219389</c:v>
                </c:pt>
                <c:pt idx="7363">
                  <c:v>20505.260397694456</c:v>
                </c:pt>
                <c:pt idx="7364">
                  <c:v>20508.045768169522</c:v>
                </c:pt>
                <c:pt idx="7365">
                  <c:v>20510.831138644589</c:v>
                </c:pt>
                <c:pt idx="7366">
                  <c:v>20513.616509119656</c:v>
                </c:pt>
                <c:pt idx="7367">
                  <c:v>20516.401879594723</c:v>
                </c:pt>
                <c:pt idx="7368">
                  <c:v>20519.18725006979</c:v>
                </c:pt>
                <c:pt idx="7369">
                  <c:v>20521.972620544857</c:v>
                </c:pt>
                <c:pt idx="7370">
                  <c:v>20524.757991019924</c:v>
                </c:pt>
                <c:pt idx="7371">
                  <c:v>20527.543361494991</c:v>
                </c:pt>
                <c:pt idx="7372">
                  <c:v>20530.328731970058</c:v>
                </c:pt>
                <c:pt idx="7373">
                  <c:v>20533.114102445124</c:v>
                </c:pt>
                <c:pt idx="7374">
                  <c:v>20535.899472920191</c:v>
                </c:pt>
                <c:pt idx="7375">
                  <c:v>20538.684843395258</c:v>
                </c:pt>
                <c:pt idx="7376">
                  <c:v>20541.470213870325</c:v>
                </c:pt>
                <c:pt idx="7377">
                  <c:v>20544.255584345392</c:v>
                </c:pt>
                <c:pt idx="7378">
                  <c:v>20547.040954820459</c:v>
                </c:pt>
                <c:pt idx="7379">
                  <c:v>20549.826325295526</c:v>
                </c:pt>
                <c:pt idx="7380">
                  <c:v>20552.611695770593</c:v>
                </c:pt>
                <c:pt idx="7381">
                  <c:v>20555.39706624566</c:v>
                </c:pt>
                <c:pt idx="7382">
                  <c:v>20558.182436720726</c:v>
                </c:pt>
                <c:pt idx="7383">
                  <c:v>20560.967807195793</c:v>
                </c:pt>
                <c:pt idx="7384">
                  <c:v>20563.75317767086</c:v>
                </c:pt>
                <c:pt idx="7385">
                  <c:v>20566.538548145927</c:v>
                </c:pt>
                <c:pt idx="7386">
                  <c:v>20569.323918620994</c:v>
                </c:pt>
                <c:pt idx="7387">
                  <c:v>20572.109289096061</c:v>
                </c:pt>
                <c:pt idx="7388">
                  <c:v>20574.894659571128</c:v>
                </c:pt>
                <c:pt idx="7389">
                  <c:v>20577.680030046195</c:v>
                </c:pt>
                <c:pt idx="7390">
                  <c:v>20580.465400521261</c:v>
                </c:pt>
                <c:pt idx="7391">
                  <c:v>20583.250770996328</c:v>
                </c:pt>
                <c:pt idx="7392">
                  <c:v>20586.036141471395</c:v>
                </c:pt>
                <c:pt idx="7393">
                  <c:v>20588.821511946462</c:v>
                </c:pt>
                <c:pt idx="7394">
                  <c:v>20591.606882421529</c:v>
                </c:pt>
                <c:pt idx="7395">
                  <c:v>20594.392252896596</c:v>
                </c:pt>
                <c:pt idx="7396">
                  <c:v>20597.177623371663</c:v>
                </c:pt>
                <c:pt idx="7397">
                  <c:v>20599.96299384673</c:v>
                </c:pt>
                <c:pt idx="7398">
                  <c:v>20602.748364321797</c:v>
                </c:pt>
                <c:pt idx="7399">
                  <c:v>20605.533734796863</c:v>
                </c:pt>
                <c:pt idx="7400">
                  <c:v>20608.31910527193</c:v>
                </c:pt>
                <c:pt idx="7401">
                  <c:v>20611.104475746997</c:v>
                </c:pt>
                <c:pt idx="7402">
                  <c:v>20613.889846222064</c:v>
                </c:pt>
                <c:pt idx="7403">
                  <c:v>20616.675216697131</c:v>
                </c:pt>
                <c:pt idx="7404">
                  <c:v>20619.460587172198</c:v>
                </c:pt>
                <c:pt idx="7405">
                  <c:v>20622.245957647265</c:v>
                </c:pt>
                <c:pt idx="7406">
                  <c:v>20625.031328122332</c:v>
                </c:pt>
                <c:pt idx="7407">
                  <c:v>20627.816698597398</c:v>
                </c:pt>
                <c:pt idx="7408">
                  <c:v>20630.602069072465</c:v>
                </c:pt>
                <c:pt idx="7409">
                  <c:v>20633.387439547532</c:v>
                </c:pt>
                <c:pt idx="7410">
                  <c:v>20636.172810022599</c:v>
                </c:pt>
                <c:pt idx="7411">
                  <c:v>20638.958180497666</c:v>
                </c:pt>
                <c:pt idx="7412">
                  <c:v>20641.743550972733</c:v>
                </c:pt>
                <c:pt idx="7413">
                  <c:v>20644.5289214478</c:v>
                </c:pt>
                <c:pt idx="7414">
                  <c:v>20647.314291922867</c:v>
                </c:pt>
                <c:pt idx="7415">
                  <c:v>20650.099662397934</c:v>
                </c:pt>
                <c:pt idx="7416">
                  <c:v>20652.885032873</c:v>
                </c:pt>
                <c:pt idx="7417">
                  <c:v>20655.670403348067</c:v>
                </c:pt>
                <c:pt idx="7418">
                  <c:v>20658.455773823134</c:v>
                </c:pt>
                <c:pt idx="7419">
                  <c:v>20661.241144298201</c:v>
                </c:pt>
                <c:pt idx="7420">
                  <c:v>20664.026514773268</c:v>
                </c:pt>
                <c:pt idx="7421">
                  <c:v>20666.811885248335</c:v>
                </c:pt>
                <c:pt idx="7422">
                  <c:v>20669.597255723402</c:v>
                </c:pt>
                <c:pt idx="7423">
                  <c:v>20672.382626198469</c:v>
                </c:pt>
                <c:pt idx="7424">
                  <c:v>20675.167996673536</c:v>
                </c:pt>
                <c:pt idx="7425">
                  <c:v>20677.953367148602</c:v>
                </c:pt>
                <c:pt idx="7426">
                  <c:v>20680.738737623669</c:v>
                </c:pt>
                <c:pt idx="7427">
                  <c:v>20683.524108098736</c:v>
                </c:pt>
                <c:pt idx="7428">
                  <c:v>20686.309478573803</c:v>
                </c:pt>
                <c:pt idx="7429">
                  <c:v>20689.09484904887</c:v>
                </c:pt>
                <c:pt idx="7430">
                  <c:v>20691.880219523937</c:v>
                </c:pt>
                <c:pt idx="7431">
                  <c:v>20694.665589999004</c:v>
                </c:pt>
                <c:pt idx="7432">
                  <c:v>20697.450960474071</c:v>
                </c:pt>
                <c:pt idx="7433">
                  <c:v>20700.236330949137</c:v>
                </c:pt>
                <c:pt idx="7434">
                  <c:v>20703.021701424204</c:v>
                </c:pt>
                <c:pt idx="7435">
                  <c:v>20705.807071899271</c:v>
                </c:pt>
                <c:pt idx="7436">
                  <c:v>20708.592442374338</c:v>
                </c:pt>
                <c:pt idx="7437">
                  <c:v>20711.377812849405</c:v>
                </c:pt>
                <c:pt idx="7438">
                  <c:v>20714.163183324472</c:v>
                </c:pt>
                <c:pt idx="7439">
                  <c:v>20716.948553799539</c:v>
                </c:pt>
                <c:pt idx="7440">
                  <c:v>20719.733924274606</c:v>
                </c:pt>
                <c:pt idx="7441">
                  <c:v>20722.519294749673</c:v>
                </c:pt>
                <c:pt idx="7442">
                  <c:v>20725.304665224739</c:v>
                </c:pt>
                <c:pt idx="7443">
                  <c:v>20728.090035699806</c:v>
                </c:pt>
                <c:pt idx="7444">
                  <c:v>20730.875406174873</c:v>
                </c:pt>
                <c:pt idx="7445">
                  <c:v>20733.66077664994</c:v>
                </c:pt>
                <c:pt idx="7446">
                  <c:v>20736.446147125007</c:v>
                </c:pt>
                <c:pt idx="7447">
                  <c:v>20739.231517600074</c:v>
                </c:pt>
                <c:pt idx="7448">
                  <c:v>20742.016888075141</c:v>
                </c:pt>
                <c:pt idx="7449">
                  <c:v>20744.802258550208</c:v>
                </c:pt>
                <c:pt idx="7450">
                  <c:v>20747.587629025275</c:v>
                </c:pt>
                <c:pt idx="7451">
                  <c:v>20750.372999500341</c:v>
                </c:pt>
                <c:pt idx="7452">
                  <c:v>20753.158369975408</c:v>
                </c:pt>
                <c:pt idx="7453">
                  <c:v>20755.943740450475</c:v>
                </c:pt>
                <c:pt idx="7454">
                  <c:v>20758.729110925542</c:v>
                </c:pt>
                <c:pt idx="7455">
                  <c:v>20761.514481400609</c:v>
                </c:pt>
                <c:pt idx="7456">
                  <c:v>20764.299851875676</c:v>
                </c:pt>
                <c:pt idx="7457">
                  <c:v>20767.085222350743</c:v>
                </c:pt>
                <c:pt idx="7458">
                  <c:v>20769.87059282581</c:v>
                </c:pt>
                <c:pt idx="7459">
                  <c:v>20772.655963300876</c:v>
                </c:pt>
                <c:pt idx="7460">
                  <c:v>20775.441333775943</c:v>
                </c:pt>
                <c:pt idx="7461">
                  <c:v>20778.22670425101</c:v>
                </c:pt>
                <c:pt idx="7462">
                  <c:v>20781.012074726077</c:v>
                </c:pt>
                <c:pt idx="7463">
                  <c:v>20783.797445201144</c:v>
                </c:pt>
                <c:pt idx="7464">
                  <c:v>20786.582815676211</c:v>
                </c:pt>
                <c:pt idx="7465">
                  <c:v>20789.368186151278</c:v>
                </c:pt>
                <c:pt idx="7466">
                  <c:v>20792.153556626345</c:v>
                </c:pt>
                <c:pt idx="7467">
                  <c:v>20794.938927101412</c:v>
                </c:pt>
                <c:pt idx="7468">
                  <c:v>20797.724297576478</c:v>
                </c:pt>
                <c:pt idx="7469">
                  <c:v>20800.509668051545</c:v>
                </c:pt>
                <c:pt idx="7470">
                  <c:v>20803.295038526612</c:v>
                </c:pt>
                <c:pt idx="7471">
                  <c:v>20806.080409001679</c:v>
                </c:pt>
                <c:pt idx="7472">
                  <c:v>20808.865779476746</c:v>
                </c:pt>
                <c:pt idx="7473">
                  <c:v>20811.651149951813</c:v>
                </c:pt>
                <c:pt idx="7474">
                  <c:v>20814.43652042688</c:v>
                </c:pt>
                <c:pt idx="7475">
                  <c:v>20817.221890901947</c:v>
                </c:pt>
                <c:pt idx="7476">
                  <c:v>20820.007261377013</c:v>
                </c:pt>
                <c:pt idx="7477">
                  <c:v>20822.79263185208</c:v>
                </c:pt>
                <c:pt idx="7478">
                  <c:v>20825.578002327147</c:v>
                </c:pt>
                <c:pt idx="7479">
                  <c:v>20828.363372802214</c:v>
                </c:pt>
                <c:pt idx="7480">
                  <c:v>20831.148743277281</c:v>
                </c:pt>
                <c:pt idx="7481">
                  <c:v>20833.934113752348</c:v>
                </c:pt>
                <c:pt idx="7482">
                  <c:v>20836.719484227415</c:v>
                </c:pt>
                <c:pt idx="7483">
                  <c:v>20839.504854702482</c:v>
                </c:pt>
                <c:pt idx="7484">
                  <c:v>20842.290225177549</c:v>
                </c:pt>
                <c:pt idx="7485">
                  <c:v>20845.075595652615</c:v>
                </c:pt>
                <c:pt idx="7486">
                  <c:v>20847.860966127682</c:v>
                </c:pt>
                <c:pt idx="7487">
                  <c:v>20850.646336602749</c:v>
                </c:pt>
                <c:pt idx="7488">
                  <c:v>20853.431707077816</c:v>
                </c:pt>
                <c:pt idx="7489">
                  <c:v>20856.217077552883</c:v>
                </c:pt>
                <c:pt idx="7490">
                  <c:v>20859.00244802795</c:v>
                </c:pt>
                <c:pt idx="7491">
                  <c:v>20861.787818503017</c:v>
                </c:pt>
                <c:pt idx="7492">
                  <c:v>20864.573188978084</c:v>
                </c:pt>
                <c:pt idx="7493">
                  <c:v>20867.358559453151</c:v>
                </c:pt>
                <c:pt idx="7494">
                  <c:v>20870.143929928217</c:v>
                </c:pt>
                <c:pt idx="7495">
                  <c:v>20872.929300403284</c:v>
                </c:pt>
                <c:pt idx="7496">
                  <c:v>20875.714670878351</c:v>
                </c:pt>
                <c:pt idx="7497">
                  <c:v>20878.500041353418</c:v>
                </c:pt>
                <c:pt idx="7498">
                  <c:v>20881.285411828485</c:v>
                </c:pt>
                <c:pt idx="7499">
                  <c:v>20884.070782303552</c:v>
                </c:pt>
                <c:pt idx="7500">
                  <c:v>20886.856152778619</c:v>
                </c:pt>
                <c:pt idx="7501">
                  <c:v>20889.641523253686</c:v>
                </c:pt>
                <c:pt idx="7502">
                  <c:v>20892.426893728752</c:v>
                </c:pt>
                <c:pt idx="7503">
                  <c:v>20895.212264203819</c:v>
                </c:pt>
                <c:pt idx="7504">
                  <c:v>20897.997634678886</c:v>
                </c:pt>
                <c:pt idx="7505">
                  <c:v>20900.783005153953</c:v>
                </c:pt>
                <c:pt idx="7506">
                  <c:v>20903.56837562902</c:v>
                </c:pt>
                <c:pt idx="7507">
                  <c:v>20906.353746104087</c:v>
                </c:pt>
                <c:pt idx="7508">
                  <c:v>20909.139116579154</c:v>
                </c:pt>
                <c:pt idx="7509">
                  <c:v>20911.924487054221</c:v>
                </c:pt>
                <c:pt idx="7510">
                  <c:v>20914.709857529288</c:v>
                </c:pt>
                <c:pt idx="7511">
                  <c:v>20917.495228004354</c:v>
                </c:pt>
                <c:pt idx="7512">
                  <c:v>20920.280598479421</c:v>
                </c:pt>
                <c:pt idx="7513">
                  <c:v>20923.065968954488</c:v>
                </c:pt>
                <c:pt idx="7514">
                  <c:v>20925.851339429555</c:v>
                </c:pt>
                <c:pt idx="7515">
                  <c:v>20928.636709904622</c:v>
                </c:pt>
                <c:pt idx="7516">
                  <c:v>20931.422080379689</c:v>
                </c:pt>
                <c:pt idx="7517">
                  <c:v>20934.207450854756</c:v>
                </c:pt>
                <c:pt idx="7518">
                  <c:v>20936.992821329823</c:v>
                </c:pt>
                <c:pt idx="7519">
                  <c:v>20939.77819180489</c:v>
                </c:pt>
                <c:pt idx="7520">
                  <c:v>20942.563562279956</c:v>
                </c:pt>
                <c:pt idx="7521">
                  <c:v>20945.348932755023</c:v>
                </c:pt>
                <c:pt idx="7522">
                  <c:v>20948.13430323009</c:v>
                </c:pt>
                <c:pt idx="7523">
                  <c:v>20950.919673705157</c:v>
                </c:pt>
                <c:pt idx="7524">
                  <c:v>20953.705044180224</c:v>
                </c:pt>
                <c:pt idx="7525">
                  <c:v>20956.490414655291</c:v>
                </c:pt>
                <c:pt idx="7526">
                  <c:v>20959.275785130358</c:v>
                </c:pt>
                <c:pt idx="7527">
                  <c:v>20962.061155605425</c:v>
                </c:pt>
                <c:pt idx="7528">
                  <c:v>20964.846526080491</c:v>
                </c:pt>
                <c:pt idx="7529">
                  <c:v>20967.631896555558</c:v>
                </c:pt>
                <c:pt idx="7530">
                  <c:v>20970.417267030625</c:v>
                </c:pt>
                <c:pt idx="7531">
                  <c:v>20973.202637505692</c:v>
                </c:pt>
                <c:pt idx="7532">
                  <c:v>20975.988007980759</c:v>
                </c:pt>
                <c:pt idx="7533">
                  <c:v>20978.773378455826</c:v>
                </c:pt>
                <c:pt idx="7534">
                  <c:v>20981.558748930893</c:v>
                </c:pt>
                <c:pt idx="7535">
                  <c:v>20984.34411940596</c:v>
                </c:pt>
                <c:pt idx="7536">
                  <c:v>20987.129489881027</c:v>
                </c:pt>
                <c:pt idx="7537">
                  <c:v>20989.914860356093</c:v>
                </c:pt>
                <c:pt idx="7538">
                  <c:v>20992.70023083116</c:v>
                </c:pt>
                <c:pt idx="7539">
                  <c:v>20995.485601306227</c:v>
                </c:pt>
                <c:pt idx="7540">
                  <c:v>20998.270971781294</c:v>
                </c:pt>
                <c:pt idx="7541">
                  <c:v>21001.056342256361</c:v>
                </c:pt>
                <c:pt idx="7542">
                  <c:v>21003.841712731428</c:v>
                </c:pt>
                <c:pt idx="7543">
                  <c:v>21006.627083206495</c:v>
                </c:pt>
                <c:pt idx="7544">
                  <c:v>21009.412453681562</c:v>
                </c:pt>
                <c:pt idx="7545">
                  <c:v>21012.197824156628</c:v>
                </c:pt>
                <c:pt idx="7546">
                  <c:v>21014.983194631695</c:v>
                </c:pt>
                <c:pt idx="7547">
                  <c:v>21017.768565106762</c:v>
                </c:pt>
                <c:pt idx="7548">
                  <c:v>21020.553935581829</c:v>
                </c:pt>
                <c:pt idx="7549">
                  <c:v>21023.339306056896</c:v>
                </c:pt>
                <c:pt idx="7550">
                  <c:v>21026.124676531963</c:v>
                </c:pt>
                <c:pt idx="7551">
                  <c:v>21028.91004700703</c:v>
                </c:pt>
                <c:pt idx="7552">
                  <c:v>21031.695417482097</c:v>
                </c:pt>
                <c:pt idx="7553">
                  <c:v>21034.480787957164</c:v>
                </c:pt>
                <c:pt idx="7554">
                  <c:v>21037.26615843223</c:v>
                </c:pt>
                <c:pt idx="7555">
                  <c:v>21040.051528907297</c:v>
                </c:pt>
                <c:pt idx="7556">
                  <c:v>21042.836899382364</c:v>
                </c:pt>
                <c:pt idx="7557">
                  <c:v>21045.622269857431</c:v>
                </c:pt>
                <c:pt idx="7558">
                  <c:v>21048.407640332498</c:v>
                </c:pt>
                <c:pt idx="7559">
                  <c:v>21051.193010807565</c:v>
                </c:pt>
                <c:pt idx="7560">
                  <c:v>21053.978381282632</c:v>
                </c:pt>
                <c:pt idx="7561">
                  <c:v>21056.763751757699</c:v>
                </c:pt>
                <c:pt idx="7562">
                  <c:v>21059.549122232766</c:v>
                </c:pt>
                <c:pt idx="7563">
                  <c:v>21062.334492707832</c:v>
                </c:pt>
                <c:pt idx="7564">
                  <c:v>21065.119863182899</c:v>
                </c:pt>
                <c:pt idx="7565">
                  <c:v>21067.905233657966</c:v>
                </c:pt>
                <c:pt idx="7566">
                  <c:v>21070.690604133033</c:v>
                </c:pt>
                <c:pt idx="7567">
                  <c:v>21073.4759746081</c:v>
                </c:pt>
                <c:pt idx="7568">
                  <c:v>21076.261345083167</c:v>
                </c:pt>
                <c:pt idx="7569">
                  <c:v>21079.046715558234</c:v>
                </c:pt>
                <c:pt idx="7570">
                  <c:v>21081.832086033301</c:v>
                </c:pt>
                <c:pt idx="7571">
                  <c:v>21084.617456508367</c:v>
                </c:pt>
                <c:pt idx="7572">
                  <c:v>21087.402826983434</c:v>
                </c:pt>
                <c:pt idx="7573">
                  <c:v>21090.188197458501</c:v>
                </c:pt>
                <c:pt idx="7574">
                  <c:v>21092.973567933568</c:v>
                </c:pt>
                <c:pt idx="7575">
                  <c:v>21095.758938408635</c:v>
                </c:pt>
                <c:pt idx="7576">
                  <c:v>21098.544308883702</c:v>
                </c:pt>
                <c:pt idx="7577">
                  <c:v>21101.329679358769</c:v>
                </c:pt>
                <c:pt idx="7578">
                  <c:v>21104.115049833836</c:v>
                </c:pt>
                <c:pt idx="7579">
                  <c:v>21106.900420308903</c:v>
                </c:pt>
                <c:pt idx="7580">
                  <c:v>21109.685790783969</c:v>
                </c:pt>
                <c:pt idx="7581">
                  <c:v>21112.471161259036</c:v>
                </c:pt>
                <c:pt idx="7582">
                  <c:v>21115.256531734103</c:v>
                </c:pt>
                <c:pt idx="7583">
                  <c:v>21118.04190220917</c:v>
                </c:pt>
                <c:pt idx="7584">
                  <c:v>21120.827272684237</c:v>
                </c:pt>
                <c:pt idx="7585">
                  <c:v>21123.612643159304</c:v>
                </c:pt>
                <c:pt idx="7586">
                  <c:v>21126.398013634371</c:v>
                </c:pt>
                <c:pt idx="7587">
                  <c:v>21129.183384109438</c:v>
                </c:pt>
                <c:pt idx="7588">
                  <c:v>21131.968754584504</c:v>
                </c:pt>
                <c:pt idx="7589">
                  <c:v>21134.754125059571</c:v>
                </c:pt>
                <c:pt idx="7590">
                  <c:v>21137.539495534638</c:v>
                </c:pt>
                <c:pt idx="7591">
                  <c:v>21140.324866009705</c:v>
                </c:pt>
                <c:pt idx="7592">
                  <c:v>21143.110236484772</c:v>
                </c:pt>
                <c:pt idx="7593">
                  <c:v>21145.895606959839</c:v>
                </c:pt>
                <c:pt idx="7594">
                  <c:v>21148.680977434906</c:v>
                </c:pt>
                <c:pt idx="7595">
                  <c:v>21151.466347909973</c:v>
                </c:pt>
                <c:pt idx="7596">
                  <c:v>21154.25171838504</c:v>
                </c:pt>
                <c:pt idx="7597">
                  <c:v>21157.037088860106</c:v>
                </c:pt>
                <c:pt idx="7598">
                  <c:v>21159.822459335173</c:v>
                </c:pt>
                <c:pt idx="7599">
                  <c:v>21162.60782981024</c:v>
                </c:pt>
                <c:pt idx="7600">
                  <c:v>21165.393200285307</c:v>
                </c:pt>
                <c:pt idx="7601">
                  <c:v>21168.178570760374</c:v>
                </c:pt>
                <c:pt idx="7602">
                  <c:v>21170.963941235441</c:v>
                </c:pt>
                <c:pt idx="7603">
                  <c:v>21173.749311710508</c:v>
                </c:pt>
                <c:pt idx="7604">
                  <c:v>21176.534682185575</c:v>
                </c:pt>
                <c:pt idx="7605">
                  <c:v>21179.320052660642</c:v>
                </c:pt>
                <c:pt idx="7606">
                  <c:v>21182.105423135708</c:v>
                </c:pt>
                <c:pt idx="7607">
                  <c:v>21184.890793610775</c:v>
                </c:pt>
                <c:pt idx="7608">
                  <c:v>21187.676164085842</c:v>
                </c:pt>
                <c:pt idx="7609">
                  <c:v>21190.461534560909</c:v>
                </c:pt>
                <c:pt idx="7610">
                  <c:v>21193.246905035976</c:v>
                </c:pt>
                <c:pt idx="7611">
                  <c:v>21196.032275511043</c:v>
                </c:pt>
                <c:pt idx="7612">
                  <c:v>21198.81764598611</c:v>
                </c:pt>
                <c:pt idx="7613">
                  <c:v>21201.603016461177</c:v>
                </c:pt>
                <c:pt idx="7614">
                  <c:v>21204.388386936243</c:v>
                </c:pt>
                <c:pt idx="7615">
                  <c:v>21207.17375741131</c:v>
                </c:pt>
                <c:pt idx="7616">
                  <c:v>21209.959127886377</c:v>
                </c:pt>
                <c:pt idx="7617">
                  <c:v>21212.744498361444</c:v>
                </c:pt>
                <c:pt idx="7618">
                  <c:v>21215.529868836511</c:v>
                </c:pt>
                <c:pt idx="7619">
                  <c:v>21218.315239311578</c:v>
                </c:pt>
                <c:pt idx="7620">
                  <c:v>21221.100609786645</c:v>
                </c:pt>
                <c:pt idx="7621">
                  <c:v>21223.885980261712</c:v>
                </c:pt>
                <c:pt idx="7622">
                  <c:v>21226.671350736779</c:v>
                </c:pt>
                <c:pt idx="7623">
                  <c:v>21229.456721211845</c:v>
                </c:pt>
                <c:pt idx="7624">
                  <c:v>21232.242091686912</c:v>
                </c:pt>
                <c:pt idx="7625">
                  <c:v>21235.027462161979</c:v>
                </c:pt>
                <c:pt idx="7626">
                  <c:v>21237.812832637046</c:v>
                </c:pt>
                <c:pt idx="7627">
                  <c:v>21240.598203112113</c:v>
                </c:pt>
                <c:pt idx="7628">
                  <c:v>21243.38357358718</c:v>
                </c:pt>
                <c:pt idx="7629">
                  <c:v>21246.168944062247</c:v>
                </c:pt>
                <c:pt idx="7630">
                  <c:v>21248.954314537314</c:v>
                </c:pt>
                <c:pt idx="7631">
                  <c:v>21251.739685012381</c:v>
                </c:pt>
                <c:pt idx="7632">
                  <c:v>21254.525055487447</c:v>
                </c:pt>
                <c:pt idx="7633">
                  <c:v>21257.310425962514</c:v>
                </c:pt>
                <c:pt idx="7634">
                  <c:v>21260.095796437581</c:v>
                </c:pt>
                <c:pt idx="7635">
                  <c:v>21262.881166912648</c:v>
                </c:pt>
                <c:pt idx="7636">
                  <c:v>21265.666537387715</c:v>
                </c:pt>
                <c:pt idx="7637">
                  <c:v>21268.451907862782</c:v>
                </c:pt>
                <c:pt idx="7638">
                  <c:v>21271.237278337849</c:v>
                </c:pt>
                <c:pt idx="7639">
                  <c:v>21274.022648812916</c:v>
                </c:pt>
                <c:pt idx="7640">
                  <c:v>21276.808019287982</c:v>
                </c:pt>
                <c:pt idx="7641">
                  <c:v>21279.593389763049</c:v>
                </c:pt>
                <c:pt idx="7642">
                  <c:v>21282.378760238116</c:v>
                </c:pt>
                <c:pt idx="7643">
                  <c:v>21285.164130713183</c:v>
                </c:pt>
                <c:pt idx="7644">
                  <c:v>21287.94950118825</c:v>
                </c:pt>
                <c:pt idx="7645">
                  <c:v>21290.734871663317</c:v>
                </c:pt>
                <c:pt idx="7646">
                  <c:v>21293.520242138384</c:v>
                </c:pt>
                <c:pt idx="7647">
                  <c:v>21296.305612613451</c:v>
                </c:pt>
                <c:pt idx="7648">
                  <c:v>21299.090983088518</c:v>
                </c:pt>
                <c:pt idx="7649">
                  <c:v>21301.876353563584</c:v>
                </c:pt>
                <c:pt idx="7650">
                  <c:v>21304.661724038651</c:v>
                </c:pt>
                <c:pt idx="7651">
                  <c:v>21307.447094513718</c:v>
                </c:pt>
                <c:pt idx="7652">
                  <c:v>21310.232464988785</c:v>
                </c:pt>
                <c:pt idx="7653">
                  <c:v>21313.017835463852</c:v>
                </c:pt>
                <c:pt idx="7654">
                  <c:v>21315.803205938919</c:v>
                </c:pt>
                <c:pt idx="7655">
                  <c:v>21318.588576413986</c:v>
                </c:pt>
                <c:pt idx="7656">
                  <c:v>21321.373946889053</c:v>
                </c:pt>
                <c:pt idx="7657">
                  <c:v>21324.159317364119</c:v>
                </c:pt>
                <c:pt idx="7658">
                  <c:v>21326.944687839186</c:v>
                </c:pt>
                <c:pt idx="7659">
                  <c:v>21329.730058314253</c:v>
                </c:pt>
                <c:pt idx="7660">
                  <c:v>21332.51542878932</c:v>
                </c:pt>
                <c:pt idx="7661">
                  <c:v>21335.300799264387</c:v>
                </c:pt>
                <c:pt idx="7662">
                  <c:v>21338.086169739454</c:v>
                </c:pt>
                <c:pt idx="7663">
                  <c:v>21340.871540214521</c:v>
                </c:pt>
                <c:pt idx="7664">
                  <c:v>21343.656910689588</c:v>
                </c:pt>
                <c:pt idx="7665">
                  <c:v>21346.442281164655</c:v>
                </c:pt>
                <c:pt idx="7666">
                  <c:v>21349.227651639721</c:v>
                </c:pt>
                <c:pt idx="7667">
                  <c:v>21352.013022114788</c:v>
                </c:pt>
                <c:pt idx="7668">
                  <c:v>21354.798392589855</c:v>
                </c:pt>
                <c:pt idx="7669">
                  <c:v>21357.583763064922</c:v>
                </c:pt>
                <c:pt idx="7670">
                  <c:v>21360.369133539989</c:v>
                </c:pt>
                <c:pt idx="7671">
                  <c:v>21363.154504015056</c:v>
                </c:pt>
                <c:pt idx="7672">
                  <c:v>21365.939874490123</c:v>
                </c:pt>
                <c:pt idx="7673">
                  <c:v>21368.72524496519</c:v>
                </c:pt>
                <c:pt idx="7674">
                  <c:v>21371.510615440257</c:v>
                </c:pt>
                <c:pt idx="7675">
                  <c:v>21374.295985915323</c:v>
                </c:pt>
                <c:pt idx="7676">
                  <c:v>21377.08135639039</c:v>
                </c:pt>
                <c:pt idx="7677">
                  <c:v>21379.866726865457</c:v>
                </c:pt>
                <c:pt idx="7678">
                  <c:v>21382.652097340524</c:v>
                </c:pt>
                <c:pt idx="7679">
                  <c:v>21385.437467815591</c:v>
                </c:pt>
                <c:pt idx="7680">
                  <c:v>21388.222838290658</c:v>
                </c:pt>
                <c:pt idx="7681">
                  <c:v>21391.008208765725</c:v>
                </c:pt>
                <c:pt idx="7682">
                  <c:v>21393.793579240792</c:v>
                </c:pt>
                <c:pt idx="7683">
                  <c:v>21396.578949715858</c:v>
                </c:pt>
                <c:pt idx="7684">
                  <c:v>21399.364320190925</c:v>
                </c:pt>
                <c:pt idx="7685">
                  <c:v>21402.149690665992</c:v>
                </c:pt>
                <c:pt idx="7686">
                  <c:v>21404.935061141059</c:v>
                </c:pt>
                <c:pt idx="7687">
                  <c:v>21407.720431616126</c:v>
                </c:pt>
                <c:pt idx="7688">
                  <c:v>21410.505802091193</c:v>
                </c:pt>
                <c:pt idx="7689">
                  <c:v>21413.29117256626</c:v>
                </c:pt>
                <c:pt idx="7690">
                  <c:v>21416.076543041327</c:v>
                </c:pt>
                <c:pt idx="7691">
                  <c:v>21418.861913516394</c:v>
                </c:pt>
                <c:pt idx="7692">
                  <c:v>21421.64728399146</c:v>
                </c:pt>
                <c:pt idx="7693">
                  <c:v>21424.432654466527</c:v>
                </c:pt>
                <c:pt idx="7694">
                  <c:v>21427.218024941594</c:v>
                </c:pt>
                <c:pt idx="7695">
                  <c:v>21430.003395416661</c:v>
                </c:pt>
                <c:pt idx="7696">
                  <c:v>21432.788765891728</c:v>
                </c:pt>
                <c:pt idx="7697">
                  <c:v>21435.574136366795</c:v>
                </c:pt>
                <c:pt idx="7698">
                  <c:v>21438.359506841862</c:v>
                </c:pt>
                <c:pt idx="7699">
                  <c:v>21441.144877316929</c:v>
                </c:pt>
                <c:pt idx="7700">
                  <c:v>21443.930247791995</c:v>
                </c:pt>
                <c:pt idx="7701">
                  <c:v>21446.715618267062</c:v>
                </c:pt>
                <c:pt idx="7702">
                  <c:v>21449.500988742129</c:v>
                </c:pt>
                <c:pt idx="7703">
                  <c:v>21452.286359217196</c:v>
                </c:pt>
                <c:pt idx="7704">
                  <c:v>21455.071729692263</c:v>
                </c:pt>
                <c:pt idx="7705">
                  <c:v>21457.85710016733</c:v>
                </c:pt>
                <c:pt idx="7706">
                  <c:v>21460.642470642397</c:v>
                </c:pt>
                <c:pt idx="7707">
                  <c:v>21463.427841117464</c:v>
                </c:pt>
                <c:pt idx="7708">
                  <c:v>21466.213211592531</c:v>
                </c:pt>
                <c:pt idx="7709">
                  <c:v>21468.998582067597</c:v>
                </c:pt>
                <c:pt idx="7710">
                  <c:v>21471.783952542664</c:v>
                </c:pt>
                <c:pt idx="7711">
                  <c:v>21474.569323017731</c:v>
                </c:pt>
                <c:pt idx="7712">
                  <c:v>21477.354693492798</c:v>
                </c:pt>
                <c:pt idx="7713">
                  <c:v>21480.140063967865</c:v>
                </c:pt>
                <c:pt idx="7714">
                  <c:v>21482.925434442932</c:v>
                </c:pt>
                <c:pt idx="7715">
                  <c:v>21485.710804917999</c:v>
                </c:pt>
                <c:pt idx="7716">
                  <c:v>21488.496175393066</c:v>
                </c:pt>
                <c:pt idx="7717">
                  <c:v>21491.281545868133</c:v>
                </c:pt>
                <c:pt idx="7718">
                  <c:v>21494.066916343199</c:v>
                </c:pt>
                <c:pt idx="7719">
                  <c:v>21496.852286818266</c:v>
                </c:pt>
                <c:pt idx="7720">
                  <c:v>21499.637657293333</c:v>
                </c:pt>
                <c:pt idx="7721">
                  <c:v>21502.4230277684</c:v>
                </c:pt>
                <c:pt idx="7722">
                  <c:v>21505.208398243467</c:v>
                </c:pt>
                <c:pt idx="7723">
                  <c:v>21507.993768718534</c:v>
                </c:pt>
                <c:pt idx="7724">
                  <c:v>21510.779139193601</c:v>
                </c:pt>
                <c:pt idx="7725">
                  <c:v>21513.564509668668</c:v>
                </c:pt>
                <c:pt idx="7726">
                  <c:v>21516.349880143734</c:v>
                </c:pt>
                <c:pt idx="7727">
                  <c:v>21519.135250618801</c:v>
                </c:pt>
                <c:pt idx="7728">
                  <c:v>21521.920621093868</c:v>
                </c:pt>
                <c:pt idx="7729">
                  <c:v>21524.705991568935</c:v>
                </c:pt>
                <c:pt idx="7730">
                  <c:v>21527.491362044002</c:v>
                </c:pt>
                <c:pt idx="7731">
                  <c:v>21530.276732519069</c:v>
                </c:pt>
                <c:pt idx="7732">
                  <c:v>21533.062102994136</c:v>
                </c:pt>
                <c:pt idx="7733">
                  <c:v>21535.847473469203</c:v>
                </c:pt>
                <c:pt idx="7734">
                  <c:v>21538.63284394427</c:v>
                </c:pt>
                <c:pt idx="7735">
                  <c:v>21541.418214419336</c:v>
                </c:pt>
                <c:pt idx="7736">
                  <c:v>21544.203584894403</c:v>
                </c:pt>
                <c:pt idx="7737">
                  <c:v>21546.98895536947</c:v>
                </c:pt>
                <c:pt idx="7738">
                  <c:v>21549.774325844537</c:v>
                </c:pt>
                <c:pt idx="7739">
                  <c:v>21552.559696319604</c:v>
                </c:pt>
                <c:pt idx="7740">
                  <c:v>21555.345066794671</c:v>
                </c:pt>
                <c:pt idx="7741">
                  <c:v>21558.130437269738</c:v>
                </c:pt>
                <c:pt idx="7742">
                  <c:v>21560.915807744805</c:v>
                </c:pt>
                <c:pt idx="7743">
                  <c:v>21563.701178219872</c:v>
                </c:pt>
                <c:pt idx="7744">
                  <c:v>21566.486548694938</c:v>
                </c:pt>
                <c:pt idx="7745">
                  <c:v>21569.271919170005</c:v>
                </c:pt>
                <c:pt idx="7746">
                  <c:v>21572.057289645072</c:v>
                </c:pt>
                <c:pt idx="7747">
                  <c:v>21574.842660120139</c:v>
                </c:pt>
                <c:pt idx="7748">
                  <c:v>21577.628030595206</c:v>
                </c:pt>
                <c:pt idx="7749">
                  <c:v>21580.413401070273</c:v>
                </c:pt>
                <c:pt idx="7750">
                  <c:v>21583.19877154534</c:v>
                </c:pt>
                <c:pt idx="7751">
                  <c:v>21585.984142020407</c:v>
                </c:pt>
                <c:pt idx="7752">
                  <c:v>21588.769512495473</c:v>
                </c:pt>
                <c:pt idx="7753">
                  <c:v>21591.55488297054</c:v>
                </c:pt>
                <c:pt idx="7754">
                  <c:v>21594.340253445607</c:v>
                </c:pt>
                <c:pt idx="7755">
                  <c:v>21597.125623920674</c:v>
                </c:pt>
                <c:pt idx="7756">
                  <c:v>21599.910994395741</c:v>
                </c:pt>
                <c:pt idx="7757">
                  <c:v>21602.696364870808</c:v>
                </c:pt>
                <c:pt idx="7758">
                  <c:v>21605.481735345875</c:v>
                </c:pt>
                <c:pt idx="7759">
                  <c:v>21608.267105820942</c:v>
                </c:pt>
                <c:pt idx="7760">
                  <c:v>21611.052476296009</c:v>
                </c:pt>
                <c:pt idx="7761">
                  <c:v>21613.837846771075</c:v>
                </c:pt>
                <c:pt idx="7762">
                  <c:v>21616.623217246142</c:v>
                </c:pt>
                <c:pt idx="7763">
                  <c:v>21619.408587721209</c:v>
                </c:pt>
                <c:pt idx="7764">
                  <c:v>21622.193958196276</c:v>
                </c:pt>
                <c:pt idx="7765">
                  <c:v>21624.979328671343</c:v>
                </c:pt>
                <c:pt idx="7766">
                  <c:v>21627.76469914641</c:v>
                </c:pt>
                <c:pt idx="7767">
                  <c:v>21630.550069621477</c:v>
                </c:pt>
                <c:pt idx="7768">
                  <c:v>21633.335440096544</c:v>
                </c:pt>
                <c:pt idx="7769">
                  <c:v>21636.12081057161</c:v>
                </c:pt>
                <c:pt idx="7770">
                  <c:v>21638.906181046677</c:v>
                </c:pt>
                <c:pt idx="7771">
                  <c:v>21641.691551521744</c:v>
                </c:pt>
                <c:pt idx="7772">
                  <c:v>21644.476921996811</c:v>
                </c:pt>
                <c:pt idx="7773">
                  <c:v>21647.262292471878</c:v>
                </c:pt>
                <c:pt idx="7774">
                  <c:v>21650.047662946945</c:v>
                </c:pt>
                <c:pt idx="7775">
                  <c:v>21652.833033422012</c:v>
                </c:pt>
                <c:pt idx="7776">
                  <c:v>21655.618403897079</c:v>
                </c:pt>
                <c:pt idx="7777">
                  <c:v>21658.403774372146</c:v>
                </c:pt>
                <c:pt idx="7778">
                  <c:v>21661.189144847212</c:v>
                </c:pt>
                <c:pt idx="7779">
                  <c:v>21663.974515322279</c:v>
                </c:pt>
                <c:pt idx="7780">
                  <c:v>21666.759885797346</c:v>
                </c:pt>
                <c:pt idx="7781">
                  <c:v>21669.545256272413</c:v>
                </c:pt>
                <c:pt idx="7782">
                  <c:v>21672.33062674748</c:v>
                </c:pt>
                <c:pt idx="7783">
                  <c:v>21675.115997222547</c:v>
                </c:pt>
                <c:pt idx="7784">
                  <c:v>21677.901367697614</c:v>
                </c:pt>
                <c:pt idx="7785">
                  <c:v>21680.686738172681</c:v>
                </c:pt>
                <c:pt idx="7786">
                  <c:v>21683.472108647748</c:v>
                </c:pt>
                <c:pt idx="7787">
                  <c:v>21686.257479122814</c:v>
                </c:pt>
                <c:pt idx="7788">
                  <c:v>21689.042849597881</c:v>
                </c:pt>
                <c:pt idx="7789">
                  <c:v>21691.828220072948</c:v>
                </c:pt>
                <c:pt idx="7790">
                  <c:v>21694.613590548015</c:v>
                </c:pt>
                <c:pt idx="7791">
                  <c:v>21697.398961023082</c:v>
                </c:pt>
                <c:pt idx="7792">
                  <c:v>21700.184331498149</c:v>
                </c:pt>
                <c:pt idx="7793">
                  <c:v>21702.969701973216</c:v>
                </c:pt>
                <c:pt idx="7794">
                  <c:v>21705.755072448283</c:v>
                </c:pt>
                <c:pt idx="7795">
                  <c:v>21708.540442923349</c:v>
                </c:pt>
                <c:pt idx="7796">
                  <c:v>21711.325813398416</c:v>
                </c:pt>
                <c:pt idx="7797">
                  <c:v>21714.111183873483</c:v>
                </c:pt>
                <c:pt idx="7798">
                  <c:v>21716.89655434855</c:v>
                </c:pt>
                <c:pt idx="7799">
                  <c:v>21719.681924823617</c:v>
                </c:pt>
                <c:pt idx="7800">
                  <c:v>21722.467295298684</c:v>
                </c:pt>
                <c:pt idx="7801">
                  <c:v>21725.252665773751</c:v>
                </c:pt>
                <c:pt idx="7802">
                  <c:v>21728.038036248818</c:v>
                </c:pt>
                <c:pt idx="7803">
                  <c:v>21730.823406723885</c:v>
                </c:pt>
                <c:pt idx="7804">
                  <c:v>21733.608777198951</c:v>
                </c:pt>
                <c:pt idx="7805">
                  <c:v>21736.394147674018</c:v>
                </c:pt>
                <c:pt idx="7806">
                  <c:v>21739.179518149085</c:v>
                </c:pt>
                <c:pt idx="7807">
                  <c:v>21741.964888624152</c:v>
                </c:pt>
                <c:pt idx="7808">
                  <c:v>21744.750259099219</c:v>
                </c:pt>
                <c:pt idx="7809">
                  <c:v>21747.535629574286</c:v>
                </c:pt>
                <c:pt idx="7810">
                  <c:v>21750.321000049353</c:v>
                </c:pt>
                <c:pt idx="7811">
                  <c:v>21753.10637052442</c:v>
                </c:pt>
                <c:pt idx="7812">
                  <c:v>21755.891740999487</c:v>
                </c:pt>
                <c:pt idx="7813">
                  <c:v>21758.677111474553</c:v>
                </c:pt>
                <c:pt idx="7814">
                  <c:v>21761.46248194962</c:v>
                </c:pt>
                <c:pt idx="7815">
                  <c:v>21764.247852424687</c:v>
                </c:pt>
                <c:pt idx="7816">
                  <c:v>21767.033222899754</c:v>
                </c:pt>
                <c:pt idx="7817">
                  <c:v>21769.818593374821</c:v>
                </c:pt>
                <c:pt idx="7818">
                  <c:v>21772.603963849888</c:v>
                </c:pt>
                <c:pt idx="7819">
                  <c:v>21775.389334324955</c:v>
                </c:pt>
                <c:pt idx="7820">
                  <c:v>21778.174704800022</c:v>
                </c:pt>
                <c:pt idx="7821">
                  <c:v>21780.960075275088</c:v>
                </c:pt>
                <c:pt idx="7822">
                  <c:v>21783.745445750155</c:v>
                </c:pt>
                <c:pt idx="7823">
                  <c:v>21786.530816225222</c:v>
                </c:pt>
                <c:pt idx="7824">
                  <c:v>21789.316186700289</c:v>
                </c:pt>
                <c:pt idx="7825">
                  <c:v>21792.101557175356</c:v>
                </c:pt>
                <c:pt idx="7826">
                  <c:v>21794.886927650423</c:v>
                </c:pt>
                <c:pt idx="7827">
                  <c:v>21797.67229812549</c:v>
                </c:pt>
                <c:pt idx="7828">
                  <c:v>21800.457668600557</c:v>
                </c:pt>
                <c:pt idx="7829">
                  <c:v>21803.243039075624</c:v>
                </c:pt>
                <c:pt idx="7830">
                  <c:v>21806.02840955069</c:v>
                </c:pt>
                <c:pt idx="7831">
                  <c:v>21808.813780025757</c:v>
                </c:pt>
                <c:pt idx="7832">
                  <c:v>21811.599150500824</c:v>
                </c:pt>
                <c:pt idx="7833">
                  <c:v>21814.384520975891</c:v>
                </c:pt>
                <c:pt idx="7834">
                  <c:v>21817.169891450958</c:v>
                </c:pt>
                <c:pt idx="7835">
                  <c:v>21819.955261926025</c:v>
                </c:pt>
                <c:pt idx="7836">
                  <c:v>21822.740632401092</c:v>
                </c:pt>
                <c:pt idx="7837">
                  <c:v>21825.526002876159</c:v>
                </c:pt>
                <c:pt idx="7838">
                  <c:v>21828.311373351225</c:v>
                </c:pt>
                <c:pt idx="7839">
                  <c:v>21831.096743826292</c:v>
                </c:pt>
                <c:pt idx="7840">
                  <c:v>21833.882114301359</c:v>
                </c:pt>
                <c:pt idx="7841">
                  <c:v>21836.667484776426</c:v>
                </c:pt>
                <c:pt idx="7842">
                  <c:v>21839.452855251493</c:v>
                </c:pt>
                <c:pt idx="7843">
                  <c:v>21842.23822572656</c:v>
                </c:pt>
                <c:pt idx="7844">
                  <c:v>21845.023596201627</c:v>
                </c:pt>
                <c:pt idx="7845">
                  <c:v>21847.808966676694</c:v>
                </c:pt>
                <c:pt idx="7846">
                  <c:v>21850.594337151761</c:v>
                </c:pt>
                <c:pt idx="7847">
                  <c:v>21853.379707626827</c:v>
                </c:pt>
                <c:pt idx="7848">
                  <c:v>21856.165078101894</c:v>
                </c:pt>
                <c:pt idx="7849">
                  <c:v>21858.950448576961</c:v>
                </c:pt>
                <c:pt idx="7850">
                  <c:v>21861.735819052028</c:v>
                </c:pt>
                <c:pt idx="7851">
                  <c:v>21864.521189527095</c:v>
                </c:pt>
                <c:pt idx="7852">
                  <c:v>21867.306560002162</c:v>
                </c:pt>
                <c:pt idx="7853">
                  <c:v>21870.091930477229</c:v>
                </c:pt>
                <c:pt idx="7854">
                  <c:v>21872.877300952296</c:v>
                </c:pt>
                <c:pt idx="7855">
                  <c:v>21875.662671427363</c:v>
                </c:pt>
                <c:pt idx="7856">
                  <c:v>21878.448041902429</c:v>
                </c:pt>
                <c:pt idx="7857">
                  <c:v>21881.233412377496</c:v>
                </c:pt>
                <c:pt idx="7858">
                  <c:v>21884.018782852563</c:v>
                </c:pt>
                <c:pt idx="7859">
                  <c:v>21886.80415332763</c:v>
                </c:pt>
                <c:pt idx="7860">
                  <c:v>21889.589523802697</c:v>
                </c:pt>
                <c:pt idx="7861">
                  <c:v>21892.374894277764</c:v>
                </c:pt>
                <c:pt idx="7862">
                  <c:v>21895.160264752831</c:v>
                </c:pt>
                <c:pt idx="7863">
                  <c:v>21897.945635227898</c:v>
                </c:pt>
                <c:pt idx="7864">
                  <c:v>21900.731005702964</c:v>
                </c:pt>
                <c:pt idx="7865">
                  <c:v>21903.516376178031</c:v>
                </c:pt>
                <c:pt idx="7866">
                  <c:v>21906.301746653098</c:v>
                </c:pt>
                <c:pt idx="7867">
                  <c:v>21909.087117128165</c:v>
                </c:pt>
                <c:pt idx="7868">
                  <c:v>21911.872487603232</c:v>
                </c:pt>
                <c:pt idx="7869">
                  <c:v>21914.657858078299</c:v>
                </c:pt>
                <c:pt idx="7870">
                  <c:v>21917.443228553366</c:v>
                </c:pt>
                <c:pt idx="7871">
                  <c:v>21920.228599028433</c:v>
                </c:pt>
                <c:pt idx="7872">
                  <c:v>21923.0139695035</c:v>
                </c:pt>
                <c:pt idx="7873">
                  <c:v>21925.799339978566</c:v>
                </c:pt>
                <c:pt idx="7874">
                  <c:v>21928.584710453633</c:v>
                </c:pt>
                <c:pt idx="7875">
                  <c:v>21931.3700809287</c:v>
                </c:pt>
                <c:pt idx="7876">
                  <c:v>21934.155451403767</c:v>
                </c:pt>
                <c:pt idx="7877">
                  <c:v>21936.940821878834</c:v>
                </c:pt>
                <c:pt idx="7878">
                  <c:v>21939.726192353901</c:v>
                </c:pt>
                <c:pt idx="7879">
                  <c:v>21942.511562828968</c:v>
                </c:pt>
                <c:pt idx="7880">
                  <c:v>21945.296933304035</c:v>
                </c:pt>
                <c:pt idx="7881">
                  <c:v>21948.082303779101</c:v>
                </c:pt>
                <c:pt idx="7882">
                  <c:v>21950.867674254168</c:v>
                </c:pt>
                <c:pt idx="7883">
                  <c:v>21953.653044729235</c:v>
                </c:pt>
                <c:pt idx="7884">
                  <c:v>21956.438415204302</c:v>
                </c:pt>
                <c:pt idx="7885">
                  <c:v>21959.223785679369</c:v>
                </c:pt>
                <c:pt idx="7886">
                  <c:v>21962.009156154436</c:v>
                </c:pt>
                <c:pt idx="7887">
                  <c:v>21964.794526629503</c:v>
                </c:pt>
                <c:pt idx="7888">
                  <c:v>21967.57989710457</c:v>
                </c:pt>
                <c:pt idx="7889">
                  <c:v>21970.365267579637</c:v>
                </c:pt>
                <c:pt idx="7890">
                  <c:v>21973.150638054703</c:v>
                </c:pt>
                <c:pt idx="7891">
                  <c:v>21975.93600852977</c:v>
                </c:pt>
                <c:pt idx="7892">
                  <c:v>21978.721379004837</c:v>
                </c:pt>
                <c:pt idx="7893">
                  <c:v>21981.506749479904</c:v>
                </c:pt>
                <c:pt idx="7894">
                  <c:v>21984.292119954971</c:v>
                </c:pt>
                <c:pt idx="7895">
                  <c:v>21987.077490430038</c:v>
                </c:pt>
                <c:pt idx="7896">
                  <c:v>21989.862860905105</c:v>
                </c:pt>
                <c:pt idx="7897">
                  <c:v>21992.648231380172</c:v>
                </c:pt>
                <c:pt idx="7898">
                  <c:v>21995.433601855239</c:v>
                </c:pt>
                <c:pt idx="7899">
                  <c:v>21998.218972330305</c:v>
                </c:pt>
                <c:pt idx="7900">
                  <c:v>22001.004342805372</c:v>
                </c:pt>
                <c:pt idx="7901">
                  <c:v>22003.789713280439</c:v>
                </c:pt>
                <c:pt idx="7902">
                  <c:v>22006.575083755506</c:v>
                </c:pt>
                <c:pt idx="7903">
                  <c:v>22009.360454230573</c:v>
                </c:pt>
                <c:pt idx="7904">
                  <c:v>22012.14582470564</c:v>
                </c:pt>
                <c:pt idx="7905">
                  <c:v>22014.931195180707</c:v>
                </c:pt>
                <c:pt idx="7906">
                  <c:v>22017.716565655774</c:v>
                </c:pt>
                <c:pt idx="7907">
                  <c:v>22020.50193613084</c:v>
                </c:pt>
                <c:pt idx="7908">
                  <c:v>22023.287306605907</c:v>
                </c:pt>
                <c:pt idx="7909">
                  <c:v>22026.072677080974</c:v>
                </c:pt>
                <c:pt idx="7910">
                  <c:v>22028.858047556041</c:v>
                </c:pt>
                <c:pt idx="7911">
                  <c:v>22031.643418031108</c:v>
                </c:pt>
                <c:pt idx="7912">
                  <c:v>22034.428788506175</c:v>
                </c:pt>
                <c:pt idx="7913">
                  <c:v>22037.214158981242</c:v>
                </c:pt>
                <c:pt idx="7914">
                  <c:v>22039.999529456309</c:v>
                </c:pt>
                <c:pt idx="7915">
                  <c:v>22042.784899931376</c:v>
                </c:pt>
                <c:pt idx="7916">
                  <c:v>22045.570270406442</c:v>
                </c:pt>
                <c:pt idx="7917">
                  <c:v>22048.355640881509</c:v>
                </c:pt>
                <c:pt idx="7918">
                  <c:v>22051.141011356576</c:v>
                </c:pt>
                <c:pt idx="7919">
                  <c:v>22053.926381831643</c:v>
                </c:pt>
                <c:pt idx="7920">
                  <c:v>22056.71175230671</c:v>
                </c:pt>
                <c:pt idx="7921">
                  <c:v>22059.497122781777</c:v>
                </c:pt>
                <c:pt idx="7922">
                  <c:v>22062.282493256844</c:v>
                </c:pt>
                <c:pt idx="7923">
                  <c:v>22065.067863731911</c:v>
                </c:pt>
                <c:pt idx="7924">
                  <c:v>22067.853234206978</c:v>
                </c:pt>
                <c:pt idx="7925">
                  <c:v>22070.638604682044</c:v>
                </c:pt>
                <c:pt idx="7926">
                  <c:v>22073.423975157111</c:v>
                </c:pt>
                <c:pt idx="7927">
                  <c:v>22076.209345632178</c:v>
                </c:pt>
                <c:pt idx="7928">
                  <c:v>22078.994716107245</c:v>
                </c:pt>
                <c:pt idx="7929">
                  <c:v>22081.780086582312</c:v>
                </c:pt>
                <c:pt idx="7930">
                  <c:v>22084.565457057379</c:v>
                </c:pt>
                <c:pt idx="7931">
                  <c:v>22087.350827532446</c:v>
                </c:pt>
                <c:pt idx="7932">
                  <c:v>22090.136198007513</c:v>
                </c:pt>
                <c:pt idx="7933">
                  <c:v>22092.921568482579</c:v>
                </c:pt>
                <c:pt idx="7934">
                  <c:v>22095.706938957646</c:v>
                </c:pt>
                <c:pt idx="7935">
                  <c:v>22098.492309432713</c:v>
                </c:pt>
                <c:pt idx="7936">
                  <c:v>22101.27767990778</c:v>
                </c:pt>
                <c:pt idx="7937">
                  <c:v>22104.063050382847</c:v>
                </c:pt>
                <c:pt idx="7938">
                  <c:v>22106.848420857914</c:v>
                </c:pt>
                <c:pt idx="7939">
                  <c:v>22109.633791332981</c:v>
                </c:pt>
                <c:pt idx="7940">
                  <c:v>22112.419161808048</c:v>
                </c:pt>
                <c:pt idx="7941">
                  <c:v>22115.204532283115</c:v>
                </c:pt>
                <c:pt idx="7942">
                  <c:v>22117.989902758181</c:v>
                </c:pt>
                <c:pt idx="7943">
                  <c:v>22120.775273233248</c:v>
                </c:pt>
                <c:pt idx="7944">
                  <c:v>22123.560643708315</c:v>
                </c:pt>
                <c:pt idx="7945">
                  <c:v>22126.346014183382</c:v>
                </c:pt>
                <c:pt idx="7946">
                  <c:v>22129.131384658449</c:v>
                </c:pt>
                <c:pt idx="7947">
                  <c:v>22131.916755133516</c:v>
                </c:pt>
                <c:pt idx="7948">
                  <c:v>22134.702125608583</c:v>
                </c:pt>
                <c:pt idx="7949">
                  <c:v>22137.48749608365</c:v>
                </c:pt>
                <c:pt idx="7950">
                  <c:v>22140.272866558716</c:v>
                </c:pt>
                <c:pt idx="7951">
                  <c:v>22143.058237033783</c:v>
                </c:pt>
                <c:pt idx="7952">
                  <c:v>22145.84360750885</c:v>
                </c:pt>
                <c:pt idx="7953">
                  <c:v>22148.628977983917</c:v>
                </c:pt>
                <c:pt idx="7954">
                  <c:v>22151.414348458984</c:v>
                </c:pt>
                <c:pt idx="7955">
                  <c:v>22154.199718934051</c:v>
                </c:pt>
                <c:pt idx="7956">
                  <c:v>22156.985089409118</c:v>
                </c:pt>
                <c:pt idx="7957">
                  <c:v>22159.770459884185</c:v>
                </c:pt>
                <c:pt idx="7958">
                  <c:v>22162.555830359252</c:v>
                </c:pt>
                <c:pt idx="7959">
                  <c:v>22165.341200834318</c:v>
                </c:pt>
                <c:pt idx="7960">
                  <c:v>22168.126571309385</c:v>
                </c:pt>
                <c:pt idx="7961">
                  <c:v>22170.911941784452</c:v>
                </c:pt>
                <c:pt idx="7962">
                  <c:v>22173.697312259519</c:v>
                </c:pt>
                <c:pt idx="7963">
                  <c:v>22176.482682734586</c:v>
                </c:pt>
                <c:pt idx="7964">
                  <c:v>22179.268053209653</c:v>
                </c:pt>
                <c:pt idx="7965">
                  <c:v>22182.05342368472</c:v>
                </c:pt>
                <c:pt idx="7966">
                  <c:v>22184.838794159787</c:v>
                </c:pt>
                <c:pt idx="7967">
                  <c:v>22187.624164634854</c:v>
                </c:pt>
                <c:pt idx="7968">
                  <c:v>22190.40953510992</c:v>
                </c:pt>
                <c:pt idx="7969">
                  <c:v>22193.194905584987</c:v>
                </c:pt>
                <c:pt idx="7970">
                  <c:v>22195.980276060054</c:v>
                </c:pt>
                <c:pt idx="7971">
                  <c:v>22198.765646535121</c:v>
                </c:pt>
                <c:pt idx="7972">
                  <c:v>22201.551017010188</c:v>
                </c:pt>
                <c:pt idx="7973">
                  <c:v>22204.336387485255</c:v>
                </c:pt>
                <c:pt idx="7974">
                  <c:v>22207.121757960322</c:v>
                </c:pt>
                <c:pt idx="7975">
                  <c:v>22209.907128435389</c:v>
                </c:pt>
                <c:pt idx="7976">
                  <c:v>22212.692498910455</c:v>
                </c:pt>
                <c:pt idx="7977">
                  <c:v>22215.477869385522</c:v>
                </c:pt>
                <c:pt idx="7978">
                  <c:v>22218.263239860589</c:v>
                </c:pt>
                <c:pt idx="7979">
                  <c:v>22221.048610335656</c:v>
                </c:pt>
                <c:pt idx="7980">
                  <c:v>22223.833980810723</c:v>
                </c:pt>
                <c:pt idx="7981">
                  <c:v>22226.61935128579</c:v>
                </c:pt>
                <c:pt idx="7982">
                  <c:v>22229.404721760857</c:v>
                </c:pt>
                <c:pt idx="7983">
                  <c:v>22232.190092235924</c:v>
                </c:pt>
                <c:pt idx="7984">
                  <c:v>22234.975462710991</c:v>
                </c:pt>
                <c:pt idx="7985">
                  <c:v>22237.760833186057</c:v>
                </c:pt>
                <c:pt idx="7986">
                  <c:v>22240.546203661124</c:v>
                </c:pt>
                <c:pt idx="7987">
                  <c:v>22243.331574136191</c:v>
                </c:pt>
                <c:pt idx="7988">
                  <c:v>22246.116944611258</c:v>
                </c:pt>
                <c:pt idx="7989">
                  <c:v>22248.902315086325</c:v>
                </c:pt>
                <c:pt idx="7990">
                  <c:v>22251.687685561392</c:v>
                </c:pt>
                <c:pt idx="7991">
                  <c:v>22254.473056036459</c:v>
                </c:pt>
                <c:pt idx="7992">
                  <c:v>22257.258426511526</c:v>
                </c:pt>
                <c:pt idx="7993">
                  <c:v>22260.043796986592</c:v>
                </c:pt>
                <c:pt idx="7994">
                  <c:v>22262.829167461659</c:v>
                </c:pt>
                <c:pt idx="7995">
                  <c:v>22265.614537936726</c:v>
                </c:pt>
                <c:pt idx="7996">
                  <c:v>22268.399908411793</c:v>
                </c:pt>
                <c:pt idx="7997">
                  <c:v>22271.18527888686</c:v>
                </c:pt>
                <c:pt idx="7998">
                  <c:v>22273.970649361927</c:v>
                </c:pt>
                <c:pt idx="7999">
                  <c:v>22276.756019836994</c:v>
                </c:pt>
                <c:pt idx="8000">
                  <c:v>22279.541390312061</c:v>
                </c:pt>
                <c:pt idx="8001">
                  <c:v>22282.326760787128</c:v>
                </c:pt>
                <c:pt idx="8002">
                  <c:v>22285.112131262194</c:v>
                </c:pt>
                <c:pt idx="8003">
                  <c:v>22287.897501737261</c:v>
                </c:pt>
                <c:pt idx="8004">
                  <c:v>22290.682872212328</c:v>
                </c:pt>
                <c:pt idx="8005">
                  <c:v>22293.468242687395</c:v>
                </c:pt>
                <c:pt idx="8006">
                  <c:v>22296.253613162462</c:v>
                </c:pt>
                <c:pt idx="8007">
                  <c:v>22299.038983637529</c:v>
                </c:pt>
                <c:pt idx="8008">
                  <c:v>22301.824354112596</c:v>
                </c:pt>
                <c:pt idx="8009">
                  <c:v>22304.609724587663</c:v>
                </c:pt>
                <c:pt idx="8010">
                  <c:v>22307.39509506273</c:v>
                </c:pt>
                <c:pt idx="8011">
                  <c:v>22310.180465537796</c:v>
                </c:pt>
                <c:pt idx="8012">
                  <c:v>22312.965836012863</c:v>
                </c:pt>
                <c:pt idx="8013">
                  <c:v>22315.75120648793</c:v>
                </c:pt>
                <c:pt idx="8014">
                  <c:v>22318.536576962997</c:v>
                </c:pt>
                <c:pt idx="8015">
                  <c:v>22321.321947438064</c:v>
                </c:pt>
                <c:pt idx="8016">
                  <c:v>22324.107317913131</c:v>
                </c:pt>
                <c:pt idx="8017">
                  <c:v>22326.892688388198</c:v>
                </c:pt>
                <c:pt idx="8018">
                  <c:v>22329.678058863265</c:v>
                </c:pt>
                <c:pt idx="8019">
                  <c:v>22332.463429338331</c:v>
                </c:pt>
                <c:pt idx="8020">
                  <c:v>22335.248799813398</c:v>
                </c:pt>
                <c:pt idx="8021">
                  <c:v>22338.034170288465</c:v>
                </c:pt>
                <c:pt idx="8022">
                  <c:v>22340.819540763532</c:v>
                </c:pt>
                <c:pt idx="8023">
                  <c:v>22343.604911238599</c:v>
                </c:pt>
                <c:pt idx="8024">
                  <c:v>22346.390281713666</c:v>
                </c:pt>
                <c:pt idx="8025">
                  <c:v>22349.175652188733</c:v>
                </c:pt>
                <c:pt idx="8026">
                  <c:v>22351.9610226638</c:v>
                </c:pt>
                <c:pt idx="8027">
                  <c:v>22354.746393138867</c:v>
                </c:pt>
                <c:pt idx="8028">
                  <c:v>22357.531763613933</c:v>
                </c:pt>
                <c:pt idx="8029">
                  <c:v>22360.317134089</c:v>
                </c:pt>
                <c:pt idx="8030">
                  <c:v>22363.102504564067</c:v>
                </c:pt>
                <c:pt idx="8031">
                  <c:v>22365.887875039134</c:v>
                </c:pt>
                <c:pt idx="8032">
                  <c:v>22368.673245514201</c:v>
                </c:pt>
                <c:pt idx="8033">
                  <c:v>22371.458615989268</c:v>
                </c:pt>
                <c:pt idx="8034">
                  <c:v>22374.243986464335</c:v>
                </c:pt>
                <c:pt idx="8035">
                  <c:v>22377.029356939402</c:v>
                </c:pt>
                <c:pt idx="8036">
                  <c:v>22379.814727414469</c:v>
                </c:pt>
                <c:pt idx="8037">
                  <c:v>22382.600097889535</c:v>
                </c:pt>
                <c:pt idx="8038">
                  <c:v>22385.385468364602</c:v>
                </c:pt>
                <c:pt idx="8039">
                  <c:v>22388.170838839669</c:v>
                </c:pt>
                <c:pt idx="8040">
                  <c:v>22390.956209314736</c:v>
                </c:pt>
                <c:pt idx="8041">
                  <c:v>22393.741579789803</c:v>
                </c:pt>
                <c:pt idx="8042">
                  <c:v>22396.52695026487</c:v>
                </c:pt>
                <c:pt idx="8043">
                  <c:v>22399.312320739937</c:v>
                </c:pt>
                <c:pt idx="8044">
                  <c:v>22402.097691215004</c:v>
                </c:pt>
                <c:pt idx="8045">
                  <c:v>22404.88306169007</c:v>
                </c:pt>
                <c:pt idx="8046">
                  <c:v>22407.668432165137</c:v>
                </c:pt>
                <c:pt idx="8047">
                  <c:v>22410.453802640204</c:v>
                </c:pt>
                <c:pt idx="8048">
                  <c:v>22413.239173115271</c:v>
                </c:pt>
                <c:pt idx="8049">
                  <c:v>22416.024543590338</c:v>
                </c:pt>
                <c:pt idx="8050">
                  <c:v>22418.809914065405</c:v>
                </c:pt>
                <c:pt idx="8051">
                  <c:v>22421.595284540472</c:v>
                </c:pt>
                <c:pt idx="8052">
                  <c:v>22424.380655015539</c:v>
                </c:pt>
                <c:pt idx="8053">
                  <c:v>22427.166025490606</c:v>
                </c:pt>
                <c:pt idx="8054">
                  <c:v>22429.951395965672</c:v>
                </c:pt>
                <c:pt idx="8055">
                  <c:v>22432.736766440739</c:v>
                </c:pt>
                <c:pt idx="8056">
                  <c:v>22435.522136915806</c:v>
                </c:pt>
                <c:pt idx="8057">
                  <c:v>22438.307507390873</c:v>
                </c:pt>
                <c:pt idx="8058">
                  <c:v>22441.09287786594</c:v>
                </c:pt>
                <c:pt idx="8059">
                  <c:v>22443.878248341007</c:v>
                </c:pt>
                <c:pt idx="8060">
                  <c:v>22446.663618816074</c:v>
                </c:pt>
                <c:pt idx="8061">
                  <c:v>22449.448989291141</c:v>
                </c:pt>
                <c:pt idx="8062">
                  <c:v>22452.234359766207</c:v>
                </c:pt>
                <c:pt idx="8063">
                  <c:v>22455.019730241274</c:v>
                </c:pt>
                <c:pt idx="8064">
                  <c:v>22457.805100716341</c:v>
                </c:pt>
                <c:pt idx="8065">
                  <c:v>22460.590471191408</c:v>
                </c:pt>
                <c:pt idx="8066">
                  <c:v>22463.375841666475</c:v>
                </c:pt>
                <c:pt idx="8067">
                  <c:v>22466.161212141542</c:v>
                </c:pt>
                <c:pt idx="8068">
                  <c:v>22468.946582616609</c:v>
                </c:pt>
                <c:pt idx="8069">
                  <c:v>22471.731953091676</c:v>
                </c:pt>
                <c:pt idx="8070">
                  <c:v>22474.517323566743</c:v>
                </c:pt>
                <c:pt idx="8071">
                  <c:v>22477.302694041809</c:v>
                </c:pt>
                <c:pt idx="8072">
                  <c:v>22480.088064516876</c:v>
                </c:pt>
                <c:pt idx="8073">
                  <c:v>22482.873434991943</c:v>
                </c:pt>
                <c:pt idx="8074">
                  <c:v>22485.65880546701</c:v>
                </c:pt>
                <c:pt idx="8075">
                  <c:v>22488.444175942077</c:v>
                </c:pt>
                <c:pt idx="8076">
                  <c:v>22491.229546417144</c:v>
                </c:pt>
                <c:pt idx="8077">
                  <c:v>22494.014916892211</c:v>
                </c:pt>
                <c:pt idx="8078">
                  <c:v>22496.800287367278</c:v>
                </c:pt>
                <c:pt idx="8079">
                  <c:v>22499.585657842345</c:v>
                </c:pt>
                <c:pt idx="8080">
                  <c:v>22502.371028317411</c:v>
                </c:pt>
                <c:pt idx="8081">
                  <c:v>22505.156398792478</c:v>
                </c:pt>
                <c:pt idx="8082">
                  <c:v>22507.941769267545</c:v>
                </c:pt>
                <c:pt idx="8083">
                  <c:v>22510.727139742612</c:v>
                </c:pt>
                <c:pt idx="8084">
                  <c:v>22513.512510217679</c:v>
                </c:pt>
                <c:pt idx="8085">
                  <c:v>22516.297880692746</c:v>
                </c:pt>
                <c:pt idx="8086">
                  <c:v>22519.083251167813</c:v>
                </c:pt>
                <c:pt idx="8087">
                  <c:v>22521.86862164288</c:v>
                </c:pt>
                <c:pt idx="8088">
                  <c:v>22524.653992117946</c:v>
                </c:pt>
                <c:pt idx="8089">
                  <c:v>22527.439362593013</c:v>
                </c:pt>
                <c:pt idx="8090">
                  <c:v>22530.22473306808</c:v>
                </c:pt>
                <c:pt idx="8091">
                  <c:v>22533.010103543147</c:v>
                </c:pt>
                <c:pt idx="8092">
                  <c:v>22535.795474018214</c:v>
                </c:pt>
                <c:pt idx="8093">
                  <c:v>22538.580844493281</c:v>
                </c:pt>
                <c:pt idx="8094">
                  <c:v>22541.366214968348</c:v>
                </c:pt>
                <c:pt idx="8095">
                  <c:v>22544.151585443415</c:v>
                </c:pt>
                <c:pt idx="8096">
                  <c:v>22546.936955918482</c:v>
                </c:pt>
                <c:pt idx="8097">
                  <c:v>22549.722326393548</c:v>
                </c:pt>
                <c:pt idx="8098">
                  <c:v>22552.507696868615</c:v>
                </c:pt>
                <c:pt idx="8099">
                  <c:v>22555.293067343682</c:v>
                </c:pt>
                <c:pt idx="8100">
                  <c:v>22558.078437818749</c:v>
                </c:pt>
                <c:pt idx="8101">
                  <c:v>22560.863808293816</c:v>
                </c:pt>
                <c:pt idx="8102">
                  <c:v>22563.649178768883</c:v>
                </c:pt>
                <c:pt idx="8103">
                  <c:v>22566.43454924395</c:v>
                </c:pt>
                <c:pt idx="8104">
                  <c:v>22569.219919719017</c:v>
                </c:pt>
                <c:pt idx="8105">
                  <c:v>22572.005290194083</c:v>
                </c:pt>
                <c:pt idx="8106">
                  <c:v>22574.79066066915</c:v>
                </c:pt>
                <c:pt idx="8107">
                  <c:v>22577.576031144217</c:v>
                </c:pt>
                <c:pt idx="8108">
                  <c:v>22580.361401619284</c:v>
                </c:pt>
                <c:pt idx="8109">
                  <c:v>22583.146772094351</c:v>
                </c:pt>
                <c:pt idx="8110">
                  <c:v>22585.932142569418</c:v>
                </c:pt>
                <c:pt idx="8111">
                  <c:v>22588.717513044485</c:v>
                </c:pt>
                <c:pt idx="8112">
                  <c:v>22591.502883519552</c:v>
                </c:pt>
                <c:pt idx="8113">
                  <c:v>22594.288253994619</c:v>
                </c:pt>
                <c:pt idx="8114">
                  <c:v>22597.073624469685</c:v>
                </c:pt>
                <c:pt idx="8115">
                  <c:v>22599.858994944752</c:v>
                </c:pt>
                <c:pt idx="8116">
                  <c:v>22602.644365419819</c:v>
                </c:pt>
                <c:pt idx="8117">
                  <c:v>22605.429735894886</c:v>
                </c:pt>
                <c:pt idx="8118">
                  <c:v>22608.215106369953</c:v>
                </c:pt>
                <c:pt idx="8119">
                  <c:v>22611.00047684502</c:v>
                </c:pt>
                <c:pt idx="8120">
                  <c:v>22613.785847320087</c:v>
                </c:pt>
                <c:pt idx="8121">
                  <c:v>22616.571217795154</c:v>
                </c:pt>
                <c:pt idx="8122">
                  <c:v>22619.356588270221</c:v>
                </c:pt>
                <c:pt idx="8123">
                  <c:v>22622.141958745287</c:v>
                </c:pt>
                <c:pt idx="8124">
                  <c:v>22624.927329220354</c:v>
                </c:pt>
                <c:pt idx="8125">
                  <c:v>22627.712699695421</c:v>
                </c:pt>
                <c:pt idx="8126">
                  <c:v>22630.498070170488</c:v>
                </c:pt>
                <c:pt idx="8127">
                  <c:v>22633.283440645555</c:v>
                </c:pt>
                <c:pt idx="8128">
                  <c:v>22636.068811120622</c:v>
                </c:pt>
                <c:pt idx="8129">
                  <c:v>22638.854181595689</c:v>
                </c:pt>
                <c:pt idx="8130">
                  <c:v>22641.639552070756</c:v>
                </c:pt>
                <c:pt idx="8131">
                  <c:v>22644.424922545822</c:v>
                </c:pt>
                <c:pt idx="8132">
                  <c:v>22647.210293020889</c:v>
                </c:pt>
                <c:pt idx="8133">
                  <c:v>22649.995663495956</c:v>
                </c:pt>
                <c:pt idx="8134">
                  <c:v>22652.781033971023</c:v>
                </c:pt>
                <c:pt idx="8135">
                  <c:v>22655.56640444609</c:v>
                </c:pt>
                <c:pt idx="8136">
                  <c:v>22658.351774921157</c:v>
                </c:pt>
                <c:pt idx="8137">
                  <c:v>22661.137145396224</c:v>
                </c:pt>
                <c:pt idx="8138">
                  <c:v>22663.922515871291</c:v>
                </c:pt>
                <c:pt idx="8139">
                  <c:v>22666.707886346358</c:v>
                </c:pt>
                <c:pt idx="8140">
                  <c:v>22669.493256821424</c:v>
                </c:pt>
                <c:pt idx="8141">
                  <c:v>22672.278627296491</c:v>
                </c:pt>
                <c:pt idx="8142">
                  <c:v>22675.063997771558</c:v>
                </c:pt>
                <c:pt idx="8143">
                  <c:v>22677.849368246625</c:v>
                </c:pt>
                <c:pt idx="8144">
                  <c:v>22680.634738721692</c:v>
                </c:pt>
                <c:pt idx="8145">
                  <c:v>22683.420109196759</c:v>
                </c:pt>
                <c:pt idx="8146">
                  <c:v>22686.205479671826</c:v>
                </c:pt>
                <c:pt idx="8147">
                  <c:v>22688.990850146893</c:v>
                </c:pt>
                <c:pt idx="8148">
                  <c:v>22691.77622062196</c:v>
                </c:pt>
                <c:pt idx="8149">
                  <c:v>22694.561591097026</c:v>
                </c:pt>
                <c:pt idx="8150">
                  <c:v>22697.346961572093</c:v>
                </c:pt>
                <c:pt idx="8151">
                  <c:v>22700.13233204716</c:v>
                </c:pt>
                <c:pt idx="8152">
                  <c:v>22702.917702522227</c:v>
                </c:pt>
                <c:pt idx="8153">
                  <c:v>22705.703072997294</c:v>
                </c:pt>
                <c:pt idx="8154">
                  <c:v>22708.488443472361</c:v>
                </c:pt>
                <c:pt idx="8155">
                  <c:v>22711.273813947428</c:v>
                </c:pt>
                <c:pt idx="8156">
                  <c:v>22714.059184422495</c:v>
                </c:pt>
                <c:pt idx="8157">
                  <c:v>22716.844554897561</c:v>
                </c:pt>
                <c:pt idx="8158">
                  <c:v>22719.629925372628</c:v>
                </c:pt>
                <c:pt idx="8159">
                  <c:v>22722.415295847695</c:v>
                </c:pt>
                <c:pt idx="8160">
                  <c:v>22725.200666322762</c:v>
                </c:pt>
                <c:pt idx="8161">
                  <c:v>22727.986036797829</c:v>
                </c:pt>
                <c:pt idx="8162">
                  <c:v>22730.771407272896</c:v>
                </c:pt>
                <c:pt idx="8163">
                  <c:v>22733.556777747963</c:v>
                </c:pt>
                <c:pt idx="8164">
                  <c:v>22736.34214822303</c:v>
                </c:pt>
                <c:pt idx="8165">
                  <c:v>22739.127518698097</c:v>
                </c:pt>
                <c:pt idx="8166">
                  <c:v>22741.912889173163</c:v>
                </c:pt>
                <c:pt idx="8167">
                  <c:v>22744.69825964823</c:v>
                </c:pt>
                <c:pt idx="8168">
                  <c:v>22747.483630123297</c:v>
                </c:pt>
                <c:pt idx="8169">
                  <c:v>22750.269000598364</c:v>
                </c:pt>
                <c:pt idx="8170">
                  <c:v>22753.054371073431</c:v>
                </c:pt>
                <c:pt idx="8171">
                  <c:v>22755.839741548498</c:v>
                </c:pt>
                <c:pt idx="8172">
                  <c:v>22758.625112023565</c:v>
                </c:pt>
                <c:pt idx="8173">
                  <c:v>22761.410482498632</c:v>
                </c:pt>
                <c:pt idx="8174">
                  <c:v>22764.195852973698</c:v>
                </c:pt>
                <c:pt idx="8175">
                  <c:v>22766.981223448765</c:v>
                </c:pt>
                <c:pt idx="8176">
                  <c:v>22769.766593923832</c:v>
                </c:pt>
                <c:pt idx="8177">
                  <c:v>22772.551964398899</c:v>
                </c:pt>
                <c:pt idx="8178">
                  <c:v>22775.337334873966</c:v>
                </c:pt>
                <c:pt idx="8179">
                  <c:v>22778.122705349033</c:v>
                </c:pt>
                <c:pt idx="8180">
                  <c:v>22780.9080758241</c:v>
                </c:pt>
                <c:pt idx="8181">
                  <c:v>22783.693446299167</c:v>
                </c:pt>
                <c:pt idx="8182">
                  <c:v>22786.478816774234</c:v>
                </c:pt>
                <c:pt idx="8183">
                  <c:v>22789.2641872493</c:v>
                </c:pt>
                <c:pt idx="8184">
                  <c:v>22792.049557724367</c:v>
                </c:pt>
                <c:pt idx="8185">
                  <c:v>22794.834928199434</c:v>
                </c:pt>
                <c:pt idx="8186">
                  <c:v>22797.620298674501</c:v>
                </c:pt>
                <c:pt idx="8187">
                  <c:v>22800.405669149568</c:v>
                </c:pt>
                <c:pt idx="8188">
                  <c:v>22803.191039624635</c:v>
                </c:pt>
                <c:pt idx="8189">
                  <c:v>22805.976410099702</c:v>
                </c:pt>
                <c:pt idx="8190">
                  <c:v>22808.761780574769</c:v>
                </c:pt>
                <c:pt idx="8191">
                  <c:v>22811.547151049836</c:v>
                </c:pt>
                <c:pt idx="8192">
                  <c:v>22814.332521524902</c:v>
                </c:pt>
                <c:pt idx="8193">
                  <c:v>22817.117891999969</c:v>
                </c:pt>
                <c:pt idx="8194">
                  <c:v>22819.903262475036</c:v>
                </c:pt>
                <c:pt idx="8195">
                  <c:v>22822.688632950103</c:v>
                </c:pt>
                <c:pt idx="8196">
                  <c:v>22825.47400342517</c:v>
                </c:pt>
                <c:pt idx="8197">
                  <c:v>22828.259373900237</c:v>
                </c:pt>
                <c:pt idx="8198">
                  <c:v>22831.044744375304</c:v>
                </c:pt>
                <c:pt idx="8199">
                  <c:v>22833.830114850371</c:v>
                </c:pt>
                <c:pt idx="8200">
                  <c:v>22836.615485325437</c:v>
                </c:pt>
                <c:pt idx="8201">
                  <c:v>22839.400855800504</c:v>
                </c:pt>
                <c:pt idx="8202">
                  <c:v>22842.186226275571</c:v>
                </c:pt>
                <c:pt idx="8203">
                  <c:v>22844.971596750638</c:v>
                </c:pt>
                <c:pt idx="8204">
                  <c:v>22847.756967225705</c:v>
                </c:pt>
                <c:pt idx="8205">
                  <c:v>22850.542337700772</c:v>
                </c:pt>
                <c:pt idx="8206">
                  <c:v>22853.327708175839</c:v>
                </c:pt>
                <c:pt idx="8207">
                  <c:v>22856.113078650906</c:v>
                </c:pt>
                <c:pt idx="8208">
                  <c:v>22858.898449125973</c:v>
                </c:pt>
                <c:pt idx="8209">
                  <c:v>22861.683819601039</c:v>
                </c:pt>
                <c:pt idx="8210">
                  <c:v>22864.469190076106</c:v>
                </c:pt>
                <c:pt idx="8211">
                  <c:v>22867.254560551173</c:v>
                </c:pt>
                <c:pt idx="8212">
                  <c:v>22870.03993102624</c:v>
                </c:pt>
                <c:pt idx="8213">
                  <c:v>22872.825301501307</c:v>
                </c:pt>
                <c:pt idx="8214">
                  <c:v>22875.610671976374</c:v>
                </c:pt>
                <c:pt idx="8215">
                  <c:v>22878.396042451441</c:v>
                </c:pt>
                <c:pt idx="8216">
                  <c:v>22881.181412926508</c:v>
                </c:pt>
                <c:pt idx="8217">
                  <c:v>22883.966783401575</c:v>
                </c:pt>
                <c:pt idx="8218">
                  <c:v>22886.752153876641</c:v>
                </c:pt>
                <c:pt idx="8219">
                  <c:v>22889.537524351708</c:v>
                </c:pt>
                <c:pt idx="8220">
                  <c:v>22892.322894826775</c:v>
                </c:pt>
                <c:pt idx="8221">
                  <c:v>22895.108265301842</c:v>
                </c:pt>
                <c:pt idx="8222">
                  <c:v>22897.893635776909</c:v>
                </c:pt>
                <c:pt idx="8223">
                  <c:v>22900.679006251976</c:v>
                </c:pt>
                <c:pt idx="8224">
                  <c:v>22903.464376727043</c:v>
                </c:pt>
                <c:pt idx="8225">
                  <c:v>22906.24974720211</c:v>
                </c:pt>
                <c:pt idx="8226">
                  <c:v>22909.035117677176</c:v>
                </c:pt>
                <c:pt idx="8227">
                  <c:v>22911.820488152243</c:v>
                </c:pt>
                <c:pt idx="8228">
                  <c:v>22914.60585862731</c:v>
                </c:pt>
                <c:pt idx="8229">
                  <c:v>22917.391229102377</c:v>
                </c:pt>
                <c:pt idx="8230">
                  <c:v>22920.176599577444</c:v>
                </c:pt>
                <c:pt idx="8231">
                  <c:v>22922.961970052511</c:v>
                </c:pt>
                <c:pt idx="8232">
                  <c:v>22925.747340527578</c:v>
                </c:pt>
                <c:pt idx="8233">
                  <c:v>22928.532711002645</c:v>
                </c:pt>
                <c:pt idx="8234">
                  <c:v>22931.318081477712</c:v>
                </c:pt>
                <c:pt idx="8235">
                  <c:v>22934.103451952778</c:v>
                </c:pt>
                <c:pt idx="8236">
                  <c:v>22936.888822427845</c:v>
                </c:pt>
                <c:pt idx="8237">
                  <c:v>22939.674192902912</c:v>
                </c:pt>
                <c:pt idx="8238">
                  <c:v>22942.459563377979</c:v>
                </c:pt>
                <c:pt idx="8239">
                  <c:v>22945.244933853046</c:v>
                </c:pt>
                <c:pt idx="8240">
                  <c:v>22948.030304328113</c:v>
                </c:pt>
                <c:pt idx="8241">
                  <c:v>22950.81567480318</c:v>
                </c:pt>
                <c:pt idx="8242">
                  <c:v>22953.601045278247</c:v>
                </c:pt>
                <c:pt idx="8243">
                  <c:v>22956.386415753313</c:v>
                </c:pt>
                <c:pt idx="8244">
                  <c:v>22959.17178622838</c:v>
                </c:pt>
                <c:pt idx="8245">
                  <c:v>22961.957156703447</c:v>
                </c:pt>
                <c:pt idx="8246">
                  <c:v>22964.742527178514</c:v>
                </c:pt>
                <c:pt idx="8247">
                  <c:v>22967.527897653581</c:v>
                </c:pt>
                <c:pt idx="8248">
                  <c:v>22970.313268128648</c:v>
                </c:pt>
                <c:pt idx="8249">
                  <c:v>22973.098638603715</c:v>
                </c:pt>
                <c:pt idx="8250">
                  <c:v>22975.884009078782</c:v>
                </c:pt>
                <c:pt idx="8251">
                  <c:v>22978.669379553849</c:v>
                </c:pt>
                <c:pt idx="8252">
                  <c:v>22981.454750028915</c:v>
                </c:pt>
                <c:pt idx="8253">
                  <c:v>22984.240120503982</c:v>
                </c:pt>
                <c:pt idx="8254">
                  <c:v>22987.025490979049</c:v>
                </c:pt>
                <c:pt idx="8255">
                  <c:v>22989.810861454116</c:v>
                </c:pt>
                <c:pt idx="8256">
                  <c:v>22992.596231929183</c:v>
                </c:pt>
                <c:pt idx="8257">
                  <c:v>22995.38160240425</c:v>
                </c:pt>
                <c:pt idx="8258">
                  <c:v>22998.166972879317</c:v>
                </c:pt>
                <c:pt idx="8259">
                  <c:v>23000.952343354384</c:v>
                </c:pt>
                <c:pt idx="8260">
                  <c:v>23003.737713829451</c:v>
                </c:pt>
                <c:pt idx="8261">
                  <c:v>23006.523084304517</c:v>
                </c:pt>
                <c:pt idx="8262">
                  <c:v>23009.308454779584</c:v>
                </c:pt>
                <c:pt idx="8263">
                  <c:v>23012.093825254651</c:v>
                </c:pt>
                <c:pt idx="8264">
                  <c:v>23014.879195729718</c:v>
                </c:pt>
                <c:pt idx="8265">
                  <c:v>23017.664566204785</c:v>
                </c:pt>
                <c:pt idx="8266">
                  <c:v>23020.449936679852</c:v>
                </c:pt>
                <c:pt idx="8267">
                  <c:v>23023.235307154919</c:v>
                </c:pt>
                <c:pt idx="8268">
                  <c:v>23026.020677629986</c:v>
                </c:pt>
                <c:pt idx="8269">
                  <c:v>23028.806048105052</c:v>
                </c:pt>
                <c:pt idx="8270">
                  <c:v>23031.591418580119</c:v>
                </c:pt>
                <c:pt idx="8271">
                  <c:v>23034.376789055186</c:v>
                </c:pt>
                <c:pt idx="8272">
                  <c:v>23037.162159530253</c:v>
                </c:pt>
                <c:pt idx="8273">
                  <c:v>23039.94753000532</c:v>
                </c:pt>
                <c:pt idx="8274">
                  <c:v>23042.732900480387</c:v>
                </c:pt>
                <c:pt idx="8275">
                  <c:v>23045.518270955454</c:v>
                </c:pt>
                <c:pt idx="8276">
                  <c:v>23048.303641430521</c:v>
                </c:pt>
                <c:pt idx="8277">
                  <c:v>23051.089011905588</c:v>
                </c:pt>
                <c:pt idx="8278">
                  <c:v>23053.874382380654</c:v>
                </c:pt>
                <c:pt idx="8279">
                  <c:v>23056.659752855721</c:v>
                </c:pt>
                <c:pt idx="8280">
                  <c:v>23059.445123330788</c:v>
                </c:pt>
                <c:pt idx="8281">
                  <c:v>23062.230493805855</c:v>
                </c:pt>
                <c:pt idx="8282">
                  <c:v>23065.015864280922</c:v>
                </c:pt>
                <c:pt idx="8283">
                  <c:v>23067.801234755989</c:v>
                </c:pt>
                <c:pt idx="8284">
                  <c:v>23070.586605231056</c:v>
                </c:pt>
                <c:pt idx="8285">
                  <c:v>23073.371975706123</c:v>
                </c:pt>
                <c:pt idx="8286">
                  <c:v>23076.157346181189</c:v>
                </c:pt>
                <c:pt idx="8287">
                  <c:v>23078.942716656256</c:v>
                </c:pt>
                <c:pt idx="8288">
                  <c:v>23081.728087131323</c:v>
                </c:pt>
                <c:pt idx="8289">
                  <c:v>23084.51345760639</c:v>
                </c:pt>
                <c:pt idx="8290">
                  <c:v>23087.298828081457</c:v>
                </c:pt>
                <c:pt idx="8291">
                  <c:v>23090.084198556524</c:v>
                </c:pt>
                <c:pt idx="8292">
                  <c:v>23092.869569031591</c:v>
                </c:pt>
                <c:pt idx="8293">
                  <c:v>23095.654939506658</c:v>
                </c:pt>
                <c:pt idx="8294">
                  <c:v>23098.440309981725</c:v>
                </c:pt>
                <c:pt idx="8295">
                  <c:v>23101.225680456791</c:v>
                </c:pt>
                <c:pt idx="8296">
                  <c:v>23104.011050931858</c:v>
                </c:pt>
                <c:pt idx="8297">
                  <c:v>23106.796421406925</c:v>
                </c:pt>
                <c:pt idx="8298">
                  <c:v>23109.581791881992</c:v>
                </c:pt>
                <c:pt idx="8299">
                  <c:v>23112.367162357059</c:v>
                </c:pt>
                <c:pt idx="8300">
                  <c:v>23115.152532832126</c:v>
                </c:pt>
                <c:pt idx="8301">
                  <c:v>23117.937903307193</c:v>
                </c:pt>
                <c:pt idx="8302">
                  <c:v>23120.72327378226</c:v>
                </c:pt>
                <c:pt idx="8303">
                  <c:v>23123.508644257327</c:v>
                </c:pt>
                <c:pt idx="8304">
                  <c:v>23126.294014732393</c:v>
                </c:pt>
                <c:pt idx="8305">
                  <c:v>23129.07938520746</c:v>
                </c:pt>
                <c:pt idx="8306">
                  <c:v>23131.864755682527</c:v>
                </c:pt>
                <c:pt idx="8307">
                  <c:v>23134.650126157594</c:v>
                </c:pt>
                <c:pt idx="8308">
                  <c:v>23137.435496632661</c:v>
                </c:pt>
                <c:pt idx="8309">
                  <c:v>23140.220867107728</c:v>
                </c:pt>
                <c:pt idx="8310">
                  <c:v>23143.006237582795</c:v>
                </c:pt>
                <c:pt idx="8311">
                  <c:v>23145.791608057862</c:v>
                </c:pt>
                <c:pt idx="8312">
                  <c:v>23148.576978532928</c:v>
                </c:pt>
                <c:pt idx="8313">
                  <c:v>23151.362349007995</c:v>
                </c:pt>
                <c:pt idx="8314">
                  <c:v>23154.147719483062</c:v>
                </c:pt>
                <c:pt idx="8315">
                  <c:v>23156.933089958129</c:v>
                </c:pt>
                <c:pt idx="8316">
                  <c:v>23159.718460433196</c:v>
                </c:pt>
                <c:pt idx="8317">
                  <c:v>23162.503830908263</c:v>
                </c:pt>
                <c:pt idx="8318">
                  <c:v>23165.28920138333</c:v>
                </c:pt>
                <c:pt idx="8319">
                  <c:v>23168.074571858397</c:v>
                </c:pt>
                <c:pt idx="8320">
                  <c:v>23170.859942333464</c:v>
                </c:pt>
                <c:pt idx="8321">
                  <c:v>23173.64531280853</c:v>
                </c:pt>
                <c:pt idx="8322">
                  <c:v>23176.430683283597</c:v>
                </c:pt>
                <c:pt idx="8323">
                  <c:v>23179.216053758664</c:v>
                </c:pt>
                <c:pt idx="8324">
                  <c:v>23182.001424233731</c:v>
                </c:pt>
                <c:pt idx="8325">
                  <c:v>23184.786794708798</c:v>
                </c:pt>
                <c:pt idx="8326">
                  <c:v>23187.572165183865</c:v>
                </c:pt>
                <c:pt idx="8327">
                  <c:v>23190.357535658932</c:v>
                </c:pt>
                <c:pt idx="8328">
                  <c:v>23193.142906133999</c:v>
                </c:pt>
                <c:pt idx="8329">
                  <c:v>23195.928276609066</c:v>
                </c:pt>
                <c:pt idx="8330">
                  <c:v>23198.713647084132</c:v>
                </c:pt>
                <c:pt idx="8331">
                  <c:v>23201.499017559199</c:v>
                </c:pt>
                <c:pt idx="8332">
                  <c:v>23204.284388034266</c:v>
                </c:pt>
                <c:pt idx="8333">
                  <c:v>23207.069758509333</c:v>
                </c:pt>
                <c:pt idx="8334">
                  <c:v>23209.8551289844</c:v>
                </c:pt>
                <c:pt idx="8335">
                  <c:v>23212.640499459467</c:v>
                </c:pt>
                <c:pt idx="8336">
                  <c:v>23215.425869934534</c:v>
                </c:pt>
                <c:pt idx="8337">
                  <c:v>23218.211240409601</c:v>
                </c:pt>
                <c:pt idx="8338">
                  <c:v>23220.996610884667</c:v>
                </c:pt>
                <c:pt idx="8339">
                  <c:v>23223.781981359734</c:v>
                </c:pt>
                <c:pt idx="8340">
                  <c:v>23226.567351834801</c:v>
                </c:pt>
                <c:pt idx="8341">
                  <c:v>23229.352722309868</c:v>
                </c:pt>
                <c:pt idx="8342">
                  <c:v>23232.138092784935</c:v>
                </c:pt>
                <c:pt idx="8343">
                  <c:v>23234.923463260002</c:v>
                </c:pt>
                <c:pt idx="8344">
                  <c:v>23237.708833735069</c:v>
                </c:pt>
                <c:pt idx="8345">
                  <c:v>23240.494204210136</c:v>
                </c:pt>
                <c:pt idx="8346">
                  <c:v>23243.279574685203</c:v>
                </c:pt>
                <c:pt idx="8347">
                  <c:v>23246.064945160269</c:v>
                </c:pt>
                <c:pt idx="8348">
                  <c:v>23248.850315635336</c:v>
                </c:pt>
                <c:pt idx="8349">
                  <c:v>23251.635686110403</c:v>
                </c:pt>
                <c:pt idx="8350">
                  <c:v>23254.42105658547</c:v>
                </c:pt>
                <c:pt idx="8351">
                  <c:v>23257.206427060537</c:v>
                </c:pt>
                <c:pt idx="8352">
                  <c:v>23259.991797535604</c:v>
                </c:pt>
                <c:pt idx="8353">
                  <c:v>23262.777168010671</c:v>
                </c:pt>
                <c:pt idx="8354">
                  <c:v>23265.562538485738</c:v>
                </c:pt>
                <c:pt idx="8355">
                  <c:v>23268.347908960804</c:v>
                </c:pt>
                <c:pt idx="8356">
                  <c:v>23271.133279435871</c:v>
                </c:pt>
                <c:pt idx="8357">
                  <c:v>23273.918649910938</c:v>
                </c:pt>
                <c:pt idx="8358">
                  <c:v>23276.704020386005</c:v>
                </c:pt>
                <c:pt idx="8359">
                  <c:v>23279.489390861072</c:v>
                </c:pt>
                <c:pt idx="8360">
                  <c:v>23282.274761336139</c:v>
                </c:pt>
                <c:pt idx="8361">
                  <c:v>23285.060131811206</c:v>
                </c:pt>
                <c:pt idx="8362">
                  <c:v>23287.845502286273</c:v>
                </c:pt>
                <c:pt idx="8363">
                  <c:v>23290.63087276134</c:v>
                </c:pt>
                <c:pt idx="8364">
                  <c:v>23293.416243236406</c:v>
                </c:pt>
                <c:pt idx="8365">
                  <c:v>23296.201613711473</c:v>
                </c:pt>
                <c:pt idx="8366">
                  <c:v>23298.98698418654</c:v>
                </c:pt>
                <c:pt idx="8367">
                  <c:v>23301.772354661607</c:v>
                </c:pt>
                <c:pt idx="8368">
                  <c:v>23304.557725136674</c:v>
                </c:pt>
                <c:pt idx="8369">
                  <c:v>23307.343095611741</c:v>
                </c:pt>
                <c:pt idx="8370">
                  <c:v>23310.128466086808</c:v>
                </c:pt>
                <c:pt idx="8371">
                  <c:v>23312.913836561875</c:v>
                </c:pt>
                <c:pt idx="8372">
                  <c:v>23315.699207036942</c:v>
                </c:pt>
                <c:pt idx="8373">
                  <c:v>23318.484577512008</c:v>
                </c:pt>
                <c:pt idx="8374">
                  <c:v>23321.269947987075</c:v>
                </c:pt>
                <c:pt idx="8375">
                  <c:v>23324.055318462142</c:v>
                </c:pt>
                <c:pt idx="8376">
                  <c:v>23326.840688937209</c:v>
                </c:pt>
                <c:pt idx="8377">
                  <c:v>23329.626059412276</c:v>
                </c:pt>
                <c:pt idx="8378">
                  <c:v>23332.411429887343</c:v>
                </c:pt>
                <c:pt idx="8379">
                  <c:v>23335.19680036241</c:v>
                </c:pt>
                <c:pt idx="8380">
                  <c:v>23337.982170837477</c:v>
                </c:pt>
                <c:pt idx="8381">
                  <c:v>23340.767541312543</c:v>
                </c:pt>
                <c:pt idx="8382">
                  <c:v>23343.55291178761</c:v>
                </c:pt>
                <c:pt idx="8383">
                  <c:v>23346.338282262677</c:v>
                </c:pt>
                <c:pt idx="8384">
                  <c:v>23349.123652737744</c:v>
                </c:pt>
                <c:pt idx="8385">
                  <c:v>23351.909023212811</c:v>
                </c:pt>
                <c:pt idx="8386">
                  <c:v>23354.694393687878</c:v>
                </c:pt>
                <c:pt idx="8387">
                  <c:v>23357.479764162945</c:v>
                </c:pt>
                <c:pt idx="8388">
                  <c:v>23360.265134638012</c:v>
                </c:pt>
                <c:pt idx="8389">
                  <c:v>23363.050505113079</c:v>
                </c:pt>
                <c:pt idx="8390">
                  <c:v>23365.835875588145</c:v>
                </c:pt>
                <c:pt idx="8391">
                  <c:v>23368.621246063212</c:v>
                </c:pt>
                <c:pt idx="8392">
                  <c:v>23371.406616538279</c:v>
                </c:pt>
                <c:pt idx="8393">
                  <c:v>23374.191987013346</c:v>
                </c:pt>
                <c:pt idx="8394">
                  <c:v>23376.977357488413</c:v>
                </c:pt>
                <c:pt idx="8395">
                  <c:v>23379.76272796348</c:v>
                </c:pt>
                <c:pt idx="8396">
                  <c:v>23382.548098438547</c:v>
                </c:pt>
                <c:pt idx="8397">
                  <c:v>23385.333468913614</c:v>
                </c:pt>
                <c:pt idx="8398">
                  <c:v>23388.11883938868</c:v>
                </c:pt>
                <c:pt idx="8399">
                  <c:v>23390.904209863747</c:v>
                </c:pt>
                <c:pt idx="8400">
                  <c:v>23393.689580338814</c:v>
                </c:pt>
                <c:pt idx="8401">
                  <c:v>23396.474950813881</c:v>
                </c:pt>
                <c:pt idx="8402">
                  <c:v>23399.260321288948</c:v>
                </c:pt>
                <c:pt idx="8403">
                  <c:v>23402.045691764015</c:v>
                </c:pt>
                <c:pt idx="8404">
                  <c:v>23404.831062239082</c:v>
                </c:pt>
                <c:pt idx="8405">
                  <c:v>23407.616432714149</c:v>
                </c:pt>
                <c:pt idx="8406">
                  <c:v>23410.401803189216</c:v>
                </c:pt>
                <c:pt idx="8407">
                  <c:v>23413.187173664282</c:v>
                </c:pt>
                <c:pt idx="8408">
                  <c:v>23415.972544139349</c:v>
                </c:pt>
                <c:pt idx="8409">
                  <c:v>23418.757914614416</c:v>
                </c:pt>
                <c:pt idx="8410">
                  <c:v>23421.543285089483</c:v>
                </c:pt>
                <c:pt idx="8411">
                  <c:v>23424.32865556455</c:v>
                </c:pt>
                <c:pt idx="8412">
                  <c:v>23427.114026039617</c:v>
                </c:pt>
                <c:pt idx="8413">
                  <c:v>23429.899396514684</c:v>
                </c:pt>
                <c:pt idx="8414">
                  <c:v>23432.684766989751</c:v>
                </c:pt>
                <c:pt idx="8415">
                  <c:v>23435.470137464818</c:v>
                </c:pt>
                <c:pt idx="8416">
                  <c:v>23438.255507939884</c:v>
                </c:pt>
                <c:pt idx="8417">
                  <c:v>23441.040878414951</c:v>
                </c:pt>
                <c:pt idx="8418">
                  <c:v>23443.826248890018</c:v>
                </c:pt>
                <c:pt idx="8419">
                  <c:v>23446.611619365085</c:v>
                </c:pt>
                <c:pt idx="8420">
                  <c:v>23449.396989840152</c:v>
                </c:pt>
                <c:pt idx="8421">
                  <c:v>23452.182360315219</c:v>
                </c:pt>
                <c:pt idx="8422">
                  <c:v>23454.967730790286</c:v>
                </c:pt>
                <c:pt idx="8423">
                  <c:v>23457.753101265353</c:v>
                </c:pt>
                <c:pt idx="8424">
                  <c:v>23460.538471740419</c:v>
                </c:pt>
                <c:pt idx="8425">
                  <c:v>23463.323842215486</c:v>
                </c:pt>
                <c:pt idx="8426">
                  <c:v>23466.109212690553</c:v>
                </c:pt>
                <c:pt idx="8427">
                  <c:v>23468.89458316562</c:v>
                </c:pt>
                <c:pt idx="8428">
                  <c:v>23471.679953640687</c:v>
                </c:pt>
                <c:pt idx="8429">
                  <c:v>23474.465324115754</c:v>
                </c:pt>
                <c:pt idx="8430">
                  <c:v>23477.250694590821</c:v>
                </c:pt>
                <c:pt idx="8431">
                  <c:v>23480.036065065888</c:v>
                </c:pt>
                <c:pt idx="8432">
                  <c:v>23482.821435540955</c:v>
                </c:pt>
                <c:pt idx="8433">
                  <c:v>23485.606806016021</c:v>
                </c:pt>
                <c:pt idx="8434">
                  <c:v>23488.392176491088</c:v>
                </c:pt>
                <c:pt idx="8435">
                  <c:v>23491.177546966155</c:v>
                </c:pt>
                <c:pt idx="8436">
                  <c:v>23493.962917441222</c:v>
                </c:pt>
                <c:pt idx="8437">
                  <c:v>23496.748287916289</c:v>
                </c:pt>
                <c:pt idx="8438">
                  <c:v>23499.533658391356</c:v>
                </c:pt>
                <c:pt idx="8439">
                  <c:v>23502.319028866423</c:v>
                </c:pt>
                <c:pt idx="8440">
                  <c:v>23505.10439934149</c:v>
                </c:pt>
                <c:pt idx="8441">
                  <c:v>23507.889769816557</c:v>
                </c:pt>
                <c:pt idx="8442">
                  <c:v>23510.675140291623</c:v>
                </c:pt>
                <c:pt idx="8443">
                  <c:v>23513.46051076669</c:v>
                </c:pt>
                <c:pt idx="8444">
                  <c:v>23516.245881241757</c:v>
                </c:pt>
                <c:pt idx="8445">
                  <c:v>23519.031251716824</c:v>
                </c:pt>
                <c:pt idx="8446">
                  <c:v>23521.816622191891</c:v>
                </c:pt>
                <c:pt idx="8447">
                  <c:v>23524.601992666958</c:v>
                </c:pt>
                <c:pt idx="8448">
                  <c:v>23527.387363142025</c:v>
                </c:pt>
                <c:pt idx="8449">
                  <c:v>23530.172733617092</c:v>
                </c:pt>
                <c:pt idx="8450">
                  <c:v>23532.958104092158</c:v>
                </c:pt>
                <c:pt idx="8451">
                  <c:v>23535.743474567225</c:v>
                </c:pt>
                <c:pt idx="8452">
                  <c:v>23538.528845042292</c:v>
                </c:pt>
                <c:pt idx="8453">
                  <c:v>23541.314215517359</c:v>
                </c:pt>
                <c:pt idx="8454">
                  <c:v>23544.099585992426</c:v>
                </c:pt>
                <c:pt idx="8455">
                  <c:v>23546.884956467493</c:v>
                </c:pt>
                <c:pt idx="8456">
                  <c:v>23549.67032694256</c:v>
                </c:pt>
                <c:pt idx="8457">
                  <c:v>23552.455697417627</c:v>
                </c:pt>
                <c:pt idx="8458">
                  <c:v>23555.241067892694</c:v>
                </c:pt>
                <c:pt idx="8459">
                  <c:v>23558.02643836776</c:v>
                </c:pt>
                <c:pt idx="8460">
                  <c:v>23560.811808842827</c:v>
                </c:pt>
                <c:pt idx="8461">
                  <c:v>23563.597179317894</c:v>
                </c:pt>
                <c:pt idx="8462">
                  <c:v>23566.382549792961</c:v>
                </c:pt>
                <c:pt idx="8463">
                  <c:v>23569.167920268028</c:v>
                </c:pt>
                <c:pt idx="8464">
                  <c:v>23571.953290743095</c:v>
                </c:pt>
                <c:pt idx="8465">
                  <c:v>23574.738661218162</c:v>
                </c:pt>
                <c:pt idx="8466">
                  <c:v>23577.524031693229</c:v>
                </c:pt>
                <c:pt idx="8467">
                  <c:v>23580.309402168295</c:v>
                </c:pt>
                <c:pt idx="8468">
                  <c:v>23583.094772643362</c:v>
                </c:pt>
                <c:pt idx="8469">
                  <c:v>23585.880143118429</c:v>
                </c:pt>
                <c:pt idx="8470">
                  <c:v>23588.665513593496</c:v>
                </c:pt>
                <c:pt idx="8471">
                  <c:v>23591.450884068563</c:v>
                </c:pt>
                <c:pt idx="8472">
                  <c:v>23594.23625454363</c:v>
                </c:pt>
                <c:pt idx="8473">
                  <c:v>23597.021625018697</c:v>
                </c:pt>
                <c:pt idx="8474">
                  <c:v>23599.806995493764</c:v>
                </c:pt>
                <c:pt idx="8475">
                  <c:v>23602.592365968831</c:v>
                </c:pt>
                <c:pt idx="8476">
                  <c:v>23605.377736443897</c:v>
                </c:pt>
                <c:pt idx="8477">
                  <c:v>23608.163106918964</c:v>
                </c:pt>
                <c:pt idx="8478">
                  <c:v>23610.948477394031</c:v>
                </c:pt>
                <c:pt idx="8479">
                  <c:v>23613.733847869098</c:v>
                </c:pt>
                <c:pt idx="8480">
                  <c:v>23616.519218344165</c:v>
                </c:pt>
                <c:pt idx="8481">
                  <c:v>23619.304588819232</c:v>
                </c:pt>
                <c:pt idx="8482">
                  <c:v>23622.089959294299</c:v>
                </c:pt>
                <c:pt idx="8483">
                  <c:v>23624.875329769366</c:v>
                </c:pt>
                <c:pt idx="8484">
                  <c:v>23627.660700244433</c:v>
                </c:pt>
                <c:pt idx="8485">
                  <c:v>23630.446070719499</c:v>
                </c:pt>
                <c:pt idx="8486">
                  <c:v>23633.231441194566</c:v>
                </c:pt>
                <c:pt idx="8487">
                  <c:v>23636.016811669633</c:v>
                </c:pt>
                <c:pt idx="8488">
                  <c:v>23638.8021821447</c:v>
                </c:pt>
                <c:pt idx="8489">
                  <c:v>23641.587552619767</c:v>
                </c:pt>
                <c:pt idx="8490">
                  <c:v>23644.372923094834</c:v>
                </c:pt>
                <c:pt idx="8491">
                  <c:v>23647.158293569901</c:v>
                </c:pt>
                <c:pt idx="8492">
                  <c:v>23649.943664044968</c:v>
                </c:pt>
                <c:pt idx="8493">
                  <c:v>23652.729034520034</c:v>
                </c:pt>
                <c:pt idx="8494">
                  <c:v>23655.514404995101</c:v>
                </c:pt>
                <c:pt idx="8495">
                  <c:v>23658.299775470168</c:v>
                </c:pt>
                <c:pt idx="8496">
                  <c:v>23661.085145945235</c:v>
                </c:pt>
                <c:pt idx="8497">
                  <c:v>23663.870516420302</c:v>
                </c:pt>
                <c:pt idx="8498">
                  <c:v>23666.655886895369</c:v>
                </c:pt>
                <c:pt idx="8499">
                  <c:v>23669.441257370436</c:v>
                </c:pt>
                <c:pt idx="8500">
                  <c:v>23672.226627845503</c:v>
                </c:pt>
                <c:pt idx="8501">
                  <c:v>23675.01199832057</c:v>
                </c:pt>
                <c:pt idx="8502">
                  <c:v>23677.797368795636</c:v>
                </c:pt>
                <c:pt idx="8503">
                  <c:v>23680.582739270703</c:v>
                </c:pt>
                <c:pt idx="8504">
                  <c:v>23683.36810974577</c:v>
                </c:pt>
                <c:pt idx="8505">
                  <c:v>23686.153480220837</c:v>
                </c:pt>
                <c:pt idx="8506">
                  <c:v>23688.938850695904</c:v>
                </c:pt>
                <c:pt idx="8507">
                  <c:v>23691.724221170971</c:v>
                </c:pt>
                <c:pt idx="8508">
                  <c:v>23694.509591646038</c:v>
                </c:pt>
                <c:pt idx="8509">
                  <c:v>23697.294962121105</c:v>
                </c:pt>
                <c:pt idx="8510">
                  <c:v>23700.080332596172</c:v>
                </c:pt>
                <c:pt idx="8511">
                  <c:v>23702.865703071238</c:v>
                </c:pt>
                <c:pt idx="8512">
                  <c:v>23705.651073546305</c:v>
                </c:pt>
                <c:pt idx="8513">
                  <c:v>23708.436444021372</c:v>
                </c:pt>
                <c:pt idx="8514">
                  <c:v>23711.221814496439</c:v>
                </c:pt>
                <c:pt idx="8515">
                  <c:v>23714.007184971506</c:v>
                </c:pt>
                <c:pt idx="8516">
                  <c:v>23716.792555446573</c:v>
                </c:pt>
                <c:pt idx="8517">
                  <c:v>23719.57792592164</c:v>
                </c:pt>
                <c:pt idx="8518">
                  <c:v>23722.363296396707</c:v>
                </c:pt>
                <c:pt idx="8519">
                  <c:v>23725.148666871773</c:v>
                </c:pt>
                <c:pt idx="8520">
                  <c:v>23727.93403734684</c:v>
                </c:pt>
                <c:pt idx="8521">
                  <c:v>23730.719407821907</c:v>
                </c:pt>
                <c:pt idx="8522">
                  <c:v>23733.504778296974</c:v>
                </c:pt>
                <c:pt idx="8523">
                  <c:v>23736.290148772041</c:v>
                </c:pt>
                <c:pt idx="8524">
                  <c:v>23739.075519247108</c:v>
                </c:pt>
                <c:pt idx="8525">
                  <c:v>23741.860889722175</c:v>
                </c:pt>
                <c:pt idx="8526">
                  <c:v>23744.646260197242</c:v>
                </c:pt>
                <c:pt idx="8527">
                  <c:v>23747.431630672309</c:v>
                </c:pt>
                <c:pt idx="8528">
                  <c:v>23750.217001147375</c:v>
                </c:pt>
                <c:pt idx="8529">
                  <c:v>23753.002371622442</c:v>
                </c:pt>
                <c:pt idx="8530">
                  <c:v>23755.787742097509</c:v>
                </c:pt>
                <c:pt idx="8531">
                  <c:v>23758.573112572576</c:v>
                </c:pt>
                <c:pt idx="8532">
                  <c:v>23761.358483047643</c:v>
                </c:pt>
                <c:pt idx="8533">
                  <c:v>23764.14385352271</c:v>
                </c:pt>
                <c:pt idx="8534">
                  <c:v>23766.929223997777</c:v>
                </c:pt>
                <c:pt idx="8535">
                  <c:v>23769.714594472844</c:v>
                </c:pt>
                <c:pt idx="8536">
                  <c:v>23772.49996494791</c:v>
                </c:pt>
                <c:pt idx="8537">
                  <c:v>23775.285335422977</c:v>
                </c:pt>
                <c:pt idx="8538">
                  <c:v>23778.070705898044</c:v>
                </c:pt>
                <c:pt idx="8539">
                  <c:v>23780.856076373111</c:v>
                </c:pt>
                <c:pt idx="8540">
                  <c:v>23783.641446848178</c:v>
                </c:pt>
                <c:pt idx="8541">
                  <c:v>23786.426817323245</c:v>
                </c:pt>
                <c:pt idx="8542">
                  <c:v>23789.212187798312</c:v>
                </c:pt>
                <c:pt idx="8543">
                  <c:v>23791.997558273379</c:v>
                </c:pt>
                <c:pt idx="8544">
                  <c:v>23794.782928748446</c:v>
                </c:pt>
                <c:pt idx="8545">
                  <c:v>23797.568299223512</c:v>
                </c:pt>
                <c:pt idx="8546">
                  <c:v>23800.353669698579</c:v>
                </c:pt>
                <c:pt idx="8547">
                  <c:v>23803.139040173646</c:v>
                </c:pt>
                <c:pt idx="8548">
                  <c:v>23805.924410648713</c:v>
                </c:pt>
                <c:pt idx="8549">
                  <c:v>23808.70978112378</c:v>
                </c:pt>
                <c:pt idx="8550">
                  <c:v>23811.495151598847</c:v>
                </c:pt>
                <c:pt idx="8551">
                  <c:v>23814.280522073914</c:v>
                </c:pt>
                <c:pt idx="8552">
                  <c:v>23817.065892548981</c:v>
                </c:pt>
                <c:pt idx="8553">
                  <c:v>23819.851263024048</c:v>
                </c:pt>
                <c:pt idx="8554">
                  <c:v>23822.636633499114</c:v>
                </c:pt>
                <c:pt idx="8555">
                  <c:v>23825.422003974181</c:v>
                </c:pt>
                <c:pt idx="8556">
                  <c:v>23828.207374449248</c:v>
                </c:pt>
                <c:pt idx="8557">
                  <c:v>23830.992744924315</c:v>
                </c:pt>
                <c:pt idx="8558">
                  <c:v>23833.778115399382</c:v>
                </c:pt>
                <c:pt idx="8559">
                  <c:v>23836.563485874449</c:v>
                </c:pt>
                <c:pt idx="8560">
                  <c:v>23839.348856349516</c:v>
                </c:pt>
                <c:pt idx="8561">
                  <c:v>23842.134226824583</c:v>
                </c:pt>
                <c:pt idx="8562">
                  <c:v>23844.919597299649</c:v>
                </c:pt>
                <c:pt idx="8563">
                  <c:v>23847.704967774716</c:v>
                </c:pt>
                <c:pt idx="8564">
                  <c:v>23850.490338249783</c:v>
                </c:pt>
                <c:pt idx="8565">
                  <c:v>23853.27570872485</c:v>
                </c:pt>
                <c:pt idx="8566">
                  <c:v>23856.061079199917</c:v>
                </c:pt>
                <c:pt idx="8567">
                  <c:v>23858.846449674984</c:v>
                </c:pt>
                <c:pt idx="8568">
                  <c:v>23861.631820150051</c:v>
                </c:pt>
                <c:pt idx="8569">
                  <c:v>23864.417190625118</c:v>
                </c:pt>
                <c:pt idx="8570">
                  <c:v>23867.202561100185</c:v>
                </c:pt>
                <c:pt idx="8571">
                  <c:v>23869.987931575251</c:v>
                </c:pt>
                <c:pt idx="8572">
                  <c:v>23872.773302050318</c:v>
                </c:pt>
                <c:pt idx="8573">
                  <c:v>23875.558672525385</c:v>
                </c:pt>
                <c:pt idx="8574">
                  <c:v>23878.344043000452</c:v>
                </c:pt>
                <c:pt idx="8575">
                  <c:v>23881.129413475519</c:v>
                </c:pt>
                <c:pt idx="8576">
                  <c:v>23883.914783950586</c:v>
                </c:pt>
                <c:pt idx="8577">
                  <c:v>23886.700154425653</c:v>
                </c:pt>
                <c:pt idx="8578">
                  <c:v>23889.48552490072</c:v>
                </c:pt>
                <c:pt idx="8579">
                  <c:v>23892.270895375786</c:v>
                </c:pt>
                <c:pt idx="8580">
                  <c:v>23895.056265850853</c:v>
                </c:pt>
                <c:pt idx="8581">
                  <c:v>23897.84163632592</c:v>
                </c:pt>
                <c:pt idx="8582">
                  <c:v>23900.627006800987</c:v>
                </c:pt>
                <c:pt idx="8583">
                  <c:v>23903.412377276054</c:v>
                </c:pt>
                <c:pt idx="8584">
                  <c:v>23906.197747751121</c:v>
                </c:pt>
                <c:pt idx="8585">
                  <c:v>23908.983118226188</c:v>
                </c:pt>
                <c:pt idx="8586">
                  <c:v>23911.768488701255</c:v>
                </c:pt>
                <c:pt idx="8587">
                  <c:v>23914.553859176322</c:v>
                </c:pt>
                <c:pt idx="8588">
                  <c:v>23917.339229651388</c:v>
                </c:pt>
                <c:pt idx="8589">
                  <c:v>23920.124600126455</c:v>
                </c:pt>
                <c:pt idx="8590">
                  <c:v>23922.909970601522</c:v>
                </c:pt>
                <c:pt idx="8591">
                  <c:v>23925.695341076589</c:v>
                </c:pt>
                <c:pt idx="8592">
                  <c:v>23928.480711551656</c:v>
                </c:pt>
                <c:pt idx="8593">
                  <c:v>23931.266082026723</c:v>
                </c:pt>
                <c:pt idx="8594">
                  <c:v>23934.05145250179</c:v>
                </c:pt>
                <c:pt idx="8595">
                  <c:v>23936.836822976857</c:v>
                </c:pt>
                <c:pt idx="8596">
                  <c:v>23939.622193451924</c:v>
                </c:pt>
                <c:pt idx="8597">
                  <c:v>23942.40756392699</c:v>
                </c:pt>
                <c:pt idx="8598">
                  <c:v>23945.192934402057</c:v>
                </c:pt>
                <c:pt idx="8599">
                  <c:v>23947.978304877124</c:v>
                </c:pt>
                <c:pt idx="8600">
                  <c:v>23950.763675352191</c:v>
                </c:pt>
                <c:pt idx="8601">
                  <c:v>23953.549045827258</c:v>
                </c:pt>
                <c:pt idx="8602">
                  <c:v>23956.334416302325</c:v>
                </c:pt>
                <c:pt idx="8603">
                  <c:v>23959.119786777392</c:v>
                </c:pt>
                <c:pt idx="8604">
                  <c:v>23961.905157252459</c:v>
                </c:pt>
                <c:pt idx="8605">
                  <c:v>23964.690527727525</c:v>
                </c:pt>
                <c:pt idx="8606">
                  <c:v>23967.475898202592</c:v>
                </c:pt>
                <c:pt idx="8607">
                  <c:v>23970.261268677659</c:v>
                </c:pt>
                <c:pt idx="8608">
                  <c:v>23973.046639152726</c:v>
                </c:pt>
                <c:pt idx="8609">
                  <c:v>23975.832009627793</c:v>
                </c:pt>
                <c:pt idx="8610">
                  <c:v>23978.61738010286</c:v>
                </c:pt>
                <c:pt idx="8611">
                  <c:v>23981.402750577927</c:v>
                </c:pt>
                <c:pt idx="8612">
                  <c:v>23984.188121052994</c:v>
                </c:pt>
                <c:pt idx="8613">
                  <c:v>23986.973491528061</c:v>
                </c:pt>
                <c:pt idx="8614">
                  <c:v>23989.758862003127</c:v>
                </c:pt>
                <c:pt idx="8615">
                  <c:v>23992.544232478194</c:v>
                </c:pt>
                <c:pt idx="8616">
                  <c:v>23995.329602953261</c:v>
                </c:pt>
                <c:pt idx="8617">
                  <c:v>23998.114973428328</c:v>
                </c:pt>
                <c:pt idx="8618">
                  <c:v>24000.900343903395</c:v>
                </c:pt>
                <c:pt idx="8619">
                  <c:v>24003.685714378462</c:v>
                </c:pt>
                <c:pt idx="8620">
                  <c:v>24006.471084853529</c:v>
                </c:pt>
                <c:pt idx="8621">
                  <c:v>24009.256455328596</c:v>
                </c:pt>
                <c:pt idx="8622">
                  <c:v>24012.041825803663</c:v>
                </c:pt>
                <c:pt idx="8623">
                  <c:v>24014.827196278729</c:v>
                </c:pt>
                <c:pt idx="8624">
                  <c:v>24017.612566753796</c:v>
                </c:pt>
                <c:pt idx="8625">
                  <c:v>24020.397937228863</c:v>
                </c:pt>
                <c:pt idx="8626">
                  <c:v>24023.18330770393</c:v>
                </c:pt>
                <c:pt idx="8627">
                  <c:v>24025.968678178997</c:v>
                </c:pt>
                <c:pt idx="8628">
                  <c:v>24028.754048654064</c:v>
                </c:pt>
                <c:pt idx="8629">
                  <c:v>24031.539419129131</c:v>
                </c:pt>
                <c:pt idx="8630">
                  <c:v>24034.324789604198</c:v>
                </c:pt>
                <c:pt idx="8631">
                  <c:v>24037.110160079264</c:v>
                </c:pt>
                <c:pt idx="8632">
                  <c:v>24039.895530554331</c:v>
                </c:pt>
                <c:pt idx="8633">
                  <c:v>24042.680901029398</c:v>
                </c:pt>
                <c:pt idx="8634">
                  <c:v>24045.466271504465</c:v>
                </c:pt>
                <c:pt idx="8635">
                  <c:v>24048.251641979532</c:v>
                </c:pt>
                <c:pt idx="8636">
                  <c:v>24051.037012454599</c:v>
                </c:pt>
                <c:pt idx="8637">
                  <c:v>24053.822382929666</c:v>
                </c:pt>
                <c:pt idx="8638">
                  <c:v>24056.607753404733</c:v>
                </c:pt>
                <c:pt idx="8639">
                  <c:v>24059.3931238798</c:v>
                </c:pt>
                <c:pt idx="8640">
                  <c:v>24062.178494354866</c:v>
                </c:pt>
                <c:pt idx="8641">
                  <c:v>24064.963864829933</c:v>
                </c:pt>
                <c:pt idx="8642">
                  <c:v>24067.749235305</c:v>
                </c:pt>
                <c:pt idx="8643">
                  <c:v>24070.534605780067</c:v>
                </c:pt>
                <c:pt idx="8644">
                  <c:v>24073.319976255134</c:v>
                </c:pt>
                <c:pt idx="8645">
                  <c:v>24076.105346730201</c:v>
                </c:pt>
                <c:pt idx="8646">
                  <c:v>24078.890717205268</c:v>
                </c:pt>
                <c:pt idx="8647">
                  <c:v>24081.676087680335</c:v>
                </c:pt>
                <c:pt idx="8648">
                  <c:v>24084.461458155401</c:v>
                </c:pt>
                <c:pt idx="8649">
                  <c:v>24087.246828630468</c:v>
                </c:pt>
                <c:pt idx="8650">
                  <c:v>24090.032199105535</c:v>
                </c:pt>
                <c:pt idx="8651">
                  <c:v>24092.817569580602</c:v>
                </c:pt>
                <c:pt idx="8652">
                  <c:v>24095.602940055669</c:v>
                </c:pt>
                <c:pt idx="8653">
                  <c:v>24098.388310530736</c:v>
                </c:pt>
                <c:pt idx="8654">
                  <c:v>24101.173681005803</c:v>
                </c:pt>
                <c:pt idx="8655">
                  <c:v>24103.95905148087</c:v>
                </c:pt>
                <c:pt idx="8656">
                  <c:v>24106.744421955937</c:v>
                </c:pt>
                <c:pt idx="8657">
                  <c:v>24109.529792431003</c:v>
                </c:pt>
                <c:pt idx="8658">
                  <c:v>24112.31516290607</c:v>
                </c:pt>
                <c:pt idx="8659">
                  <c:v>24115.100533381137</c:v>
                </c:pt>
                <c:pt idx="8660">
                  <c:v>24117.885903856204</c:v>
                </c:pt>
                <c:pt idx="8661">
                  <c:v>24120.671274331271</c:v>
                </c:pt>
                <c:pt idx="8662">
                  <c:v>24123.456644806338</c:v>
                </c:pt>
                <c:pt idx="8663">
                  <c:v>24126.242015281405</c:v>
                </c:pt>
                <c:pt idx="8664">
                  <c:v>24129.027385756472</c:v>
                </c:pt>
                <c:pt idx="8665">
                  <c:v>24131.812756231539</c:v>
                </c:pt>
                <c:pt idx="8666">
                  <c:v>24134.598126706605</c:v>
                </c:pt>
                <c:pt idx="8667">
                  <c:v>24137.383497181672</c:v>
                </c:pt>
                <c:pt idx="8668">
                  <c:v>24140.168867656739</c:v>
                </c:pt>
                <c:pt idx="8669">
                  <c:v>24142.954238131806</c:v>
                </c:pt>
                <c:pt idx="8670">
                  <c:v>24145.739608606873</c:v>
                </c:pt>
                <c:pt idx="8671">
                  <c:v>24148.52497908194</c:v>
                </c:pt>
                <c:pt idx="8672">
                  <c:v>24151.310349557007</c:v>
                </c:pt>
                <c:pt idx="8673">
                  <c:v>24154.095720032074</c:v>
                </c:pt>
                <c:pt idx="8674">
                  <c:v>24156.88109050714</c:v>
                </c:pt>
                <c:pt idx="8675">
                  <c:v>24159.666460982207</c:v>
                </c:pt>
                <c:pt idx="8676">
                  <c:v>24162.451831457274</c:v>
                </c:pt>
                <c:pt idx="8677">
                  <c:v>24165.237201932341</c:v>
                </c:pt>
                <c:pt idx="8678">
                  <c:v>24168.022572407408</c:v>
                </c:pt>
                <c:pt idx="8679">
                  <c:v>24170.807942882475</c:v>
                </c:pt>
                <c:pt idx="8680">
                  <c:v>24173.593313357542</c:v>
                </c:pt>
                <c:pt idx="8681">
                  <c:v>24176.378683832609</c:v>
                </c:pt>
                <c:pt idx="8682">
                  <c:v>24179.164054307676</c:v>
                </c:pt>
                <c:pt idx="8683">
                  <c:v>24181.949424782742</c:v>
                </c:pt>
                <c:pt idx="8684">
                  <c:v>24184.734795257809</c:v>
                </c:pt>
                <c:pt idx="8685">
                  <c:v>24187.520165732876</c:v>
                </c:pt>
                <c:pt idx="8686">
                  <c:v>24190.305536207943</c:v>
                </c:pt>
                <c:pt idx="8687">
                  <c:v>24193.09090668301</c:v>
                </c:pt>
                <c:pt idx="8688">
                  <c:v>24195.876277158077</c:v>
                </c:pt>
                <c:pt idx="8689">
                  <c:v>24198.661647633144</c:v>
                </c:pt>
                <c:pt idx="8690">
                  <c:v>24201.447018108211</c:v>
                </c:pt>
                <c:pt idx="8691">
                  <c:v>24204.232388583277</c:v>
                </c:pt>
                <c:pt idx="8692">
                  <c:v>24207.017759058344</c:v>
                </c:pt>
                <c:pt idx="8693">
                  <c:v>24209.803129533411</c:v>
                </c:pt>
                <c:pt idx="8694">
                  <c:v>24212.588500008478</c:v>
                </c:pt>
                <c:pt idx="8695">
                  <c:v>24215.373870483545</c:v>
                </c:pt>
                <c:pt idx="8696">
                  <c:v>24218.159240958612</c:v>
                </c:pt>
                <c:pt idx="8697">
                  <c:v>24220.944611433679</c:v>
                </c:pt>
                <c:pt idx="8698">
                  <c:v>24223.729981908746</c:v>
                </c:pt>
                <c:pt idx="8699">
                  <c:v>24226.515352383813</c:v>
                </c:pt>
                <c:pt idx="8700">
                  <c:v>24229.300722858879</c:v>
                </c:pt>
                <c:pt idx="8701">
                  <c:v>24232.086093333946</c:v>
                </c:pt>
                <c:pt idx="8702">
                  <c:v>24234.871463809013</c:v>
                </c:pt>
                <c:pt idx="8703">
                  <c:v>24237.65683428408</c:v>
                </c:pt>
                <c:pt idx="8704">
                  <c:v>24240.442204759147</c:v>
                </c:pt>
                <c:pt idx="8705">
                  <c:v>24243.227575234214</c:v>
                </c:pt>
                <c:pt idx="8706">
                  <c:v>24246.012945709281</c:v>
                </c:pt>
                <c:pt idx="8707">
                  <c:v>24248.798316184348</c:v>
                </c:pt>
                <c:pt idx="8708">
                  <c:v>24251.583686659415</c:v>
                </c:pt>
                <c:pt idx="8709">
                  <c:v>24254.369057134481</c:v>
                </c:pt>
                <c:pt idx="8710">
                  <c:v>24257.154427609548</c:v>
                </c:pt>
                <c:pt idx="8711">
                  <c:v>24259.939798084615</c:v>
                </c:pt>
                <c:pt idx="8712">
                  <c:v>24262.725168559682</c:v>
                </c:pt>
                <c:pt idx="8713">
                  <c:v>24265.510539034749</c:v>
                </c:pt>
                <c:pt idx="8714">
                  <c:v>24268.295909509816</c:v>
                </c:pt>
                <c:pt idx="8715">
                  <c:v>24271.081279984883</c:v>
                </c:pt>
                <c:pt idx="8716">
                  <c:v>24273.86665045995</c:v>
                </c:pt>
                <c:pt idx="8717">
                  <c:v>24276.652020935016</c:v>
                </c:pt>
                <c:pt idx="8718">
                  <c:v>24279.437391410083</c:v>
                </c:pt>
                <c:pt idx="8719">
                  <c:v>24282.22276188515</c:v>
                </c:pt>
                <c:pt idx="8720">
                  <c:v>24285.008132360217</c:v>
                </c:pt>
                <c:pt idx="8721">
                  <c:v>24287.793502835284</c:v>
                </c:pt>
                <c:pt idx="8722">
                  <c:v>24290.578873310351</c:v>
                </c:pt>
                <c:pt idx="8723">
                  <c:v>24293.364243785418</c:v>
                </c:pt>
                <c:pt idx="8724">
                  <c:v>24296.149614260485</c:v>
                </c:pt>
                <c:pt idx="8725">
                  <c:v>24298.934984735552</c:v>
                </c:pt>
                <c:pt idx="8726">
                  <c:v>24301.720355210618</c:v>
                </c:pt>
                <c:pt idx="8727">
                  <c:v>24304.505725685685</c:v>
                </c:pt>
                <c:pt idx="8728">
                  <c:v>24307.291096160752</c:v>
                </c:pt>
                <c:pt idx="8729">
                  <c:v>24310.076466635819</c:v>
                </c:pt>
                <c:pt idx="8730">
                  <c:v>24312.861837110886</c:v>
                </c:pt>
                <c:pt idx="8731">
                  <c:v>24315.647207585953</c:v>
                </c:pt>
                <c:pt idx="8732">
                  <c:v>24318.43257806102</c:v>
                </c:pt>
                <c:pt idx="8733">
                  <c:v>24321.217948536087</c:v>
                </c:pt>
                <c:pt idx="8734">
                  <c:v>24324.003319011154</c:v>
                </c:pt>
                <c:pt idx="8735">
                  <c:v>24326.78868948622</c:v>
                </c:pt>
                <c:pt idx="8736">
                  <c:v>24329.574059961287</c:v>
                </c:pt>
                <c:pt idx="8737">
                  <c:v>24332.359430436354</c:v>
                </c:pt>
                <c:pt idx="8738">
                  <c:v>24335.144800911421</c:v>
                </c:pt>
                <c:pt idx="8739">
                  <c:v>24337.930171386488</c:v>
                </c:pt>
                <c:pt idx="8740">
                  <c:v>24340.715541861555</c:v>
                </c:pt>
                <c:pt idx="8741">
                  <c:v>24343.500912336622</c:v>
                </c:pt>
                <c:pt idx="8742">
                  <c:v>24346.286282811689</c:v>
                </c:pt>
                <c:pt idx="8743">
                  <c:v>24349.071653286755</c:v>
                </c:pt>
                <c:pt idx="8744">
                  <c:v>24351.857023761822</c:v>
                </c:pt>
                <c:pt idx="8745">
                  <c:v>24354.642394236889</c:v>
                </c:pt>
                <c:pt idx="8746">
                  <c:v>24357.427764711956</c:v>
                </c:pt>
                <c:pt idx="8747">
                  <c:v>24360.213135187023</c:v>
                </c:pt>
                <c:pt idx="8748">
                  <c:v>24362.99850566209</c:v>
                </c:pt>
                <c:pt idx="8749">
                  <c:v>24365.783876137157</c:v>
                </c:pt>
                <c:pt idx="8750">
                  <c:v>24368.569246612224</c:v>
                </c:pt>
                <c:pt idx="8751">
                  <c:v>24371.354617087291</c:v>
                </c:pt>
                <c:pt idx="8752">
                  <c:v>24374.139987562357</c:v>
                </c:pt>
                <c:pt idx="8753">
                  <c:v>24376.925358037424</c:v>
                </c:pt>
                <c:pt idx="8754">
                  <c:v>24379.710728512491</c:v>
                </c:pt>
                <c:pt idx="8755">
                  <c:v>24382.496098987558</c:v>
                </c:pt>
                <c:pt idx="8756">
                  <c:v>24385.281469462625</c:v>
                </c:pt>
                <c:pt idx="8757">
                  <c:v>24388.066839937692</c:v>
                </c:pt>
                <c:pt idx="8758">
                  <c:v>24390.852210412759</c:v>
                </c:pt>
                <c:pt idx="8759">
                  <c:v>24393.637580887826</c:v>
                </c:pt>
                <c:pt idx="8760">
                  <c:v>24396.422951362892</c:v>
                </c:pt>
                <c:pt idx="8761">
                  <c:v>24399.208321837959</c:v>
                </c:pt>
                <c:pt idx="8762">
                  <c:v>24401.993692313026</c:v>
                </c:pt>
                <c:pt idx="8763">
                  <c:v>24404.779062788093</c:v>
                </c:pt>
                <c:pt idx="8764">
                  <c:v>24407.56443326316</c:v>
                </c:pt>
                <c:pt idx="8765">
                  <c:v>24410.349803738227</c:v>
                </c:pt>
                <c:pt idx="8766">
                  <c:v>24413.135174213294</c:v>
                </c:pt>
                <c:pt idx="8767">
                  <c:v>24415.920544688361</c:v>
                </c:pt>
                <c:pt idx="8768">
                  <c:v>24418.705915163428</c:v>
                </c:pt>
                <c:pt idx="8769">
                  <c:v>24421.491285638494</c:v>
                </c:pt>
                <c:pt idx="8770">
                  <c:v>24424.276656113561</c:v>
                </c:pt>
                <c:pt idx="8771">
                  <c:v>24427.062026588628</c:v>
                </c:pt>
                <c:pt idx="8772">
                  <c:v>24429.847397063695</c:v>
                </c:pt>
                <c:pt idx="8773">
                  <c:v>24432.632767538762</c:v>
                </c:pt>
                <c:pt idx="8774">
                  <c:v>24435.418138013829</c:v>
                </c:pt>
                <c:pt idx="8775">
                  <c:v>24438.203508488896</c:v>
                </c:pt>
                <c:pt idx="8776">
                  <c:v>24440.988878963963</c:v>
                </c:pt>
                <c:pt idx="8777">
                  <c:v>24443.77424943903</c:v>
                </c:pt>
                <c:pt idx="8778">
                  <c:v>24446.559619914096</c:v>
                </c:pt>
                <c:pt idx="8779">
                  <c:v>24449.344990389163</c:v>
                </c:pt>
                <c:pt idx="8780">
                  <c:v>24452.13036086423</c:v>
                </c:pt>
                <c:pt idx="8781">
                  <c:v>24454.915731339297</c:v>
                </c:pt>
                <c:pt idx="8782">
                  <c:v>24457.701101814364</c:v>
                </c:pt>
                <c:pt idx="8783">
                  <c:v>24460.486472289431</c:v>
                </c:pt>
                <c:pt idx="8784">
                  <c:v>24463.271842764498</c:v>
                </c:pt>
                <c:pt idx="8785">
                  <c:v>24466.057213239565</c:v>
                </c:pt>
                <c:pt idx="8786">
                  <c:v>24468.842583714631</c:v>
                </c:pt>
                <c:pt idx="8787">
                  <c:v>24471.627954189698</c:v>
                </c:pt>
                <c:pt idx="8788">
                  <c:v>24474.413324664765</c:v>
                </c:pt>
                <c:pt idx="8789">
                  <c:v>24477.198695139832</c:v>
                </c:pt>
                <c:pt idx="8790">
                  <c:v>24479.984065614899</c:v>
                </c:pt>
                <c:pt idx="8791">
                  <c:v>24482.769436089966</c:v>
                </c:pt>
                <c:pt idx="8792">
                  <c:v>24485.554806565033</c:v>
                </c:pt>
                <c:pt idx="8793">
                  <c:v>24488.3401770401</c:v>
                </c:pt>
                <c:pt idx="8794">
                  <c:v>24491.125547515167</c:v>
                </c:pt>
                <c:pt idx="8795">
                  <c:v>24493.910917990233</c:v>
                </c:pt>
                <c:pt idx="8796">
                  <c:v>24496.6962884653</c:v>
                </c:pt>
                <c:pt idx="8797">
                  <c:v>24499.481658940367</c:v>
                </c:pt>
                <c:pt idx="8798">
                  <c:v>24502.267029415434</c:v>
                </c:pt>
                <c:pt idx="8799">
                  <c:v>24505.052399890501</c:v>
                </c:pt>
                <c:pt idx="8800">
                  <c:v>24507.837770365568</c:v>
                </c:pt>
                <c:pt idx="8801">
                  <c:v>24510.623140840635</c:v>
                </c:pt>
                <c:pt idx="8802">
                  <c:v>24513.408511315702</c:v>
                </c:pt>
                <c:pt idx="8803">
                  <c:v>24516.193881790769</c:v>
                </c:pt>
                <c:pt idx="8804">
                  <c:v>24518.979252265835</c:v>
                </c:pt>
                <c:pt idx="8805">
                  <c:v>24521.764622740902</c:v>
                </c:pt>
                <c:pt idx="8806">
                  <c:v>24524.549993215969</c:v>
                </c:pt>
                <c:pt idx="8807">
                  <c:v>24527.335363691036</c:v>
                </c:pt>
                <c:pt idx="8808">
                  <c:v>24530.120734166103</c:v>
                </c:pt>
                <c:pt idx="8809">
                  <c:v>24532.90610464117</c:v>
                </c:pt>
                <c:pt idx="8810">
                  <c:v>24535.691475116237</c:v>
                </c:pt>
                <c:pt idx="8811">
                  <c:v>24538.476845591304</c:v>
                </c:pt>
                <c:pt idx="8812">
                  <c:v>24541.26221606637</c:v>
                </c:pt>
                <c:pt idx="8813">
                  <c:v>24544.047586541437</c:v>
                </c:pt>
                <c:pt idx="8814">
                  <c:v>24546.832957016504</c:v>
                </c:pt>
                <c:pt idx="8815">
                  <c:v>24549.618327491571</c:v>
                </c:pt>
                <c:pt idx="8816">
                  <c:v>24552.403697966638</c:v>
                </c:pt>
                <c:pt idx="8817">
                  <c:v>24555.189068441705</c:v>
                </c:pt>
                <c:pt idx="8818">
                  <c:v>24557.974438916772</c:v>
                </c:pt>
                <c:pt idx="8819">
                  <c:v>24560.759809391839</c:v>
                </c:pt>
                <c:pt idx="8820">
                  <c:v>24563.545179866906</c:v>
                </c:pt>
                <c:pt idx="8821">
                  <c:v>24566.330550341972</c:v>
                </c:pt>
                <c:pt idx="8822">
                  <c:v>24569.115920817039</c:v>
                </c:pt>
                <c:pt idx="8823">
                  <c:v>24571.901291292106</c:v>
                </c:pt>
                <c:pt idx="8824">
                  <c:v>24574.686661767173</c:v>
                </c:pt>
                <c:pt idx="8825">
                  <c:v>24577.47203224224</c:v>
                </c:pt>
                <c:pt idx="8826">
                  <c:v>24580.257402717307</c:v>
                </c:pt>
                <c:pt idx="8827">
                  <c:v>24583.042773192374</c:v>
                </c:pt>
                <c:pt idx="8828">
                  <c:v>24585.828143667441</c:v>
                </c:pt>
                <c:pt idx="8829">
                  <c:v>24588.613514142507</c:v>
                </c:pt>
                <c:pt idx="8830">
                  <c:v>24591.398884617574</c:v>
                </c:pt>
                <c:pt idx="8831">
                  <c:v>24594.184255092641</c:v>
                </c:pt>
                <c:pt idx="8832">
                  <c:v>24596.969625567708</c:v>
                </c:pt>
                <c:pt idx="8833">
                  <c:v>24599.754996042775</c:v>
                </c:pt>
                <c:pt idx="8834">
                  <c:v>24602.540366517842</c:v>
                </c:pt>
                <c:pt idx="8835">
                  <c:v>24605.325736992909</c:v>
                </c:pt>
                <c:pt idx="8836">
                  <c:v>24608.111107467976</c:v>
                </c:pt>
                <c:pt idx="8837">
                  <c:v>24610.896477943043</c:v>
                </c:pt>
                <c:pt idx="8838">
                  <c:v>24613.681848418109</c:v>
                </c:pt>
                <c:pt idx="8839">
                  <c:v>24616.467218893176</c:v>
                </c:pt>
                <c:pt idx="8840">
                  <c:v>24619.252589368243</c:v>
                </c:pt>
                <c:pt idx="8841">
                  <c:v>24622.03795984331</c:v>
                </c:pt>
                <c:pt idx="8842">
                  <c:v>24624.823330318377</c:v>
                </c:pt>
                <c:pt idx="8843">
                  <c:v>24627.608700793444</c:v>
                </c:pt>
                <c:pt idx="8844">
                  <c:v>24630.394071268511</c:v>
                </c:pt>
                <c:pt idx="8845">
                  <c:v>24633.179441743578</c:v>
                </c:pt>
                <c:pt idx="8846">
                  <c:v>24635.964812218645</c:v>
                </c:pt>
                <c:pt idx="8847">
                  <c:v>24638.750182693711</c:v>
                </c:pt>
                <c:pt idx="8848">
                  <c:v>24641.535553168778</c:v>
                </c:pt>
                <c:pt idx="8849">
                  <c:v>24644.320923643845</c:v>
                </c:pt>
                <c:pt idx="8850">
                  <c:v>24647.106294118912</c:v>
                </c:pt>
                <c:pt idx="8851">
                  <c:v>24649.891664593979</c:v>
                </c:pt>
                <c:pt idx="8852">
                  <c:v>24652.677035069046</c:v>
                </c:pt>
                <c:pt idx="8853">
                  <c:v>24655.462405544113</c:v>
                </c:pt>
                <c:pt idx="8854">
                  <c:v>24658.24777601918</c:v>
                </c:pt>
                <c:pt idx="8855">
                  <c:v>24661.033146494246</c:v>
                </c:pt>
                <c:pt idx="8856">
                  <c:v>24663.818516969313</c:v>
                </c:pt>
                <c:pt idx="8857">
                  <c:v>24666.60388744438</c:v>
                </c:pt>
                <c:pt idx="8858">
                  <c:v>24669.389257919447</c:v>
                </c:pt>
                <c:pt idx="8859">
                  <c:v>24672.174628394514</c:v>
                </c:pt>
                <c:pt idx="8860">
                  <c:v>24674.959998869581</c:v>
                </c:pt>
                <c:pt idx="8861">
                  <c:v>24677.745369344648</c:v>
                </c:pt>
                <c:pt idx="8862">
                  <c:v>24680.530739819715</c:v>
                </c:pt>
                <c:pt idx="8863">
                  <c:v>24683.316110294782</c:v>
                </c:pt>
                <c:pt idx="8864">
                  <c:v>24686.101480769848</c:v>
                </c:pt>
                <c:pt idx="8865">
                  <c:v>24688.886851244915</c:v>
                </c:pt>
                <c:pt idx="8866">
                  <c:v>24691.672221719982</c:v>
                </c:pt>
                <c:pt idx="8867">
                  <c:v>24694.457592195049</c:v>
                </c:pt>
                <c:pt idx="8868">
                  <c:v>24697.242962670116</c:v>
                </c:pt>
                <c:pt idx="8869">
                  <c:v>24700.028333145183</c:v>
                </c:pt>
                <c:pt idx="8870">
                  <c:v>24702.81370362025</c:v>
                </c:pt>
                <c:pt idx="8871">
                  <c:v>24705.599074095317</c:v>
                </c:pt>
                <c:pt idx="8872">
                  <c:v>24708.384444570383</c:v>
                </c:pt>
                <c:pt idx="8873">
                  <c:v>24711.16981504545</c:v>
                </c:pt>
                <c:pt idx="8874">
                  <c:v>24713.955185520517</c:v>
                </c:pt>
                <c:pt idx="8875">
                  <c:v>24716.740555995584</c:v>
                </c:pt>
                <c:pt idx="8876">
                  <c:v>24719.525926470651</c:v>
                </c:pt>
                <c:pt idx="8877">
                  <c:v>24722.311296945718</c:v>
                </c:pt>
                <c:pt idx="8878">
                  <c:v>24725.096667420785</c:v>
                </c:pt>
                <c:pt idx="8879">
                  <c:v>24727.882037895852</c:v>
                </c:pt>
                <c:pt idx="8880">
                  <c:v>24730.667408370919</c:v>
                </c:pt>
                <c:pt idx="8881">
                  <c:v>24733.452778845985</c:v>
                </c:pt>
                <c:pt idx="8882">
                  <c:v>24736.238149321052</c:v>
                </c:pt>
                <c:pt idx="8883">
                  <c:v>24739.023519796119</c:v>
                </c:pt>
                <c:pt idx="8884">
                  <c:v>24741.808890271186</c:v>
                </c:pt>
                <c:pt idx="8885">
                  <c:v>24744.594260746253</c:v>
                </c:pt>
                <c:pt idx="8886">
                  <c:v>24747.37963122132</c:v>
                </c:pt>
                <c:pt idx="8887">
                  <c:v>24750.165001696387</c:v>
                </c:pt>
                <c:pt idx="8888">
                  <c:v>24752.950372171454</c:v>
                </c:pt>
                <c:pt idx="8889">
                  <c:v>24755.735742646521</c:v>
                </c:pt>
                <c:pt idx="8890">
                  <c:v>24758.521113121587</c:v>
                </c:pt>
                <c:pt idx="8891">
                  <c:v>24761.306483596654</c:v>
                </c:pt>
                <c:pt idx="8892">
                  <c:v>24764.091854071721</c:v>
                </c:pt>
                <c:pt idx="8893">
                  <c:v>24766.877224546788</c:v>
                </c:pt>
                <c:pt idx="8894">
                  <c:v>24769.662595021855</c:v>
                </c:pt>
                <c:pt idx="8895">
                  <c:v>24772.447965496922</c:v>
                </c:pt>
                <c:pt idx="8896">
                  <c:v>24775.233335971989</c:v>
                </c:pt>
                <c:pt idx="8897">
                  <c:v>24778.018706447056</c:v>
                </c:pt>
                <c:pt idx="8898">
                  <c:v>24780.804076922122</c:v>
                </c:pt>
                <c:pt idx="8899">
                  <c:v>24783.589447397189</c:v>
                </c:pt>
                <c:pt idx="8900">
                  <c:v>24786.374817872256</c:v>
                </c:pt>
                <c:pt idx="8901">
                  <c:v>24789.160188347323</c:v>
                </c:pt>
                <c:pt idx="8902">
                  <c:v>24791.94555882239</c:v>
                </c:pt>
                <c:pt idx="8903">
                  <c:v>24794.730929297457</c:v>
                </c:pt>
                <c:pt idx="8904">
                  <c:v>24797.516299772524</c:v>
                </c:pt>
                <c:pt idx="8905">
                  <c:v>24800.301670247591</c:v>
                </c:pt>
                <c:pt idx="8906">
                  <c:v>24803.087040722658</c:v>
                </c:pt>
                <c:pt idx="8907">
                  <c:v>24805.872411197724</c:v>
                </c:pt>
                <c:pt idx="8908">
                  <c:v>24808.657781672791</c:v>
                </c:pt>
                <c:pt idx="8909">
                  <c:v>24811.443152147858</c:v>
                </c:pt>
                <c:pt idx="8910">
                  <c:v>24814.228522622925</c:v>
                </c:pt>
                <c:pt idx="8911">
                  <c:v>24817.013893097992</c:v>
                </c:pt>
                <c:pt idx="8912">
                  <c:v>24819.799263573059</c:v>
                </c:pt>
                <c:pt idx="8913">
                  <c:v>24822.584634048126</c:v>
                </c:pt>
                <c:pt idx="8914">
                  <c:v>24825.370004523193</c:v>
                </c:pt>
                <c:pt idx="8915">
                  <c:v>24828.15537499826</c:v>
                </c:pt>
                <c:pt idx="8916">
                  <c:v>24830.940745473326</c:v>
                </c:pt>
                <c:pt idx="8917">
                  <c:v>24833.726115948393</c:v>
                </c:pt>
                <c:pt idx="8918">
                  <c:v>24836.51148642346</c:v>
                </c:pt>
                <c:pt idx="8919">
                  <c:v>24839.296856898527</c:v>
                </c:pt>
                <c:pt idx="8920">
                  <c:v>24842.082227373594</c:v>
                </c:pt>
                <c:pt idx="8921">
                  <c:v>24844.867597848661</c:v>
                </c:pt>
                <c:pt idx="8922">
                  <c:v>24847.652968323728</c:v>
                </c:pt>
                <c:pt idx="8923">
                  <c:v>24850.438338798795</c:v>
                </c:pt>
                <c:pt idx="8924">
                  <c:v>24853.223709273861</c:v>
                </c:pt>
                <c:pt idx="8925">
                  <c:v>24856.009079748928</c:v>
                </c:pt>
                <c:pt idx="8926">
                  <c:v>24858.794450223995</c:v>
                </c:pt>
                <c:pt idx="8927">
                  <c:v>24861.579820699062</c:v>
                </c:pt>
                <c:pt idx="8928">
                  <c:v>24864.365191174129</c:v>
                </c:pt>
                <c:pt idx="8929">
                  <c:v>24867.150561649196</c:v>
                </c:pt>
                <c:pt idx="8930">
                  <c:v>24869.935932124263</c:v>
                </c:pt>
                <c:pt idx="8931">
                  <c:v>24872.72130259933</c:v>
                </c:pt>
                <c:pt idx="8932">
                  <c:v>24875.506673074397</c:v>
                </c:pt>
                <c:pt idx="8933">
                  <c:v>24878.292043549463</c:v>
                </c:pt>
                <c:pt idx="8934">
                  <c:v>24881.07741402453</c:v>
                </c:pt>
                <c:pt idx="8935">
                  <c:v>24883.862784499597</c:v>
                </c:pt>
                <c:pt idx="8936">
                  <c:v>24886.648154974664</c:v>
                </c:pt>
                <c:pt idx="8937">
                  <c:v>24889.433525449731</c:v>
                </c:pt>
                <c:pt idx="8938">
                  <c:v>24892.218895924798</c:v>
                </c:pt>
                <c:pt idx="8939">
                  <c:v>24895.004266399865</c:v>
                </c:pt>
                <c:pt idx="8940">
                  <c:v>24897.789636874932</c:v>
                </c:pt>
                <c:pt idx="8941">
                  <c:v>24900.575007349998</c:v>
                </c:pt>
                <c:pt idx="8942">
                  <c:v>24903.360377825065</c:v>
                </c:pt>
                <c:pt idx="8943">
                  <c:v>24906.145748300132</c:v>
                </c:pt>
                <c:pt idx="8944">
                  <c:v>24908.931118775199</c:v>
                </c:pt>
                <c:pt idx="8945">
                  <c:v>24911.716489250266</c:v>
                </c:pt>
                <c:pt idx="8946">
                  <c:v>24914.501859725333</c:v>
                </c:pt>
                <c:pt idx="8947">
                  <c:v>24917.2872302004</c:v>
                </c:pt>
                <c:pt idx="8948">
                  <c:v>24920.072600675467</c:v>
                </c:pt>
                <c:pt idx="8949">
                  <c:v>24922.857971150534</c:v>
                </c:pt>
                <c:pt idx="8950">
                  <c:v>24925.6433416256</c:v>
                </c:pt>
                <c:pt idx="8951">
                  <c:v>24928.428712100667</c:v>
                </c:pt>
                <c:pt idx="8952">
                  <c:v>24931.214082575734</c:v>
                </c:pt>
                <c:pt idx="8953">
                  <c:v>24933.999453050801</c:v>
                </c:pt>
                <c:pt idx="8954">
                  <c:v>24936.784823525868</c:v>
                </c:pt>
                <c:pt idx="8955">
                  <c:v>24939.570194000935</c:v>
                </c:pt>
                <c:pt idx="8956">
                  <c:v>24942.355564476002</c:v>
                </c:pt>
                <c:pt idx="8957">
                  <c:v>24945.140934951069</c:v>
                </c:pt>
                <c:pt idx="8958">
                  <c:v>24947.926305426136</c:v>
                </c:pt>
                <c:pt idx="8959">
                  <c:v>24950.711675901202</c:v>
                </c:pt>
                <c:pt idx="8960">
                  <c:v>24953.497046376269</c:v>
                </c:pt>
                <c:pt idx="8961">
                  <c:v>24956.282416851336</c:v>
                </c:pt>
                <c:pt idx="8962">
                  <c:v>24959.067787326403</c:v>
                </c:pt>
                <c:pt idx="8963">
                  <c:v>24961.85315780147</c:v>
                </c:pt>
                <c:pt idx="8964">
                  <c:v>24964.638528276537</c:v>
                </c:pt>
                <c:pt idx="8965">
                  <c:v>24967.423898751604</c:v>
                </c:pt>
                <c:pt idx="8966">
                  <c:v>24970.209269226671</c:v>
                </c:pt>
                <c:pt idx="8967">
                  <c:v>24972.994639701737</c:v>
                </c:pt>
                <c:pt idx="8968">
                  <c:v>24975.780010176804</c:v>
                </c:pt>
                <c:pt idx="8969">
                  <c:v>24978.565380651871</c:v>
                </c:pt>
                <c:pt idx="8970">
                  <c:v>24981.350751126938</c:v>
                </c:pt>
                <c:pt idx="8971">
                  <c:v>24984.136121602005</c:v>
                </c:pt>
                <c:pt idx="8972">
                  <c:v>24986.921492077072</c:v>
                </c:pt>
                <c:pt idx="8973">
                  <c:v>24989.706862552139</c:v>
                </c:pt>
                <c:pt idx="8974">
                  <c:v>24992.492233027206</c:v>
                </c:pt>
                <c:pt idx="8975">
                  <c:v>24995.277603502273</c:v>
                </c:pt>
                <c:pt idx="8976">
                  <c:v>24998.062973977339</c:v>
                </c:pt>
                <c:pt idx="8977">
                  <c:v>25000.848344452406</c:v>
                </c:pt>
                <c:pt idx="8978">
                  <c:v>25003.633714927473</c:v>
                </c:pt>
                <c:pt idx="8979">
                  <c:v>25006.41908540254</c:v>
                </c:pt>
                <c:pt idx="8980">
                  <c:v>25009.204455877607</c:v>
                </c:pt>
                <c:pt idx="8981">
                  <c:v>25011.989826352674</c:v>
                </c:pt>
                <c:pt idx="8982">
                  <c:v>25014.775196827741</c:v>
                </c:pt>
                <c:pt idx="8983">
                  <c:v>25017.560567302808</c:v>
                </c:pt>
                <c:pt idx="8984">
                  <c:v>25020.345937777874</c:v>
                </c:pt>
                <c:pt idx="8985">
                  <c:v>25023.131308252941</c:v>
                </c:pt>
                <c:pt idx="8986">
                  <c:v>25025.916678728008</c:v>
                </c:pt>
                <c:pt idx="8987">
                  <c:v>25028.702049203075</c:v>
                </c:pt>
                <c:pt idx="8988">
                  <c:v>25031.487419678142</c:v>
                </c:pt>
                <c:pt idx="8989">
                  <c:v>25034.272790153209</c:v>
                </c:pt>
                <c:pt idx="8990">
                  <c:v>25037.058160628276</c:v>
                </c:pt>
                <c:pt idx="8991">
                  <c:v>25039.843531103343</c:v>
                </c:pt>
                <c:pt idx="8992">
                  <c:v>25042.62890157841</c:v>
                </c:pt>
                <c:pt idx="8993">
                  <c:v>25045.414272053476</c:v>
                </c:pt>
                <c:pt idx="8994">
                  <c:v>25048.199642528543</c:v>
                </c:pt>
                <c:pt idx="8995">
                  <c:v>25050.98501300361</c:v>
                </c:pt>
                <c:pt idx="8996">
                  <c:v>25053.770383478677</c:v>
                </c:pt>
                <c:pt idx="8997">
                  <c:v>25056.555753953744</c:v>
                </c:pt>
                <c:pt idx="8998">
                  <c:v>25059.341124428811</c:v>
                </c:pt>
                <c:pt idx="8999">
                  <c:v>25062.126494903878</c:v>
                </c:pt>
                <c:pt idx="9000">
                  <c:v>25064.911865378945</c:v>
                </c:pt>
                <c:pt idx="9001">
                  <c:v>25067.697235854012</c:v>
                </c:pt>
                <c:pt idx="9002">
                  <c:v>25070.482606329078</c:v>
                </c:pt>
                <c:pt idx="9003">
                  <c:v>25073.267976804145</c:v>
                </c:pt>
                <c:pt idx="9004">
                  <c:v>25076.053347279212</c:v>
                </c:pt>
                <c:pt idx="9005">
                  <c:v>25078.838717754279</c:v>
                </c:pt>
                <c:pt idx="9006">
                  <c:v>25081.624088229346</c:v>
                </c:pt>
                <c:pt idx="9007">
                  <c:v>25084.409458704413</c:v>
                </c:pt>
                <c:pt idx="9008">
                  <c:v>25087.19482917948</c:v>
                </c:pt>
                <c:pt idx="9009">
                  <c:v>25089.980199654547</c:v>
                </c:pt>
                <c:pt idx="9010">
                  <c:v>25092.765570129613</c:v>
                </c:pt>
                <c:pt idx="9011">
                  <c:v>25095.55094060468</c:v>
                </c:pt>
                <c:pt idx="9012">
                  <c:v>25098.336311079747</c:v>
                </c:pt>
                <c:pt idx="9013">
                  <c:v>25101.121681554814</c:v>
                </c:pt>
                <c:pt idx="9014">
                  <c:v>25103.907052029881</c:v>
                </c:pt>
                <c:pt idx="9015">
                  <c:v>25106.692422504948</c:v>
                </c:pt>
                <c:pt idx="9016">
                  <c:v>25109.477792980015</c:v>
                </c:pt>
                <c:pt idx="9017">
                  <c:v>25112.263163455082</c:v>
                </c:pt>
                <c:pt idx="9018">
                  <c:v>25115.048533930149</c:v>
                </c:pt>
                <c:pt idx="9019">
                  <c:v>25117.833904405215</c:v>
                </c:pt>
                <c:pt idx="9020">
                  <c:v>25120.619274880282</c:v>
                </c:pt>
                <c:pt idx="9021">
                  <c:v>25123.404645355349</c:v>
                </c:pt>
                <c:pt idx="9022">
                  <c:v>25126.190015830416</c:v>
                </c:pt>
                <c:pt idx="9023">
                  <c:v>25128.975386305483</c:v>
                </c:pt>
                <c:pt idx="9024">
                  <c:v>25131.76075678055</c:v>
                </c:pt>
                <c:pt idx="9025">
                  <c:v>25134.546127255617</c:v>
                </c:pt>
                <c:pt idx="9026">
                  <c:v>25137.331497730684</c:v>
                </c:pt>
                <c:pt idx="9027">
                  <c:v>25140.116868205751</c:v>
                </c:pt>
                <c:pt idx="9028">
                  <c:v>25142.902238680817</c:v>
                </c:pt>
                <c:pt idx="9029">
                  <c:v>25145.687609155884</c:v>
                </c:pt>
                <c:pt idx="9030">
                  <c:v>25148.472979630951</c:v>
                </c:pt>
                <c:pt idx="9031">
                  <c:v>25151.258350106018</c:v>
                </c:pt>
                <c:pt idx="9032">
                  <c:v>25154.043720581085</c:v>
                </c:pt>
                <c:pt idx="9033">
                  <c:v>25156.829091056152</c:v>
                </c:pt>
                <c:pt idx="9034">
                  <c:v>25159.614461531219</c:v>
                </c:pt>
                <c:pt idx="9035">
                  <c:v>25162.399832006286</c:v>
                </c:pt>
                <c:pt idx="9036">
                  <c:v>25165.185202481352</c:v>
                </c:pt>
                <c:pt idx="9037">
                  <c:v>25167.970572956419</c:v>
                </c:pt>
                <c:pt idx="9038">
                  <c:v>25170.755943431486</c:v>
                </c:pt>
                <c:pt idx="9039">
                  <c:v>25173.541313906553</c:v>
                </c:pt>
                <c:pt idx="9040">
                  <c:v>25176.32668438162</c:v>
                </c:pt>
                <c:pt idx="9041">
                  <c:v>25179.112054856687</c:v>
                </c:pt>
                <c:pt idx="9042">
                  <c:v>25181.897425331754</c:v>
                </c:pt>
                <c:pt idx="9043">
                  <c:v>25184.682795806821</c:v>
                </c:pt>
                <c:pt idx="9044">
                  <c:v>25187.468166281888</c:v>
                </c:pt>
                <c:pt idx="9045">
                  <c:v>25190.253536756954</c:v>
                </c:pt>
                <c:pt idx="9046">
                  <c:v>25193.038907232021</c:v>
                </c:pt>
                <c:pt idx="9047">
                  <c:v>25195.824277707088</c:v>
                </c:pt>
                <c:pt idx="9048">
                  <c:v>25198.609648182155</c:v>
                </c:pt>
                <c:pt idx="9049">
                  <c:v>25201.395018657222</c:v>
                </c:pt>
                <c:pt idx="9050">
                  <c:v>25204.180389132289</c:v>
                </c:pt>
                <c:pt idx="9051">
                  <c:v>25206.965759607356</c:v>
                </c:pt>
                <c:pt idx="9052">
                  <c:v>25209.751130082423</c:v>
                </c:pt>
                <c:pt idx="9053">
                  <c:v>25212.536500557489</c:v>
                </c:pt>
                <c:pt idx="9054">
                  <c:v>25215.321871032556</c:v>
                </c:pt>
                <c:pt idx="9055">
                  <c:v>25218.107241507623</c:v>
                </c:pt>
                <c:pt idx="9056">
                  <c:v>25220.89261198269</c:v>
                </c:pt>
                <c:pt idx="9057">
                  <c:v>25223.677982457757</c:v>
                </c:pt>
                <c:pt idx="9058">
                  <c:v>25226.463352932824</c:v>
                </c:pt>
                <c:pt idx="9059">
                  <c:v>25229.248723407891</c:v>
                </c:pt>
                <c:pt idx="9060">
                  <c:v>25232.034093882958</c:v>
                </c:pt>
                <c:pt idx="9061">
                  <c:v>25234.819464358025</c:v>
                </c:pt>
                <c:pt idx="9062">
                  <c:v>25237.604834833091</c:v>
                </c:pt>
                <c:pt idx="9063">
                  <c:v>25240.390205308158</c:v>
                </c:pt>
                <c:pt idx="9064">
                  <c:v>25243.175575783225</c:v>
                </c:pt>
                <c:pt idx="9065">
                  <c:v>25245.960946258292</c:v>
                </c:pt>
                <c:pt idx="9066">
                  <c:v>25248.746316733359</c:v>
                </c:pt>
                <c:pt idx="9067">
                  <c:v>25251.531687208426</c:v>
                </c:pt>
                <c:pt idx="9068">
                  <c:v>25254.317057683493</c:v>
                </c:pt>
                <c:pt idx="9069">
                  <c:v>25257.10242815856</c:v>
                </c:pt>
                <c:pt idx="9070">
                  <c:v>25259.887798633627</c:v>
                </c:pt>
                <c:pt idx="9071">
                  <c:v>25262.673169108693</c:v>
                </c:pt>
                <c:pt idx="9072">
                  <c:v>25265.45853958376</c:v>
                </c:pt>
                <c:pt idx="9073">
                  <c:v>25268.243910058827</c:v>
                </c:pt>
                <c:pt idx="9074">
                  <c:v>25271.029280533894</c:v>
                </c:pt>
                <c:pt idx="9075">
                  <c:v>25273.814651008961</c:v>
                </c:pt>
                <c:pt idx="9076">
                  <c:v>25276.600021484028</c:v>
                </c:pt>
                <c:pt idx="9077">
                  <c:v>25279.385391959095</c:v>
                </c:pt>
                <c:pt idx="9078">
                  <c:v>25282.170762434162</c:v>
                </c:pt>
                <c:pt idx="9079">
                  <c:v>25284.956132909228</c:v>
                </c:pt>
                <c:pt idx="9080">
                  <c:v>25287.741503384295</c:v>
                </c:pt>
                <c:pt idx="9081">
                  <c:v>25290.526873859362</c:v>
                </c:pt>
                <c:pt idx="9082">
                  <c:v>25293.312244334429</c:v>
                </c:pt>
                <c:pt idx="9083">
                  <c:v>25296.097614809496</c:v>
                </c:pt>
                <c:pt idx="9084">
                  <c:v>25298.882985284563</c:v>
                </c:pt>
                <c:pt idx="9085">
                  <c:v>25301.66835575963</c:v>
                </c:pt>
                <c:pt idx="9086">
                  <c:v>25304.453726234697</c:v>
                </c:pt>
                <c:pt idx="9087">
                  <c:v>25307.239096709764</c:v>
                </c:pt>
                <c:pt idx="9088">
                  <c:v>25310.02446718483</c:v>
                </c:pt>
                <c:pt idx="9089">
                  <c:v>25312.809837659897</c:v>
                </c:pt>
                <c:pt idx="9090">
                  <c:v>25315.595208134964</c:v>
                </c:pt>
                <c:pt idx="9091">
                  <c:v>25318.380578610031</c:v>
                </c:pt>
                <c:pt idx="9092">
                  <c:v>25321.165949085098</c:v>
                </c:pt>
                <c:pt idx="9093">
                  <c:v>25323.951319560165</c:v>
                </c:pt>
                <c:pt idx="9094">
                  <c:v>25326.736690035232</c:v>
                </c:pt>
                <c:pt idx="9095">
                  <c:v>25329.522060510299</c:v>
                </c:pt>
                <c:pt idx="9096">
                  <c:v>25332.307430985365</c:v>
                </c:pt>
                <c:pt idx="9097">
                  <c:v>25335.092801460432</c:v>
                </c:pt>
                <c:pt idx="9098">
                  <c:v>25337.878171935499</c:v>
                </c:pt>
                <c:pt idx="9099">
                  <c:v>25340.663542410566</c:v>
                </c:pt>
                <c:pt idx="9100">
                  <c:v>25343.448912885633</c:v>
                </c:pt>
                <c:pt idx="9101">
                  <c:v>25346.2342833607</c:v>
                </c:pt>
                <c:pt idx="9102">
                  <c:v>25349.019653835767</c:v>
                </c:pt>
                <c:pt idx="9103">
                  <c:v>25351.805024310834</c:v>
                </c:pt>
                <c:pt idx="9104">
                  <c:v>25354.590394785901</c:v>
                </c:pt>
                <c:pt idx="9105">
                  <c:v>25357.375765260967</c:v>
                </c:pt>
                <c:pt idx="9106">
                  <c:v>25360.161135736034</c:v>
                </c:pt>
                <c:pt idx="9107">
                  <c:v>25362.946506211101</c:v>
                </c:pt>
                <c:pt idx="9108">
                  <c:v>25365.731876686168</c:v>
                </c:pt>
                <c:pt idx="9109">
                  <c:v>25368.517247161235</c:v>
                </c:pt>
                <c:pt idx="9110">
                  <c:v>25371.302617636302</c:v>
                </c:pt>
                <c:pt idx="9111">
                  <c:v>25374.087988111369</c:v>
                </c:pt>
                <c:pt idx="9112">
                  <c:v>25376.873358586436</c:v>
                </c:pt>
                <c:pt idx="9113">
                  <c:v>25379.658729061503</c:v>
                </c:pt>
                <c:pt idx="9114">
                  <c:v>25382.444099536569</c:v>
                </c:pt>
                <c:pt idx="9115">
                  <c:v>25385.229470011636</c:v>
                </c:pt>
                <c:pt idx="9116">
                  <c:v>25388.014840486703</c:v>
                </c:pt>
                <c:pt idx="9117">
                  <c:v>25390.80021096177</c:v>
                </c:pt>
                <c:pt idx="9118">
                  <c:v>25393.585581436837</c:v>
                </c:pt>
                <c:pt idx="9119">
                  <c:v>25396.370951911904</c:v>
                </c:pt>
                <c:pt idx="9120">
                  <c:v>25399.156322386971</c:v>
                </c:pt>
                <c:pt idx="9121">
                  <c:v>25401.941692862038</c:v>
                </c:pt>
                <c:pt idx="9122">
                  <c:v>25404.727063337104</c:v>
                </c:pt>
                <c:pt idx="9123">
                  <c:v>25407.512433812171</c:v>
                </c:pt>
                <c:pt idx="9124">
                  <c:v>25410.297804287238</c:v>
                </c:pt>
                <c:pt idx="9125">
                  <c:v>25413.083174762305</c:v>
                </c:pt>
                <c:pt idx="9126">
                  <c:v>25415.868545237372</c:v>
                </c:pt>
                <c:pt idx="9127">
                  <c:v>25418.653915712439</c:v>
                </c:pt>
                <c:pt idx="9128">
                  <c:v>25421.439286187506</c:v>
                </c:pt>
                <c:pt idx="9129">
                  <c:v>25424.224656662573</c:v>
                </c:pt>
                <c:pt idx="9130">
                  <c:v>25427.01002713764</c:v>
                </c:pt>
                <c:pt idx="9131">
                  <c:v>25429.795397612706</c:v>
                </c:pt>
                <c:pt idx="9132">
                  <c:v>25432.580768087773</c:v>
                </c:pt>
                <c:pt idx="9133">
                  <c:v>25435.36613856284</c:v>
                </c:pt>
                <c:pt idx="9134">
                  <c:v>25438.151509037907</c:v>
                </c:pt>
                <c:pt idx="9135">
                  <c:v>25440.936879512974</c:v>
                </c:pt>
                <c:pt idx="9136">
                  <c:v>25443.722249988041</c:v>
                </c:pt>
                <c:pt idx="9137">
                  <c:v>25446.507620463108</c:v>
                </c:pt>
                <c:pt idx="9138">
                  <c:v>25449.292990938175</c:v>
                </c:pt>
                <c:pt idx="9139">
                  <c:v>25452.078361413242</c:v>
                </c:pt>
                <c:pt idx="9140">
                  <c:v>25454.863731888308</c:v>
                </c:pt>
                <c:pt idx="9141">
                  <c:v>25457.649102363375</c:v>
                </c:pt>
                <c:pt idx="9142">
                  <c:v>25460.434472838442</c:v>
                </c:pt>
                <c:pt idx="9143">
                  <c:v>25463.219843313509</c:v>
                </c:pt>
                <c:pt idx="9144">
                  <c:v>25466.005213788576</c:v>
                </c:pt>
                <c:pt idx="9145">
                  <c:v>25468.790584263643</c:v>
                </c:pt>
                <c:pt idx="9146">
                  <c:v>25471.57595473871</c:v>
                </c:pt>
                <c:pt idx="9147">
                  <c:v>25474.361325213777</c:v>
                </c:pt>
                <c:pt idx="9148">
                  <c:v>25477.146695688843</c:v>
                </c:pt>
                <c:pt idx="9149">
                  <c:v>25479.93206616391</c:v>
                </c:pt>
                <c:pt idx="9150">
                  <c:v>25482.717436638977</c:v>
                </c:pt>
                <c:pt idx="9151">
                  <c:v>25485.502807114044</c:v>
                </c:pt>
                <c:pt idx="9152">
                  <c:v>25488.288177589111</c:v>
                </c:pt>
                <c:pt idx="9153">
                  <c:v>25491.073548064178</c:v>
                </c:pt>
                <c:pt idx="9154">
                  <c:v>25493.858918539245</c:v>
                </c:pt>
                <c:pt idx="9155">
                  <c:v>25496.644289014312</c:v>
                </c:pt>
                <c:pt idx="9156">
                  <c:v>25499.429659489379</c:v>
                </c:pt>
                <c:pt idx="9157">
                  <c:v>25502.215029964445</c:v>
                </c:pt>
                <c:pt idx="9158">
                  <c:v>25505.000400439512</c:v>
                </c:pt>
                <c:pt idx="9159">
                  <c:v>25507.785770914579</c:v>
                </c:pt>
                <c:pt idx="9160">
                  <c:v>25510.571141389646</c:v>
                </c:pt>
                <c:pt idx="9161">
                  <c:v>25513.356511864713</c:v>
                </c:pt>
                <c:pt idx="9162">
                  <c:v>25516.14188233978</c:v>
                </c:pt>
                <c:pt idx="9163">
                  <c:v>25518.927252814847</c:v>
                </c:pt>
                <c:pt idx="9164">
                  <c:v>25521.712623289914</c:v>
                </c:pt>
                <c:pt idx="9165">
                  <c:v>25524.49799376498</c:v>
                </c:pt>
                <c:pt idx="9166">
                  <c:v>25527.283364240047</c:v>
                </c:pt>
                <c:pt idx="9167">
                  <c:v>25530.068734715114</c:v>
                </c:pt>
                <c:pt idx="9168">
                  <c:v>25532.854105190181</c:v>
                </c:pt>
                <c:pt idx="9169">
                  <c:v>25535.639475665248</c:v>
                </c:pt>
                <c:pt idx="9170">
                  <c:v>25538.424846140315</c:v>
                </c:pt>
                <c:pt idx="9171">
                  <c:v>25541.210216615382</c:v>
                </c:pt>
                <c:pt idx="9172">
                  <c:v>25543.995587090449</c:v>
                </c:pt>
                <c:pt idx="9173">
                  <c:v>25546.780957565516</c:v>
                </c:pt>
                <c:pt idx="9174">
                  <c:v>25549.566328040582</c:v>
                </c:pt>
                <c:pt idx="9175">
                  <c:v>25552.351698515649</c:v>
                </c:pt>
                <c:pt idx="9176">
                  <c:v>25555.137068990716</c:v>
                </c:pt>
                <c:pt idx="9177">
                  <c:v>25557.922439465783</c:v>
                </c:pt>
                <c:pt idx="9178">
                  <c:v>25560.70780994085</c:v>
                </c:pt>
                <c:pt idx="9179">
                  <c:v>25563.493180415917</c:v>
                </c:pt>
                <c:pt idx="9180">
                  <c:v>25566.278550890984</c:v>
                </c:pt>
                <c:pt idx="9181">
                  <c:v>25569.063921366051</c:v>
                </c:pt>
                <c:pt idx="9182">
                  <c:v>25571.849291841118</c:v>
                </c:pt>
                <c:pt idx="9183">
                  <c:v>25574.634662316184</c:v>
                </c:pt>
                <c:pt idx="9184">
                  <c:v>25577.420032791251</c:v>
                </c:pt>
                <c:pt idx="9185">
                  <c:v>25580.205403266318</c:v>
                </c:pt>
                <c:pt idx="9186">
                  <c:v>25582.990773741385</c:v>
                </c:pt>
                <c:pt idx="9187">
                  <c:v>25585.776144216452</c:v>
                </c:pt>
                <c:pt idx="9188">
                  <c:v>25588.561514691519</c:v>
                </c:pt>
                <c:pt idx="9189">
                  <c:v>25591.346885166586</c:v>
                </c:pt>
                <c:pt idx="9190">
                  <c:v>25594.132255641653</c:v>
                </c:pt>
                <c:pt idx="9191">
                  <c:v>25596.917626116719</c:v>
                </c:pt>
                <c:pt idx="9192">
                  <c:v>25599.702996591786</c:v>
                </c:pt>
                <c:pt idx="9193">
                  <c:v>25602.488367066853</c:v>
                </c:pt>
                <c:pt idx="9194">
                  <c:v>25605.27373754192</c:v>
                </c:pt>
                <c:pt idx="9195">
                  <c:v>25608.059108016987</c:v>
                </c:pt>
                <c:pt idx="9196">
                  <c:v>25610.844478492054</c:v>
                </c:pt>
                <c:pt idx="9197">
                  <c:v>25613.629848967121</c:v>
                </c:pt>
                <c:pt idx="9198">
                  <c:v>25616.415219442188</c:v>
                </c:pt>
                <c:pt idx="9199">
                  <c:v>25619.200589917255</c:v>
                </c:pt>
                <c:pt idx="9200">
                  <c:v>25621.985960392321</c:v>
                </c:pt>
                <c:pt idx="9201">
                  <c:v>25624.771330867388</c:v>
                </c:pt>
                <c:pt idx="9202">
                  <c:v>25627.556701342455</c:v>
                </c:pt>
                <c:pt idx="9203">
                  <c:v>25630.342071817522</c:v>
                </c:pt>
                <c:pt idx="9204">
                  <c:v>25633.127442292589</c:v>
                </c:pt>
                <c:pt idx="9205">
                  <c:v>25635.912812767656</c:v>
                </c:pt>
                <c:pt idx="9206">
                  <c:v>25638.698183242723</c:v>
                </c:pt>
                <c:pt idx="9207">
                  <c:v>25641.48355371779</c:v>
                </c:pt>
                <c:pt idx="9208">
                  <c:v>25644.268924192857</c:v>
                </c:pt>
                <c:pt idx="9209">
                  <c:v>25647.054294667923</c:v>
                </c:pt>
                <c:pt idx="9210">
                  <c:v>25649.83966514299</c:v>
                </c:pt>
                <c:pt idx="9211">
                  <c:v>25652.625035618057</c:v>
                </c:pt>
                <c:pt idx="9212">
                  <c:v>25655.410406093124</c:v>
                </c:pt>
                <c:pt idx="9213">
                  <c:v>25658.195776568191</c:v>
                </c:pt>
                <c:pt idx="9214">
                  <c:v>25660.981147043258</c:v>
                </c:pt>
                <c:pt idx="9215">
                  <c:v>25663.766517518325</c:v>
                </c:pt>
                <c:pt idx="9216">
                  <c:v>25666.551887993392</c:v>
                </c:pt>
                <c:pt idx="9217">
                  <c:v>25669.337258468458</c:v>
                </c:pt>
                <c:pt idx="9218">
                  <c:v>25672.122628943525</c:v>
                </c:pt>
                <c:pt idx="9219">
                  <c:v>25674.907999418592</c:v>
                </c:pt>
                <c:pt idx="9220">
                  <c:v>25677.693369893659</c:v>
                </c:pt>
                <c:pt idx="9221">
                  <c:v>25680.478740368726</c:v>
                </c:pt>
                <c:pt idx="9222">
                  <c:v>25683.264110843793</c:v>
                </c:pt>
                <c:pt idx="9223">
                  <c:v>25686.04948131886</c:v>
                </c:pt>
                <c:pt idx="9224">
                  <c:v>25688.834851793927</c:v>
                </c:pt>
                <c:pt idx="9225">
                  <c:v>25691.620222268994</c:v>
                </c:pt>
                <c:pt idx="9226">
                  <c:v>25694.40559274406</c:v>
                </c:pt>
                <c:pt idx="9227">
                  <c:v>25697.190963219127</c:v>
                </c:pt>
                <c:pt idx="9228">
                  <c:v>25699.976333694194</c:v>
                </c:pt>
                <c:pt idx="9229">
                  <c:v>25702.761704169261</c:v>
                </c:pt>
                <c:pt idx="9230">
                  <c:v>25705.547074644328</c:v>
                </c:pt>
                <c:pt idx="9231">
                  <c:v>25708.332445119395</c:v>
                </c:pt>
                <c:pt idx="9232">
                  <c:v>25711.117815594462</c:v>
                </c:pt>
                <c:pt idx="9233">
                  <c:v>25713.903186069529</c:v>
                </c:pt>
                <c:pt idx="9234">
                  <c:v>25716.688556544595</c:v>
                </c:pt>
                <c:pt idx="9235">
                  <c:v>25719.473927019662</c:v>
                </c:pt>
                <c:pt idx="9236">
                  <c:v>25722.259297494729</c:v>
                </c:pt>
                <c:pt idx="9237">
                  <c:v>25725.044667969796</c:v>
                </c:pt>
                <c:pt idx="9238">
                  <c:v>25727.830038444863</c:v>
                </c:pt>
                <c:pt idx="9239">
                  <c:v>25730.61540891993</c:v>
                </c:pt>
                <c:pt idx="9240">
                  <c:v>25733.400779394997</c:v>
                </c:pt>
                <c:pt idx="9241">
                  <c:v>25736.186149870064</c:v>
                </c:pt>
                <c:pt idx="9242">
                  <c:v>25738.971520345131</c:v>
                </c:pt>
                <c:pt idx="9243">
                  <c:v>25741.756890820197</c:v>
                </c:pt>
                <c:pt idx="9244">
                  <c:v>25744.542261295264</c:v>
                </c:pt>
                <c:pt idx="9245">
                  <c:v>25747.327631770331</c:v>
                </c:pt>
                <c:pt idx="9246">
                  <c:v>25750.113002245398</c:v>
                </c:pt>
                <c:pt idx="9247">
                  <c:v>25752.898372720465</c:v>
                </c:pt>
                <c:pt idx="9248">
                  <c:v>25755.683743195532</c:v>
                </c:pt>
                <c:pt idx="9249">
                  <c:v>25758.469113670599</c:v>
                </c:pt>
                <c:pt idx="9250">
                  <c:v>25761.254484145666</c:v>
                </c:pt>
                <c:pt idx="9251">
                  <c:v>25764.039854620733</c:v>
                </c:pt>
                <c:pt idx="9252">
                  <c:v>25766.825225095799</c:v>
                </c:pt>
                <c:pt idx="9253">
                  <c:v>25769.610595570866</c:v>
                </c:pt>
                <c:pt idx="9254">
                  <c:v>25772.395966045933</c:v>
                </c:pt>
                <c:pt idx="9255">
                  <c:v>25775.181336521</c:v>
                </c:pt>
                <c:pt idx="9256">
                  <c:v>25777.966706996067</c:v>
                </c:pt>
                <c:pt idx="9257">
                  <c:v>25780.752077471134</c:v>
                </c:pt>
                <c:pt idx="9258">
                  <c:v>25783.537447946201</c:v>
                </c:pt>
                <c:pt idx="9259">
                  <c:v>25786.322818421268</c:v>
                </c:pt>
                <c:pt idx="9260">
                  <c:v>25789.108188896334</c:v>
                </c:pt>
                <c:pt idx="9261">
                  <c:v>25791.893559371401</c:v>
                </c:pt>
                <c:pt idx="9262">
                  <c:v>25794.678929846468</c:v>
                </c:pt>
                <c:pt idx="9263">
                  <c:v>25797.464300321535</c:v>
                </c:pt>
                <c:pt idx="9264">
                  <c:v>25800.249670796602</c:v>
                </c:pt>
                <c:pt idx="9265">
                  <c:v>25803.035041271669</c:v>
                </c:pt>
                <c:pt idx="9266">
                  <c:v>25805.820411746736</c:v>
                </c:pt>
                <c:pt idx="9267">
                  <c:v>25808.605782221803</c:v>
                </c:pt>
                <c:pt idx="9268">
                  <c:v>25811.39115269687</c:v>
                </c:pt>
                <c:pt idx="9269">
                  <c:v>25814.176523171936</c:v>
                </c:pt>
                <c:pt idx="9270">
                  <c:v>25816.961893647003</c:v>
                </c:pt>
                <c:pt idx="9271">
                  <c:v>25819.74726412207</c:v>
                </c:pt>
                <c:pt idx="9272">
                  <c:v>25822.532634597137</c:v>
                </c:pt>
                <c:pt idx="9273">
                  <c:v>25825.318005072204</c:v>
                </c:pt>
                <c:pt idx="9274">
                  <c:v>25828.103375547271</c:v>
                </c:pt>
                <c:pt idx="9275">
                  <c:v>25830.888746022338</c:v>
                </c:pt>
                <c:pt idx="9276">
                  <c:v>25833.674116497405</c:v>
                </c:pt>
                <c:pt idx="9277">
                  <c:v>25836.459486972471</c:v>
                </c:pt>
                <c:pt idx="9278">
                  <c:v>25839.244857447538</c:v>
                </c:pt>
                <c:pt idx="9279">
                  <c:v>25842.030227922605</c:v>
                </c:pt>
                <c:pt idx="9280">
                  <c:v>25844.815598397672</c:v>
                </c:pt>
                <c:pt idx="9281">
                  <c:v>25847.600968872739</c:v>
                </c:pt>
                <c:pt idx="9282">
                  <c:v>25850.386339347806</c:v>
                </c:pt>
                <c:pt idx="9283">
                  <c:v>25853.171709822873</c:v>
                </c:pt>
                <c:pt idx="9284">
                  <c:v>25855.95708029794</c:v>
                </c:pt>
                <c:pt idx="9285">
                  <c:v>25858.742450773007</c:v>
                </c:pt>
                <c:pt idx="9286">
                  <c:v>25861.527821248073</c:v>
                </c:pt>
                <c:pt idx="9287">
                  <c:v>25864.31319172314</c:v>
                </c:pt>
                <c:pt idx="9288">
                  <c:v>25867.098562198207</c:v>
                </c:pt>
                <c:pt idx="9289">
                  <c:v>25869.883932673274</c:v>
                </c:pt>
                <c:pt idx="9290">
                  <c:v>25872.669303148341</c:v>
                </c:pt>
                <c:pt idx="9291">
                  <c:v>25875.454673623408</c:v>
                </c:pt>
                <c:pt idx="9292">
                  <c:v>25878.240044098475</c:v>
                </c:pt>
                <c:pt idx="9293">
                  <c:v>25881.025414573542</c:v>
                </c:pt>
                <c:pt idx="9294">
                  <c:v>25883.810785048609</c:v>
                </c:pt>
                <c:pt idx="9295">
                  <c:v>25886.596155523675</c:v>
                </c:pt>
                <c:pt idx="9296">
                  <c:v>25889.381525998742</c:v>
                </c:pt>
                <c:pt idx="9297">
                  <c:v>25892.166896473809</c:v>
                </c:pt>
                <c:pt idx="9298">
                  <c:v>25894.952266948876</c:v>
                </c:pt>
                <c:pt idx="9299">
                  <c:v>25897.737637423943</c:v>
                </c:pt>
                <c:pt idx="9300">
                  <c:v>25900.52300789901</c:v>
                </c:pt>
                <c:pt idx="9301">
                  <c:v>25903.308378374077</c:v>
                </c:pt>
                <c:pt idx="9302">
                  <c:v>25906.093748849144</c:v>
                </c:pt>
                <c:pt idx="9303">
                  <c:v>25908.87911932421</c:v>
                </c:pt>
                <c:pt idx="9304">
                  <c:v>25911.664489799277</c:v>
                </c:pt>
                <c:pt idx="9305">
                  <c:v>25914.449860274344</c:v>
                </c:pt>
                <c:pt idx="9306">
                  <c:v>25917.235230749411</c:v>
                </c:pt>
                <c:pt idx="9307">
                  <c:v>25920.020601224478</c:v>
                </c:pt>
                <c:pt idx="9308">
                  <c:v>25922.805971699545</c:v>
                </c:pt>
                <c:pt idx="9309">
                  <c:v>25925.591342174612</c:v>
                </c:pt>
                <c:pt idx="9310">
                  <c:v>25928.376712649679</c:v>
                </c:pt>
                <c:pt idx="9311">
                  <c:v>25931.162083124746</c:v>
                </c:pt>
                <c:pt idx="9312">
                  <c:v>25933.947453599812</c:v>
                </c:pt>
                <c:pt idx="9313">
                  <c:v>25936.732824074879</c:v>
                </c:pt>
                <c:pt idx="9314">
                  <c:v>25939.518194549946</c:v>
                </c:pt>
                <c:pt idx="9315">
                  <c:v>25942.303565025013</c:v>
                </c:pt>
                <c:pt idx="9316">
                  <c:v>25945.08893550008</c:v>
                </c:pt>
                <c:pt idx="9317">
                  <c:v>25947.874305975147</c:v>
                </c:pt>
                <c:pt idx="9318">
                  <c:v>25950.659676450214</c:v>
                </c:pt>
                <c:pt idx="9319">
                  <c:v>25953.445046925281</c:v>
                </c:pt>
                <c:pt idx="9320">
                  <c:v>25956.230417400348</c:v>
                </c:pt>
                <c:pt idx="9321">
                  <c:v>25959.015787875414</c:v>
                </c:pt>
                <c:pt idx="9322">
                  <c:v>25961.801158350481</c:v>
                </c:pt>
                <c:pt idx="9323">
                  <c:v>25964.586528825548</c:v>
                </c:pt>
                <c:pt idx="9324">
                  <c:v>25967.371899300615</c:v>
                </c:pt>
                <c:pt idx="9325">
                  <c:v>25970.157269775682</c:v>
                </c:pt>
                <c:pt idx="9326">
                  <c:v>25972.942640250749</c:v>
                </c:pt>
                <c:pt idx="9327">
                  <c:v>25975.728010725816</c:v>
                </c:pt>
                <c:pt idx="9328">
                  <c:v>25978.513381200883</c:v>
                </c:pt>
                <c:pt idx="9329">
                  <c:v>25981.298751675949</c:v>
                </c:pt>
                <c:pt idx="9330">
                  <c:v>25984.084122151016</c:v>
                </c:pt>
                <c:pt idx="9331">
                  <c:v>25986.869492626083</c:v>
                </c:pt>
                <c:pt idx="9332">
                  <c:v>25989.65486310115</c:v>
                </c:pt>
                <c:pt idx="9333">
                  <c:v>25992.440233576217</c:v>
                </c:pt>
                <c:pt idx="9334">
                  <c:v>25995.225604051284</c:v>
                </c:pt>
                <c:pt idx="9335">
                  <c:v>25998.010974526351</c:v>
                </c:pt>
                <c:pt idx="9336">
                  <c:v>26000.796345001418</c:v>
                </c:pt>
                <c:pt idx="9337">
                  <c:v>26003.581715476485</c:v>
                </c:pt>
                <c:pt idx="9338">
                  <c:v>26006.367085951551</c:v>
                </c:pt>
                <c:pt idx="9339">
                  <c:v>26009.152456426618</c:v>
                </c:pt>
                <c:pt idx="9340">
                  <c:v>26011.937826901685</c:v>
                </c:pt>
                <c:pt idx="9341">
                  <c:v>26014.723197376752</c:v>
                </c:pt>
                <c:pt idx="9342">
                  <c:v>26017.508567851819</c:v>
                </c:pt>
                <c:pt idx="9343">
                  <c:v>26020.293938326886</c:v>
                </c:pt>
                <c:pt idx="9344">
                  <c:v>26023.079308801953</c:v>
                </c:pt>
                <c:pt idx="9345">
                  <c:v>26025.86467927702</c:v>
                </c:pt>
                <c:pt idx="9346">
                  <c:v>26028.650049752086</c:v>
                </c:pt>
                <c:pt idx="9347">
                  <c:v>26031.435420227153</c:v>
                </c:pt>
                <c:pt idx="9348">
                  <c:v>26034.22079070222</c:v>
                </c:pt>
                <c:pt idx="9349">
                  <c:v>26037.006161177287</c:v>
                </c:pt>
                <c:pt idx="9350">
                  <c:v>26039.791531652354</c:v>
                </c:pt>
                <c:pt idx="9351">
                  <c:v>26042.576902127421</c:v>
                </c:pt>
                <c:pt idx="9352">
                  <c:v>26045.362272602488</c:v>
                </c:pt>
                <c:pt idx="9353">
                  <c:v>26048.147643077555</c:v>
                </c:pt>
                <c:pt idx="9354">
                  <c:v>26050.933013552622</c:v>
                </c:pt>
                <c:pt idx="9355">
                  <c:v>26053.718384027688</c:v>
                </c:pt>
                <c:pt idx="9356">
                  <c:v>26056.503754502755</c:v>
                </c:pt>
                <c:pt idx="9357">
                  <c:v>26059.289124977822</c:v>
                </c:pt>
                <c:pt idx="9358">
                  <c:v>26062.074495452889</c:v>
                </c:pt>
                <c:pt idx="9359">
                  <c:v>26064.859865927956</c:v>
                </c:pt>
                <c:pt idx="9360">
                  <c:v>26067.645236403023</c:v>
                </c:pt>
                <c:pt idx="9361">
                  <c:v>26070.43060687809</c:v>
                </c:pt>
                <c:pt idx="9362">
                  <c:v>26073.215977353157</c:v>
                </c:pt>
                <c:pt idx="9363">
                  <c:v>26076.001347828224</c:v>
                </c:pt>
                <c:pt idx="9364">
                  <c:v>26078.78671830329</c:v>
                </c:pt>
                <c:pt idx="9365">
                  <c:v>26081.572088778357</c:v>
                </c:pt>
                <c:pt idx="9366">
                  <c:v>26084.357459253424</c:v>
                </c:pt>
                <c:pt idx="9367">
                  <c:v>26087.142829728491</c:v>
                </c:pt>
                <c:pt idx="9368">
                  <c:v>26089.928200203558</c:v>
                </c:pt>
                <c:pt idx="9369">
                  <c:v>26092.713570678625</c:v>
                </c:pt>
                <c:pt idx="9370">
                  <c:v>26095.498941153692</c:v>
                </c:pt>
                <c:pt idx="9371">
                  <c:v>26098.284311628759</c:v>
                </c:pt>
                <c:pt idx="9372">
                  <c:v>26101.069682103825</c:v>
                </c:pt>
                <c:pt idx="9373">
                  <c:v>26103.855052578892</c:v>
                </c:pt>
                <c:pt idx="9374">
                  <c:v>26106.640423053959</c:v>
                </c:pt>
                <c:pt idx="9375">
                  <c:v>26109.425793529026</c:v>
                </c:pt>
                <c:pt idx="9376">
                  <c:v>26112.211164004093</c:v>
                </c:pt>
                <c:pt idx="9377">
                  <c:v>26114.99653447916</c:v>
                </c:pt>
                <c:pt idx="9378">
                  <c:v>26117.781904954227</c:v>
                </c:pt>
                <c:pt idx="9379">
                  <c:v>26120.567275429294</c:v>
                </c:pt>
                <c:pt idx="9380">
                  <c:v>26123.352645904361</c:v>
                </c:pt>
                <c:pt idx="9381">
                  <c:v>26126.138016379427</c:v>
                </c:pt>
                <c:pt idx="9382">
                  <c:v>26128.923386854494</c:v>
                </c:pt>
                <c:pt idx="9383">
                  <c:v>26131.708757329561</c:v>
                </c:pt>
                <c:pt idx="9384">
                  <c:v>26134.494127804628</c:v>
                </c:pt>
                <c:pt idx="9385">
                  <c:v>26137.279498279695</c:v>
                </c:pt>
                <c:pt idx="9386">
                  <c:v>26140.064868754762</c:v>
                </c:pt>
                <c:pt idx="9387">
                  <c:v>26142.850239229829</c:v>
                </c:pt>
                <c:pt idx="9388">
                  <c:v>26145.635609704896</c:v>
                </c:pt>
                <c:pt idx="9389">
                  <c:v>26148.420980179962</c:v>
                </c:pt>
                <c:pt idx="9390">
                  <c:v>26151.206350655029</c:v>
                </c:pt>
                <c:pt idx="9391">
                  <c:v>26153.991721130096</c:v>
                </c:pt>
                <c:pt idx="9392">
                  <c:v>26156.777091605163</c:v>
                </c:pt>
                <c:pt idx="9393">
                  <c:v>26159.56246208023</c:v>
                </c:pt>
                <c:pt idx="9394">
                  <c:v>26162.347832555297</c:v>
                </c:pt>
                <c:pt idx="9395">
                  <c:v>26165.133203030364</c:v>
                </c:pt>
                <c:pt idx="9396">
                  <c:v>26167.918573505431</c:v>
                </c:pt>
                <c:pt idx="9397">
                  <c:v>26170.703943980498</c:v>
                </c:pt>
                <c:pt idx="9398">
                  <c:v>26173.489314455564</c:v>
                </c:pt>
                <c:pt idx="9399">
                  <c:v>26176.274684930631</c:v>
                </c:pt>
                <c:pt idx="9400">
                  <c:v>26179.060055405698</c:v>
                </c:pt>
                <c:pt idx="9401">
                  <c:v>26181.845425880765</c:v>
                </c:pt>
                <c:pt idx="9402">
                  <c:v>26184.630796355832</c:v>
                </c:pt>
                <c:pt idx="9403">
                  <c:v>26187.416166830899</c:v>
                </c:pt>
                <c:pt idx="9404">
                  <c:v>26190.201537305966</c:v>
                </c:pt>
                <c:pt idx="9405">
                  <c:v>26192.986907781033</c:v>
                </c:pt>
                <c:pt idx="9406">
                  <c:v>26195.7722782561</c:v>
                </c:pt>
                <c:pt idx="9407">
                  <c:v>26198.557648731166</c:v>
                </c:pt>
                <c:pt idx="9408">
                  <c:v>26201.343019206233</c:v>
                </c:pt>
                <c:pt idx="9409">
                  <c:v>26204.1283896813</c:v>
                </c:pt>
                <c:pt idx="9410">
                  <c:v>26206.913760156367</c:v>
                </c:pt>
                <c:pt idx="9411">
                  <c:v>26209.699130631434</c:v>
                </c:pt>
                <c:pt idx="9412">
                  <c:v>26212.484501106501</c:v>
                </c:pt>
                <c:pt idx="9413">
                  <c:v>26215.269871581568</c:v>
                </c:pt>
                <c:pt idx="9414">
                  <c:v>26218.055242056635</c:v>
                </c:pt>
                <c:pt idx="9415">
                  <c:v>26220.840612531701</c:v>
                </c:pt>
                <c:pt idx="9416">
                  <c:v>26223.625983006768</c:v>
                </c:pt>
                <c:pt idx="9417">
                  <c:v>26226.411353481835</c:v>
                </c:pt>
                <c:pt idx="9418">
                  <c:v>26229.196723956902</c:v>
                </c:pt>
                <c:pt idx="9419">
                  <c:v>26231.982094431969</c:v>
                </c:pt>
                <c:pt idx="9420">
                  <c:v>26234.767464907036</c:v>
                </c:pt>
                <c:pt idx="9421">
                  <c:v>26237.552835382103</c:v>
                </c:pt>
                <c:pt idx="9422">
                  <c:v>26240.33820585717</c:v>
                </c:pt>
                <c:pt idx="9423">
                  <c:v>26243.123576332237</c:v>
                </c:pt>
                <c:pt idx="9424">
                  <c:v>26245.908946807303</c:v>
                </c:pt>
                <c:pt idx="9425">
                  <c:v>26248.69431728237</c:v>
                </c:pt>
                <c:pt idx="9426">
                  <c:v>26251.479687757437</c:v>
                </c:pt>
                <c:pt idx="9427">
                  <c:v>26254.265058232504</c:v>
                </c:pt>
                <c:pt idx="9428">
                  <c:v>26257.050428707571</c:v>
                </c:pt>
                <c:pt idx="9429">
                  <c:v>26259.835799182638</c:v>
                </c:pt>
                <c:pt idx="9430">
                  <c:v>26262.621169657705</c:v>
                </c:pt>
                <c:pt idx="9431">
                  <c:v>26265.406540132772</c:v>
                </c:pt>
                <c:pt idx="9432">
                  <c:v>26268.191910607839</c:v>
                </c:pt>
                <c:pt idx="9433">
                  <c:v>26270.977281082905</c:v>
                </c:pt>
                <c:pt idx="9434">
                  <c:v>26273.762651557972</c:v>
                </c:pt>
                <c:pt idx="9435">
                  <c:v>26276.548022033039</c:v>
                </c:pt>
                <c:pt idx="9436">
                  <c:v>26279.333392508106</c:v>
                </c:pt>
                <c:pt idx="9437">
                  <c:v>26282.118762983173</c:v>
                </c:pt>
                <c:pt idx="9438">
                  <c:v>26284.90413345824</c:v>
                </c:pt>
                <c:pt idx="9439">
                  <c:v>26287.689503933307</c:v>
                </c:pt>
                <c:pt idx="9440">
                  <c:v>26290.474874408374</c:v>
                </c:pt>
                <c:pt idx="9441">
                  <c:v>26293.26024488344</c:v>
                </c:pt>
                <c:pt idx="9442">
                  <c:v>26296.045615358507</c:v>
                </c:pt>
                <c:pt idx="9443">
                  <c:v>26298.830985833574</c:v>
                </c:pt>
                <c:pt idx="9444">
                  <c:v>26301.616356308641</c:v>
                </c:pt>
                <c:pt idx="9445">
                  <c:v>26304.401726783708</c:v>
                </c:pt>
                <c:pt idx="9446">
                  <c:v>26307.187097258775</c:v>
                </c:pt>
                <c:pt idx="9447">
                  <c:v>26309.972467733842</c:v>
                </c:pt>
                <c:pt idx="9448">
                  <c:v>26312.757838208909</c:v>
                </c:pt>
                <c:pt idx="9449">
                  <c:v>26315.543208683976</c:v>
                </c:pt>
                <c:pt idx="9450">
                  <c:v>26318.328579159042</c:v>
                </c:pt>
                <c:pt idx="9451">
                  <c:v>26321.113949634109</c:v>
                </c:pt>
                <c:pt idx="9452">
                  <c:v>26323.899320109176</c:v>
                </c:pt>
                <c:pt idx="9453">
                  <c:v>26326.684690584243</c:v>
                </c:pt>
                <c:pt idx="9454">
                  <c:v>26329.47006105931</c:v>
                </c:pt>
                <c:pt idx="9455">
                  <c:v>26332.255431534377</c:v>
                </c:pt>
                <c:pt idx="9456">
                  <c:v>26335.040802009444</c:v>
                </c:pt>
                <c:pt idx="9457">
                  <c:v>26337.826172484511</c:v>
                </c:pt>
                <c:pt idx="9458">
                  <c:v>26340.611542959577</c:v>
                </c:pt>
                <c:pt idx="9459">
                  <c:v>26343.396913434644</c:v>
                </c:pt>
                <c:pt idx="9460">
                  <c:v>26346.182283909711</c:v>
                </c:pt>
                <c:pt idx="9461">
                  <c:v>26348.967654384778</c:v>
                </c:pt>
                <c:pt idx="9462">
                  <c:v>26351.753024859845</c:v>
                </c:pt>
                <c:pt idx="9463">
                  <c:v>26354.538395334912</c:v>
                </c:pt>
                <c:pt idx="9464">
                  <c:v>26357.323765809979</c:v>
                </c:pt>
                <c:pt idx="9465">
                  <c:v>26360.109136285046</c:v>
                </c:pt>
                <c:pt idx="9466">
                  <c:v>26362.894506760113</c:v>
                </c:pt>
                <c:pt idx="9467">
                  <c:v>26365.679877235179</c:v>
                </c:pt>
                <c:pt idx="9468">
                  <c:v>26368.465247710246</c:v>
                </c:pt>
                <c:pt idx="9469">
                  <c:v>26371.250618185313</c:v>
                </c:pt>
                <c:pt idx="9470">
                  <c:v>26374.03598866038</c:v>
                </c:pt>
                <c:pt idx="9471">
                  <c:v>26376.821359135447</c:v>
                </c:pt>
                <c:pt idx="9472">
                  <c:v>26379.606729610514</c:v>
                </c:pt>
                <c:pt idx="9473">
                  <c:v>26382.392100085581</c:v>
                </c:pt>
                <c:pt idx="9474">
                  <c:v>26385.177470560648</c:v>
                </c:pt>
                <c:pt idx="9475">
                  <c:v>26387.962841035715</c:v>
                </c:pt>
                <c:pt idx="9476">
                  <c:v>26390.748211510781</c:v>
                </c:pt>
                <c:pt idx="9477">
                  <c:v>26393.533581985848</c:v>
                </c:pt>
                <c:pt idx="9478">
                  <c:v>26396.318952460915</c:v>
                </c:pt>
                <c:pt idx="9479">
                  <c:v>26399.104322935982</c:v>
                </c:pt>
                <c:pt idx="9480">
                  <c:v>26401.889693411049</c:v>
                </c:pt>
                <c:pt idx="9481">
                  <c:v>26404.675063886116</c:v>
                </c:pt>
                <c:pt idx="9482">
                  <c:v>26407.460434361183</c:v>
                </c:pt>
                <c:pt idx="9483">
                  <c:v>26410.24580483625</c:v>
                </c:pt>
                <c:pt idx="9484">
                  <c:v>26413.031175311316</c:v>
                </c:pt>
                <c:pt idx="9485">
                  <c:v>26415.816545786383</c:v>
                </c:pt>
                <c:pt idx="9486">
                  <c:v>26418.60191626145</c:v>
                </c:pt>
                <c:pt idx="9487">
                  <c:v>26421.387286736517</c:v>
                </c:pt>
                <c:pt idx="9488">
                  <c:v>26424.172657211584</c:v>
                </c:pt>
                <c:pt idx="9489">
                  <c:v>26426.958027686651</c:v>
                </c:pt>
                <c:pt idx="9490">
                  <c:v>26429.743398161718</c:v>
                </c:pt>
                <c:pt idx="9491">
                  <c:v>26432.528768636785</c:v>
                </c:pt>
                <c:pt idx="9492">
                  <c:v>26435.314139111852</c:v>
                </c:pt>
                <c:pt idx="9493">
                  <c:v>26438.099509586918</c:v>
                </c:pt>
                <c:pt idx="9494">
                  <c:v>26440.884880061985</c:v>
                </c:pt>
                <c:pt idx="9495">
                  <c:v>26443.670250537052</c:v>
                </c:pt>
                <c:pt idx="9496">
                  <c:v>26446.455621012119</c:v>
                </c:pt>
                <c:pt idx="9497">
                  <c:v>26449.240991487186</c:v>
                </c:pt>
                <c:pt idx="9498">
                  <c:v>26452.026361962253</c:v>
                </c:pt>
                <c:pt idx="9499">
                  <c:v>26454.81173243732</c:v>
                </c:pt>
                <c:pt idx="9500">
                  <c:v>26457.597102912387</c:v>
                </c:pt>
                <c:pt idx="9501">
                  <c:v>26460.382473387454</c:v>
                </c:pt>
                <c:pt idx="9502">
                  <c:v>26463.16784386252</c:v>
                </c:pt>
                <c:pt idx="9503">
                  <c:v>26465.953214337587</c:v>
                </c:pt>
                <c:pt idx="9504">
                  <c:v>26468.738584812654</c:v>
                </c:pt>
                <c:pt idx="9505">
                  <c:v>26471.523955287721</c:v>
                </c:pt>
                <c:pt idx="9506">
                  <c:v>26474.309325762788</c:v>
                </c:pt>
                <c:pt idx="9507">
                  <c:v>26477.094696237855</c:v>
                </c:pt>
                <c:pt idx="9508">
                  <c:v>26479.880066712922</c:v>
                </c:pt>
                <c:pt idx="9509">
                  <c:v>26482.665437187989</c:v>
                </c:pt>
                <c:pt idx="9510">
                  <c:v>26485.450807663055</c:v>
                </c:pt>
                <c:pt idx="9511">
                  <c:v>26488.236178138122</c:v>
                </c:pt>
                <c:pt idx="9512">
                  <c:v>26491.021548613189</c:v>
                </c:pt>
                <c:pt idx="9513">
                  <c:v>26493.806919088256</c:v>
                </c:pt>
                <c:pt idx="9514">
                  <c:v>26496.592289563323</c:v>
                </c:pt>
                <c:pt idx="9515">
                  <c:v>26499.37766003839</c:v>
                </c:pt>
                <c:pt idx="9516">
                  <c:v>26502.163030513457</c:v>
                </c:pt>
                <c:pt idx="9517">
                  <c:v>26504.948400988524</c:v>
                </c:pt>
                <c:pt idx="9518">
                  <c:v>26507.733771463591</c:v>
                </c:pt>
                <c:pt idx="9519">
                  <c:v>26510.519141938657</c:v>
                </c:pt>
                <c:pt idx="9520">
                  <c:v>26513.304512413724</c:v>
                </c:pt>
                <c:pt idx="9521">
                  <c:v>26516.089882888791</c:v>
                </c:pt>
                <c:pt idx="9522">
                  <c:v>26518.875253363858</c:v>
                </c:pt>
                <c:pt idx="9523">
                  <c:v>26521.660623838925</c:v>
                </c:pt>
                <c:pt idx="9524">
                  <c:v>26524.445994313992</c:v>
                </c:pt>
                <c:pt idx="9525">
                  <c:v>26527.231364789059</c:v>
                </c:pt>
                <c:pt idx="9526">
                  <c:v>26530.016735264126</c:v>
                </c:pt>
                <c:pt idx="9527">
                  <c:v>26532.802105739192</c:v>
                </c:pt>
                <c:pt idx="9528">
                  <c:v>26535.587476214259</c:v>
                </c:pt>
                <c:pt idx="9529">
                  <c:v>26538.372846689326</c:v>
                </c:pt>
                <c:pt idx="9530">
                  <c:v>26541.158217164393</c:v>
                </c:pt>
                <c:pt idx="9531">
                  <c:v>26543.94358763946</c:v>
                </c:pt>
                <c:pt idx="9532">
                  <c:v>26546.728958114527</c:v>
                </c:pt>
                <c:pt idx="9533">
                  <c:v>26549.514328589594</c:v>
                </c:pt>
                <c:pt idx="9534">
                  <c:v>26552.299699064661</c:v>
                </c:pt>
                <c:pt idx="9535">
                  <c:v>26555.085069539728</c:v>
                </c:pt>
                <c:pt idx="9536">
                  <c:v>26557.870440014794</c:v>
                </c:pt>
                <c:pt idx="9537">
                  <c:v>26560.655810489861</c:v>
                </c:pt>
                <c:pt idx="9538">
                  <c:v>26563.441180964928</c:v>
                </c:pt>
                <c:pt idx="9539">
                  <c:v>26566.226551439995</c:v>
                </c:pt>
                <c:pt idx="9540">
                  <c:v>26569.011921915062</c:v>
                </c:pt>
                <c:pt idx="9541">
                  <c:v>26571.797292390129</c:v>
                </c:pt>
                <c:pt idx="9542">
                  <c:v>26574.582662865196</c:v>
                </c:pt>
                <c:pt idx="9543">
                  <c:v>26577.368033340263</c:v>
                </c:pt>
                <c:pt idx="9544">
                  <c:v>26580.15340381533</c:v>
                </c:pt>
                <c:pt idx="9545">
                  <c:v>26582.938774290396</c:v>
                </c:pt>
                <c:pt idx="9546">
                  <c:v>26585.724144765463</c:v>
                </c:pt>
                <c:pt idx="9547">
                  <c:v>26588.50951524053</c:v>
                </c:pt>
                <c:pt idx="9548">
                  <c:v>26591.294885715597</c:v>
                </c:pt>
                <c:pt idx="9549">
                  <c:v>26594.080256190664</c:v>
                </c:pt>
                <c:pt idx="9550">
                  <c:v>26596.865626665731</c:v>
                </c:pt>
                <c:pt idx="9551">
                  <c:v>26599.650997140798</c:v>
                </c:pt>
                <c:pt idx="9552">
                  <c:v>26602.436367615865</c:v>
                </c:pt>
                <c:pt idx="9553">
                  <c:v>26605.221738090931</c:v>
                </c:pt>
                <c:pt idx="9554">
                  <c:v>26608.007108565998</c:v>
                </c:pt>
                <c:pt idx="9555">
                  <c:v>26610.792479041065</c:v>
                </c:pt>
                <c:pt idx="9556">
                  <c:v>26613.577849516132</c:v>
                </c:pt>
                <c:pt idx="9557">
                  <c:v>26616.363219991199</c:v>
                </c:pt>
                <c:pt idx="9558">
                  <c:v>26619.148590466266</c:v>
                </c:pt>
                <c:pt idx="9559">
                  <c:v>26621.933960941333</c:v>
                </c:pt>
                <c:pt idx="9560">
                  <c:v>26624.7193314164</c:v>
                </c:pt>
                <c:pt idx="9561">
                  <c:v>26627.504701891467</c:v>
                </c:pt>
                <c:pt idx="9562">
                  <c:v>26630.290072366533</c:v>
                </c:pt>
                <c:pt idx="9563">
                  <c:v>26633.0754428416</c:v>
                </c:pt>
                <c:pt idx="9564">
                  <c:v>26635.860813316667</c:v>
                </c:pt>
                <c:pt idx="9565">
                  <c:v>26638.646183791734</c:v>
                </c:pt>
                <c:pt idx="9566">
                  <c:v>26641.431554266801</c:v>
                </c:pt>
                <c:pt idx="9567">
                  <c:v>26644.216924741868</c:v>
                </c:pt>
                <c:pt idx="9568">
                  <c:v>26647.002295216935</c:v>
                </c:pt>
                <c:pt idx="9569">
                  <c:v>26649.787665692002</c:v>
                </c:pt>
                <c:pt idx="9570">
                  <c:v>26652.573036167068</c:v>
                </c:pt>
                <c:pt idx="9571">
                  <c:v>26655.358406642135</c:v>
                </c:pt>
                <c:pt idx="9572">
                  <c:v>26658.143777117202</c:v>
                </c:pt>
                <c:pt idx="9573">
                  <c:v>26660.929147592269</c:v>
                </c:pt>
                <c:pt idx="9574">
                  <c:v>26663.714518067336</c:v>
                </c:pt>
                <c:pt idx="9575">
                  <c:v>26666.499888542403</c:v>
                </c:pt>
                <c:pt idx="9576">
                  <c:v>26669.28525901747</c:v>
                </c:pt>
                <c:pt idx="9577">
                  <c:v>26672.070629492537</c:v>
                </c:pt>
                <c:pt idx="9578">
                  <c:v>26674.855999967604</c:v>
                </c:pt>
                <c:pt idx="9579">
                  <c:v>26677.64137044267</c:v>
                </c:pt>
                <c:pt idx="9580">
                  <c:v>26680.426740917737</c:v>
                </c:pt>
                <c:pt idx="9581">
                  <c:v>26683.212111392804</c:v>
                </c:pt>
                <c:pt idx="9582">
                  <c:v>26685.997481867871</c:v>
                </c:pt>
                <c:pt idx="9583">
                  <c:v>26688.782852342938</c:v>
                </c:pt>
                <c:pt idx="9584">
                  <c:v>26691.568222818005</c:v>
                </c:pt>
                <c:pt idx="9585">
                  <c:v>26694.353593293072</c:v>
                </c:pt>
                <c:pt idx="9586">
                  <c:v>26697.138963768139</c:v>
                </c:pt>
                <c:pt idx="9587">
                  <c:v>26699.924334243206</c:v>
                </c:pt>
                <c:pt idx="9588">
                  <c:v>26702.709704718272</c:v>
                </c:pt>
                <c:pt idx="9589">
                  <c:v>26705.495075193339</c:v>
                </c:pt>
                <c:pt idx="9590">
                  <c:v>26708.280445668406</c:v>
                </c:pt>
                <c:pt idx="9591">
                  <c:v>26711.065816143473</c:v>
                </c:pt>
                <c:pt idx="9592">
                  <c:v>26713.85118661854</c:v>
                </c:pt>
                <c:pt idx="9593">
                  <c:v>26716.636557093607</c:v>
                </c:pt>
                <c:pt idx="9594">
                  <c:v>26719.421927568674</c:v>
                </c:pt>
                <c:pt idx="9595">
                  <c:v>26722.207298043741</c:v>
                </c:pt>
                <c:pt idx="9596">
                  <c:v>26724.992668518807</c:v>
                </c:pt>
                <c:pt idx="9597">
                  <c:v>26727.778038993874</c:v>
                </c:pt>
                <c:pt idx="9598">
                  <c:v>26730.563409468941</c:v>
                </c:pt>
                <c:pt idx="9599">
                  <c:v>26733.348779944008</c:v>
                </c:pt>
                <c:pt idx="9600">
                  <c:v>26736.134150419075</c:v>
                </c:pt>
                <c:pt idx="9601">
                  <c:v>26738.919520894142</c:v>
                </c:pt>
                <c:pt idx="9602">
                  <c:v>26741.704891369209</c:v>
                </c:pt>
                <c:pt idx="9603">
                  <c:v>26744.490261844276</c:v>
                </c:pt>
                <c:pt idx="9604">
                  <c:v>26747.275632319343</c:v>
                </c:pt>
                <c:pt idx="9605">
                  <c:v>26750.061002794409</c:v>
                </c:pt>
                <c:pt idx="9606">
                  <c:v>26752.846373269476</c:v>
                </c:pt>
                <c:pt idx="9607">
                  <c:v>26755.631743744543</c:v>
                </c:pt>
                <c:pt idx="9608">
                  <c:v>26758.41711421961</c:v>
                </c:pt>
                <c:pt idx="9609">
                  <c:v>26761.202484694677</c:v>
                </c:pt>
                <c:pt idx="9610">
                  <c:v>26763.987855169744</c:v>
                </c:pt>
                <c:pt idx="9611">
                  <c:v>26766.773225644811</c:v>
                </c:pt>
                <c:pt idx="9612">
                  <c:v>26769.558596119878</c:v>
                </c:pt>
                <c:pt idx="9613">
                  <c:v>26772.343966594945</c:v>
                </c:pt>
                <c:pt idx="9614">
                  <c:v>26775.129337070011</c:v>
                </c:pt>
                <c:pt idx="9615">
                  <c:v>26777.914707545078</c:v>
                </c:pt>
                <c:pt idx="9616">
                  <c:v>26780.700078020145</c:v>
                </c:pt>
                <c:pt idx="9617">
                  <c:v>26783.485448495212</c:v>
                </c:pt>
                <c:pt idx="9618">
                  <c:v>26786.270818970279</c:v>
                </c:pt>
                <c:pt idx="9619">
                  <c:v>26789.056189445346</c:v>
                </c:pt>
                <c:pt idx="9620">
                  <c:v>26791.841559920413</c:v>
                </c:pt>
                <c:pt idx="9621">
                  <c:v>26794.62693039548</c:v>
                </c:pt>
                <c:pt idx="9622">
                  <c:v>26797.412300870546</c:v>
                </c:pt>
                <c:pt idx="9623">
                  <c:v>26800.197671345613</c:v>
                </c:pt>
                <c:pt idx="9624">
                  <c:v>26802.98304182068</c:v>
                </c:pt>
                <c:pt idx="9625">
                  <c:v>26805.768412295747</c:v>
                </c:pt>
                <c:pt idx="9626">
                  <c:v>26808.553782770814</c:v>
                </c:pt>
                <c:pt idx="9627">
                  <c:v>26811.339153245881</c:v>
                </c:pt>
                <c:pt idx="9628">
                  <c:v>26814.124523720948</c:v>
                </c:pt>
                <c:pt idx="9629">
                  <c:v>26816.909894196015</c:v>
                </c:pt>
                <c:pt idx="9630">
                  <c:v>26819.695264671082</c:v>
                </c:pt>
                <c:pt idx="9631">
                  <c:v>26822.480635146148</c:v>
                </c:pt>
                <c:pt idx="9632">
                  <c:v>26825.266005621215</c:v>
                </c:pt>
                <c:pt idx="9633">
                  <c:v>26828.051376096282</c:v>
                </c:pt>
                <c:pt idx="9634">
                  <c:v>26830.836746571349</c:v>
                </c:pt>
                <c:pt idx="9635">
                  <c:v>26833.622117046416</c:v>
                </c:pt>
                <c:pt idx="9636">
                  <c:v>26836.407487521483</c:v>
                </c:pt>
                <c:pt idx="9637">
                  <c:v>26839.19285799655</c:v>
                </c:pt>
                <c:pt idx="9638">
                  <c:v>26841.978228471617</c:v>
                </c:pt>
                <c:pt idx="9639">
                  <c:v>26844.763598946683</c:v>
                </c:pt>
                <c:pt idx="9640">
                  <c:v>26847.54896942175</c:v>
                </c:pt>
                <c:pt idx="9641">
                  <c:v>26850.334339896817</c:v>
                </c:pt>
                <c:pt idx="9642">
                  <c:v>26853.119710371884</c:v>
                </c:pt>
                <c:pt idx="9643">
                  <c:v>26855.905080846951</c:v>
                </c:pt>
                <c:pt idx="9644">
                  <c:v>26858.690451322018</c:v>
                </c:pt>
                <c:pt idx="9645">
                  <c:v>26861.475821797085</c:v>
                </c:pt>
                <c:pt idx="9646">
                  <c:v>26864.261192272152</c:v>
                </c:pt>
                <c:pt idx="9647">
                  <c:v>26867.046562747219</c:v>
                </c:pt>
                <c:pt idx="9648">
                  <c:v>26869.831933222285</c:v>
                </c:pt>
                <c:pt idx="9649">
                  <c:v>26872.617303697352</c:v>
                </c:pt>
                <c:pt idx="9650">
                  <c:v>26875.402674172419</c:v>
                </c:pt>
                <c:pt idx="9651">
                  <c:v>26878.188044647486</c:v>
                </c:pt>
                <c:pt idx="9652">
                  <c:v>26880.973415122553</c:v>
                </c:pt>
                <c:pt idx="9653">
                  <c:v>26883.75878559762</c:v>
                </c:pt>
                <c:pt idx="9654">
                  <c:v>26886.544156072687</c:v>
                </c:pt>
                <c:pt idx="9655">
                  <c:v>26889.329526547754</c:v>
                </c:pt>
                <c:pt idx="9656">
                  <c:v>26892.114897022821</c:v>
                </c:pt>
                <c:pt idx="9657">
                  <c:v>26894.900267497887</c:v>
                </c:pt>
                <c:pt idx="9658">
                  <c:v>26897.685637972954</c:v>
                </c:pt>
                <c:pt idx="9659">
                  <c:v>26900.471008448021</c:v>
                </c:pt>
                <c:pt idx="9660">
                  <c:v>26903.256378923088</c:v>
                </c:pt>
                <c:pt idx="9661">
                  <c:v>26906.041749398155</c:v>
                </c:pt>
                <c:pt idx="9662">
                  <c:v>26908.827119873222</c:v>
                </c:pt>
                <c:pt idx="9663">
                  <c:v>26911.612490348289</c:v>
                </c:pt>
                <c:pt idx="9664">
                  <c:v>26914.397860823356</c:v>
                </c:pt>
                <c:pt idx="9665">
                  <c:v>26917.183231298422</c:v>
                </c:pt>
                <c:pt idx="9666">
                  <c:v>26919.968601773489</c:v>
                </c:pt>
                <c:pt idx="9667">
                  <c:v>26922.753972248556</c:v>
                </c:pt>
                <c:pt idx="9668">
                  <c:v>26925.539342723623</c:v>
                </c:pt>
                <c:pt idx="9669">
                  <c:v>26928.32471319869</c:v>
                </c:pt>
                <c:pt idx="9670">
                  <c:v>26931.110083673757</c:v>
                </c:pt>
                <c:pt idx="9671">
                  <c:v>26933.895454148824</c:v>
                </c:pt>
                <c:pt idx="9672">
                  <c:v>26936.680824623891</c:v>
                </c:pt>
                <c:pt idx="9673">
                  <c:v>26939.466195098958</c:v>
                </c:pt>
                <c:pt idx="9674">
                  <c:v>26942.251565574024</c:v>
                </c:pt>
                <c:pt idx="9675">
                  <c:v>26945.036936049091</c:v>
                </c:pt>
                <c:pt idx="9676">
                  <c:v>26947.822306524158</c:v>
                </c:pt>
                <c:pt idx="9677">
                  <c:v>26950.607676999225</c:v>
                </c:pt>
                <c:pt idx="9678">
                  <c:v>26953.393047474292</c:v>
                </c:pt>
                <c:pt idx="9679">
                  <c:v>26956.178417949359</c:v>
                </c:pt>
                <c:pt idx="9680">
                  <c:v>26958.963788424426</c:v>
                </c:pt>
                <c:pt idx="9681">
                  <c:v>26961.749158899493</c:v>
                </c:pt>
                <c:pt idx="9682">
                  <c:v>26964.534529374559</c:v>
                </c:pt>
                <c:pt idx="9683">
                  <c:v>26967.319899849626</c:v>
                </c:pt>
                <c:pt idx="9684">
                  <c:v>26970.105270324693</c:v>
                </c:pt>
                <c:pt idx="9685">
                  <c:v>26972.89064079976</c:v>
                </c:pt>
                <c:pt idx="9686">
                  <c:v>26975.676011274827</c:v>
                </c:pt>
                <c:pt idx="9687">
                  <c:v>26978.461381749894</c:v>
                </c:pt>
                <c:pt idx="9688">
                  <c:v>26981.246752224961</c:v>
                </c:pt>
                <c:pt idx="9689">
                  <c:v>26984.032122700028</c:v>
                </c:pt>
                <c:pt idx="9690">
                  <c:v>26986.817493175095</c:v>
                </c:pt>
                <c:pt idx="9691">
                  <c:v>26989.602863650161</c:v>
                </c:pt>
                <c:pt idx="9692">
                  <c:v>26992.388234125228</c:v>
                </c:pt>
                <c:pt idx="9693">
                  <c:v>26995.173604600295</c:v>
                </c:pt>
                <c:pt idx="9694">
                  <c:v>26997.958975075362</c:v>
                </c:pt>
                <c:pt idx="9695">
                  <c:v>27000.744345550429</c:v>
                </c:pt>
                <c:pt idx="9696">
                  <c:v>27003.529716025496</c:v>
                </c:pt>
                <c:pt idx="9697">
                  <c:v>27006.315086500563</c:v>
                </c:pt>
                <c:pt idx="9698">
                  <c:v>27009.10045697563</c:v>
                </c:pt>
                <c:pt idx="9699">
                  <c:v>27011.885827450697</c:v>
                </c:pt>
                <c:pt idx="9700">
                  <c:v>27014.671197925763</c:v>
                </c:pt>
                <c:pt idx="9701">
                  <c:v>27017.45656840083</c:v>
                </c:pt>
                <c:pt idx="9702">
                  <c:v>27020.241938875897</c:v>
                </c:pt>
                <c:pt idx="9703">
                  <c:v>27023.027309350964</c:v>
                </c:pt>
                <c:pt idx="9704">
                  <c:v>27025.812679826031</c:v>
                </c:pt>
                <c:pt idx="9705">
                  <c:v>27028.598050301098</c:v>
                </c:pt>
                <c:pt idx="9706">
                  <c:v>27031.383420776165</c:v>
                </c:pt>
                <c:pt idx="9707">
                  <c:v>27034.168791251232</c:v>
                </c:pt>
                <c:pt idx="9708">
                  <c:v>27036.954161726298</c:v>
                </c:pt>
                <c:pt idx="9709">
                  <c:v>27039.739532201365</c:v>
                </c:pt>
                <c:pt idx="9710">
                  <c:v>27042.524902676432</c:v>
                </c:pt>
                <c:pt idx="9711">
                  <c:v>27045.310273151499</c:v>
                </c:pt>
                <c:pt idx="9712">
                  <c:v>27048.095643626566</c:v>
                </c:pt>
                <c:pt idx="9713">
                  <c:v>27050.881014101633</c:v>
                </c:pt>
                <c:pt idx="9714">
                  <c:v>27053.6663845767</c:v>
                </c:pt>
                <c:pt idx="9715">
                  <c:v>27056.451755051767</c:v>
                </c:pt>
                <c:pt idx="9716">
                  <c:v>27059.237125526834</c:v>
                </c:pt>
                <c:pt idx="9717">
                  <c:v>27062.0224960019</c:v>
                </c:pt>
                <c:pt idx="9718">
                  <c:v>27064.807866476967</c:v>
                </c:pt>
                <c:pt idx="9719">
                  <c:v>27067.593236952034</c:v>
                </c:pt>
                <c:pt idx="9720">
                  <c:v>27070.378607427101</c:v>
                </c:pt>
                <c:pt idx="9721">
                  <c:v>27073.163977902168</c:v>
                </c:pt>
                <c:pt idx="9722">
                  <c:v>27075.949348377235</c:v>
                </c:pt>
                <c:pt idx="9723">
                  <c:v>27078.734718852302</c:v>
                </c:pt>
                <c:pt idx="9724">
                  <c:v>27081.520089327369</c:v>
                </c:pt>
                <c:pt idx="9725">
                  <c:v>27084.305459802436</c:v>
                </c:pt>
                <c:pt idx="9726">
                  <c:v>27087.090830277502</c:v>
                </c:pt>
                <c:pt idx="9727">
                  <c:v>27089.876200752569</c:v>
                </c:pt>
                <c:pt idx="9728">
                  <c:v>27092.661571227636</c:v>
                </c:pt>
                <c:pt idx="9729">
                  <c:v>27095.446941702703</c:v>
                </c:pt>
                <c:pt idx="9730">
                  <c:v>27098.23231217777</c:v>
                </c:pt>
                <c:pt idx="9731">
                  <c:v>27101.017682652837</c:v>
                </c:pt>
                <c:pt idx="9732">
                  <c:v>27103.803053127904</c:v>
                </c:pt>
                <c:pt idx="9733">
                  <c:v>27106.588423602971</c:v>
                </c:pt>
                <c:pt idx="9734">
                  <c:v>27109.373794078037</c:v>
                </c:pt>
                <c:pt idx="9735">
                  <c:v>27112.159164553104</c:v>
                </c:pt>
                <c:pt idx="9736">
                  <c:v>27114.944535028171</c:v>
                </c:pt>
                <c:pt idx="9737">
                  <c:v>27117.729905503238</c:v>
                </c:pt>
                <c:pt idx="9738">
                  <c:v>27120.515275978305</c:v>
                </c:pt>
                <c:pt idx="9739">
                  <c:v>27123.300646453372</c:v>
                </c:pt>
                <c:pt idx="9740">
                  <c:v>27126.086016928439</c:v>
                </c:pt>
                <c:pt idx="9741">
                  <c:v>27128.871387403506</c:v>
                </c:pt>
                <c:pt idx="9742">
                  <c:v>27131.656757878573</c:v>
                </c:pt>
                <c:pt idx="9743">
                  <c:v>27134.442128353639</c:v>
                </c:pt>
                <c:pt idx="9744">
                  <c:v>27137.227498828706</c:v>
                </c:pt>
                <c:pt idx="9745">
                  <c:v>27140.012869303773</c:v>
                </c:pt>
                <c:pt idx="9746">
                  <c:v>27142.79823977884</c:v>
                </c:pt>
                <c:pt idx="9747">
                  <c:v>27145.583610253907</c:v>
                </c:pt>
                <c:pt idx="9748">
                  <c:v>27148.368980728974</c:v>
                </c:pt>
                <c:pt idx="9749">
                  <c:v>27151.154351204041</c:v>
                </c:pt>
                <c:pt idx="9750">
                  <c:v>27153.939721679108</c:v>
                </c:pt>
                <c:pt idx="9751">
                  <c:v>27156.725092154174</c:v>
                </c:pt>
                <c:pt idx="9752">
                  <c:v>27159.510462629241</c:v>
                </c:pt>
                <c:pt idx="9753">
                  <c:v>27162.295833104308</c:v>
                </c:pt>
                <c:pt idx="9754">
                  <c:v>27165.081203579375</c:v>
                </c:pt>
                <c:pt idx="9755">
                  <c:v>27167.866574054442</c:v>
                </c:pt>
                <c:pt idx="9756">
                  <c:v>27170.651944529509</c:v>
                </c:pt>
                <c:pt idx="9757">
                  <c:v>27173.437315004576</c:v>
                </c:pt>
                <c:pt idx="9758">
                  <c:v>27176.222685479643</c:v>
                </c:pt>
                <c:pt idx="9759">
                  <c:v>27179.00805595471</c:v>
                </c:pt>
                <c:pt idx="9760">
                  <c:v>27181.793426429776</c:v>
                </c:pt>
                <c:pt idx="9761">
                  <c:v>27184.578796904843</c:v>
                </c:pt>
                <c:pt idx="9762">
                  <c:v>27187.36416737991</c:v>
                </c:pt>
                <c:pt idx="9763">
                  <c:v>27190.149537854977</c:v>
                </c:pt>
                <c:pt idx="9764">
                  <c:v>27192.934908330044</c:v>
                </c:pt>
                <c:pt idx="9765">
                  <c:v>27195.720278805111</c:v>
                </c:pt>
                <c:pt idx="9766">
                  <c:v>27198.505649280178</c:v>
                </c:pt>
                <c:pt idx="9767">
                  <c:v>27201.291019755245</c:v>
                </c:pt>
                <c:pt idx="9768">
                  <c:v>27204.076390230312</c:v>
                </c:pt>
                <c:pt idx="9769">
                  <c:v>27206.861760705378</c:v>
                </c:pt>
                <c:pt idx="9770">
                  <c:v>27209.647131180445</c:v>
                </c:pt>
                <c:pt idx="9771">
                  <c:v>27212.432501655512</c:v>
                </c:pt>
                <c:pt idx="9772">
                  <c:v>27215.217872130579</c:v>
                </c:pt>
                <c:pt idx="9773">
                  <c:v>27218.003242605646</c:v>
                </c:pt>
                <c:pt idx="9774">
                  <c:v>27220.788613080713</c:v>
                </c:pt>
                <c:pt idx="9775">
                  <c:v>27223.57398355578</c:v>
                </c:pt>
                <c:pt idx="9776">
                  <c:v>27226.359354030847</c:v>
                </c:pt>
                <c:pt idx="9777">
                  <c:v>27229.144724505913</c:v>
                </c:pt>
                <c:pt idx="9778">
                  <c:v>27231.93009498098</c:v>
                </c:pt>
                <c:pt idx="9779">
                  <c:v>27234.715465456047</c:v>
                </c:pt>
                <c:pt idx="9780">
                  <c:v>27237.500835931114</c:v>
                </c:pt>
                <c:pt idx="9781">
                  <c:v>27240.286206406181</c:v>
                </c:pt>
                <c:pt idx="9782">
                  <c:v>27243.071576881248</c:v>
                </c:pt>
                <c:pt idx="9783">
                  <c:v>27245.856947356315</c:v>
                </c:pt>
                <c:pt idx="9784">
                  <c:v>27248.642317831382</c:v>
                </c:pt>
                <c:pt idx="9785">
                  <c:v>27251.427688306449</c:v>
                </c:pt>
                <c:pt idx="9786">
                  <c:v>27254.213058781515</c:v>
                </c:pt>
                <c:pt idx="9787">
                  <c:v>27256.998429256582</c:v>
                </c:pt>
                <c:pt idx="9788">
                  <c:v>27259.783799731649</c:v>
                </c:pt>
                <c:pt idx="9789">
                  <c:v>27262.569170206716</c:v>
                </c:pt>
                <c:pt idx="9790">
                  <c:v>27265.354540681783</c:v>
                </c:pt>
                <c:pt idx="9791">
                  <c:v>27268.13991115685</c:v>
                </c:pt>
                <c:pt idx="9792">
                  <c:v>27270.925281631917</c:v>
                </c:pt>
                <c:pt idx="9793">
                  <c:v>27273.710652106984</c:v>
                </c:pt>
                <c:pt idx="9794">
                  <c:v>27276.496022582051</c:v>
                </c:pt>
                <c:pt idx="9795">
                  <c:v>27279.281393057117</c:v>
                </c:pt>
                <c:pt idx="9796">
                  <c:v>27282.066763532184</c:v>
                </c:pt>
                <c:pt idx="9797">
                  <c:v>27284.852134007251</c:v>
                </c:pt>
                <c:pt idx="9798">
                  <c:v>27287.637504482318</c:v>
                </c:pt>
                <c:pt idx="9799">
                  <c:v>27290.422874957385</c:v>
                </c:pt>
                <c:pt idx="9800">
                  <c:v>27293.208245432452</c:v>
                </c:pt>
                <c:pt idx="9801">
                  <c:v>27295.993615907519</c:v>
                </c:pt>
                <c:pt idx="9802">
                  <c:v>27298.778986382586</c:v>
                </c:pt>
                <c:pt idx="9803">
                  <c:v>27301.564356857652</c:v>
                </c:pt>
                <c:pt idx="9804">
                  <c:v>27304.349727332719</c:v>
                </c:pt>
                <c:pt idx="9805">
                  <c:v>27307.135097807786</c:v>
                </c:pt>
                <c:pt idx="9806">
                  <c:v>27309.920468282853</c:v>
                </c:pt>
                <c:pt idx="9807">
                  <c:v>27312.70583875792</c:v>
                </c:pt>
                <c:pt idx="9808">
                  <c:v>27315.491209232987</c:v>
                </c:pt>
                <c:pt idx="9809">
                  <c:v>27318.276579708054</c:v>
                </c:pt>
                <c:pt idx="9810">
                  <c:v>27321.061950183121</c:v>
                </c:pt>
                <c:pt idx="9811">
                  <c:v>27323.847320658188</c:v>
                </c:pt>
                <c:pt idx="9812">
                  <c:v>27326.632691133254</c:v>
                </c:pt>
                <c:pt idx="9813">
                  <c:v>27329.418061608321</c:v>
                </c:pt>
                <c:pt idx="9814">
                  <c:v>27332.203432083388</c:v>
                </c:pt>
                <c:pt idx="9815">
                  <c:v>27334.988802558455</c:v>
                </c:pt>
                <c:pt idx="9816">
                  <c:v>27337.774173033522</c:v>
                </c:pt>
                <c:pt idx="9817">
                  <c:v>27340.559543508589</c:v>
                </c:pt>
                <c:pt idx="9818">
                  <c:v>27343.344913983656</c:v>
                </c:pt>
                <c:pt idx="9819">
                  <c:v>27346.130284458723</c:v>
                </c:pt>
                <c:pt idx="9820">
                  <c:v>27348.915654933789</c:v>
                </c:pt>
                <c:pt idx="9821">
                  <c:v>27351.701025408856</c:v>
                </c:pt>
                <c:pt idx="9822">
                  <c:v>27354.486395883923</c:v>
                </c:pt>
                <c:pt idx="9823">
                  <c:v>27357.27176635899</c:v>
                </c:pt>
                <c:pt idx="9824">
                  <c:v>27360.057136834057</c:v>
                </c:pt>
                <c:pt idx="9825">
                  <c:v>27362.842507309124</c:v>
                </c:pt>
                <c:pt idx="9826">
                  <c:v>27365.627877784191</c:v>
                </c:pt>
                <c:pt idx="9827">
                  <c:v>27368.413248259258</c:v>
                </c:pt>
                <c:pt idx="9828">
                  <c:v>27371.198618734325</c:v>
                </c:pt>
                <c:pt idx="9829">
                  <c:v>27373.983989209391</c:v>
                </c:pt>
                <c:pt idx="9830">
                  <c:v>27376.769359684458</c:v>
                </c:pt>
                <c:pt idx="9831">
                  <c:v>27379.554730159525</c:v>
                </c:pt>
                <c:pt idx="9832">
                  <c:v>27382.340100634592</c:v>
                </c:pt>
                <c:pt idx="9833">
                  <c:v>27385.125471109659</c:v>
                </c:pt>
                <c:pt idx="9834">
                  <c:v>27387.910841584726</c:v>
                </c:pt>
                <c:pt idx="9835">
                  <c:v>27390.696212059793</c:v>
                </c:pt>
                <c:pt idx="9836">
                  <c:v>27393.48158253486</c:v>
                </c:pt>
                <c:pt idx="9837">
                  <c:v>27396.266953009927</c:v>
                </c:pt>
                <c:pt idx="9838">
                  <c:v>27399.052323484993</c:v>
                </c:pt>
                <c:pt idx="9839">
                  <c:v>27401.83769396006</c:v>
                </c:pt>
                <c:pt idx="9840">
                  <c:v>27404.623064435127</c:v>
                </c:pt>
                <c:pt idx="9841">
                  <c:v>27407.408434910194</c:v>
                </c:pt>
                <c:pt idx="9842">
                  <c:v>27410.193805385261</c:v>
                </c:pt>
                <c:pt idx="9843">
                  <c:v>27412.979175860328</c:v>
                </c:pt>
                <c:pt idx="9844">
                  <c:v>27415.764546335395</c:v>
                </c:pt>
                <c:pt idx="9845">
                  <c:v>27418.549916810462</c:v>
                </c:pt>
                <c:pt idx="9846">
                  <c:v>27421.335287285528</c:v>
                </c:pt>
                <c:pt idx="9847">
                  <c:v>27424.120657760595</c:v>
                </c:pt>
                <c:pt idx="9848">
                  <c:v>27426.906028235662</c:v>
                </c:pt>
                <c:pt idx="9849">
                  <c:v>27429.691398710729</c:v>
                </c:pt>
                <c:pt idx="9850">
                  <c:v>27432.476769185796</c:v>
                </c:pt>
                <c:pt idx="9851">
                  <c:v>27435.262139660863</c:v>
                </c:pt>
                <c:pt idx="9852">
                  <c:v>27438.04751013593</c:v>
                </c:pt>
                <c:pt idx="9853">
                  <c:v>27440.832880610997</c:v>
                </c:pt>
                <c:pt idx="9854">
                  <c:v>27443.618251086064</c:v>
                </c:pt>
                <c:pt idx="9855">
                  <c:v>27446.40362156113</c:v>
                </c:pt>
                <c:pt idx="9856">
                  <c:v>27449.188992036197</c:v>
                </c:pt>
                <c:pt idx="9857">
                  <c:v>27451.974362511264</c:v>
                </c:pt>
                <c:pt idx="9858">
                  <c:v>27454.759732986331</c:v>
                </c:pt>
                <c:pt idx="9859">
                  <c:v>27457.545103461398</c:v>
                </c:pt>
                <c:pt idx="9860">
                  <c:v>27460.330473936465</c:v>
                </c:pt>
                <c:pt idx="9861">
                  <c:v>27463.115844411532</c:v>
                </c:pt>
                <c:pt idx="9862">
                  <c:v>27465.901214886599</c:v>
                </c:pt>
                <c:pt idx="9863">
                  <c:v>27468.686585361665</c:v>
                </c:pt>
                <c:pt idx="9864">
                  <c:v>27471.471955836732</c:v>
                </c:pt>
                <c:pt idx="9865">
                  <c:v>27474.257326311799</c:v>
                </c:pt>
                <c:pt idx="9866">
                  <c:v>27477.042696786866</c:v>
                </c:pt>
                <c:pt idx="9867">
                  <c:v>27479.828067261933</c:v>
                </c:pt>
                <c:pt idx="9868">
                  <c:v>27482.613437737</c:v>
                </c:pt>
                <c:pt idx="9869">
                  <c:v>27485.398808212067</c:v>
                </c:pt>
                <c:pt idx="9870">
                  <c:v>27488.184178687134</c:v>
                </c:pt>
                <c:pt idx="9871">
                  <c:v>27490.969549162201</c:v>
                </c:pt>
                <c:pt idx="9872">
                  <c:v>27493.754919637267</c:v>
                </c:pt>
                <c:pt idx="9873">
                  <c:v>27496.540290112334</c:v>
                </c:pt>
                <c:pt idx="9874">
                  <c:v>27499.325660587401</c:v>
                </c:pt>
                <c:pt idx="9875">
                  <c:v>27502.111031062468</c:v>
                </c:pt>
                <c:pt idx="9876">
                  <c:v>27504.896401537535</c:v>
                </c:pt>
                <c:pt idx="9877">
                  <c:v>27507.681772012602</c:v>
                </c:pt>
                <c:pt idx="9878">
                  <c:v>27510.467142487669</c:v>
                </c:pt>
                <c:pt idx="9879">
                  <c:v>27513.252512962736</c:v>
                </c:pt>
                <c:pt idx="9880">
                  <c:v>27516.037883437803</c:v>
                </c:pt>
                <c:pt idx="9881">
                  <c:v>27518.823253912869</c:v>
                </c:pt>
                <c:pt idx="9882">
                  <c:v>27521.608624387936</c:v>
                </c:pt>
                <c:pt idx="9883">
                  <c:v>27524.393994863003</c:v>
                </c:pt>
                <c:pt idx="9884">
                  <c:v>27527.17936533807</c:v>
                </c:pt>
                <c:pt idx="9885">
                  <c:v>27529.964735813137</c:v>
                </c:pt>
                <c:pt idx="9886">
                  <c:v>27532.750106288204</c:v>
                </c:pt>
                <c:pt idx="9887">
                  <c:v>27535.535476763271</c:v>
                </c:pt>
                <c:pt idx="9888">
                  <c:v>27538.320847238338</c:v>
                </c:pt>
                <c:pt idx="9889">
                  <c:v>27541.106217713404</c:v>
                </c:pt>
                <c:pt idx="9890">
                  <c:v>27543.891588188471</c:v>
                </c:pt>
                <c:pt idx="9891">
                  <c:v>27546.676958663538</c:v>
                </c:pt>
                <c:pt idx="9892">
                  <c:v>27549.462329138605</c:v>
                </c:pt>
                <c:pt idx="9893">
                  <c:v>27552.247699613672</c:v>
                </c:pt>
                <c:pt idx="9894">
                  <c:v>27555.033070088739</c:v>
                </c:pt>
                <c:pt idx="9895">
                  <c:v>27557.818440563806</c:v>
                </c:pt>
                <c:pt idx="9896">
                  <c:v>27560.603811038873</c:v>
                </c:pt>
                <c:pt idx="9897">
                  <c:v>27563.38918151394</c:v>
                </c:pt>
                <c:pt idx="9898">
                  <c:v>27566.174551989006</c:v>
                </c:pt>
                <c:pt idx="9899">
                  <c:v>27568.959922464073</c:v>
                </c:pt>
                <c:pt idx="9900">
                  <c:v>27571.74529293914</c:v>
                </c:pt>
                <c:pt idx="9901">
                  <c:v>27574.530663414207</c:v>
                </c:pt>
                <c:pt idx="9902">
                  <c:v>27577.316033889274</c:v>
                </c:pt>
                <c:pt idx="9903">
                  <c:v>27580.101404364341</c:v>
                </c:pt>
                <c:pt idx="9904">
                  <c:v>27582.886774839408</c:v>
                </c:pt>
                <c:pt idx="9905">
                  <c:v>27585.672145314475</c:v>
                </c:pt>
                <c:pt idx="9906">
                  <c:v>27588.457515789542</c:v>
                </c:pt>
                <c:pt idx="9907">
                  <c:v>27591.242886264608</c:v>
                </c:pt>
                <c:pt idx="9908">
                  <c:v>27594.028256739675</c:v>
                </c:pt>
                <c:pt idx="9909">
                  <c:v>27596.813627214742</c:v>
                </c:pt>
                <c:pt idx="9910">
                  <c:v>27599.598997689809</c:v>
                </c:pt>
                <c:pt idx="9911">
                  <c:v>27602.384368164876</c:v>
                </c:pt>
                <c:pt idx="9912">
                  <c:v>27605.169738639943</c:v>
                </c:pt>
                <c:pt idx="9913">
                  <c:v>27607.95510911501</c:v>
                </c:pt>
                <c:pt idx="9914">
                  <c:v>27610.740479590077</c:v>
                </c:pt>
                <c:pt idx="9915">
                  <c:v>27613.525850065143</c:v>
                </c:pt>
                <c:pt idx="9916">
                  <c:v>27616.31122054021</c:v>
                </c:pt>
                <c:pt idx="9917">
                  <c:v>27619.096591015277</c:v>
                </c:pt>
                <c:pt idx="9918">
                  <c:v>27621.881961490344</c:v>
                </c:pt>
                <c:pt idx="9919">
                  <c:v>27624.667331965411</c:v>
                </c:pt>
                <c:pt idx="9920">
                  <c:v>27627.452702440478</c:v>
                </c:pt>
                <c:pt idx="9921">
                  <c:v>27630.238072915545</c:v>
                </c:pt>
                <c:pt idx="9922">
                  <c:v>27633.023443390612</c:v>
                </c:pt>
                <c:pt idx="9923">
                  <c:v>27635.808813865679</c:v>
                </c:pt>
                <c:pt idx="9924">
                  <c:v>27638.594184340745</c:v>
                </c:pt>
                <c:pt idx="9925">
                  <c:v>27641.379554815812</c:v>
                </c:pt>
                <c:pt idx="9926">
                  <c:v>27644.164925290879</c:v>
                </c:pt>
                <c:pt idx="9927">
                  <c:v>27646.950295765946</c:v>
                </c:pt>
                <c:pt idx="9928">
                  <c:v>27649.735666241013</c:v>
                </c:pt>
                <c:pt idx="9929">
                  <c:v>27652.52103671608</c:v>
                </c:pt>
                <c:pt idx="9930">
                  <c:v>27655.306407191147</c:v>
                </c:pt>
                <c:pt idx="9931">
                  <c:v>27658.091777666214</c:v>
                </c:pt>
                <c:pt idx="9932">
                  <c:v>27660.87714814128</c:v>
                </c:pt>
                <c:pt idx="9933">
                  <c:v>27663.662518616347</c:v>
                </c:pt>
                <c:pt idx="9934">
                  <c:v>27666.447889091414</c:v>
                </c:pt>
                <c:pt idx="9935">
                  <c:v>27669.233259566481</c:v>
                </c:pt>
                <c:pt idx="9936">
                  <c:v>27672.018630041548</c:v>
                </c:pt>
                <c:pt idx="9937">
                  <c:v>27674.804000516615</c:v>
                </c:pt>
                <c:pt idx="9938">
                  <c:v>27677.589370991682</c:v>
                </c:pt>
                <c:pt idx="9939">
                  <c:v>27680.374741466749</c:v>
                </c:pt>
                <c:pt idx="9940">
                  <c:v>27683.160111941816</c:v>
                </c:pt>
                <c:pt idx="9941">
                  <c:v>27685.945482416882</c:v>
                </c:pt>
                <c:pt idx="9942">
                  <c:v>27688.730852891949</c:v>
                </c:pt>
                <c:pt idx="9943">
                  <c:v>27691.516223367016</c:v>
                </c:pt>
                <c:pt idx="9944">
                  <c:v>27694.301593842083</c:v>
                </c:pt>
                <c:pt idx="9945">
                  <c:v>27697.08696431715</c:v>
                </c:pt>
                <c:pt idx="9946">
                  <c:v>27699.872334792217</c:v>
                </c:pt>
                <c:pt idx="9947">
                  <c:v>27702.657705267284</c:v>
                </c:pt>
                <c:pt idx="9948">
                  <c:v>27705.443075742351</c:v>
                </c:pt>
                <c:pt idx="9949">
                  <c:v>27708.228446217418</c:v>
                </c:pt>
                <c:pt idx="9950">
                  <c:v>27711.013816692484</c:v>
                </c:pt>
                <c:pt idx="9951">
                  <c:v>27713.799187167551</c:v>
                </c:pt>
                <c:pt idx="9952">
                  <c:v>27716.584557642618</c:v>
                </c:pt>
                <c:pt idx="9953">
                  <c:v>27719.369928117685</c:v>
                </c:pt>
                <c:pt idx="9954">
                  <c:v>27722.155298592752</c:v>
                </c:pt>
                <c:pt idx="9955">
                  <c:v>27724.940669067819</c:v>
                </c:pt>
                <c:pt idx="9956">
                  <c:v>27727.726039542886</c:v>
                </c:pt>
                <c:pt idx="9957">
                  <c:v>27730.511410017953</c:v>
                </c:pt>
                <c:pt idx="9958">
                  <c:v>27733.296780493019</c:v>
                </c:pt>
                <c:pt idx="9959">
                  <c:v>27736.082150968086</c:v>
                </c:pt>
                <c:pt idx="9960">
                  <c:v>27738.867521443153</c:v>
                </c:pt>
                <c:pt idx="9961">
                  <c:v>27741.65289191822</c:v>
                </c:pt>
                <c:pt idx="9962">
                  <c:v>27744.438262393287</c:v>
                </c:pt>
                <c:pt idx="9963">
                  <c:v>27747.223632868354</c:v>
                </c:pt>
                <c:pt idx="9964">
                  <c:v>27750.009003343421</c:v>
                </c:pt>
                <c:pt idx="9965">
                  <c:v>27752.794373818488</c:v>
                </c:pt>
                <c:pt idx="9966">
                  <c:v>27755.579744293555</c:v>
                </c:pt>
                <c:pt idx="9967">
                  <c:v>27758.365114768621</c:v>
                </c:pt>
                <c:pt idx="9968">
                  <c:v>27761.150485243688</c:v>
                </c:pt>
                <c:pt idx="9969">
                  <c:v>27763.935855718755</c:v>
                </c:pt>
                <c:pt idx="9970">
                  <c:v>27766.721226193822</c:v>
                </c:pt>
                <c:pt idx="9971">
                  <c:v>27769.506596668889</c:v>
                </c:pt>
                <c:pt idx="9972">
                  <c:v>27772.291967143956</c:v>
                </c:pt>
                <c:pt idx="9973">
                  <c:v>27775.077337619023</c:v>
                </c:pt>
                <c:pt idx="9974">
                  <c:v>27777.86270809409</c:v>
                </c:pt>
                <c:pt idx="9975">
                  <c:v>27780.648078569156</c:v>
                </c:pt>
                <c:pt idx="9976">
                  <c:v>27783.433449044223</c:v>
                </c:pt>
                <c:pt idx="9977">
                  <c:v>27786.21881951929</c:v>
                </c:pt>
                <c:pt idx="9978">
                  <c:v>27789.004189994357</c:v>
                </c:pt>
                <c:pt idx="9979">
                  <c:v>27791.789560469424</c:v>
                </c:pt>
                <c:pt idx="9980">
                  <c:v>27794.574930944491</c:v>
                </c:pt>
                <c:pt idx="9981">
                  <c:v>27797.360301419558</c:v>
                </c:pt>
                <c:pt idx="9982">
                  <c:v>27800.145671894625</c:v>
                </c:pt>
                <c:pt idx="9983">
                  <c:v>27802.931042369692</c:v>
                </c:pt>
                <c:pt idx="9984">
                  <c:v>27805.716412844758</c:v>
                </c:pt>
                <c:pt idx="9985">
                  <c:v>27808.501783319825</c:v>
                </c:pt>
                <c:pt idx="9986">
                  <c:v>27811.287153794892</c:v>
                </c:pt>
                <c:pt idx="9987">
                  <c:v>27814.072524269959</c:v>
                </c:pt>
                <c:pt idx="9988">
                  <c:v>27816.857894745026</c:v>
                </c:pt>
                <c:pt idx="9989">
                  <c:v>27819.643265220093</c:v>
                </c:pt>
                <c:pt idx="9990">
                  <c:v>27822.42863569516</c:v>
                </c:pt>
                <c:pt idx="9991">
                  <c:v>27825.214006170227</c:v>
                </c:pt>
                <c:pt idx="9992">
                  <c:v>27827.999376645294</c:v>
                </c:pt>
                <c:pt idx="9993">
                  <c:v>27830.78474712036</c:v>
                </c:pt>
                <c:pt idx="9994">
                  <c:v>27833.570117595427</c:v>
                </c:pt>
                <c:pt idx="9995">
                  <c:v>27836.355488070494</c:v>
                </c:pt>
                <c:pt idx="9996">
                  <c:v>27839.140858545561</c:v>
                </c:pt>
                <c:pt idx="9997">
                  <c:v>27841.926229020628</c:v>
                </c:pt>
                <c:pt idx="9998">
                  <c:v>27844.711599495695</c:v>
                </c:pt>
                <c:pt idx="9999">
                  <c:v>27847.496969970762</c:v>
                </c:pt>
                <c:pt idx="10000">
                  <c:v>27850.282340445829</c:v>
                </c:pt>
                <c:pt idx="10001">
                  <c:v>27853.067710920895</c:v>
                </c:pt>
                <c:pt idx="10002">
                  <c:v>27855.853081395962</c:v>
                </c:pt>
                <c:pt idx="10003">
                  <c:v>27858.638451871029</c:v>
                </c:pt>
                <c:pt idx="10004">
                  <c:v>27861.423822346096</c:v>
                </c:pt>
                <c:pt idx="10005">
                  <c:v>27864.209192821163</c:v>
                </c:pt>
                <c:pt idx="10006">
                  <c:v>27866.99456329623</c:v>
                </c:pt>
                <c:pt idx="10007">
                  <c:v>27869.779933771297</c:v>
                </c:pt>
                <c:pt idx="10008">
                  <c:v>27872.565304246364</c:v>
                </c:pt>
                <c:pt idx="10009">
                  <c:v>27875.350674721431</c:v>
                </c:pt>
                <c:pt idx="10010">
                  <c:v>27878.136045196497</c:v>
                </c:pt>
                <c:pt idx="10011">
                  <c:v>27880.921415671564</c:v>
                </c:pt>
                <c:pt idx="10012">
                  <c:v>27883.706786146631</c:v>
                </c:pt>
                <c:pt idx="10013">
                  <c:v>27886.492156621698</c:v>
                </c:pt>
                <c:pt idx="10014">
                  <c:v>27889.277527096765</c:v>
                </c:pt>
                <c:pt idx="10015">
                  <c:v>27892.062897571832</c:v>
                </c:pt>
                <c:pt idx="10016">
                  <c:v>27894.848268046899</c:v>
                </c:pt>
                <c:pt idx="10017">
                  <c:v>27897.633638521966</c:v>
                </c:pt>
                <c:pt idx="10018">
                  <c:v>27900.419008997033</c:v>
                </c:pt>
                <c:pt idx="10019">
                  <c:v>27903.204379472099</c:v>
                </c:pt>
                <c:pt idx="10020">
                  <c:v>27905.989749947166</c:v>
                </c:pt>
                <c:pt idx="10021">
                  <c:v>27908.775120422233</c:v>
                </c:pt>
                <c:pt idx="10022">
                  <c:v>27911.5604908973</c:v>
                </c:pt>
                <c:pt idx="10023">
                  <c:v>27914.345861372367</c:v>
                </c:pt>
                <c:pt idx="10024">
                  <c:v>27917.131231847434</c:v>
                </c:pt>
                <c:pt idx="10025">
                  <c:v>27919.916602322501</c:v>
                </c:pt>
                <c:pt idx="10026">
                  <c:v>27922.701972797568</c:v>
                </c:pt>
                <c:pt idx="10027">
                  <c:v>27925.487343272634</c:v>
                </c:pt>
                <c:pt idx="10028">
                  <c:v>27928.272713747701</c:v>
                </c:pt>
                <c:pt idx="10029">
                  <c:v>27931.058084222768</c:v>
                </c:pt>
                <c:pt idx="10030">
                  <c:v>27933.843454697835</c:v>
                </c:pt>
                <c:pt idx="10031">
                  <c:v>27936.628825172902</c:v>
                </c:pt>
                <c:pt idx="10032">
                  <c:v>27939.414195647969</c:v>
                </c:pt>
                <c:pt idx="10033">
                  <c:v>27942.199566123036</c:v>
                </c:pt>
                <c:pt idx="10034">
                  <c:v>27944.984936598103</c:v>
                </c:pt>
                <c:pt idx="10035">
                  <c:v>27947.77030707317</c:v>
                </c:pt>
                <c:pt idx="10036">
                  <c:v>27950.555677548236</c:v>
                </c:pt>
                <c:pt idx="10037">
                  <c:v>27953.341048023303</c:v>
                </c:pt>
                <c:pt idx="10038">
                  <c:v>27956.12641849837</c:v>
                </c:pt>
                <c:pt idx="10039">
                  <c:v>27958.911788973437</c:v>
                </c:pt>
                <c:pt idx="10040">
                  <c:v>27961.697159448504</c:v>
                </c:pt>
                <c:pt idx="10041">
                  <c:v>27964.482529923571</c:v>
                </c:pt>
                <c:pt idx="10042">
                  <c:v>27967.267900398638</c:v>
                </c:pt>
                <c:pt idx="10043">
                  <c:v>27970.053270873705</c:v>
                </c:pt>
                <c:pt idx="10044">
                  <c:v>27972.838641348771</c:v>
                </c:pt>
                <c:pt idx="10045">
                  <c:v>27975.624011823838</c:v>
                </c:pt>
                <c:pt idx="10046">
                  <c:v>27978.409382298905</c:v>
                </c:pt>
                <c:pt idx="10047">
                  <c:v>27981.194752773972</c:v>
                </c:pt>
                <c:pt idx="10048">
                  <c:v>27983.980123249039</c:v>
                </c:pt>
                <c:pt idx="10049">
                  <c:v>27986.765493724106</c:v>
                </c:pt>
                <c:pt idx="10050">
                  <c:v>27989.550864199173</c:v>
                </c:pt>
                <c:pt idx="10051">
                  <c:v>27992.33623467424</c:v>
                </c:pt>
                <c:pt idx="10052">
                  <c:v>27995.121605149307</c:v>
                </c:pt>
                <c:pt idx="10053">
                  <c:v>27997.906975624373</c:v>
                </c:pt>
                <c:pt idx="10054">
                  <c:v>28000.69234609944</c:v>
                </c:pt>
                <c:pt idx="10055">
                  <c:v>28003.477716574507</c:v>
                </c:pt>
                <c:pt idx="10056">
                  <c:v>28006.263087049574</c:v>
                </c:pt>
                <c:pt idx="10057">
                  <c:v>28009.048457524641</c:v>
                </c:pt>
                <c:pt idx="10058">
                  <c:v>28011.833827999708</c:v>
                </c:pt>
                <c:pt idx="10059">
                  <c:v>28014.619198474775</c:v>
                </c:pt>
                <c:pt idx="10060">
                  <c:v>28017.404568949842</c:v>
                </c:pt>
                <c:pt idx="10061">
                  <c:v>28020.189939424909</c:v>
                </c:pt>
                <c:pt idx="10062">
                  <c:v>28022.975309899975</c:v>
                </c:pt>
                <c:pt idx="10063">
                  <c:v>28025.760680375042</c:v>
                </c:pt>
                <c:pt idx="10064">
                  <c:v>28028.546050850109</c:v>
                </c:pt>
                <c:pt idx="10065">
                  <c:v>28031.331421325176</c:v>
                </c:pt>
                <c:pt idx="10066">
                  <c:v>28034.116791800243</c:v>
                </c:pt>
                <c:pt idx="10067">
                  <c:v>28036.90216227531</c:v>
                </c:pt>
                <c:pt idx="10068">
                  <c:v>28039.687532750377</c:v>
                </c:pt>
                <c:pt idx="10069">
                  <c:v>28042.472903225444</c:v>
                </c:pt>
                <c:pt idx="10070">
                  <c:v>28045.25827370051</c:v>
                </c:pt>
                <c:pt idx="10071">
                  <c:v>28048.043644175577</c:v>
                </c:pt>
                <c:pt idx="10072">
                  <c:v>28050.829014650644</c:v>
                </c:pt>
                <c:pt idx="10073">
                  <c:v>28053.614385125711</c:v>
                </c:pt>
                <c:pt idx="10074">
                  <c:v>28056.399755600778</c:v>
                </c:pt>
                <c:pt idx="10075">
                  <c:v>28059.185126075845</c:v>
                </c:pt>
                <c:pt idx="10076">
                  <c:v>28061.970496550912</c:v>
                </c:pt>
                <c:pt idx="10077">
                  <c:v>28064.755867025979</c:v>
                </c:pt>
                <c:pt idx="10078">
                  <c:v>28067.541237501046</c:v>
                </c:pt>
                <c:pt idx="10079">
                  <c:v>28070.326607976112</c:v>
                </c:pt>
                <c:pt idx="10080">
                  <c:v>28073.111978451179</c:v>
                </c:pt>
                <c:pt idx="10081">
                  <c:v>28075.897348926246</c:v>
                </c:pt>
                <c:pt idx="10082">
                  <c:v>28078.682719401313</c:v>
                </c:pt>
                <c:pt idx="10083">
                  <c:v>28081.46808987638</c:v>
                </c:pt>
                <c:pt idx="10084">
                  <c:v>28084.253460351447</c:v>
                </c:pt>
                <c:pt idx="10085">
                  <c:v>28087.038830826514</c:v>
                </c:pt>
                <c:pt idx="10086">
                  <c:v>28089.824201301581</c:v>
                </c:pt>
                <c:pt idx="10087">
                  <c:v>28092.609571776647</c:v>
                </c:pt>
                <c:pt idx="10088">
                  <c:v>28095.394942251714</c:v>
                </c:pt>
                <c:pt idx="10089">
                  <c:v>28098.180312726781</c:v>
                </c:pt>
                <c:pt idx="10090">
                  <c:v>28100.965683201848</c:v>
                </c:pt>
                <c:pt idx="10091">
                  <c:v>28103.751053676915</c:v>
                </c:pt>
                <c:pt idx="10092">
                  <c:v>28106.536424151982</c:v>
                </c:pt>
                <c:pt idx="10093">
                  <c:v>28109.321794627049</c:v>
                </c:pt>
                <c:pt idx="10094">
                  <c:v>28112.107165102116</c:v>
                </c:pt>
                <c:pt idx="10095">
                  <c:v>28114.892535577183</c:v>
                </c:pt>
                <c:pt idx="10096">
                  <c:v>28117.677906052249</c:v>
                </c:pt>
                <c:pt idx="10097">
                  <c:v>28120.463276527316</c:v>
                </c:pt>
                <c:pt idx="10098">
                  <c:v>28123.248647002383</c:v>
                </c:pt>
                <c:pt idx="10099">
                  <c:v>28126.03401747745</c:v>
                </c:pt>
                <c:pt idx="10100">
                  <c:v>28128.819387952517</c:v>
                </c:pt>
                <c:pt idx="10101">
                  <c:v>28131.604758427584</c:v>
                </c:pt>
                <c:pt idx="10102">
                  <c:v>28134.390128902651</c:v>
                </c:pt>
                <c:pt idx="10103">
                  <c:v>28137.175499377718</c:v>
                </c:pt>
                <c:pt idx="10104">
                  <c:v>28139.960869852785</c:v>
                </c:pt>
                <c:pt idx="10105">
                  <c:v>28142.746240327851</c:v>
                </c:pt>
                <c:pt idx="10106">
                  <c:v>28145.531610802918</c:v>
                </c:pt>
                <c:pt idx="10107">
                  <c:v>28148.316981277985</c:v>
                </c:pt>
                <c:pt idx="10108">
                  <c:v>28151.102351753052</c:v>
                </c:pt>
                <c:pt idx="10109">
                  <c:v>28153.887722228119</c:v>
                </c:pt>
                <c:pt idx="10110">
                  <c:v>28156.673092703186</c:v>
                </c:pt>
                <c:pt idx="10111">
                  <c:v>28159.458463178253</c:v>
                </c:pt>
                <c:pt idx="10112">
                  <c:v>28162.24383365332</c:v>
                </c:pt>
                <c:pt idx="10113">
                  <c:v>28165.029204128386</c:v>
                </c:pt>
                <c:pt idx="10114">
                  <c:v>28167.814574603453</c:v>
                </c:pt>
                <c:pt idx="10115">
                  <c:v>28170.59994507852</c:v>
                </c:pt>
                <c:pt idx="10116">
                  <c:v>28173.385315553587</c:v>
                </c:pt>
                <c:pt idx="10117">
                  <c:v>28176.170686028654</c:v>
                </c:pt>
                <c:pt idx="10118">
                  <c:v>28178.956056503721</c:v>
                </c:pt>
                <c:pt idx="10119">
                  <c:v>28181.741426978788</c:v>
                </c:pt>
                <c:pt idx="10120">
                  <c:v>28184.526797453855</c:v>
                </c:pt>
                <c:pt idx="10121">
                  <c:v>28187.312167928922</c:v>
                </c:pt>
                <c:pt idx="10122">
                  <c:v>28190.097538403988</c:v>
                </c:pt>
                <c:pt idx="10123">
                  <c:v>28192.882908879055</c:v>
                </c:pt>
                <c:pt idx="10124">
                  <c:v>28195.668279354122</c:v>
                </c:pt>
                <c:pt idx="10125">
                  <c:v>28198.453649829189</c:v>
                </c:pt>
                <c:pt idx="10126">
                  <c:v>28201.239020304256</c:v>
                </c:pt>
                <c:pt idx="10127">
                  <c:v>28204.024390779323</c:v>
                </c:pt>
                <c:pt idx="10128">
                  <c:v>28206.80976125439</c:v>
                </c:pt>
                <c:pt idx="10129">
                  <c:v>28209.595131729457</c:v>
                </c:pt>
                <c:pt idx="10130">
                  <c:v>28212.380502204524</c:v>
                </c:pt>
                <c:pt idx="10131">
                  <c:v>28215.16587267959</c:v>
                </c:pt>
                <c:pt idx="10132">
                  <c:v>28217.951243154657</c:v>
                </c:pt>
                <c:pt idx="10133">
                  <c:v>28220.736613629724</c:v>
                </c:pt>
                <c:pt idx="10134">
                  <c:v>28223.521984104791</c:v>
                </c:pt>
                <c:pt idx="10135">
                  <c:v>28226.307354579858</c:v>
                </c:pt>
                <c:pt idx="10136">
                  <c:v>28229.092725054925</c:v>
                </c:pt>
                <c:pt idx="10137">
                  <c:v>28231.878095529992</c:v>
                </c:pt>
                <c:pt idx="10138">
                  <c:v>28234.663466005059</c:v>
                </c:pt>
                <c:pt idx="10139">
                  <c:v>28237.448836480125</c:v>
                </c:pt>
                <c:pt idx="10140">
                  <c:v>28240.234206955192</c:v>
                </c:pt>
                <c:pt idx="10141">
                  <c:v>28243.019577430259</c:v>
                </c:pt>
                <c:pt idx="10142">
                  <c:v>28245.804947905326</c:v>
                </c:pt>
                <c:pt idx="10143">
                  <c:v>28248.590318380393</c:v>
                </c:pt>
                <c:pt idx="10144">
                  <c:v>28251.37568885546</c:v>
                </c:pt>
                <c:pt idx="10145">
                  <c:v>28254.161059330527</c:v>
                </c:pt>
                <c:pt idx="10146">
                  <c:v>28256.946429805594</c:v>
                </c:pt>
                <c:pt idx="10147">
                  <c:v>28259.731800280661</c:v>
                </c:pt>
                <c:pt idx="10148">
                  <c:v>28262.517170755727</c:v>
                </c:pt>
                <c:pt idx="10149">
                  <c:v>28265.302541230794</c:v>
                </c:pt>
                <c:pt idx="10150">
                  <c:v>28268.087911705861</c:v>
                </c:pt>
                <c:pt idx="10151">
                  <c:v>28270.873282180928</c:v>
                </c:pt>
                <c:pt idx="10152">
                  <c:v>28273.658652655995</c:v>
                </c:pt>
                <c:pt idx="10153">
                  <c:v>28276.444023131062</c:v>
                </c:pt>
                <c:pt idx="10154">
                  <c:v>28279.229393606129</c:v>
                </c:pt>
                <c:pt idx="10155">
                  <c:v>28282.014764081196</c:v>
                </c:pt>
                <c:pt idx="10156">
                  <c:v>28284.800134556262</c:v>
                </c:pt>
                <c:pt idx="10157">
                  <c:v>28287.585505031329</c:v>
                </c:pt>
                <c:pt idx="10158">
                  <c:v>28290.370875506396</c:v>
                </c:pt>
                <c:pt idx="10159">
                  <c:v>28293.156245981463</c:v>
                </c:pt>
                <c:pt idx="10160">
                  <c:v>28295.94161645653</c:v>
                </c:pt>
                <c:pt idx="10161">
                  <c:v>28298.726986931597</c:v>
                </c:pt>
                <c:pt idx="10162">
                  <c:v>28301.512357406664</c:v>
                </c:pt>
                <c:pt idx="10163">
                  <c:v>28304.297727881731</c:v>
                </c:pt>
                <c:pt idx="10164">
                  <c:v>28307.083098356798</c:v>
                </c:pt>
                <c:pt idx="10165">
                  <c:v>28309.868468831864</c:v>
                </c:pt>
                <c:pt idx="10166">
                  <c:v>28312.653839306931</c:v>
                </c:pt>
                <c:pt idx="10167">
                  <c:v>28315.439209781998</c:v>
                </c:pt>
                <c:pt idx="10168">
                  <c:v>28318.224580257065</c:v>
                </c:pt>
                <c:pt idx="10169">
                  <c:v>28321.009950732132</c:v>
                </c:pt>
                <c:pt idx="10170">
                  <c:v>28323.795321207199</c:v>
                </c:pt>
                <c:pt idx="10171">
                  <c:v>28326.580691682266</c:v>
                </c:pt>
                <c:pt idx="10172">
                  <c:v>28329.366062157333</c:v>
                </c:pt>
                <c:pt idx="10173">
                  <c:v>28332.1514326324</c:v>
                </c:pt>
                <c:pt idx="10174">
                  <c:v>28334.936803107466</c:v>
                </c:pt>
                <c:pt idx="10175">
                  <c:v>28337.722173582533</c:v>
                </c:pt>
                <c:pt idx="10176">
                  <c:v>28340.5075440576</c:v>
                </c:pt>
                <c:pt idx="10177">
                  <c:v>28343.292914532667</c:v>
                </c:pt>
                <c:pt idx="10178">
                  <c:v>28346.078285007734</c:v>
                </c:pt>
                <c:pt idx="10179">
                  <c:v>28348.863655482801</c:v>
                </c:pt>
                <c:pt idx="10180">
                  <c:v>28351.649025957868</c:v>
                </c:pt>
                <c:pt idx="10181">
                  <c:v>28354.434396432935</c:v>
                </c:pt>
                <c:pt idx="10182">
                  <c:v>28357.219766908001</c:v>
                </c:pt>
                <c:pt idx="10183">
                  <c:v>28360.005137383068</c:v>
                </c:pt>
                <c:pt idx="10184">
                  <c:v>28362.790507858135</c:v>
                </c:pt>
                <c:pt idx="10185">
                  <c:v>28365.575878333202</c:v>
                </c:pt>
                <c:pt idx="10186">
                  <c:v>28368.361248808269</c:v>
                </c:pt>
                <c:pt idx="10187">
                  <c:v>28371.146619283336</c:v>
                </c:pt>
                <c:pt idx="10188">
                  <c:v>28373.931989758403</c:v>
                </c:pt>
                <c:pt idx="10189">
                  <c:v>28376.71736023347</c:v>
                </c:pt>
                <c:pt idx="10190">
                  <c:v>28379.502730708537</c:v>
                </c:pt>
                <c:pt idx="10191">
                  <c:v>28382.288101183603</c:v>
                </c:pt>
                <c:pt idx="10192">
                  <c:v>28385.07347165867</c:v>
                </c:pt>
                <c:pt idx="10193">
                  <c:v>28387.858842133737</c:v>
                </c:pt>
                <c:pt idx="10194">
                  <c:v>28390.644212608804</c:v>
                </c:pt>
                <c:pt idx="10195">
                  <c:v>28393.429583083871</c:v>
                </c:pt>
                <c:pt idx="10196">
                  <c:v>28396.214953558938</c:v>
                </c:pt>
                <c:pt idx="10197">
                  <c:v>28399.000324034005</c:v>
                </c:pt>
                <c:pt idx="10198">
                  <c:v>28401.785694509072</c:v>
                </c:pt>
                <c:pt idx="10199">
                  <c:v>28404.571064984139</c:v>
                </c:pt>
                <c:pt idx="10200">
                  <c:v>28407.356435459205</c:v>
                </c:pt>
                <c:pt idx="10201">
                  <c:v>28410.141805934272</c:v>
                </c:pt>
                <c:pt idx="10202">
                  <c:v>28412.927176409339</c:v>
                </c:pt>
                <c:pt idx="10203">
                  <c:v>28415.712546884406</c:v>
                </c:pt>
                <c:pt idx="10204">
                  <c:v>28418.497917359473</c:v>
                </c:pt>
                <c:pt idx="10205">
                  <c:v>28421.28328783454</c:v>
                </c:pt>
                <c:pt idx="10206">
                  <c:v>28424.068658309607</c:v>
                </c:pt>
                <c:pt idx="10207">
                  <c:v>28426.854028784674</c:v>
                </c:pt>
                <c:pt idx="10208">
                  <c:v>28429.63939925974</c:v>
                </c:pt>
                <c:pt idx="10209">
                  <c:v>28432.424769734807</c:v>
                </c:pt>
                <c:pt idx="10210">
                  <c:v>28435.210140209874</c:v>
                </c:pt>
                <c:pt idx="10211">
                  <c:v>28437.995510684941</c:v>
                </c:pt>
                <c:pt idx="10212">
                  <c:v>28440.780881160008</c:v>
                </c:pt>
                <c:pt idx="10213">
                  <c:v>28443.566251635075</c:v>
                </c:pt>
                <c:pt idx="10214">
                  <c:v>28446.351622110142</c:v>
                </c:pt>
                <c:pt idx="10215">
                  <c:v>28449.136992585209</c:v>
                </c:pt>
                <c:pt idx="10216">
                  <c:v>28451.922363060276</c:v>
                </c:pt>
                <c:pt idx="10217">
                  <c:v>28454.707733535342</c:v>
                </c:pt>
                <c:pt idx="10218">
                  <c:v>28457.493104010409</c:v>
                </c:pt>
                <c:pt idx="10219">
                  <c:v>28460.278474485476</c:v>
                </c:pt>
                <c:pt idx="10220">
                  <c:v>28463.063844960543</c:v>
                </c:pt>
                <c:pt idx="10221">
                  <c:v>28465.84921543561</c:v>
                </c:pt>
                <c:pt idx="10222">
                  <c:v>28468.634585910677</c:v>
                </c:pt>
                <c:pt idx="10223">
                  <c:v>28471.419956385744</c:v>
                </c:pt>
                <c:pt idx="10224">
                  <c:v>28474.205326860811</c:v>
                </c:pt>
                <c:pt idx="10225">
                  <c:v>28476.990697335877</c:v>
                </c:pt>
                <c:pt idx="10226">
                  <c:v>28479.776067810944</c:v>
                </c:pt>
                <c:pt idx="10227">
                  <c:v>28482.561438286011</c:v>
                </c:pt>
                <c:pt idx="10228">
                  <c:v>28485.346808761078</c:v>
                </c:pt>
                <c:pt idx="10229">
                  <c:v>28488.132179236145</c:v>
                </c:pt>
                <c:pt idx="10230">
                  <c:v>28490.917549711212</c:v>
                </c:pt>
                <c:pt idx="10231">
                  <c:v>28493.702920186279</c:v>
                </c:pt>
                <c:pt idx="10232">
                  <c:v>28496.488290661346</c:v>
                </c:pt>
                <c:pt idx="10233">
                  <c:v>28499.273661136413</c:v>
                </c:pt>
                <c:pt idx="10234">
                  <c:v>28502.059031611479</c:v>
                </c:pt>
                <c:pt idx="10235">
                  <c:v>28504.844402086546</c:v>
                </c:pt>
                <c:pt idx="10236">
                  <c:v>28507.629772561613</c:v>
                </c:pt>
                <c:pt idx="10237">
                  <c:v>28510.41514303668</c:v>
                </c:pt>
                <c:pt idx="10238">
                  <c:v>28513.200513511747</c:v>
                </c:pt>
                <c:pt idx="10239">
                  <c:v>28515.985883986814</c:v>
                </c:pt>
                <c:pt idx="10240">
                  <c:v>28518.771254461881</c:v>
                </c:pt>
                <c:pt idx="10241">
                  <c:v>28521.556624936948</c:v>
                </c:pt>
                <c:pt idx="10242">
                  <c:v>28524.341995412015</c:v>
                </c:pt>
                <c:pt idx="10243">
                  <c:v>28527.127365887081</c:v>
                </c:pt>
                <c:pt idx="10244">
                  <c:v>28529.912736362148</c:v>
                </c:pt>
                <c:pt idx="10245">
                  <c:v>28532.698106837215</c:v>
                </c:pt>
                <c:pt idx="10246">
                  <c:v>28535.483477312282</c:v>
                </c:pt>
                <c:pt idx="10247">
                  <c:v>28538.268847787349</c:v>
                </c:pt>
                <c:pt idx="10248">
                  <c:v>28541.054218262416</c:v>
                </c:pt>
                <c:pt idx="10249">
                  <c:v>28543.839588737483</c:v>
                </c:pt>
                <c:pt idx="10250">
                  <c:v>28546.62495921255</c:v>
                </c:pt>
                <c:pt idx="10251">
                  <c:v>28549.410329687616</c:v>
                </c:pt>
                <c:pt idx="10252">
                  <c:v>28552.195700162683</c:v>
                </c:pt>
                <c:pt idx="10253">
                  <c:v>28554.98107063775</c:v>
                </c:pt>
                <c:pt idx="10254">
                  <c:v>28557.766441112817</c:v>
                </c:pt>
                <c:pt idx="10255">
                  <c:v>28560.551811587884</c:v>
                </c:pt>
                <c:pt idx="10256">
                  <c:v>28563.337182062951</c:v>
                </c:pt>
                <c:pt idx="10257">
                  <c:v>28566.122552538018</c:v>
                </c:pt>
                <c:pt idx="10258">
                  <c:v>28568.907923013085</c:v>
                </c:pt>
                <c:pt idx="10259">
                  <c:v>28571.693293488152</c:v>
                </c:pt>
                <c:pt idx="10260">
                  <c:v>28574.478663963218</c:v>
                </c:pt>
                <c:pt idx="10261">
                  <c:v>28577.264034438285</c:v>
                </c:pt>
                <c:pt idx="10262">
                  <c:v>28580.049404913352</c:v>
                </c:pt>
                <c:pt idx="10263">
                  <c:v>28582.834775388419</c:v>
                </c:pt>
                <c:pt idx="10264">
                  <c:v>28585.620145863486</c:v>
                </c:pt>
                <c:pt idx="10265">
                  <c:v>28588.405516338553</c:v>
                </c:pt>
                <c:pt idx="10266">
                  <c:v>28591.19088681362</c:v>
                </c:pt>
                <c:pt idx="10267">
                  <c:v>28593.976257288687</c:v>
                </c:pt>
                <c:pt idx="10268">
                  <c:v>28596.761627763753</c:v>
                </c:pt>
                <c:pt idx="10269">
                  <c:v>28599.54699823882</c:v>
                </c:pt>
                <c:pt idx="10270">
                  <c:v>28602.332368713887</c:v>
                </c:pt>
                <c:pt idx="10271">
                  <c:v>28605.117739188954</c:v>
                </c:pt>
                <c:pt idx="10272">
                  <c:v>28607.903109664021</c:v>
                </c:pt>
                <c:pt idx="10273">
                  <c:v>28610.688480139088</c:v>
                </c:pt>
                <c:pt idx="10274">
                  <c:v>28613.473850614155</c:v>
                </c:pt>
                <c:pt idx="10275">
                  <c:v>28616.259221089222</c:v>
                </c:pt>
                <c:pt idx="10276">
                  <c:v>28619.044591564289</c:v>
                </c:pt>
                <c:pt idx="10277">
                  <c:v>28621.829962039355</c:v>
                </c:pt>
                <c:pt idx="10278">
                  <c:v>28624.615332514422</c:v>
                </c:pt>
                <c:pt idx="10279">
                  <c:v>28627.400702989489</c:v>
                </c:pt>
                <c:pt idx="10280">
                  <c:v>28630.186073464556</c:v>
                </c:pt>
                <c:pt idx="10281">
                  <c:v>28632.971443939623</c:v>
                </c:pt>
                <c:pt idx="10282">
                  <c:v>28635.75681441469</c:v>
                </c:pt>
                <c:pt idx="10283">
                  <c:v>28638.542184889757</c:v>
                </c:pt>
                <c:pt idx="10284">
                  <c:v>28641.327555364824</c:v>
                </c:pt>
                <c:pt idx="10285">
                  <c:v>28644.112925839891</c:v>
                </c:pt>
                <c:pt idx="10286">
                  <c:v>28646.898296314957</c:v>
                </c:pt>
                <c:pt idx="10287">
                  <c:v>28649.683666790024</c:v>
                </c:pt>
                <c:pt idx="10288">
                  <c:v>28652.469037265091</c:v>
                </c:pt>
                <c:pt idx="10289">
                  <c:v>28655.254407740158</c:v>
                </c:pt>
                <c:pt idx="10290">
                  <c:v>28658.039778215225</c:v>
                </c:pt>
                <c:pt idx="10291">
                  <c:v>28660.825148690292</c:v>
                </c:pt>
                <c:pt idx="10292">
                  <c:v>28663.610519165359</c:v>
                </c:pt>
                <c:pt idx="10293">
                  <c:v>28666.395889640426</c:v>
                </c:pt>
                <c:pt idx="10294">
                  <c:v>28669.181260115492</c:v>
                </c:pt>
                <c:pt idx="10295">
                  <c:v>28671.966630590559</c:v>
                </c:pt>
                <c:pt idx="10296">
                  <c:v>28674.752001065626</c:v>
                </c:pt>
                <c:pt idx="10297">
                  <c:v>28677.537371540693</c:v>
                </c:pt>
                <c:pt idx="10298">
                  <c:v>28680.32274201576</c:v>
                </c:pt>
                <c:pt idx="10299">
                  <c:v>28683.108112490827</c:v>
                </c:pt>
                <c:pt idx="10300">
                  <c:v>28685.893482965894</c:v>
                </c:pt>
                <c:pt idx="10301">
                  <c:v>28688.678853440961</c:v>
                </c:pt>
                <c:pt idx="10302">
                  <c:v>28691.464223916028</c:v>
                </c:pt>
                <c:pt idx="10303">
                  <c:v>28694.249594391094</c:v>
                </c:pt>
                <c:pt idx="10304">
                  <c:v>28697.034964866161</c:v>
                </c:pt>
                <c:pt idx="10305">
                  <c:v>28699.820335341228</c:v>
                </c:pt>
                <c:pt idx="10306">
                  <c:v>28702.605705816295</c:v>
                </c:pt>
                <c:pt idx="10307">
                  <c:v>28705.391076291362</c:v>
                </c:pt>
                <c:pt idx="10308">
                  <c:v>28708.176446766429</c:v>
                </c:pt>
                <c:pt idx="10309">
                  <c:v>28710.961817241496</c:v>
                </c:pt>
                <c:pt idx="10310">
                  <c:v>28713.747187716563</c:v>
                </c:pt>
                <c:pt idx="10311">
                  <c:v>28716.53255819163</c:v>
                </c:pt>
                <c:pt idx="10312">
                  <c:v>28719.317928666696</c:v>
                </c:pt>
                <c:pt idx="10313">
                  <c:v>28722.103299141763</c:v>
                </c:pt>
                <c:pt idx="10314">
                  <c:v>28724.88866961683</c:v>
                </c:pt>
                <c:pt idx="10315">
                  <c:v>28727.674040091897</c:v>
                </c:pt>
                <c:pt idx="10316">
                  <c:v>28730.459410566964</c:v>
                </c:pt>
                <c:pt idx="10317">
                  <c:v>28733.244781042031</c:v>
                </c:pt>
                <c:pt idx="10318">
                  <c:v>28736.030151517098</c:v>
                </c:pt>
                <c:pt idx="10319">
                  <c:v>28738.815521992165</c:v>
                </c:pt>
                <c:pt idx="10320">
                  <c:v>28741.600892467231</c:v>
                </c:pt>
                <c:pt idx="10321">
                  <c:v>28744.386262942298</c:v>
                </c:pt>
                <c:pt idx="10322">
                  <c:v>28747.171633417365</c:v>
                </c:pt>
                <c:pt idx="10323">
                  <c:v>28749.957003892432</c:v>
                </c:pt>
                <c:pt idx="10324">
                  <c:v>28752.742374367499</c:v>
                </c:pt>
                <c:pt idx="10325">
                  <c:v>28755.527744842566</c:v>
                </c:pt>
                <c:pt idx="10326">
                  <c:v>28758.313115317633</c:v>
                </c:pt>
                <c:pt idx="10327">
                  <c:v>28761.0984857927</c:v>
                </c:pt>
                <c:pt idx="10328">
                  <c:v>28763.883856267767</c:v>
                </c:pt>
                <c:pt idx="10329">
                  <c:v>28766.669226742833</c:v>
                </c:pt>
                <c:pt idx="10330">
                  <c:v>28769.4545972179</c:v>
                </c:pt>
                <c:pt idx="10331">
                  <c:v>28772.239967692967</c:v>
                </c:pt>
                <c:pt idx="10332">
                  <c:v>28775.025338168034</c:v>
                </c:pt>
                <c:pt idx="10333">
                  <c:v>28777.810708643101</c:v>
                </c:pt>
                <c:pt idx="10334">
                  <c:v>28780.596079118168</c:v>
                </c:pt>
                <c:pt idx="10335">
                  <c:v>28783.381449593235</c:v>
                </c:pt>
                <c:pt idx="10336">
                  <c:v>28786.166820068302</c:v>
                </c:pt>
                <c:pt idx="10337">
                  <c:v>28788.952190543368</c:v>
                </c:pt>
                <c:pt idx="10338">
                  <c:v>28791.737561018435</c:v>
                </c:pt>
                <c:pt idx="10339">
                  <c:v>28794.522931493502</c:v>
                </c:pt>
                <c:pt idx="10340">
                  <c:v>28797.308301968569</c:v>
                </c:pt>
                <c:pt idx="10341">
                  <c:v>28800.093672443636</c:v>
                </c:pt>
                <c:pt idx="10342">
                  <c:v>28802.879042918703</c:v>
                </c:pt>
                <c:pt idx="10343">
                  <c:v>28805.66441339377</c:v>
                </c:pt>
                <c:pt idx="10344">
                  <c:v>28808.449783868837</c:v>
                </c:pt>
                <c:pt idx="10345">
                  <c:v>28811.235154343904</c:v>
                </c:pt>
                <c:pt idx="10346">
                  <c:v>28814.02052481897</c:v>
                </c:pt>
                <c:pt idx="10347">
                  <c:v>28816.805895294037</c:v>
                </c:pt>
                <c:pt idx="10348">
                  <c:v>28819.591265769104</c:v>
                </c:pt>
                <c:pt idx="10349">
                  <c:v>28822.376636244171</c:v>
                </c:pt>
                <c:pt idx="10350">
                  <c:v>28825.162006719238</c:v>
                </c:pt>
                <c:pt idx="10351">
                  <c:v>28827.947377194305</c:v>
                </c:pt>
                <c:pt idx="10352">
                  <c:v>28830.732747669372</c:v>
                </c:pt>
                <c:pt idx="10353">
                  <c:v>28833.518118144439</c:v>
                </c:pt>
                <c:pt idx="10354">
                  <c:v>28836.303488619506</c:v>
                </c:pt>
                <c:pt idx="10355">
                  <c:v>28839.088859094572</c:v>
                </c:pt>
                <c:pt idx="10356">
                  <c:v>28841.874229569639</c:v>
                </c:pt>
                <c:pt idx="10357">
                  <c:v>28844.659600044706</c:v>
                </c:pt>
                <c:pt idx="10358">
                  <c:v>28847.444970519773</c:v>
                </c:pt>
                <c:pt idx="10359">
                  <c:v>28850.23034099484</c:v>
                </c:pt>
                <c:pt idx="10360">
                  <c:v>28853.015711469907</c:v>
                </c:pt>
                <c:pt idx="10361">
                  <c:v>28855.801081944974</c:v>
                </c:pt>
                <c:pt idx="10362">
                  <c:v>28858.586452420041</c:v>
                </c:pt>
                <c:pt idx="10363">
                  <c:v>28861.371822895107</c:v>
                </c:pt>
                <c:pt idx="10364">
                  <c:v>28864.157193370174</c:v>
                </c:pt>
                <c:pt idx="10365">
                  <c:v>28866.942563845241</c:v>
                </c:pt>
                <c:pt idx="10366">
                  <c:v>28869.727934320308</c:v>
                </c:pt>
                <c:pt idx="10367">
                  <c:v>28872.513304795375</c:v>
                </c:pt>
                <c:pt idx="10368">
                  <c:v>28875.298675270442</c:v>
                </c:pt>
                <c:pt idx="10369">
                  <c:v>28878.084045745509</c:v>
                </c:pt>
                <c:pt idx="10370">
                  <c:v>28880.869416220576</c:v>
                </c:pt>
                <c:pt idx="10371">
                  <c:v>28883.654786695643</c:v>
                </c:pt>
                <c:pt idx="10372">
                  <c:v>28886.440157170709</c:v>
                </c:pt>
                <c:pt idx="10373">
                  <c:v>28889.225527645776</c:v>
                </c:pt>
                <c:pt idx="10374">
                  <c:v>28892.010898120843</c:v>
                </c:pt>
                <c:pt idx="10375">
                  <c:v>28894.79626859591</c:v>
                </c:pt>
                <c:pt idx="10376">
                  <c:v>28897.581639070977</c:v>
                </c:pt>
                <c:pt idx="10377">
                  <c:v>28900.367009546044</c:v>
                </c:pt>
                <c:pt idx="10378">
                  <c:v>28903.152380021111</c:v>
                </c:pt>
                <c:pt idx="10379">
                  <c:v>28905.937750496178</c:v>
                </c:pt>
                <c:pt idx="10380">
                  <c:v>28908.723120971244</c:v>
                </c:pt>
                <c:pt idx="10381">
                  <c:v>28911.508491446311</c:v>
                </c:pt>
                <c:pt idx="10382">
                  <c:v>28914.293861921378</c:v>
                </c:pt>
                <c:pt idx="10383">
                  <c:v>28917.079232396445</c:v>
                </c:pt>
                <c:pt idx="10384">
                  <c:v>28919.864602871512</c:v>
                </c:pt>
                <c:pt idx="10385">
                  <c:v>28922.649973346579</c:v>
                </c:pt>
                <c:pt idx="10386">
                  <c:v>28925.435343821646</c:v>
                </c:pt>
                <c:pt idx="10387">
                  <c:v>28928.220714296713</c:v>
                </c:pt>
                <c:pt idx="10388">
                  <c:v>28931.00608477178</c:v>
                </c:pt>
                <c:pt idx="10389">
                  <c:v>28933.791455246846</c:v>
                </c:pt>
                <c:pt idx="10390">
                  <c:v>28936.576825721913</c:v>
                </c:pt>
                <c:pt idx="10391">
                  <c:v>28939.36219619698</c:v>
                </c:pt>
                <c:pt idx="10392">
                  <c:v>28942.147566672047</c:v>
                </c:pt>
                <c:pt idx="10393">
                  <c:v>28944.932937147114</c:v>
                </c:pt>
                <c:pt idx="10394">
                  <c:v>28947.718307622181</c:v>
                </c:pt>
                <c:pt idx="10395">
                  <c:v>28950.503678097248</c:v>
                </c:pt>
                <c:pt idx="10396">
                  <c:v>28953.289048572315</c:v>
                </c:pt>
                <c:pt idx="10397">
                  <c:v>28956.074419047382</c:v>
                </c:pt>
                <c:pt idx="10398">
                  <c:v>28958.859789522448</c:v>
                </c:pt>
                <c:pt idx="10399">
                  <c:v>28961.645159997515</c:v>
                </c:pt>
                <c:pt idx="10400">
                  <c:v>28964.430530472582</c:v>
                </c:pt>
                <c:pt idx="10401">
                  <c:v>28967.215900947649</c:v>
                </c:pt>
                <c:pt idx="10402">
                  <c:v>28970.001271422716</c:v>
                </c:pt>
                <c:pt idx="10403">
                  <c:v>28972.786641897783</c:v>
                </c:pt>
                <c:pt idx="10404">
                  <c:v>28975.57201237285</c:v>
                </c:pt>
                <c:pt idx="10405">
                  <c:v>28978.357382847917</c:v>
                </c:pt>
                <c:pt idx="10406">
                  <c:v>28981.142753322983</c:v>
                </c:pt>
                <c:pt idx="10407">
                  <c:v>28983.92812379805</c:v>
                </c:pt>
                <c:pt idx="10408">
                  <c:v>28986.713494273117</c:v>
                </c:pt>
                <c:pt idx="10409">
                  <c:v>28989.498864748184</c:v>
                </c:pt>
                <c:pt idx="10410">
                  <c:v>28992.284235223251</c:v>
                </c:pt>
                <c:pt idx="10411">
                  <c:v>28995.069605698318</c:v>
                </c:pt>
                <c:pt idx="10412">
                  <c:v>28997.854976173385</c:v>
                </c:pt>
                <c:pt idx="10413">
                  <c:v>29000.640346648452</c:v>
                </c:pt>
                <c:pt idx="10414">
                  <c:v>29003.425717123519</c:v>
                </c:pt>
                <c:pt idx="10415">
                  <c:v>29006.211087598585</c:v>
                </c:pt>
                <c:pt idx="10416">
                  <c:v>29008.996458073652</c:v>
                </c:pt>
                <c:pt idx="10417">
                  <c:v>29011.781828548719</c:v>
                </c:pt>
                <c:pt idx="10418">
                  <c:v>29014.567199023786</c:v>
                </c:pt>
                <c:pt idx="10419">
                  <c:v>29017.352569498853</c:v>
                </c:pt>
                <c:pt idx="10420">
                  <c:v>29020.13793997392</c:v>
                </c:pt>
                <c:pt idx="10421">
                  <c:v>29022.923310448987</c:v>
                </c:pt>
                <c:pt idx="10422">
                  <c:v>29025.708680924054</c:v>
                </c:pt>
                <c:pt idx="10423">
                  <c:v>29028.494051399121</c:v>
                </c:pt>
                <c:pt idx="10424">
                  <c:v>29031.279421874187</c:v>
                </c:pt>
                <c:pt idx="10425">
                  <c:v>29034.064792349254</c:v>
                </c:pt>
                <c:pt idx="10426">
                  <c:v>29036.850162824321</c:v>
                </c:pt>
                <c:pt idx="10427">
                  <c:v>29039.635533299388</c:v>
                </c:pt>
                <c:pt idx="10428">
                  <c:v>29042.420903774455</c:v>
                </c:pt>
                <c:pt idx="10429">
                  <c:v>29045.206274249522</c:v>
                </c:pt>
                <c:pt idx="10430">
                  <c:v>29047.991644724589</c:v>
                </c:pt>
                <c:pt idx="10431">
                  <c:v>29050.777015199656</c:v>
                </c:pt>
                <c:pt idx="10432">
                  <c:v>29053.562385674722</c:v>
                </c:pt>
                <c:pt idx="10433">
                  <c:v>29056.347756149789</c:v>
                </c:pt>
                <c:pt idx="10434">
                  <c:v>29059.133126624856</c:v>
                </c:pt>
                <c:pt idx="10435">
                  <c:v>29061.918497099923</c:v>
                </c:pt>
                <c:pt idx="10436">
                  <c:v>29064.70386757499</c:v>
                </c:pt>
                <c:pt idx="10437">
                  <c:v>29067.489238050057</c:v>
                </c:pt>
                <c:pt idx="10438">
                  <c:v>29070.274608525124</c:v>
                </c:pt>
                <c:pt idx="10439">
                  <c:v>29073.059979000191</c:v>
                </c:pt>
                <c:pt idx="10440">
                  <c:v>29075.845349475258</c:v>
                </c:pt>
                <c:pt idx="10441">
                  <c:v>29078.630719950324</c:v>
                </c:pt>
                <c:pt idx="10442">
                  <c:v>29081.416090425391</c:v>
                </c:pt>
                <c:pt idx="10443">
                  <c:v>29084.201460900458</c:v>
                </c:pt>
                <c:pt idx="10444">
                  <c:v>29086.986831375525</c:v>
                </c:pt>
                <c:pt idx="10445">
                  <c:v>29089.772201850592</c:v>
                </c:pt>
                <c:pt idx="10446">
                  <c:v>29092.557572325659</c:v>
                </c:pt>
                <c:pt idx="10447">
                  <c:v>29095.342942800726</c:v>
                </c:pt>
                <c:pt idx="10448">
                  <c:v>29098.128313275793</c:v>
                </c:pt>
                <c:pt idx="10449">
                  <c:v>29100.913683750859</c:v>
                </c:pt>
                <c:pt idx="10450">
                  <c:v>29103.699054225926</c:v>
                </c:pt>
                <c:pt idx="10451">
                  <c:v>29106.484424700993</c:v>
                </c:pt>
                <c:pt idx="10452">
                  <c:v>29109.26979517606</c:v>
                </c:pt>
                <c:pt idx="10453">
                  <c:v>29112.055165651127</c:v>
                </c:pt>
                <c:pt idx="10454">
                  <c:v>29114.840536126194</c:v>
                </c:pt>
                <c:pt idx="10455">
                  <c:v>29117.625906601261</c:v>
                </c:pt>
                <c:pt idx="10456">
                  <c:v>29120.411277076328</c:v>
                </c:pt>
                <c:pt idx="10457">
                  <c:v>29123.196647551395</c:v>
                </c:pt>
                <c:pt idx="10458">
                  <c:v>29125.982018026461</c:v>
                </c:pt>
                <c:pt idx="10459">
                  <c:v>29128.767388501528</c:v>
                </c:pt>
                <c:pt idx="10460">
                  <c:v>29131.552758976595</c:v>
                </c:pt>
                <c:pt idx="10461">
                  <c:v>29134.338129451662</c:v>
                </c:pt>
                <c:pt idx="10462">
                  <c:v>29137.123499926729</c:v>
                </c:pt>
                <c:pt idx="10463">
                  <c:v>29139.908870401796</c:v>
                </c:pt>
                <c:pt idx="10464">
                  <c:v>29142.694240876863</c:v>
                </c:pt>
                <c:pt idx="10465">
                  <c:v>29145.47961135193</c:v>
                </c:pt>
                <c:pt idx="10466">
                  <c:v>29148.264981826997</c:v>
                </c:pt>
                <c:pt idx="10467">
                  <c:v>29151.050352302063</c:v>
                </c:pt>
                <c:pt idx="10468">
                  <c:v>29153.83572277713</c:v>
                </c:pt>
                <c:pt idx="10469">
                  <c:v>29156.621093252197</c:v>
                </c:pt>
                <c:pt idx="10470">
                  <c:v>29159.406463727264</c:v>
                </c:pt>
                <c:pt idx="10471">
                  <c:v>29162.191834202331</c:v>
                </c:pt>
                <c:pt idx="10472">
                  <c:v>29164.977204677398</c:v>
                </c:pt>
                <c:pt idx="10473">
                  <c:v>29167.762575152465</c:v>
                </c:pt>
                <c:pt idx="10474">
                  <c:v>29170.547945627532</c:v>
                </c:pt>
                <c:pt idx="10475">
                  <c:v>29173.333316102598</c:v>
                </c:pt>
                <c:pt idx="10476">
                  <c:v>29176.118686577665</c:v>
                </c:pt>
                <c:pt idx="10477">
                  <c:v>29178.904057052732</c:v>
                </c:pt>
                <c:pt idx="10478">
                  <c:v>29181.689427527799</c:v>
                </c:pt>
                <c:pt idx="10479">
                  <c:v>29184.474798002866</c:v>
                </c:pt>
                <c:pt idx="10480">
                  <c:v>29187.260168477933</c:v>
                </c:pt>
                <c:pt idx="10481">
                  <c:v>29190.045538953</c:v>
                </c:pt>
                <c:pt idx="10482">
                  <c:v>29192.830909428067</c:v>
                </c:pt>
                <c:pt idx="10483">
                  <c:v>29195.616279903134</c:v>
                </c:pt>
                <c:pt idx="10484">
                  <c:v>29198.4016503782</c:v>
                </c:pt>
                <c:pt idx="10485">
                  <c:v>29201.187020853267</c:v>
                </c:pt>
                <c:pt idx="10486">
                  <c:v>29203.972391328334</c:v>
                </c:pt>
                <c:pt idx="10487">
                  <c:v>29206.757761803401</c:v>
                </c:pt>
                <c:pt idx="10488">
                  <c:v>29209.543132278468</c:v>
                </c:pt>
                <c:pt idx="10489">
                  <c:v>29212.328502753535</c:v>
                </c:pt>
                <c:pt idx="10490">
                  <c:v>29215.113873228602</c:v>
                </c:pt>
                <c:pt idx="10491">
                  <c:v>29217.899243703669</c:v>
                </c:pt>
                <c:pt idx="10492">
                  <c:v>29220.684614178736</c:v>
                </c:pt>
                <c:pt idx="10493">
                  <c:v>29223.469984653802</c:v>
                </c:pt>
                <c:pt idx="10494">
                  <c:v>29226.255355128869</c:v>
                </c:pt>
                <c:pt idx="10495">
                  <c:v>29229.040725603936</c:v>
                </c:pt>
                <c:pt idx="10496">
                  <c:v>29231.826096079003</c:v>
                </c:pt>
                <c:pt idx="10497">
                  <c:v>29234.61146655407</c:v>
                </c:pt>
                <c:pt idx="10498">
                  <c:v>29237.396837029137</c:v>
                </c:pt>
                <c:pt idx="10499">
                  <c:v>29240.182207504204</c:v>
                </c:pt>
                <c:pt idx="10500">
                  <c:v>29242.967577979271</c:v>
                </c:pt>
                <c:pt idx="10501">
                  <c:v>29245.752948454337</c:v>
                </c:pt>
                <c:pt idx="10502">
                  <c:v>29248.538318929404</c:v>
                </c:pt>
                <c:pt idx="10503">
                  <c:v>29251.323689404471</c:v>
                </c:pt>
                <c:pt idx="10504">
                  <c:v>29254.109059879538</c:v>
                </c:pt>
                <c:pt idx="10505">
                  <c:v>29256.894430354605</c:v>
                </c:pt>
                <c:pt idx="10506">
                  <c:v>29259.679800829672</c:v>
                </c:pt>
                <c:pt idx="10507">
                  <c:v>29262.465171304739</c:v>
                </c:pt>
                <c:pt idx="10508">
                  <c:v>29265.250541779806</c:v>
                </c:pt>
                <c:pt idx="10509">
                  <c:v>29268.035912254873</c:v>
                </c:pt>
                <c:pt idx="10510">
                  <c:v>29270.821282729939</c:v>
                </c:pt>
                <c:pt idx="10511">
                  <c:v>29273.606653205006</c:v>
                </c:pt>
                <c:pt idx="10512">
                  <c:v>29276.392023680073</c:v>
                </c:pt>
                <c:pt idx="10513">
                  <c:v>29279.17739415514</c:v>
                </c:pt>
                <c:pt idx="10514">
                  <c:v>29281.962764630207</c:v>
                </c:pt>
                <c:pt idx="10515">
                  <c:v>29284.748135105274</c:v>
                </c:pt>
                <c:pt idx="10516">
                  <c:v>29287.533505580341</c:v>
                </c:pt>
                <c:pt idx="10517">
                  <c:v>29290.318876055408</c:v>
                </c:pt>
                <c:pt idx="10518">
                  <c:v>29293.104246530474</c:v>
                </c:pt>
                <c:pt idx="10519">
                  <c:v>29295.889617005541</c:v>
                </c:pt>
                <c:pt idx="10520">
                  <c:v>29298.674987480608</c:v>
                </c:pt>
                <c:pt idx="10521">
                  <c:v>29301.460357955675</c:v>
                </c:pt>
                <c:pt idx="10522">
                  <c:v>29304.245728430742</c:v>
                </c:pt>
                <c:pt idx="10523">
                  <c:v>29307.031098905809</c:v>
                </c:pt>
                <c:pt idx="10524">
                  <c:v>29309.816469380876</c:v>
                </c:pt>
                <c:pt idx="10525">
                  <c:v>29312.601839855943</c:v>
                </c:pt>
                <c:pt idx="10526">
                  <c:v>29315.38721033101</c:v>
                </c:pt>
                <c:pt idx="10527">
                  <c:v>29318.172580806076</c:v>
                </c:pt>
                <c:pt idx="10528">
                  <c:v>29320.957951281143</c:v>
                </c:pt>
                <c:pt idx="10529">
                  <c:v>29323.74332175621</c:v>
                </c:pt>
                <c:pt idx="10530">
                  <c:v>29326.528692231277</c:v>
                </c:pt>
                <c:pt idx="10531">
                  <c:v>29329.314062706344</c:v>
                </c:pt>
                <c:pt idx="10532">
                  <c:v>29332.099433181411</c:v>
                </c:pt>
                <c:pt idx="10533">
                  <c:v>29334.884803656478</c:v>
                </c:pt>
                <c:pt idx="10534">
                  <c:v>29337.670174131545</c:v>
                </c:pt>
                <c:pt idx="10535">
                  <c:v>29340.455544606612</c:v>
                </c:pt>
                <c:pt idx="10536">
                  <c:v>29343.240915081678</c:v>
                </c:pt>
                <c:pt idx="10537">
                  <c:v>29346.026285556745</c:v>
                </c:pt>
                <c:pt idx="10538">
                  <c:v>29348.811656031812</c:v>
                </c:pt>
                <c:pt idx="10539">
                  <c:v>29351.597026506879</c:v>
                </c:pt>
                <c:pt idx="10540">
                  <c:v>29354.382396981946</c:v>
                </c:pt>
                <c:pt idx="10541">
                  <c:v>29357.167767457013</c:v>
                </c:pt>
                <c:pt idx="10542">
                  <c:v>29359.95313793208</c:v>
                </c:pt>
                <c:pt idx="10543">
                  <c:v>29362.738508407147</c:v>
                </c:pt>
                <c:pt idx="10544">
                  <c:v>29365.523878882213</c:v>
                </c:pt>
                <c:pt idx="10545">
                  <c:v>29368.30924935728</c:v>
                </c:pt>
                <c:pt idx="10546">
                  <c:v>29371.094619832347</c:v>
                </c:pt>
                <c:pt idx="10547">
                  <c:v>29373.879990307414</c:v>
                </c:pt>
                <c:pt idx="10548">
                  <c:v>29376.665360782481</c:v>
                </c:pt>
                <c:pt idx="10549">
                  <c:v>29379.450731257548</c:v>
                </c:pt>
                <c:pt idx="10550">
                  <c:v>29382.236101732615</c:v>
                </c:pt>
                <c:pt idx="10551">
                  <c:v>29385.021472207682</c:v>
                </c:pt>
                <c:pt idx="10552">
                  <c:v>29387.806842682749</c:v>
                </c:pt>
                <c:pt idx="10553">
                  <c:v>29390.592213157815</c:v>
                </c:pt>
                <c:pt idx="10554">
                  <c:v>29393.377583632882</c:v>
                </c:pt>
                <c:pt idx="10555">
                  <c:v>29396.162954107949</c:v>
                </c:pt>
                <c:pt idx="10556">
                  <c:v>29398.948324583016</c:v>
                </c:pt>
                <c:pt idx="10557">
                  <c:v>29401.733695058083</c:v>
                </c:pt>
                <c:pt idx="10558">
                  <c:v>29404.51906553315</c:v>
                </c:pt>
                <c:pt idx="10559">
                  <c:v>29407.304436008217</c:v>
                </c:pt>
                <c:pt idx="10560">
                  <c:v>29410.089806483284</c:v>
                </c:pt>
                <c:pt idx="10561">
                  <c:v>29412.87517695835</c:v>
                </c:pt>
                <c:pt idx="10562">
                  <c:v>29415.660547433417</c:v>
                </c:pt>
                <c:pt idx="10563">
                  <c:v>29418.445917908484</c:v>
                </c:pt>
                <c:pt idx="10564">
                  <c:v>29421.231288383551</c:v>
                </c:pt>
                <c:pt idx="10565">
                  <c:v>29424.016658858618</c:v>
                </c:pt>
                <c:pt idx="10566">
                  <c:v>29426.802029333685</c:v>
                </c:pt>
                <c:pt idx="10567">
                  <c:v>29429.587399808752</c:v>
                </c:pt>
                <c:pt idx="10568">
                  <c:v>29432.372770283819</c:v>
                </c:pt>
                <c:pt idx="10569">
                  <c:v>29435.158140758886</c:v>
                </c:pt>
                <c:pt idx="10570">
                  <c:v>29437.943511233952</c:v>
                </c:pt>
                <c:pt idx="10571">
                  <c:v>29440.728881709019</c:v>
                </c:pt>
                <c:pt idx="10572">
                  <c:v>29443.514252184086</c:v>
                </c:pt>
                <c:pt idx="10573">
                  <c:v>29446.299622659153</c:v>
                </c:pt>
                <c:pt idx="10574">
                  <c:v>29449.08499313422</c:v>
                </c:pt>
                <c:pt idx="10575">
                  <c:v>29451.870363609287</c:v>
                </c:pt>
                <c:pt idx="10576">
                  <c:v>29454.655734084354</c:v>
                </c:pt>
                <c:pt idx="10577">
                  <c:v>29457.441104559421</c:v>
                </c:pt>
                <c:pt idx="10578">
                  <c:v>29460.226475034488</c:v>
                </c:pt>
                <c:pt idx="10579">
                  <c:v>29463.011845509554</c:v>
                </c:pt>
                <c:pt idx="10580">
                  <c:v>29465.797215984621</c:v>
                </c:pt>
                <c:pt idx="10581">
                  <c:v>29468.582586459688</c:v>
                </c:pt>
                <c:pt idx="10582">
                  <c:v>29471.367956934755</c:v>
                </c:pt>
                <c:pt idx="10583">
                  <c:v>29474.153327409822</c:v>
                </c:pt>
                <c:pt idx="10584">
                  <c:v>29476.938697884889</c:v>
                </c:pt>
                <c:pt idx="10585">
                  <c:v>29479.724068359956</c:v>
                </c:pt>
                <c:pt idx="10586">
                  <c:v>29482.509438835023</c:v>
                </c:pt>
                <c:pt idx="10587">
                  <c:v>29485.294809310089</c:v>
                </c:pt>
                <c:pt idx="10588">
                  <c:v>29488.080179785156</c:v>
                </c:pt>
                <c:pt idx="10589">
                  <c:v>29490.865550260223</c:v>
                </c:pt>
                <c:pt idx="10590">
                  <c:v>29493.65092073529</c:v>
                </c:pt>
                <c:pt idx="10591">
                  <c:v>29496.436291210357</c:v>
                </c:pt>
                <c:pt idx="10592">
                  <c:v>29499.221661685424</c:v>
                </c:pt>
                <c:pt idx="10593">
                  <c:v>29502.007032160491</c:v>
                </c:pt>
                <c:pt idx="10594">
                  <c:v>29504.792402635558</c:v>
                </c:pt>
                <c:pt idx="10595">
                  <c:v>29507.577773110625</c:v>
                </c:pt>
                <c:pt idx="10596">
                  <c:v>29510.363143585691</c:v>
                </c:pt>
                <c:pt idx="10597">
                  <c:v>29513.148514060758</c:v>
                </c:pt>
                <c:pt idx="10598">
                  <c:v>29515.933884535825</c:v>
                </c:pt>
                <c:pt idx="10599">
                  <c:v>29518.719255010892</c:v>
                </c:pt>
                <c:pt idx="10600">
                  <c:v>29521.504625485959</c:v>
                </c:pt>
                <c:pt idx="10601">
                  <c:v>29524.289995961026</c:v>
                </c:pt>
                <c:pt idx="10602">
                  <c:v>29527.075366436093</c:v>
                </c:pt>
                <c:pt idx="10603">
                  <c:v>29529.86073691116</c:v>
                </c:pt>
                <c:pt idx="10604">
                  <c:v>29532.646107386227</c:v>
                </c:pt>
                <c:pt idx="10605">
                  <c:v>29535.431477861293</c:v>
                </c:pt>
                <c:pt idx="10606">
                  <c:v>29538.21684833636</c:v>
                </c:pt>
                <c:pt idx="10607">
                  <c:v>29541.002218811427</c:v>
                </c:pt>
                <c:pt idx="10608">
                  <c:v>29543.787589286494</c:v>
                </c:pt>
                <c:pt idx="10609">
                  <c:v>29546.572959761561</c:v>
                </c:pt>
                <c:pt idx="10610">
                  <c:v>29549.358330236628</c:v>
                </c:pt>
                <c:pt idx="10611">
                  <c:v>29552.143700711695</c:v>
                </c:pt>
                <c:pt idx="10612">
                  <c:v>29554.929071186762</c:v>
                </c:pt>
                <c:pt idx="10613">
                  <c:v>29557.714441661828</c:v>
                </c:pt>
                <c:pt idx="10614">
                  <c:v>29560.499812136895</c:v>
                </c:pt>
                <c:pt idx="10615">
                  <c:v>29563.285182611962</c:v>
                </c:pt>
                <c:pt idx="10616">
                  <c:v>29566.070553087029</c:v>
                </c:pt>
                <c:pt idx="10617">
                  <c:v>29568.855923562096</c:v>
                </c:pt>
                <c:pt idx="10618">
                  <c:v>29571.641294037163</c:v>
                </c:pt>
                <c:pt idx="10619">
                  <c:v>29574.42666451223</c:v>
                </c:pt>
                <c:pt idx="10620">
                  <c:v>29577.212034987297</c:v>
                </c:pt>
                <c:pt idx="10621">
                  <c:v>29579.997405462364</c:v>
                </c:pt>
                <c:pt idx="10622">
                  <c:v>29582.78277593743</c:v>
                </c:pt>
                <c:pt idx="10623">
                  <c:v>29585.568146412497</c:v>
                </c:pt>
                <c:pt idx="10624">
                  <c:v>29588.353516887564</c:v>
                </c:pt>
                <c:pt idx="10625">
                  <c:v>29591.138887362631</c:v>
                </c:pt>
                <c:pt idx="10626">
                  <c:v>29593.924257837698</c:v>
                </c:pt>
                <c:pt idx="10627">
                  <c:v>29596.709628312765</c:v>
                </c:pt>
                <c:pt idx="10628">
                  <c:v>29599.494998787832</c:v>
                </c:pt>
                <c:pt idx="10629">
                  <c:v>29602.280369262899</c:v>
                </c:pt>
                <c:pt idx="10630">
                  <c:v>29605.065739737965</c:v>
                </c:pt>
                <c:pt idx="10631">
                  <c:v>29607.851110213032</c:v>
                </c:pt>
                <c:pt idx="10632">
                  <c:v>29610.636480688099</c:v>
                </c:pt>
                <c:pt idx="10633">
                  <c:v>29613.421851163166</c:v>
                </c:pt>
                <c:pt idx="10634">
                  <c:v>29616.207221638233</c:v>
                </c:pt>
                <c:pt idx="10635">
                  <c:v>29618.9925921133</c:v>
                </c:pt>
                <c:pt idx="10636">
                  <c:v>29621.777962588367</c:v>
                </c:pt>
                <c:pt idx="10637">
                  <c:v>29624.563333063434</c:v>
                </c:pt>
                <c:pt idx="10638">
                  <c:v>29627.348703538501</c:v>
                </c:pt>
                <c:pt idx="10639">
                  <c:v>29630.134074013567</c:v>
                </c:pt>
                <c:pt idx="10640">
                  <c:v>29632.919444488634</c:v>
                </c:pt>
                <c:pt idx="10641">
                  <c:v>29635.704814963701</c:v>
                </c:pt>
                <c:pt idx="10642">
                  <c:v>29638.490185438768</c:v>
                </c:pt>
                <c:pt idx="10643">
                  <c:v>29641.275555913835</c:v>
                </c:pt>
                <c:pt idx="10644">
                  <c:v>29644.060926388902</c:v>
                </c:pt>
                <c:pt idx="10645">
                  <c:v>29646.846296863969</c:v>
                </c:pt>
                <c:pt idx="10646">
                  <c:v>29649.631667339036</c:v>
                </c:pt>
                <c:pt idx="10647">
                  <c:v>29652.417037814103</c:v>
                </c:pt>
                <c:pt idx="10648">
                  <c:v>29655.202408289169</c:v>
                </c:pt>
                <c:pt idx="10649">
                  <c:v>29657.987778764236</c:v>
                </c:pt>
                <c:pt idx="10650">
                  <c:v>29660.773149239303</c:v>
                </c:pt>
                <c:pt idx="10651">
                  <c:v>29663.55851971437</c:v>
                </c:pt>
                <c:pt idx="10652">
                  <c:v>29666.343890189437</c:v>
                </c:pt>
                <c:pt idx="10653">
                  <c:v>29669.129260664504</c:v>
                </c:pt>
                <c:pt idx="10654">
                  <c:v>29671.914631139571</c:v>
                </c:pt>
                <c:pt idx="10655">
                  <c:v>29674.700001614638</c:v>
                </c:pt>
                <c:pt idx="10656">
                  <c:v>29677.485372089704</c:v>
                </c:pt>
                <c:pt idx="10657">
                  <c:v>29680.270742564771</c:v>
                </c:pt>
                <c:pt idx="10658">
                  <c:v>29683.056113039838</c:v>
                </c:pt>
                <c:pt idx="10659">
                  <c:v>29685.841483514905</c:v>
                </c:pt>
                <c:pt idx="10660">
                  <c:v>29688.626853989972</c:v>
                </c:pt>
                <c:pt idx="10661">
                  <c:v>29691.412224465039</c:v>
                </c:pt>
                <c:pt idx="10662">
                  <c:v>29694.197594940106</c:v>
                </c:pt>
                <c:pt idx="10663">
                  <c:v>29696.982965415173</c:v>
                </c:pt>
                <c:pt idx="10664">
                  <c:v>29699.76833589024</c:v>
                </c:pt>
                <c:pt idx="10665">
                  <c:v>29702.553706365306</c:v>
                </c:pt>
                <c:pt idx="10666">
                  <c:v>29705.339076840373</c:v>
                </c:pt>
                <c:pt idx="10667">
                  <c:v>29708.12444731544</c:v>
                </c:pt>
                <c:pt idx="10668">
                  <c:v>29710.909817790507</c:v>
                </c:pt>
                <c:pt idx="10669">
                  <c:v>29713.695188265574</c:v>
                </c:pt>
                <c:pt idx="10670">
                  <c:v>29716.480558740641</c:v>
                </c:pt>
                <c:pt idx="10671">
                  <c:v>29719.265929215708</c:v>
                </c:pt>
                <c:pt idx="10672">
                  <c:v>29722.051299690775</c:v>
                </c:pt>
                <c:pt idx="10673">
                  <c:v>29724.836670165841</c:v>
                </c:pt>
                <c:pt idx="10674">
                  <c:v>29727.622040640908</c:v>
                </c:pt>
                <c:pt idx="10675">
                  <c:v>29730.407411115975</c:v>
                </c:pt>
                <c:pt idx="10676">
                  <c:v>29733.192781591042</c:v>
                </c:pt>
                <c:pt idx="10677">
                  <c:v>29735.978152066109</c:v>
                </c:pt>
                <c:pt idx="10678">
                  <c:v>29738.763522541176</c:v>
                </c:pt>
                <c:pt idx="10679">
                  <c:v>29741.548893016243</c:v>
                </c:pt>
                <c:pt idx="10680">
                  <c:v>29744.33426349131</c:v>
                </c:pt>
                <c:pt idx="10681">
                  <c:v>29747.119633966377</c:v>
                </c:pt>
                <c:pt idx="10682">
                  <c:v>29749.905004441443</c:v>
                </c:pt>
                <c:pt idx="10683">
                  <c:v>29752.69037491651</c:v>
                </c:pt>
                <c:pt idx="10684">
                  <c:v>29755.475745391577</c:v>
                </c:pt>
                <c:pt idx="10685">
                  <c:v>29758.261115866644</c:v>
                </c:pt>
                <c:pt idx="10686">
                  <c:v>29761.046486341711</c:v>
                </c:pt>
                <c:pt idx="10687">
                  <c:v>29763.831856816778</c:v>
                </c:pt>
                <c:pt idx="10688">
                  <c:v>29766.617227291845</c:v>
                </c:pt>
                <c:pt idx="10689">
                  <c:v>29769.402597766912</c:v>
                </c:pt>
                <c:pt idx="10690">
                  <c:v>29772.187968241979</c:v>
                </c:pt>
                <c:pt idx="10691">
                  <c:v>29774.973338717045</c:v>
                </c:pt>
                <c:pt idx="10692">
                  <c:v>29777.758709192112</c:v>
                </c:pt>
                <c:pt idx="10693">
                  <c:v>29780.544079667179</c:v>
                </c:pt>
                <c:pt idx="10694">
                  <c:v>29783.329450142246</c:v>
                </c:pt>
                <c:pt idx="10695">
                  <c:v>29786.114820617313</c:v>
                </c:pt>
                <c:pt idx="10696">
                  <c:v>29788.90019109238</c:v>
                </c:pt>
                <c:pt idx="10697">
                  <c:v>29791.685561567447</c:v>
                </c:pt>
                <c:pt idx="10698">
                  <c:v>29794.470932042514</c:v>
                </c:pt>
                <c:pt idx="10699">
                  <c:v>29797.25630251758</c:v>
                </c:pt>
                <c:pt idx="10700">
                  <c:v>29800.041672992647</c:v>
                </c:pt>
                <c:pt idx="10701">
                  <c:v>29802.827043467714</c:v>
                </c:pt>
                <c:pt idx="10702">
                  <c:v>29805.612413942781</c:v>
                </c:pt>
                <c:pt idx="10703">
                  <c:v>29808.397784417848</c:v>
                </c:pt>
                <c:pt idx="10704">
                  <c:v>29811.183154892915</c:v>
                </c:pt>
                <c:pt idx="10705">
                  <c:v>29813.968525367982</c:v>
                </c:pt>
                <c:pt idx="10706">
                  <c:v>29816.753895843049</c:v>
                </c:pt>
                <c:pt idx="10707">
                  <c:v>29819.539266318116</c:v>
                </c:pt>
                <c:pt idx="10708">
                  <c:v>29822.324636793182</c:v>
                </c:pt>
                <c:pt idx="10709">
                  <c:v>29825.110007268249</c:v>
                </c:pt>
                <c:pt idx="10710">
                  <c:v>29827.895377743316</c:v>
                </c:pt>
                <c:pt idx="10711">
                  <c:v>29830.680748218383</c:v>
                </c:pt>
                <c:pt idx="10712">
                  <c:v>29833.46611869345</c:v>
                </c:pt>
                <c:pt idx="10713">
                  <c:v>29836.251489168517</c:v>
                </c:pt>
                <c:pt idx="10714">
                  <c:v>29839.036859643584</c:v>
                </c:pt>
                <c:pt idx="10715">
                  <c:v>29841.822230118651</c:v>
                </c:pt>
                <c:pt idx="10716">
                  <c:v>29844.607600593718</c:v>
                </c:pt>
                <c:pt idx="10717">
                  <c:v>29847.392971068784</c:v>
                </c:pt>
                <c:pt idx="10718">
                  <c:v>29850.178341543851</c:v>
                </c:pt>
                <c:pt idx="10719">
                  <c:v>29852.963712018918</c:v>
                </c:pt>
                <c:pt idx="10720">
                  <c:v>29855.749082493985</c:v>
                </c:pt>
                <c:pt idx="10721">
                  <c:v>29858.534452969052</c:v>
                </c:pt>
                <c:pt idx="10722">
                  <c:v>29861.319823444119</c:v>
                </c:pt>
                <c:pt idx="10723">
                  <c:v>29864.105193919186</c:v>
                </c:pt>
                <c:pt idx="10724">
                  <c:v>29866.890564394253</c:v>
                </c:pt>
                <c:pt idx="10725">
                  <c:v>29869.675934869319</c:v>
                </c:pt>
                <c:pt idx="10726">
                  <c:v>29872.461305344386</c:v>
                </c:pt>
                <c:pt idx="10727">
                  <c:v>29875.246675819453</c:v>
                </c:pt>
                <c:pt idx="10728">
                  <c:v>29878.03204629452</c:v>
                </c:pt>
                <c:pt idx="10729">
                  <c:v>29880.817416769587</c:v>
                </c:pt>
                <c:pt idx="10730">
                  <c:v>29883.602787244654</c:v>
                </c:pt>
                <c:pt idx="10731">
                  <c:v>29886.388157719721</c:v>
                </c:pt>
                <c:pt idx="10732">
                  <c:v>29889.173528194788</c:v>
                </c:pt>
                <c:pt idx="10733">
                  <c:v>29891.958898669855</c:v>
                </c:pt>
                <c:pt idx="10734">
                  <c:v>29894.744269144921</c:v>
                </c:pt>
                <c:pt idx="10735">
                  <c:v>29897.529639619988</c:v>
                </c:pt>
                <c:pt idx="10736">
                  <c:v>29900.315010095055</c:v>
                </c:pt>
                <c:pt idx="10737">
                  <c:v>29903.100380570122</c:v>
                </c:pt>
                <c:pt idx="10738">
                  <c:v>29905.885751045189</c:v>
                </c:pt>
                <c:pt idx="10739">
                  <c:v>29908.671121520256</c:v>
                </c:pt>
                <c:pt idx="10740">
                  <c:v>29911.456491995323</c:v>
                </c:pt>
                <c:pt idx="10741">
                  <c:v>29914.24186247039</c:v>
                </c:pt>
                <c:pt idx="10742">
                  <c:v>29917.027232945456</c:v>
                </c:pt>
                <c:pt idx="10743">
                  <c:v>29919.812603420523</c:v>
                </c:pt>
                <c:pt idx="10744">
                  <c:v>29922.59797389559</c:v>
                </c:pt>
                <c:pt idx="10745">
                  <c:v>29925.383344370657</c:v>
                </c:pt>
                <c:pt idx="10746">
                  <c:v>29928.168714845724</c:v>
                </c:pt>
                <c:pt idx="10747">
                  <c:v>29930.954085320791</c:v>
                </c:pt>
                <c:pt idx="10748">
                  <c:v>29933.739455795858</c:v>
                </c:pt>
                <c:pt idx="10749">
                  <c:v>29936.524826270925</c:v>
                </c:pt>
                <c:pt idx="10750">
                  <c:v>29939.310196745992</c:v>
                </c:pt>
                <c:pt idx="10751">
                  <c:v>29942.095567221058</c:v>
                </c:pt>
                <c:pt idx="10752">
                  <c:v>29944.880937696125</c:v>
                </c:pt>
                <c:pt idx="10753">
                  <c:v>29947.666308171192</c:v>
                </c:pt>
                <c:pt idx="10754">
                  <c:v>29950.451678646259</c:v>
                </c:pt>
                <c:pt idx="10755">
                  <c:v>29953.237049121326</c:v>
                </c:pt>
                <c:pt idx="10756">
                  <c:v>29956.022419596393</c:v>
                </c:pt>
                <c:pt idx="10757">
                  <c:v>29958.80779007146</c:v>
                </c:pt>
                <c:pt idx="10758">
                  <c:v>29961.593160546527</c:v>
                </c:pt>
                <c:pt idx="10759">
                  <c:v>29964.378531021594</c:v>
                </c:pt>
                <c:pt idx="10760">
                  <c:v>29967.16390149666</c:v>
                </c:pt>
                <c:pt idx="10761">
                  <c:v>29969.949271971727</c:v>
                </c:pt>
                <c:pt idx="10762">
                  <c:v>29972.734642446794</c:v>
                </c:pt>
                <c:pt idx="10763">
                  <c:v>29975.520012921861</c:v>
                </c:pt>
                <c:pt idx="10764">
                  <c:v>29978.305383396928</c:v>
                </c:pt>
                <c:pt idx="10765">
                  <c:v>29981.090753871995</c:v>
                </c:pt>
                <c:pt idx="10766">
                  <c:v>29983.876124347062</c:v>
                </c:pt>
                <c:pt idx="10767">
                  <c:v>29986.661494822129</c:v>
                </c:pt>
                <c:pt idx="10768">
                  <c:v>29989.446865297195</c:v>
                </c:pt>
                <c:pt idx="10769">
                  <c:v>29992.232235772262</c:v>
                </c:pt>
                <c:pt idx="10770">
                  <c:v>29995.017606247329</c:v>
                </c:pt>
                <c:pt idx="10771">
                  <c:v>29997.802976722396</c:v>
                </c:pt>
                <c:pt idx="10772">
                  <c:v>30000.588347197463</c:v>
                </c:pt>
                <c:pt idx="10773">
                  <c:v>30000.588347197463</c:v>
                </c:pt>
              </c:numCache>
            </c:numRef>
          </c:val>
          <c:smooth val="0"/>
          <c:extLst>
            <c:ext xmlns:c16="http://schemas.microsoft.com/office/drawing/2014/chart" uri="{C3380CC4-5D6E-409C-BE32-E72D297353CC}">
              <c16:uniqueId val="{00000000-59CD-45D0-B7D1-58CD6858D669}"/>
            </c:ext>
          </c:extLst>
        </c:ser>
        <c:dLbls>
          <c:showLegendKey val="0"/>
          <c:showVal val="0"/>
          <c:showCatName val="0"/>
          <c:showSerName val="0"/>
          <c:showPercent val="0"/>
          <c:showBubbleSize val="0"/>
        </c:dLbls>
        <c:smooth val="0"/>
        <c:axId val="1813467968"/>
        <c:axId val="1441997407"/>
      </c:lineChart>
      <c:catAx>
        <c:axId val="1813467968"/>
        <c:scaling>
          <c:orientation val="minMax"/>
        </c:scaling>
        <c:delete val="0"/>
        <c:axPos val="b"/>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Time(s)</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41997407"/>
        <c:crosses val="autoZero"/>
        <c:auto val="1"/>
        <c:lblAlgn val="ctr"/>
        <c:lblOffset val="100"/>
        <c:noMultiLvlLbl val="0"/>
      </c:catAx>
      <c:valAx>
        <c:axId val="144199740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Z Position(m)</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134679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Velocity Throughout Flight</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lineChart>
        <c:grouping val="standard"/>
        <c:varyColors val="0"/>
        <c:ser>
          <c:idx val="0"/>
          <c:order val="0"/>
          <c:tx>
            <c:v>Velocity(m/s)</c:v>
          </c:tx>
          <c:spPr>
            <a:ln w="34925" cap="rnd">
              <a:solidFill>
                <a:schemeClr val="accent4"/>
              </a:solidFill>
              <a:round/>
            </a:ln>
            <a:effectLst>
              <a:outerShdw blurRad="76200" dist="38100" dir="5400000" rotWithShape="0">
                <a:srgbClr val="000000">
                  <a:alpha val="75000"/>
                </a:srgbClr>
              </a:outerShdw>
            </a:effectLst>
          </c:spPr>
          <c:marker>
            <c:symbol val="none"/>
          </c:marker>
          <c:cat>
            <c:numRef>
              <c:f>[BigBalloon_EbuenJ.xlsx]Sheet1!$A$3:$A$10820</c:f>
              <c:numCache>
                <c:formatCode>General</c:formatCode>
                <c:ptCount val="108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pt idx="1463">
                  <c:v>1463</c:v>
                </c:pt>
                <c:pt idx="1464">
                  <c:v>1464</c:v>
                </c:pt>
                <c:pt idx="1465">
                  <c:v>1465</c:v>
                </c:pt>
                <c:pt idx="1466">
                  <c:v>1466</c:v>
                </c:pt>
                <c:pt idx="1467">
                  <c:v>1467</c:v>
                </c:pt>
                <c:pt idx="1468">
                  <c:v>1468</c:v>
                </c:pt>
                <c:pt idx="1469">
                  <c:v>1469</c:v>
                </c:pt>
                <c:pt idx="1470">
                  <c:v>1470</c:v>
                </c:pt>
                <c:pt idx="1471">
                  <c:v>1471</c:v>
                </c:pt>
                <c:pt idx="1472">
                  <c:v>1472</c:v>
                </c:pt>
                <c:pt idx="1473">
                  <c:v>1473</c:v>
                </c:pt>
                <c:pt idx="1474">
                  <c:v>1474</c:v>
                </c:pt>
                <c:pt idx="1475">
                  <c:v>1475</c:v>
                </c:pt>
                <c:pt idx="1476">
                  <c:v>1476</c:v>
                </c:pt>
                <c:pt idx="1477">
                  <c:v>1477</c:v>
                </c:pt>
                <c:pt idx="1478">
                  <c:v>1478</c:v>
                </c:pt>
                <c:pt idx="1479">
                  <c:v>1479</c:v>
                </c:pt>
                <c:pt idx="1480">
                  <c:v>1480</c:v>
                </c:pt>
                <c:pt idx="1481">
                  <c:v>1481</c:v>
                </c:pt>
                <c:pt idx="1482">
                  <c:v>1482</c:v>
                </c:pt>
                <c:pt idx="1483">
                  <c:v>1483</c:v>
                </c:pt>
                <c:pt idx="1484">
                  <c:v>1484</c:v>
                </c:pt>
                <c:pt idx="1485">
                  <c:v>1485</c:v>
                </c:pt>
                <c:pt idx="1486">
                  <c:v>1486</c:v>
                </c:pt>
                <c:pt idx="1487">
                  <c:v>1487</c:v>
                </c:pt>
                <c:pt idx="1488">
                  <c:v>1488</c:v>
                </c:pt>
                <c:pt idx="1489">
                  <c:v>1489</c:v>
                </c:pt>
                <c:pt idx="1490">
                  <c:v>1490</c:v>
                </c:pt>
                <c:pt idx="1491">
                  <c:v>1491</c:v>
                </c:pt>
                <c:pt idx="1492">
                  <c:v>1492</c:v>
                </c:pt>
                <c:pt idx="1493">
                  <c:v>1493</c:v>
                </c:pt>
                <c:pt idx="1494">
                  <c:v>1494</c:v>
                </c:pt>
                <c:pt idx="1495">
                  <c:v>1495</c:v>
                </c:pt>
                <c:pt idx="1496">
                  <c:v>1496</c:v>
                </c:pt>
                <c:pt idx="1497">
                  <c:v>1497</c:v>
                </c:pt>
                <c:pt idx="1498">
                  <c:v>1498</c:v>
                </c:pt>
                <c:pt idx="1499">
                  <c:v>1499</c:v>
                </c:pt>
                <c:pt idx="1500">
                  <c:v>1500</c:v>
                </c:pt>
                <c:pt idx="1501">
                  <c:v>1501</c:v>
                </c:pt>
                <c:pt idx="1502">
                  <c:v>1502</c:v>
                </c:pt>
                <c:pt idx="1503">
                  <c:v>1503</c:v>
                </c:pt>
                <c:pt idx="1504">
                  <c:v>1504</c:v>
                </c:pt>
                <c:pt idx="1505">
                  <c:v>1505</c:v>
                </c:pt>
                <c:pt idx="1506">
                  <c:v>1506</c:v>
                </c:pt>
                <c:pt idx="1507">
                  <c:v>1507</c:v>
                </c:pt>
                <c:pt idx="1508">
                  <c:v>1508</c:v>
                </c:pt>
                <c:pt idx="1509">
                  <c:v>1509</c:v>
                </c:pt>
                <c:pt idx="1510">
                  <c:v>1510</c:v>
                </c:pt>
                <c:pt idx="1511">
                  <c:v>1511</c:v>
                </c:pt>
                <c:pt idx="1512">
                  <c:v>1512</c:v>
                </c:pt>
                <c:pt idx="1513">
                  <c:v>1513</c:v>
                </c:pt>
                <c:pt idx="1514">
                  <c:v>1514</c:v>
                </c:pt>
                <c:pt idx="1515">
                  <c:v>1515</c:v>
                </c:pt>
                <c:pt idx="1516">
                  <c:v>1516</c:v>
                </c:pt>
                <c:pt idx="1517">
                  <c:v>1517</c:v>
                </c:pt>
                <c:pt idx="1518">
                  <c:v>1518</c:v>
                </c:pt>
                <c:pt idx="1519">
                  <c:v>1519</c:v>
                </c:pt>
                <c:pt idx="1520">
                  <c:v>1520</c:v>
                </c:pt>
                <c:pt idx="1521">
                  <c:v>1521</c:v>
                </c:pt>
                <c:pt idx="1522">
                  <c:v>1522</c:v>
                </c:pt>
                <c:pt idx="1523">
                  <c:v>1523</c:v>
                </c:pt>
                <c:pt idx="1524">
                  <c:v>1524</c:v>
                </c:pt>
                <c:pt idx="1525">
                  <c:v>1525</c:v>
                </c:pt>
                <c:pt idx="1526">
                  <c:v>1526</c:v>
                </c:pt>
                <c:pt idx="1527">
                  <c:v>1527</c:v>
                </c:pt>
                <c:pt idx="1528">
                  <c:v>1528</c:v>
                </c:pt>
                <c:pt idx="1529">
                  <c:v>1529</c:v>
                </c:pt>
                <c:pt idx="1530">
                  <c:v>1530</c:v>
                </c:pt>
                <c:pt idx="1531">
                  <c:v>1531</c:v>
                </c:pt>
                <c:pt idx="1532">
                  <c:v>1532</c:v>
                </c:pt>
                <c:pt idx="1533">
                  <c:v>1533</c:v>
                </c:pt>
                <c:pt idx="1534">
                  <c:v>1534</c:v>
                </c:pt>
                <c:pt idx="1535">
                  <c:v>1535</c:v>
                </c:pt>
                <c:pt idx="1536">
                  <c:v>1536</c:v>
                </c:pt>
                <c:pt idx="1537">
                  <c:v>1537</c:v>
                </c:pt>
                <c:pt idx="1538">
                  <c:v>1538</c:v>
                </c:pt>
                <c:pt idx="1539">
                  <c:v>1539</c:v>
                </c:pt>
                <c:pt idx="1540">
                  <c:v>1540</c:v>
                </c:pt>
                <c:pt idx="1541">
                  <c:v>1541</c:v>
                </c:pt>
                <c:pt idx="1542">
                  <c:v>1542</c:v>
                </c:pt>
                <c:pt idx="1543">
                  <c:v>1543</c:v>
                </c:pt>
                <c:pt idx="1544">
                  <c:v>1544</c:v>
                </c:pt>
                <c:pt idx="1545">
                  <c:v>1545</c:v>
                </c:pt>
                <c:pt idx="1546">
                  <c:v>1546</c:v>
                </c:pt>
                <c:pt idx="1547">
                  <c:v>1547</c:v>
                </c:pt>
                <c:pt idx="1548">
                  <c:v>1548</c:v>
                </c:pt>
                <c:pt idx="1549">
                  <c:v>1549</c:v>
                </c:pt>
                <c:pt idx="1550">
                  <c:v>1550</c:v>
                </c:pt>
                <c:pt idx="1551">
                  <c:v>1551</c:v>
                </c:pt>
                <c:pt idx="1552">
                  <c:v>1552</c:v>
                </c:pt>
                <c:pt idx="1553">
                  <c:v>1553</c:v>
                </c:pt>
                <c:pt idx="1554">
                  <c:v>1554</c:v>
                </c:pt>
                <c:pt idx="1555">
                  <c:v>1555</c:v>
                </c:pt>
                <c:pt idx="1556">
                  <c:v>1556</c:v>
                </c:pt>
                <c:pt idx="1557">
                  <c:v>1557</c:v>
                </c:pt>
                <c:pt idx="1558">
                  <c:v>1558</c:v>
                </c:pt>
                <c:pt idx="1559">
                  <c:v>1559</c:v>
                </c:pt>
                <c:pt idx="1560">
                  <c:v>1560</c:v>
                </c:pt>
                <c:pt idx="1561">
                  <c:v>1561</c:v>
                </c:pt>
                <c:pt idx="1562">
                  <c:v>1562</c:v>
                </c:pt>
                <c:pt idx="1563">
                  <c:v>1563</c:v>
                </c:pt>
                <c:pt idx="1564">
                  <c:v>1564</c:v>
                </c:pt>
                <c:pt idx="1565">
                  <c:v>1565</c:v>
                </c:pt>
                <c:pt idx="1566">
                  <c:v>1566</c:v>
                </c:pt>
                <c:pt idx="1567">
                  <c:v>1567</c:v>
                </c:pt>
                <c:pt idx="1568">
                  <c:v>1568</c:v>
                </c:pt>
                <c:pt idx="1569">
                  <c:v>1569</c:v>
                </c:pt>
                <c:pt idx="1570">
                  <c:v>1570</c:v>
                </c:pt>
                <c:pt idx="1571">
                  <c:v>1571</c:v>
                </c:pt>
                <c:pt idx="1572">
                  <c:v>1572</c:v>
                </c:pt>
                <c:pt idx="1573">
                  <c:v>1573</c:v>
                </c:pt>
                <c:pt idx="1574">
                  <c:v>1574</c:v>
                </c:pt>
                <c:pt idx="1575">
                  <c:v>1575</c:v>
                </c:pt>
                <c:pt idx="1576">
                  <c:v>1576</c:v>
                </c:pt>
                <c:pt idx="1577">
                  <c:v>1577</c:v>
                </c:pt>
                <c:pt idx="1578">
                  <c:v>1578</c:v>
                </c:pt>
                <c:pt idx="1579">
                  <c:v>1579</c:v>
                </c:pt>
                <c:pt idx="1580">
                  <c:v>1580</c:v>
                </c:pt>
                <c:pt idx="1581">
                  <c:v>1581</c:v>
                </c:pt>
                <c:pt idx="1582">
                  <c:v>1582</c:v>
                </c:pt>
                <c:pt idx="1583">
                  <c:v>1583</c:v>
                </c:pt>
                <c:pt idx="1584">
                  <c:v>1584</c:v>
                </c:pt>
                <c:pt idx="1585">
                  <c:v>1585</c:v>
                </c:pt>
                <c:pt idx="1586">
                  <c:v>1586</c:v>
                </c:pt>
                <c:pt idx="1587">
                  <c:v>1587</c:v>
                </c:pt>
                <c:pt idx="1588">
                  <c:v>1588</c:v>
                </c:pt>
                <c:pt idx="1589">
                  <c:v>1589</c:v>
                </c:pt>
                <c:pt idx="1590">
                  <c:v>1590</c:v>
                </c:pt>
                <c:pt idx="1591">
                  <c:v>1591</c:v>
                </c:pt>
                <c:pt idx="1592">
                  <c:v>1592</c:v>
                </c:pt>
                <c:pt idx="1593">
                  <c:v>1593</c:v>
                </c:pt>
                <c:pt idx="1594">
                  <c:v>1594</c:v>
                </c:pt>
                <c:pt idx="1595">
                  <c:v>1595</c:v>
                </c:pt>
                <c:pt idx="1596">
                  <c:v>1596</c:v>
                </c:pt>
                <c:pt idx="1597">
                  <c:v>1597</c:v>
                </c:pt>
                <c:pt idx="1598">
                  <c:v>1598</c:v>
                </c:pt>
                <c:pt idx="1599">
                  <c:v>1599</c:v>
                </c:pt>
                <c:pt idx="1600">
                  <c:v>1600</c:v>
                </c:pt>
                <c:pt idx="1601">
                  <c:v>1601</c:v>
                </c:pt>
                <c:pt idx="1602">
                  <c:v>1602</c:v>
                </c:pt>
                <c:pt idx="1603">
                  <c:v>1603</c:v>
                </c:pt>
                <c:pt idx="1604">
                  <c:v>1604</c:v>
                </c:pt>
                <c:pt idx="1605">
                  <c:v>1605</c:v>
                </c:pt>
                <c:pt idx="1606">
                  <c:v>1606</c:v>
                </c:pt>
                <c:pt idx="1607">
                  <c:v>1607</c:v>
                </c:pt>
                <c:pt idx="1608">
                  <c:v>1608</c:v>
                </c:pt>
                <c:pt idx="1609">
                  <c:v>1609</c:v>
                </c:pt>
                <c:pt idx="1610">
                  <c:v>1610</c:v>
                </c:pt>
                <c:pt idx="1611">
                  <c:v>1611</c:v>
                </c:pt>
                <c:pt idx="1612">
                  <c:v>1612</c:v>
                </c:pt>
                <c:pt idx="1613">
                  <c:v>1613</c:v>
                </c:pt>
                <c:pt idx="1614">
                  <c:v>1614</c:v>
                </c:pt>
                <c:pt idx="1615">
                  <c:v>1615</c:v>
                </c:pt>
                <c:pt idx="1616">
                  <c:v>1616</c:v>
                </c:pt>
                <c:pt idx="1617">
                  <c:v>1617</c:v>
                </c:pt>
                <c:pt idx="1618">
                  <c:v>1618</c:v>
                </c:pt>
                <c:pt idx="1619">
                  <c:v>1619</c:v>
                </c:pt>
                <c:pt idx="1620">
                  <c:v>1620</c:v>
                </c:pt>
                <c:pt idx="1621">
                  <c:v>1621</c:v>
                </c:pt>
                <c:pt idx="1622">
                  <c:v>1622</c:v>
                </c:pt>
                <c:pt idx="1623">
                  <c:v>1623</c:v>
                </c:pt>
                <c:pt idx="1624">
                  <c:v>1624</c:v>
                </c:pt>
                <c:pt idx="1625">
                  <c:v>1625</c:v>
                </c:pt>
                <c:pt idx="1626">
                  <c:v>1626</c:v>
                </c:pt>
                <c:pt idx="1627">
                  <c:v>1627</c:v>
                </c:pt>
                <c:pt idx="1628">
                  <c:v>1628</c:v>
                </c:pt>
                <c:pt idx="1629">
                  <c:v>1629</c:v>
                </c:pt>
                <c:pt idx="1630">
                  <c:v>1630</c:v>
                </c:pt>
                <c:pt idx="1631">
                  <c:v>1631</c:v>
                </c:pt>
                <c:pt idx="1632">
                  <c:v>1632</c:v>
                </c:pt>
                <c:pt idx="1633">
                  <c:v>1633</c:v>
                </c:pt>
                <c:pt idx="1634">
                  <c:v>1634</c:v>
                </c:pt>
                <c:pt idx="1635">
                  <c:v>1635</c:v>
                </c:pt>
                <c:pt idx="1636">
                  <c:v>1636</c:v>
                </c:pt>
                <c:pt idx="1637">
                  <c:v>1637</c:v>
                </c:pt>
                <c:pt idx="1638">
                  <c:v>1638</c:v>
                </c:pt>
                <c:pt idx="1639">
                  <c:v>1639</c:v>
                </c:pt>
                <c:pt idx="1640">
                  <c:v>1640</c:v>
                </c:pt>
                <c:pt idx="1641">
                  <c:v>1641</c:v>
                </c:pt>
                <c:pt idx="1642">
                  <c:v>1642</c:v>
                </c:pt>
                <c:pt idx="1643">
                  <c:v>1643</c:v>
                </c:pt>
                <c:pt idx="1644">
                  <c:v>1644</c:v>
                </c:pt>
                <c:pt idx="1645">
                  <c:v>1645</c:v>
                </c:pt>
                <c:pt idx="1646">
                  <c:v>1646</c:v>
                </c:pt>
                <c:pt idx="1647">
                  <c:v>1647</c:v>
                </c:pt>
                <c:pt idx="1648">
                  <c:v>1648</c:v>
                </c:pt>
                <c:pt idx="1649">
                  <c:v>1649</c:v>
                </c:pt>
                <c:pt idx="1650">
                  <c:v>1650</c:v>
                </c:pt>
                <c:pt idx="1651">
                  <c:v>1651</c:v>
                </c:pt>
                <c:pt idx="1652">
                  <c:v>1652</c:v>
                </c:pt>
                <c:pt idx="1653">
                  <c:v>1653</c:v>
                </c:pt>
                <c:pt idx="1654">
                  <c:v>1654</c:v>
                </c:pt>
                <c:pt idx="1655">
                  <c:v>1655</c:v>
                </c:pt>
                <c:pt idx="1656">
                  <c:v>1656</c:v>
                </c:pt>
                <c:pt idx="1657">
                  <c:v>1657</c:v>
                </c:pt>
                <c:pt idx="1658">
                  <c:v>1658</c:v>
                </c:pt>
                <c:pt idx="1659">
                  <c:v>1659</c:v>
                </c:pt>
                <c:pt idx="1660">
                  <c:v>1660</c:v>
                </c:pt>
                <c:pt idx="1661">
                  <c:v>1661</c:v>
                </c:pt>
                <c:pt idx="1662">
                  <c:v>1662</c:v>
                </c:pt>
                <c:pt idx="1663">
                  <c:v>1663</c:v>
                </c:pt>
                <c:pt idx="1664">
                  <c:v>1664</c:v>
                </c:pt>
                <c:pt idx="1665">
                  <c:v>1665</c:v>
                </c:pt>
                <c:pt idx="1666">
                  <c:v>1666</c:v>
                </c:pt>
                <c:pt idx="1667">
                  <c:v>1667</c:v>
                </c:pt>
                <c:pt idx="1668">
                  <c:v>1668</c:v>
                </c:pt>
                <c:pt idx="1669">
                  <c:v>1669</c:v>
                </c:pt>
                <c:pt idx="1670">
                  <c:v>1670</c:v>
                </c:pt>
                <c:pt idx="1671">
                  <c:v>1671</c:v>
                </c:pt>
                <c:pt idx="1672">
                  <c:v>1672</c:v>
                </c:pt>
                <c:pt idx="1673">
                  <c:v>1673</c:v>
                </c:pt>
                <c:pt idx="1674">
                  <c:v>1674</c:v>
                </c:pt>
                <c:pt idx="1675">
                  <c:v>1675</c:v>
                </c:pt>
                <c:pt idx="1676">
                  <c:v>1676</c:v>
                </c:pt>
                <c:pt idx="1677">
                  <c:v>1677</c:v>
                </c:pt>
                <c:pt idx="1678">
                  <c:v>1678</c:v>
                </c:pt>
                <c:pt idx="1679">
                  <c:v>1679</c:v>
                </c:pt>
                <c:pt idx="1680">
                  <c:v>1680</c:v>
                </c:pt>
                <c:pt idx="1681">
                  <c:v>1681</c:v>
                </c:pt>
                <c:pt idx="1682">
                  <c:v>1682</c:v>
                </c:pt>
                <c:pt idx="1683">
                  <c:v>1683</c:v>
                </c:pt>
                <c:pt idx="1684">
                  <c:v>1684</c:v>
                </c:pt>
                <c:pt idx="1685">
                  <c:v>1685</c:v>
                </c:pt>
                <c:pt idx="1686">
                  <c:v>1686</c:v>
                </c:pt>
                <c:pt idx="1687">
                  <c:v>1687</c:v>
                </c:pt>
                <c:pt idx="1688">
                  <c:v>1688</c:v>
                </c:pt>
                <c:pt idx="1689">
                  <c:v>1689</c:v>
                </c:pt>
                <c:pt idx="1690">
                  <c:v>1690</c:v>
                </c:pt>
                <c:pt idx="1691">
                  <c:v>1691</c:v>
                </c:pt>
                <c:pt idx="1692">
                  <c:v>1692</c:v>
                </c:pt>
                <c:pt idx="1693">
                  <c:v>1693</c:v>
                </c:pt>
                <c:pt idx="1694">
                  <c:v>1694</c:v>
                </c:pt>
                <c:pt idx="1695">
                  <c:v>1695</c:v>
                </c:pt>
                <c:pt idx="1696">
                  <c:v>1696</c:v>
                </c:pt>
                <c:pt idx="1697">
                  <c:v>1697</c:v>
                </c:pt>
                <c:pt idx="1698">
                  <c:v>1698</c:v>
                </c:pt>
                <c:pt idx="1699">
                  <c:v>1699</c:v>
                </c:pt>
                <c:pt idx="1700">
                  <c:v>1700</c:v>
                </c:pt>
                <c:pt idx="1701">
                  <c:v>1701</c:v>
                </c:pt>
                <c:pt idx="1702">
                  <c:v>1702</c:v>
                </c:pt>
                <c:pt idx="1703">
                  <c:v>1703</c:v>
                </c:pt>
                <c:pt idx="1704">
                  <c:v>1704</c:v>
                </c:pt>
                <c:pt idx="1705">
                  <c:v>1705</c:v>
                </c:pt>
                <c:pt idx="1706">
                  <c:v>1706</c:v>
                </c:pt>
                <c:pt idx="1707">
                  <c:v>1707</c:v>
                </c:pt>
                <c:pt idx="1708">
                  <c:v>1708</c:v>
                </c:pt>
                <c:pt idx="1709">
                  <c:v>1709</c:v>
                </c:pt>
                <c:pt idx="1710">
                  <c:v>1710</c:v>
                </c:pt>
                <c:pt idx="1711">
                  <c:v>1711</c:v>
                </c:pt>
                <c:pt idx="1712">
                  <c:v>1712</c:v>
                </c:pt>
                <c:pt idx="1713">
                  <c:v>1713</c:v>
                </c:pt>
                <c:pt idx="1714">
                  <c:v>1714</c:v>
                </c:pt>
                <c:pt idx="1715">
                  <c:v>1715</c:v>
                </c:pt>
                <c:pt idx="1716">
                  <c:v>1716</c:v>
                </c:pt>
                <c:pt idx="1717">
                  <c:v>1717</c:v>
                </c:pt>
                <c:pt idx="1718">
                  <c:v>1718</c:v>
                </c:pt>
                <c:pt idx="1719">
                  <c:v>1719</c:v>
                </c:pt>
                <c:pt idx="1720">
                  <c:v>1720</c:v>
                </c:pt>
                <c:pt idx="1721">
                  <c:v>1721</c:v>
                </c:pt>
                <c:pt idx="1722">
                  <c:v>1722</c:v>
                </c:pt>
                <c:pt idx="1723">
                  <c:v>1723</c:v>
                </c:pt>
                <c:pt idx="1724">
                  <c:v>1724</c:v>
                </c:pt>
                <c:pt idx="1725">
                  <c:v>1725</c:v>
                </c:pt>
                <c:pt idx="1726">
                  <c:v>1726</c:v>
                </c:pt>
                <c:pt idx="1727">
                  <c:v>1727</c:v>
                </c:pt>
                <c:pt idx="1728">
                  <c:v>1728</c:v>
                </c:pt>
                <c:pt idx="1729">
                  <c:v>1729</c:v>
                </c:pt>
                <c:pt idx="1730">
                  <c:v>1730</c:v>
                </c:pt>
                <c:pt idx="1731">
                  <c:v>1731</c:v>
                </c:pt>
                <c:pt idx="1732">
                  <c:v>1732</c:v>
                </c:pt>
                <c:pt idx="1733">
                  <c:v>1733</c:v>
                </c:pt>
                <c:pt idx="1734">
                  <c:v>1734</c:v>
                </c:pt>
                <c:pt idx="1735">
                  <c:v>1735</c:v>
                </c:pt>
                <c:pt idx="1736">
                  <c:v>1736</c:v>
                </c:pt>
                <c:pt idx="1737">
                  <c:v>1737</c:v>
                </c:pt>
                <c:pt idx="1738">
                  <c:v>1738</c:v>
                </c:pt>
                <c:pt idx="1739">
                  <c:v>1739</c:v>
                </c:pt>
                <c:pt idx="1740">
                  <c:v>1740</c:v>
                </c:pt>
                <c:pt idx="1741">
                  <c:v>1741</c:v>
                </c:pt>
                <c:pt idx="1742">
                  <c:v>1742</c:v>
                </c:pt>
                <c:pt idx="1743">
                  <c:v>1743</c:v>
                </c:pt>
                <c:pt idx="1744">
                  <c:v>1744</c:v>
                </c:pt>
                <c:pt idx="1745">
                  <c:v>1745</c:v>
                </c:pt>
                <c:pt idx="1746">
                  <c:v>1746</c:v>
                </c:pt>
                <c:pt idx="1747">
                  <c:v>1747</c:v>
                </c:pt>
                <c:pt idx="1748">
                  <c:v>1748</c:v>
                </c:pt>
                <c:pt idx="1749">
                  <c:v>1749</c:v>
                </c:pt>
                <c:pt idx="1750">
                  <c:v>1750</c:v>
                </c:pt>
                <c:pt idx="1751">
                  <c:v>1751</c:v>
                </c:pt>
                <c:pt idx="1752">
                  <c:v>1752</c:v>
                </c:pt>
                <c:pt idx="1753">
                  <c:v>1753</c:v>
                </c:pt>
                <c:pt idx="1754">
                  <c:v>1754</c:v>
                </c:pt>
                <c:pt idx="1755">
                  <c:v>1755</c:v>
                </c:pt>
                <c:pt idx="1756">
                  <c:v>1756</c:v>
                </c:pt>
                <c:pt idx="1757">
                  <c:v>1757</c:v>
                </c:pt>
                <c:pt idx="1758">
                  <c:v>1758</c:v>
                </c:pt>
                <c:pt idx="1759">
                  <c:v>1759</c:v>
                </c:pt>
                <c:pt idx="1760">
                  <c:v>1760</c:v>
                </c:pt>
                <c:pt idx="1761">
                  <c:v>1761</c:v>
                </c:pt>
                <c:pt idx="1762">
                  <c:v>1762</c:v>
                </c:pt>
                <c:pt idx="1763">
                  <c:v>1763</c:v>
                </c:pt>
                <c:pt idx="1764">
                  <c:v>1764</c:v>
                </c:pt>
                <c:pt idx="1765">
                  <c:v>1765</c:v>
                </c:pt>
                <c:pt idx="1766">
                  <c:v>1766</c:v>
                </c:pt>
                <c:pt idx="1767">
                  <c:v>1767</c:v>
                </c:pt>
                <c:pt idx="1768">
                  <c:v>1768</c:v>
                </c:pt>
                <c:pt idx="1769">
                  <c:v>1769</c:v>
                </c:pt>
                <c:pt idx="1770">
                  <c:v>1770</c:v>
                </c:pt>
                <c:pt idx="1771">
                  <c:v>1771</c:v>
                </c:pt>
                <c:pt idx="1772">
                  <c:v>1772</c:v>
                </c:pt>
                <c:pt idx="1773">
                  <c:v>1773</c:v>
                </c:pt>
                <c:pt idx="1774">
                  <c:v>1774</c:v>
                </c:pt>
                <c:pt idx="1775">
                  <c:v>1775</c:v>
                </c:pt>
                <c:pt idx="1776">
                  <c:v>1776</c:v>
                </c:pt>
                <c:pt idx="1777">
                  <c:v>1777</c:v>
                </c:pt>
                <c:pt idx="1778">
                  <c:v>1778</c:v>
                </c:pt>
                <c:pt idx="1779">
                  <c:v>1779</c:v>
                </c:pt>
                <c:pt idx="1780">
                  <c:v>1780</c:v>
                </c:pt>
                <c:pt idx="1781">
                  <c:v>1781</c:v>
                </c:pt>
                <c:pt idx="1782">
                  <c:v>1782</c:v>
                </c:pt>
                <c:pt idx="1783">
                  <c:v>1783</c:v>
                </c:pt>
                <c:pt idx="1784">
                  <c:v>1784</c:v>
                </c:pt>
                <c:pt idx="1785">
                  <c:v>1785</c:v>
                </c:pt>
                <c:pt idx="1786">
                  <c:v>1786</c:v>
                </c:pt>
                <c:pt idx="1787">
                  <c:v>1787</c:v>
                </c:pt>
                <c:pt idx="1788">
                  <c:v>1788</c:v>
                </c:pt>
                <c:pt idx="1789">
                  <c:v>1789</c:v>
                </c:pt>
                <c:pt idx="1790">
                  <c:v>1790</c:v>
                </c:pt>
                <c:pt idx="1791">
                  <c:v>1791</c:v>
                </c:pt>
                <c:pt idx="1792">
                  <c:v>1792</c:v>
                </c:pt>
                <c:pt idx="1793">
                  <c:v>1793</c:v>
                </c:pt>
                <c:pt idx="1794">
                  <c:v>1794</c:v>
                </c:pt>
                <c:pt idx="1795">
                  <c:v>1795</c:v>
                </c:pt>
                <c:pt idx="1796">
                  <c:v>1796</c:v>
                </c:pt>
                <c:pt idx="1797">
                  <c:v>1797</c:v>
                </c:pt>
                <c:pt idx="1798">
                  <c:v>1798</c:v>
                </c:pt>
                <c:pt idx="1799">
                  <c:v>1799</c:v>
                </c:pt>
                <c:pt idx="1800">
                  <c:v>1800</c:v>
                </c:pt>
                <c:pt idx="1801">
                  <c:v>1801</c:v>
                </c:pt>
                <c:pt idx="1802">
                  <c:v>1802</c:v>
                </c:pt>
                <c:pt idx="1803">
                  <c:v>1803</c:v>
                </c:pt>
                <c:pt idx="1804">
                  <c:v>1804</c:v>
                </c:pt>
                <c:pt idx="1805">
                  <c:v>1805</c:v>
                </c:pt>
                <c:pt idx="1806">
                  <c:v>1806</c:v>
                </c:pt>
                <c:pt idx="1807">
                  <c:v>1807</c:v>
                </c:pt>
                <c:pt idx="1808">
                  <c:v>1808</c:v>
                </c:pt>
                <c:pt idx="1809">
                  <c:v>1809</c:v>
                </c:pt>
                <c:pt idx="1810">
                  <c:v>1810</c:v>
                </c:pt>
                <c:pt idx="1811">
                  <c:v>1811</c:v>
                </c:pt>
                <c:pt idx="1812">
                  <c:v>1812</c:v>
                </c:pt>
                <c:pt idx="1813">
                  <c:v>1813</c:v>
                </c:pt>
                <c:pt idx="1814">
                  <c:v>1814</c:v>
                </c:pt>
                <c:pt idx="1815">
                  <c:v>1815</c:v>
                </c:pt>
                <c:pt idx="1816">
                  <c:v>1816</c:v>
                </c:pt>
                <c:pt idx="1817">
                  <c:v>1817</c:v>
                </c:pt>
                <c:pt idx="1818">
                  <c:v>1818</c:v>
                </c:pt>
                <c:pt idx="1819">
                  <c:v>1819</c:v>
                </c:pt>
                <c:pt idx="1820">
                  <c:v>1820</c:v>
                </c:pt>
                <c:pt idx="1821">
                  <c:v>1821</c:v>
                </c:pt>
                <c:pt idx="1822">
                  <c:v>1822</c:v>
                </c:pt>
                <c:pt idx="1823">
                  <c:v>1823</c:v>
                </c:pt>
                <c:pt idx="1824">
                  <c:v>1824</c:v>
                </c:pt>
                <c:pt idx="1825">
                  <c:v>1825</c:v>
                </c:pt>
                <c:pt idx="1826">
                  <c:v>1826</c:v>
                </c:pt>
                <c:pt idx="1827">
                  <c:v>1827</c:v>
                </c:pt>
                <c:pt idx="1828">
                  <c:v>1828</c:v>
                </c:pt>
                <c:pt idx="1829">
                  <c:v>1829</c:v>
                </c:pt>
                <c:pt idx="1830">
                  <c:v>1830</c:v>
                </c:pt>
                <c:pt idx="1831">
                  <c:v>1831</c:v>
                </c:pt>
                <c:pt idx="1832">
                  <c:v>1832</c:v>
                </c:pt>
                <c:pt idx="1833">
                  <c:v>1833</c:v>
                </c:pt>
                <c:pt idx="1834">
                  <c:v>1834</c:v>
                </c:pt>
                <c:pt idx="1835">
                  <c:v>1835</c:v>
                </c:pt>
                <c:pt idx="1836">
                  <c:v>1836</c:v>
                </c:pt>
                <c:pt idx="1837">
                  <c:v>1837</c:v>
                </c:pt>
                <c:pt idx="1838">
                  <c:v>1838</c:v>
                </c:pt>
                <c:pt idx="1839">
                  <c:v>1839</c:v>
                </c:pt>
                <c:pt idx="1840">
                  <c:v>1840</c:v>
                </c:pt>
                <c:pt idx="1841">
                  <c:v>1841</c:v>
                </c:pt>
                <c:pt idx="1842">
                  <c:v>1842</c:v>
                </c:pt>
                <c:pt idx="1843">
                  <c:v>1843</c:v>
                </c:pt>
                <c:pt idx="1844">
                  <c:v>1844</c:v>
                </c:pt>
                <c:pt idx="1845">
                  <c:v>1845</c:v>
                </c:pt>
                <c:pt idx="1846">
                  <c:v>1846</c:v>
                </c:pt>
                <c:pt idx="1847">
                  <c:v>1847</c:v>
                </c:pt>
                <c:pt idx="1848">
                  <c:v>1848</c:v>
                </c:pt>
                <c:pt idx="1849">
                  <c:v>1849</c:v>
                </c:pt>
                <c:pt idx="1850">
                  <c:v>1850</c:v>
                </c:pt>
                <c:pt idx="1851">
                  <c:v>1851</c:v>
                </c:pt>
                <c:pt idx="1852">
                  <c:v>1852</c:v>
                </c:pt>
                <c:pt idx="1853">
                  <c:v>1853</c:v>
                </c:pt>
                <c:pt idx="1854">
                  <c:v>1854</c:v>
                </c:pt>
                <c:pt idx="1855">
                  <c:v>1855</c:v>
                </c:pt>
                <c:pt idx="1856">
                  <c:v>1856</c:v>
                </c:pt>
                <c:pt idx="1857">
                  <c:v>1857</c:v>
                </c:pt>
                <c:pt idx="1858">
                  <c:v>1858</c:v>
                </c:pt>
                <c:pt idx="1859">
                  <c:v>1859</c:v>
                </c:pt>
                <c:pt idx="1860">
                  <c:v>1860</c:v>
                </c:pt>
                <c:pt idx="1861">
                  <c:v>1861</c:v>
                </c:pt>
                <c:pt idx="1862">
                  <c:v>1862</c:v>
                </c:pt>
                <c:pt idx="1863">
                  <c:v>1863</c:v>
                </c:pt>
                <c:pt idx="1864">
                  <c:v>1864</c:v>
                </c:pt>
                <c:pt idx="1865">
                  <c:v>1865</c:v>
                </c:pt>
                <c:pt idx="1866">
                  <c:v>1866</c:v>
                </c:pt>
                <c:pt idx="1867">
                  <c:v>1867</c:v>
                </c:pt>
                <c:pt idx="1868">
                  <c:v>1868</c:v>
                </c:pt>
                <c:pt idx="1869">
                  <c:v>1869</c:v>
                </c:pt>
                <c:pt idx="1870">
                  <c:v>1870</c:v>
                </c:pt>
                <c:pt idx="1871">
                  <c:v>1871</c:v>
                </c:pt>
                <c:pt idx="1872">
                  <c:v>1872</c:v>
                </c:pt>
                <c:pt idx="1873">
                  <c:v>1873</c:v>
                </c:pt>
                <c:pt idx="1874">
                  <c:v>1874</c:v>
                </c:pt>
                <c:pt idx="1875">
                  <c:v>1875</c:v>
                </c:pt>
                <c:pt idx="1876">
                  <c:v>1876</c:v>
                </c:pt>
                <c:pt idx="1877">
                  <c:v>1877</c:v>
                </c:pt>
                <c:pt idx="1878">
                  <c:v>1878</c:v>
                </c:pt>
                <c:pt idx="1879">
                  <c:v>1879</c:v>
                </c:pt>
                <c:pt idx="1880">
                  <c:v>1880</c:v>
                </c:pt>
                <c:pt idx="1881">
                  <c:v>1881</c:v>
                </c:pt>
                <c:pt idx="1882">
                  <c:v>1882</c:v>
                </c:pt>
                <c:pt idx="1883">
                  <c:v>1883</c:v>
                </c:pt>
                <c:pt idx="1884">
                  <c:v>1884</c:v>
                </c:pt>
                <c:pt idx="1885">
                  <c:v>1885</c:v>
                </c:pt>
                <c:pt idx="1886">
                  <c:v>1886</c:v>
                </c:pt>
                <c:pt idx="1887">
                  <c:v>1887</c:v>
                </c:pt>
                <c:pt idx="1888">
                  <c:v>1888</c:v>
                </c:pt>
                <c:pt idx="1889">
                  <c:v>1889</c:v>
                </c:pt>
                <c:pt idx="1890">
                  <c:v>1890</c:v>
                </c:pt>
                <c:pt idx="1891">
                  <c:v>1891</c:v>
                </c:pt>
                <c:pt idx="1892">
                  <c:v>1892</c:v>
                </c:pt>
                <c:pt idx="1893">
                  <c:v>1893</c:v>
                </c:pt>
                <c:pt idx="1894">
                  <c:v>1894</c:v>
                </c:pt>
                <c:pt idx="1895">
                  <c:v>1895</c:v>
                </c:pt>
                <c:pt idx="1896">
                  <c:v>1896</c:v>
                </c:pt>
                <c:pt idx="1897">
                  <c:v>1897</c:v>
                </c:pt>
                <c:pt idx="1898">
                  <c:v>1898</c:v>
                </c:pt>
                <c:pt idx="1899">
                  <c:v>1899</c:v>
                </c:pt>
                <c:pt idx="1900">
                  <c:v>1900</c:v>
                </c:pt>
                <c:pt idx="1901">
                  <c:v>1901</c:v>
                </c:pt>
                <c:pt idx="1902">
                  <c:v>1902</c:v>
                </c:pt>
                <c:pt idx="1903">
                  <c:v>1903</c:v>
                </c:pt>
                <c:pt idx="1904">
                  <c:v>1904</c:v>
                </c:pt>
                <c:pt idx="1905">
                  <c:v>1905</c:v>
                </c:pt>
                <c:pt idx="1906">
                  <c:v>1906</c:v>
                </c:pt>
                <c:pt idx="1907">
                  <c:v>1907</c:v>
                </c:pt>
                <c:pt idx="1908">
                  <c:v>1908</c:v>
                </c:pt>
                <c:pt idx="1909">
                  <c:v>1909</c:v>
                </c:pt>
                <c:pt idx="1910">
                  <c:v>1910</c:v>
                </c:pt>
                <c:pt idx="1911">
                  <c:v>1911</c:v>
                </c:pt>
                <c:pt idx="1912">
                  <c:v>1912</c:v>
                </c:pt>
                <c:pt idx="1913">
                  <c:v>1913</c:v>
                </c:pt>
                <c:pt idx="1914">
                  <c:v>1914</c:v>
                </c:pt>
                <c:pt idx="1915">
                  <c:v>1915</c:v>
                </c:pt>
                <c:pt idx="1916">
                  <c:v>1916</c:v>
                </c:pt>
                <c:pt idx="1917">
                  <c:v>1917</c:v>
                </c:pt>
                <c:pt idx="1918">
                  <c:v>1918</c:v>
                </c:pt>
                <c:pt idx="1919">
                  <c:v>1919</c:v>
                </c:pt>
                <c:pt idx="1920">
                  <c:v>1920</c:v>
                </c:pt>
                <c:pt idx="1921">
                  <c:v>1921</c:v>
                </c:pt>
                <c:pt idx="1922">
                  <c:v>1922</c:v>
                </c:pt>
                <c:pt idx="1923">
                  <c:v>1923</c:v>
                </c:pt>
                <c:pt idx="1924">
                  <c:v>1924</c:v>
                </c:pt>
                <c:pt idx="1925">
                  <c:v>1925</c:v>
                </c:pt>
                <c:pt idx="1926">
                  <c:v>1926</c:v>
                </c:pt>
                <c:pt idx="1927">
                  <c:v>1927</c:v>
                </c:pt>
                <c:pt idx="1928">
                  <c:v>1928</c:v>
                </c:pt>
                <c:pt idx="1929">
                  <c:v>1929</c:v>
                </c:pt>
                <c:pt idx="1930">
                  <c:v>1930</c:v>
                </c:pt>
                <c:pt idx="1931">
                  <c:v>1931</c:v>
                </c:pt>
                <c:pt idx="1932">
                  <c:v>1932</c:v>
                </c:pt>
                <c:pt idx="1933">
                  <c:v>1933</c:v>
                </c:pt>
                <c:pt idx="1934">
                  <c:v>1934</c:v>
                </c:pt>
                <c:pt idx="1935">
                  <c:v>1935</c:v>
                </c:pt>
                <c:pt idx="1936">
                  <c:v>1936</c:v>
                </c:pt>
                <c:pt idx="1937">
                  <c:v>1937</c:v>
                </c:pt>
                <c:pt idx="1938">
                  <c:v>1938</c:v>
                </c:pt>
                <c:pt idx="1939">
                  <c:v>1939</c:v>
                </c:pt>
                <c:pt idx="1940">
                  <c:v>1940</c:v>
                </c:pt>
                <c:pt idx="1941">
                  <c:v>1941</c:v>
                </c:pt>
                <c:pt idx="1942">
                  <c:v>1942</c:v>
                </c:pt>
                <c:pt idx="1943">
                  <c:v>1943</c:v>
                </c:pt>
                <c:pt idx="1944">
                  <c:v>1944</c:v>
                </c:pt>
                <c:pt idx="1945">
                  <c:v>1945</c:v>
                </c:pt>
                <c:pt idx="1946">
                  <c:v>1946</c:v>
                </c:pt>
                <c:pt idx="1947">
                  <c:v>1947</c:v>
                </c:pt>
                <c:pt idx="1948">
                  <c:v>1948</c:v>
                </c:pt>
                <c:pt idx="1949">
                  <c:v>1949</c:v>
                </c:pt>
                <c:pt idx="1950">
                  <c:v>1950</c:v>
                </c:pt>
                <c:pt idx="1951">
                  <c:v>1951</c:v>
                </c:pt>
                <c:pt idx="1952">
                  <c:v>1952</c:v>
                </c:pt>
                <c:pt idx="1953">
                  <c:v>1953</c:v>
                </c:pt>
                <c:pt idx="1954">
                  <c:v>1954</c:v>
                </c:pt>
                <c:pt idx="1955">
                  <c:v>1955</c:v>
                </c:pt>
                <c:pt idx="1956">
                  <c:v>1956</c:v>
                </c:pt>
                <c:pt idx="1957">
                  <c:v>1957</c:v>
                </c:pt>
                <c:pt idx="1958">
                  <c:v>1958</c:v>
                </c:pt>
                <c:pt idx="1959">
                  <c:v>1959</c:v>
                </c:pt>
                <c:pt idx="1960">
                  <c:v>1960</c:v>
                </c:pt>
                <c:pt idx="1961">
                  <c:v>1961</c:v>
                </c:pt>
                <c:pt idx="1962">
                  <c:v>1962</c:v>
                </c:pt>
                <c:pt idx="1963">
                  <c:v>1963</c:v>
                </c:pt>
                <c:pt idx="1964">
                  <c:v>1964</c:v>
                </c:pt>
                <c:pt idx="1965">
                  <c:v>1965</c:v>
                </c:pt>
                <c:pt idx="1966">
                  <c:v>1966</c:v>
                </c:pt>
                <c:pt idx="1967">
                  <c:v>1967</c:v>
                </c:pt>
                <c:pt idx="1968">
                  <c:v>1968</c:v>
                </c:pt>
                <c:pt idx="1969">
                  <c:v>1969</c:v>
                </c:pt>
                <c:pt idx="1970">
                  <c:v>1970</c:v>
                </c:pt>
                <c:pt idx="1971">
                  <c:v>1971</c:v>
                </c:pt>
                <c:pt idx="1972">
                  <c:v>1972</c:v>
                </c:pt>
                <c:pt idx="1973">
                  <c:v>1973</c:v>
                </c:pt>
                <c:pt idx="1974">
                  <c:v>1974</c:v>
                </c:pt>
                <c:pt idx="1975">
                  <c:v>1975</c:v>
                </c:pt>
                <c:pt idx="1976">
                  <c:v>1976</c:v>
                </c:pt>
                <c:pt idx="1977">
                  <c:v>1977</c:v>
                </c:pt>
                <c:pt idx="1978">
                  <c:v>1978</c:v>
                </c:pt>
                <c:pt idx="1979">
                  <c:v>1979</c:v>
                </c:pt>
                <c:pt idx="1980">
                  <c:v>1980</c:v>
                </c:pt>
                <c:pt idx="1981">
                  <c:v>1981</c:v>
                </c:pt>
                <c:pt idx="1982">
                  <c:v>1982</c:v>
                </c:pt>
                <c:pt idx="1983">
                  <c:v>1983</c:v>
                </c:pt>
                <c:pt idx="1984">
                  <c:v>1984</c:v>
                </c:pt>
                <c:pt idx="1985">
                  <c:v>1985</c:v>
                </c:pt>
                <c:pt idx="1986">
                  <c:v>1986</c:v>
                </c:pt>
                <c:pt idx="1987">
                  <c:v>1987</c:v>
                </c:pt>
                <c:pt idx="1988">
                  <c:v>1988</c:v>
                </c:pt>
                <c:pt idx="1989">
                  <c:v>1989</c:v>
                </c:pt>
                <c:pt idx="1990">
                  <c:v>1990</c:v>
                </c:pt>
                <c:pt idx="1991">
                  <c:v>1991</c:v>
                </c:pt>
                <c:pt idx="1992">
                  <c:v>1992</c:v>
                </c:pt>
                <c:pt idx="1993">
                  <c:v>1993</c:v>
                </c:pt>
                <c:pt idx="1994">
                  <c:v>1994</c:v>
                </c:pt>
                <c:pt idx="1995">
                  <c:v>1995</c:v>
                </c:pt>
                <c:pt idx="1996">
                  <c:v>1996</c:v>
                </c:pt>
                <c:pt idx="1997">
                  <c:v>1997</c:v>
                </c:pt>
                <c:pt idx="1998">
                  <c:v>1998</c:v>
                </c:pt>
                <c:pt idx="1999">
                  <c:v>1999</c:v>
                </c:pt>
                <c:pt idx="2000">
                  <c:v>2000</c:v>
                </c:pt>
                <c:pt idx="2001">
                  <c:v>2001</c:v>
                </c:pt>
                <c:pt idx="2002">
                  <c:v>2002</c:v>
                </c:pt>
                <c:pt idx="2003">
                  <c:v>2003</c:v>
                </c:pt>
                <c:pt idx="2004">
                  <c:v>2004</c:v>
                </c:pt>
                <c:pt idx="2005">
                  <c:v>2005</c:v>
                </c:pt>
                <c:pt idx="2006">
                  <c:v>2006</c:v>
                </c:pt>
                <c:pt idx="2007">
                  <c:v>2007</c:v>
                </c:pt>
                <c:pt idx="2008">
                  <c:v>2008</c:v>
                </c:pt>
                <c:pt idx="2009">
                  <c:v>2009</c:v>
                </c:pt>
                <c:pt idx="2010">
                  <c:v>2010</c:v>
                </c:pt>
                <c:pt idx="2011">
                  <c:v>2011</c:v>
                </c:pt>
                <c:pt idx="2012">
                  <c:v>2012</c:v>
                </c:pt>
                <c:pt idx="2013">
                  <c:v>2013</c:v>
                </c:pt>
                <c:pt idx="2014">
                  <c:v>2014</c:v>
                </c:pt>
                <c:pt idx="2015">
                  <c:v>2015</c:v>
                </c:pt>
                <c:pt idx="2016">
                  <c:v>2016</c:v>
                </c:pt>
                <c:pt idx="2017">
                  <c:v>2017</c:v>
                </c:pt>
                <c:pt idx="2018">
                  <c:v>2018</c:v>
                </c:pt>
                <c:pt idx="2019">
                  <c:v>2019</c:v>
                </c:pt>
                <c:pt idx="2020">
                  <c:v>2020</c:v>
                </c:pt>
                <c:pt idx="2021">
                  <c:v>2021</c:v>
                </c:pt>
                <c:pt idx="2022">
                  <c:v>2022</c:v>
                </c:pt>
                <c:pt idx="2023">
                  <c:v>2023</c:v>
                </c:pt>
                <c:pt idx="2024">
                  <c:v>2024</c:v>
                </c:pt>
                <c:pt idx="2025">
                  <c:v>2025</c:v>
                </c:pt>
                <c:pt idx="2026">
                  <c:v>2026</c:v>
                </c:pt>
                <c:pt idx="2027">
                  <c:v>2027</c:v>
                </c:pt>
                <c:pt idx="2028">
                  <c:v>2028</c:v>
                </c:pt>
                <c:pt idx="2029">
                  <c:v>2029</c:v>
                </c:pt>
                <c:pt idx="2030">
                  <c:v>2030</c:v>
                </c:pt>
                <c:pt idx="2031">
                  <c:v>2031</c:v>
                </c:pt>
                <c:pt idx="2032">
                  <c:v>2032</c:v>
                </c:pt>
                <c:pt idx="2033">
                  <c:v>2033</c:v>
                </c:pt>
                <c:pt idx="2034">
                  <c:v>2034</c:v>
                </c:pt>
                <c:pt idx="2035">
                  <c:v>2035</c:v>
                </c:pt>
                <c:pt idx="2036">
                  <c:v>2036</c:v>
                </c:pt>
                <c:pt idx="2037">
                  <c:v>2037</c:v>
                </c:pt>
                <c:pt idx="2038">
                  <c:v>2038</c:v>
                </c:pt>
                <c:pt idx="2039">
                  <c:v>2039</c:v>
                </c:pt>
                <c:pt idx="2040">
                  <c:v>2040</c:v>
                </c:pt>
                <c:pt idx="2041">
                  <c:v>2041</c:v>
                </c:pt>
                <c:pt idx="2042">
                  <c:v>2042</c:v>
                </c:pt>
                <c:pt idx="2043">
                  <c:v>2043</c:v>
                </c:pt>
                <c:pt idx="2044">
                  <c:v>2044</c:v>
                </c:pt>
                <c:pt idx="2045">
                  <c:v>2045</c:v>
                </c:pt>
                <c:pt idx="2046">
                  <c:v>2046</c:v>
                </c:pt>
                <c:pt idx="2047">
                  <c:v>2047</c:v>
                </c:pt>
                <c:pt idx="2048">
                  <c:v>2048</c:v>
                </c:pt>
                <c:pt idx="2049">
                  <c:v>2049</c:v>
                </c:pt>
                <c:pt idx="2050">
                  <c:v>2050</c:v>
                </c:pt>
                <c:pt idx="2051">
                  <c:v>2051</c:v>
                </c:pt>
                <c:pt idx="2052">
                  <c:v>2052</c:v>
                </c:pt>
                <c:pt idx="2053">
                  <c:v>2053</c:v>
                </c:pt>
                <c:pt idx="2054">
                  <c:v>2054</c:v>
                </c:pt>
                <c:pt idx="2055">
                  <c:v>2055</c:v>
                </c:pt>
                <c:pt idx="2056">
                  <c:v>2056</c:v>
                </c:pt>
                <c:pt idx="2057">
                  <c:v>2057</c:v>
                </c:pt>
                <c:pt idx="2058">
                  <c:v>2058</c:v>
                </c:pt>
                <c:pt idx="2059">
                  <c:v>2059</c:v>
                </c:pt>
                <c:pt idx="2060">
                  <c:v>2060</c:v>
                </c:pt>
                <c:pt idx="2061">
                  <c:v>2061</c:v>
                </c:pt>
                <c:pt idx="2062">
                  <c:v>2062</c:v>
                </c:pt>
                <c:pt idx="2063">
                  <c:v>2063</c:v>
                </c:pt>
                <c:pt idx="2064">
                  <c:v>2064</c:v>
                </c:pt>
                <c:pt idx="2065">
                  <c:v>2065</c:v>
                </c:pt>
                <c:pt idx="2066">
                  <c:v>2066</c:v>
                </c:pt>
                <c:pt idx="2067">
                  <c:v>2067</c:v>
                </c:pt>
                <c:pt idx="2068">
                  <c:v>2068</c:v>
                </c:pt>
                <c:pt idx="2069">
                  <c:v>2069</c:v>
                </c:pt>
                <c:pt idx="2070">
                  <c:v>2070</c:v>
                </c:pt>
                <c:pt idx="2071">
                  <c:v>2071</c:v>
                </c:pt>
                <c:pt idx="2072">
                  <c:v>2072</c:v>
                </c:pt>
                <c:pt idx="2073">
                  <c:v>2073</c:v>
                </c:pt>
                <c:pt idx="2074">
                  <c:v>2074</c:v>
                </c:pt>
                <c:pt idx="2075">
                  <c:v>2075</c:v>
                </c:pt>
                <c:pt idx="2076">
                  <c:v>2076</c:v>
                </c:pt>
                <c:pt idx="2077">
                  <c:v>2077</c:v>
                </c:pt>
                <c:pt idx="2078">
                  <c:v>2078</c:v>
                </c:pt>
                <c:pt idx="2079">
                  <c:v>2079</c:v>
                </c:pt>
                <c:pt idx="2080">
                  <c:v>2080</c:v>
                </c:pt>
                <c:pt idx="2081">
                  <c:v>2081</c:v>
                </c:pt>
                <c:pt idx="2082">
                  <c:v>2082</c:v>
                </c:pt>
                <c:pt idx="2083">
                  <c:v>2083</c:v>
                </c:pt>
                <c:pt idx="2084">
                  <c:v>2084</c:v>
                </c:pt>
                <c:pt idx="2085">
                  <c:v>2085</c:v>
                </c:pt>
                <c:pt idx="2086">
                  <c:v>2086</c:v>
                </c:pt>
                <c:pt idx="2087">
                  <c:v>2087</c:v>
                </c:pt>
                <c:pt idx="2088">
                  <c:v>2088</c:v>
                </c:pt>
                <c:pt idx="2089">
                  <c:v>2089</c:v>
                </c:pt>
                <c:pt idx="2090">
                  <c:v>2090</c:v>
                </c:pt>
                <c:pt idx="2091">
                  <c:v>2091</c:v>
                </c:pt>
                <c:pt idx="2092">
                  <c:v>2092</c:v>
                </c:pt>
                <c:pt idx="2093">
                  <c:v>2093</c:v>
                </c:pt>
                <c:pt idx="2094">
                  <c:v>2094</c:v>
                </c:pt>
                <c:pt idx="2095">
                  <c:v>2095</c:v>
                </c:pt>
                <c:pt idx="2096">
                  <c:v>2096</c:v>
                </c:pt>
                <c:pt idx="2097">
                  <c:v>2097</c:v>
                </c:pt>
                <c:pt idx="2098">
                  <c:v>2098</c:v>
                </c:pt>
                <c:pt idx="2099">
                  <c:v>2099</c:v>
                </c:pt>
                <c:pt idx="2100">
                  <c:v>2100</c:v>
                </c:pt>
                <c:pt idx="2101">
                  <c:v>2101</c:v>
                </c:pt>
                <c:pt idx="2102">
                  <c:v>2102</c:v>
                </c:pt>
                <c:pt idx="2103">
                  <c:v>2103</c:v>
                </c:pt>
                <c:pt idx="2104">
                  <c:v>2104</c:v>
                </c:pt>
                <c:pt idx="2105">
                  <c:v>2105</c:v>
                </c:pt>
                <c:pt idx="2106">
                  <c:v>2106</c:v>
                </c:pt>
                <c:pt idx="2107">
                  <c:v>2107</c:v>
                </c:pt>
                <c:pt idx="2108">
                  <c:v>2108</c:v>
                </c:pt>
                <c:pt idx="2109">
                  <c:v>2109</c:v>
                </c:pt>
                <c:pt idx="2110">
                  <c:v>2110</c:v>
                </c:pt>
                <c:pt idx="2111">
                  <c:v>2111</c:v>
                </c:pt>
                <c:pt idx="2112">
                  <c:v>2112</c:v>
                </c:pt>
                <c:pt idx="2113">
                  <c:v>2113</c:v>
                </c:pt>
                <c:pt idx="2114">
                  <c:v>2114</c:v>
                </c:pt>
                <c:pt idx="2115">
                  <c:v>2115</c:v>
                </c:pt>
                <c:pt idx="2116">
                  <c:v>2116</c:v>
                </c:pt>
                <c:pt idx="2117">
                  <c:v>2117</c:v>
                </c:pt>
                <c:pt idx="2118">
                  <c:v>2118</c:v>
                </c:pt>
                <c:pt idx="2119">
                  <c:v>2119</c:v>
                </c:pt>
                <c:pt idx="2120">
                  <c:v>2120</c:v>
                </c:pt>
                <c:pt idx="2121">
                  <c:v>2121</c:v>
                </c:pt>
                <c:pt idx="2122">
                  <c:v>2122</c:v>
                </c:pt>
                <c:pt idx="2123">
                  <c:v>2123</c:v>
                </c:pt>
                <c:pt idx="2124">
                  <c:v>2124</c:v>
                </c:pt>
                <c:pt idx="2125">
                  <c:v>2125</c:v>
                </c:pt>
                <c:pt idx="2126">
                  <c:v>2126</c:v>
                </c:pt>
                <c:pt idx="2127">
                  <c:v>2127</c:v>
                </c:pt>
                <c:pt idx="2128">
                  <c:v>2128</c:v>
                </c:pt>
                <c:pt idx="2129">
                  <c:v>2129</c:v>
                </c:pt>
                <c:pt idx="2130">
                  <c:v>2130</c:v>
                </c:pt>
                <c:pt idx="2131">
                  <c:v>2131</c:v>
                </c:pt>
                <c:pt idx="2132">
                  <c:v>2132</c:v>
                </c:pt>
                <c:pt idx="2133">
                  <c:v>2133</c:v>
                </c:pt>
                <c:pt idx="2134">
                  <c:v>2134</c:v>
                </c:pt>
                <c:pt idx="2135">
                  <c:v>2135</c:v>
                </c:pt>
                <c:pt idx="2136">
                  <c:v>2136</c:v>
                </c:pt>
                <c:pt idx="2137">
                  <c:v>2137</c:v>
                </c:pt>
                <c:pt idx="2138">
                  <c:v>2138</c:v>
                </c:pt>
                <c:pt idx="2139">
                  <c:v>2139</c:v>
                </c:pt>
                <c:pt idx="2140">
                  <c:v>2140</c:v>
                </c:pt>
                <c:pt idx="2141">
                  <c:v>2141</c:v>
                </c:pt>
                <c:pt idx="2142">
                  <c:v>2142</c:v>
                </c:pt>
                <c:pt idx="2143">
                  <c:v>2143</c:v>
                </c:pt>
                <c:pt idx="2144">
                  <c:v>2144</c:v>
                </c:pt>
                <c:pt idx="2145">
                  <c:v>2145</c:v>
                </c:pt>
                <c:pt idx="2146">
                  <c:v>2146</c:v>
                </c:pt>
                <c:pt idx="2147">
                  <c:v>2147</c:v>
                </c:pt>
                <c:pt idx="2148">
                  <c:v>2148</c:v>
                </c:pt>
                <c:pt idx="2149">
                  <c:v>2149</c:v>
                </c:pt>
                <c:pt idx="2150">
                  <c:v>2150</c:v>
                </c:pt>
                <c:pt idx="2151">
                  <c:v>2151</c:v>
                </c:pt>
                <c:pt idx="2152">
                  <c:v>2152</c:v>
                </c:pt>
                <c:pt idx="2153">
                  <c:v>2153</c:v>
                </c:pt>
                <c:pt idx="2154">
                  <c:v>2154</c:v>
                </c:pt>
                <c:pt idx="2155">
                  <c:v>2155</c:v>
                </c:pt>
                <c:pt idx="2156">
                  <c:v>2156</c:v>
                </c:pt>
                <c:pt idx="2157">
                  <c:v>2157</c:v>
                </c:pt>
                <c:pt idx="2158">
                  <c:v>2158</c:v>
                </c:pt>
                <c:pt idx="2159">
                  <c:v>2159</c:v>
                </c:pt>
                <c:pt idx="2160">
                  <c:v>2160</c:v>
                </c:pt>
                <c:pt idx="2161">
                  <c:v>2161</c:v>
                </c:pt>
                <c:pt idx="2162">
                  <c:v>2162</c:v>
                </c:pt>
                <c:pt idx="2163">
                  <c:v>2163</c:v>
                </c:pt>
                <c:pt idx="2164">
                  <c:v>2164</c:v>
                </c:pt>
                <c:pt idx="2165">
                  <c:v>2165</c:v>
                </c:pt>
                <c:pt idx="2166">
                  <c:v>2166</c:v>
                </c:pt>
                <c:pt idx="2167">
                  <c:v>2167</c:v>
                </c:pt>
                <c:pt idx="2168">
                  <c:v>2168</c:v>
                </c:pt>
                <c:pt idx="2169">
                  <c:v>2169</c:v>
                </c:pt>
                <c:pt idx="2170">
                  <c:v>2170</c:v>
                </c:pt>
                <c:pt idx="2171">
                  <c:v>2171</c:v>
                </c:pt>
                <c:pt idx="2172">
                  <c:v>2172</c:v>
                </c:pt>
                <c:pt idx="2173">
                  <c:v>2173</c:v>
                </c:pt>
                <c:pt idx="2174">
                  <c:v>2174</c:v>
                </c:pt>
                <c:pt idx="2175">
                  <c:v>2175</c:v>
                </c:pt>
                <c:pt idx="2176">
                  <c:v>2176</c:v>
                </c:pt>
                <c:pt idx="2177">
                  <c:v>2177</c:v>
                </c:pt>
                <c:pt idx="2178">
                  <c:v>2178</c:v>
                </c:pt>
                <c:pt idx="2179">
                  <c:v>2179</c:v>
                </c:pt>
                <c:pt idx="2180">
                  <c:v>2180</c:v>
                </c:pt>
                <c:pt idx="2181">
                  <c:v>2181</c:v>
                </c:pt>
                <c:pt idx="2182">
                  <c:v>2182</c:v>
                </c:pt>
                <c:pt idx="2183">
                  <c:v>2183</c:v>
                </c:pt>
                <c:pt idx="2184">
                  <c:v>2184</c:v>
                </c:pt>
                <c:pt idx="2185">
                  <c:v>2185</c:v>
                </c:pt>
                <c:pt idx="2186">
                  <c:v>2186</c:v>
                </c:pt>
                <c:pt idx="2187">
                  <c:v>2187</c:v>
                </c:pt>
                <c:pt idx="2188">
                  <c:v>2188</c:v>
                </c:pt>
                <c:pt idx="2189">
                  <c:v>2189</c:v>
                </c:pt>
                <c:pt idx="2190">
                  <c:v>2190</c:v>
                </c:pt>
                <c:pt idx="2191">
                  <c:v>2191</c:v>
                </c:pt>
                <c:pt idx="2192">
                  <c:v>2192</c:v>
                </c:pt>
                <c:pt idx="2193">
                  <c:v>2193</c:v>
                </c:pt>
                <c:pt idx="2194">
                  <c:v>2194</c:v>
                </c:pt>
                <c:pt idx="2195">
                  <c:v>2195</c:v>
                </c:pt>
                <c:pt idx="2196">
                  <c:v>2196</c:v>
                </c:pt>
                <c:pt idx="2197">
                  <c:v>2197</c:v>
                </c:pt>
                <c:pt idx="2198">
                  <c:v>2198</c:v>
                </c:pt>
                <c:pt idx="2199">
                  <c:v>2199</c:v>
                </c:pt>
                <c:pt idx="2200">
                  <c:v>2200</c:v>
                </c:pt>
                <c:pt idx="2201">
                  <c:v>2201</c:v>
                </c:pt>
                <c:pt idx="2202">
                  <c:v>2202</c:v>
                </c:pt>
                <c:pt idx="2203">
                  <c:v>2203</c:v>
                </c:pt>
                <c:pt idx="2204">
                  <c:v>2204</c:v>
                </c:pt>
                <c:pt idx="2205">
                  <c:v>2205</c:v>
                </c:pt>
                <c:pt idx="2206">
                  <c:v>2206</c:v>
                </c:pt>
                <c:pt idx="2207">
                  <c:v>2207</c:v>
                </c:pt>
                <c:pt idx="2208">
                  <c:v>2208</c:v>
                </c:pt>
                <c:pt idx="2209">
                  <c:v>2209</c:v>
                </c:pt>
                <c:pt idx="2210">
                  <c:v>2210</c:v>
                </c:pt>
                <c:pt idx="2211">
                  <c:v>2211</c:v>
                </c:pt>
                <c:pt idx="2212">
                  <c:v>2212</c:v>
                </c:pt>
                <c:pt idx="2213">
                  <c:v>2213</c:v>
                </c:pt>
                <c:pt idx="2214">
                  <c:v>2214</c:v>
                </c:pt>
                <c:pt idx="2215">
                  <c:v>2215</c:v>
                </c:pt>
                <c:pt idx="2216">
                  <c:v>2216</c:v>
                </c:pt>
                <c:pt idx="2217">
                  <c:v>2217</c:v>
                </c:pt>
                <c:pt idx="2218">
                  <c:v>2218</c:v>
                </c:pt>
                <c:pt idx="2219">
                  <c:v>2219</c:v>
                </c:pt>
                <c:pt idx="2220">
                  <c:v>2220</c:v>
                </c:pt>
                <c:pt idx="2221">
                  <c:v>2221</c:v>
                </c:pt>
                <c:pt idx="2222">
                  <c:v>2222</c:v>
                </c:pt>
                <c:pt idx="2223">
                  <c:v>2223</c:v>
                </c:pt>
                <c:pt idx="2224">
                  <c:v>2224</c:v>
                </c:pt>
                <c:pt idx="2225">
                  <c:v>2225</c:v>
                </c:pt>
                <c:pt idx="2226">
                  <c:v>2226</c:v>
                </c:pt>
                <c:pt idx="2227">
                  <c:v>2227</c:v>
                </c:pt>
                <c:pt idx="2228">
                  <c:v>2228</c:v>
                </c:pt>
                <c:pt idx="2229">
                  <c:v>2229</c:v>
                </c:pt>
                <c:pt idx="2230">
                  <c:v>2230</c:v>
                </c:pt>
                <c:pt idx="2231">
                  <c:v>2231</c:v>
                </c:pt>
                <c:pt idx="2232">
                  <c:v>2232</c:v>
                </c:pt>
                <c:pt idx="2233">
                  <c:v>2233</c:v>
                </c:pt>
                <c:pt idx="2234">
                  <c:v>2234</c:v>
                </c:pt>
                <c:pt idx="2235">
                  <c:v>2235</c:v>
                </c:pt>
                <c:pt idx="2236">
                  <c:v>2236</c:v>
                </c:pt>
                <c:pt idx="2237">
                  <c:v>2237</c:v>
                </c:pt>
                <c:pt idx="2238">
                  <c:v>2238</c:v>
                </c:pt>
                <c:pt idx="2239">
                  <c:v>2239</c:v>
                </c:pt>
                <c:pt idx="2240">
                  <c:v>2240</c:v>
                </c:pt>
                <c:pt idx="2241">
                  <c:v>2241</c:v>
                </c:pt>
                <c:pt idx="2242">
                  <c:v>2242</c:v>
                </c:pt>
                <c:pt idx="2243">
                  <c:v>2243</c:v>
                </c:pt>
                <c:pt idx="2244">
                  <c:v>2244</c:v>
                </c:pt>
                <c:pt idx="2245">
                  <c:v>2245</c:v>
                </c:pt>
                <c:pt idx="2246">
                  <c:v>2246</c:v>
                </c:pt>
                <c:pt idx="2247">
                  <c:v>2247</c:v>
                </c:pt>
                <c:pt idx="2248">
                  <c:v>2248</c:v>
                </c:pt>
                <c:pt idx="2249">
                  <c:v>2249</c:v>
                </c:pt>
                <c:pt idx="2250">
                  <c:v>2250</c:v>
                </c:pt>
                <c:pt idx="2251">
                  <c:v>2251</c:v>
                </c:pt>
                <c:pt idx="2252">
                  <c:v>2252</c:v>
                </c:pt>
                <c:pt idx="2253">
                  <c:v>2253</c:v>
                </c:pt>
                <c:pt idx="2254">
                  <c:v>2254</c:v>
                </c:pt>
                <c:pt idx="2255">
                  <c:v>2255</c:v>
                </c:pt>
                <c:pt idx="2256">
                  <c:v>2256</c:v>
                </c:pt>
                <c:pt idx="2257">
                  <c:v>2257</c:v>
                </c:pt>
                <c:pt idx="2258">
                  <c:v>2258</c:v>
                </c:pt>
                <c:pt idx="2259">
                  <c:v>2259</c:v>
                </c:pt>
                <c:pt idx="2260">
                  <c:v>2260</c:v>
                </c:pt>
                <c:pt idx="2261">
                  <c:v>2261</c:v>
                </c:pt>
                <c:pt idx="2262">
                  <c:v>2262</c:v>
                </c:pt>
                <c:pt idx="2263">
                  <c:v>2263</c:v>
                </c:pt>
                <c:pt idx="2264">
                  <c:v>2264</c:v>
                </c:pt>
                <c:pt idx="2265">
                  <c:v>2265</c:v>
                </c:pt>
                <c:pt idx="2266">
                  <c:v>2266</c:v>
                </c:pt>
                <c:pt idx="2267">
                  <c:v>2267</c:v>
                </c:pt>
                <c:pt idx="2268">
                  <c:v>2268</c:v>
                </c:pt>
                <c:pt idx="2269">
                  <c:v>2269</c:v>
                </c:pt>
                <c:pt idx="2270">
                  <c:v>2270</c:v>
                </c:pt>
                <c:pt idx="2271">
                  <c:v>2271</c:v>
                </c:pt>
                <c:pt idx="2272">
                  <c:v>2272</c:v>
                </c:pt>
                <c:pt idx="2273">
                  <c:v>2273</c:v>
                </c:pt>
                <c:pt idx="2274">
                  <c:v>2274</c:v>
                </c:pt>
                <c:pt idx="2275">
                  <c:v>2275</c:v>
                </c:pt>
                <c:pt idx="2276">
                  <c:v>2276</c:v>
                </c:pt>
                <c:pt idx="2277">
                  <c:v>2277</c:v>
                </c:pt>
                <c:pt idx="2278">
                  <c:v>2278</c:v>
                </c:pt>
                <c:pt idx="2279">
                  <c:v>2279</c:v>
                </c:pt>
                <c:pt idx="2280">
                  <c:v>2280</c:v>
                </c:pt>
                <c:pt idx="2281">
                  <c:v>2281</c:v>
                </c:pt>
                <c:pt idx="2282">
                  <c:v>2282</c:v>
                </c:pt>
                <c:pt idx="2283">
                  <c:v>2283</c:v>
                </c:pt>
                <c:pt idx="2284">
                  <c:v>2284</c:v>
                </c:pt>
                <c:pt idx="2285">
                  <c:v>2285</c:v>
                </c:pt>
                <c:pt idx="2286">
                  <c:v>2286</c:v>
                </c:pt>
                <c:pt idx="2287">
                  <c:v>2287</c:v>
                </c:pt>
                <c:pt idx="2288">
                  <c:v>2288</c:v>
                </c:pt>
                <c:pt idx="2289">
                  <c:v>2289</c:v>
                </c:pt>
                <c:pt idx="2290">
                  <c:v>2290</c:v>
                </c:pt>
                <c:pt idx="2291">
                  <c:v>2291</c:v>
                </c:pt>
                <c:pt idx="2292">
                  <c:v>2292</c:v>
                </c:pt>
                <c:pt idx="2293">
                  <c:v>2293</c:v>
                </c:pt>
                <c:pt idx="2294">
                  <c:v>2294</c:v>
                </c:pt>
                <c:pt idx="2295">
                  <c:v>2295</c:v>
                </c:pt>
                <c:pt idx="2296">
                  <c:v>2296</c:v>
                </c:pt>
                <c:pt idx="2297">
                  <c:v>2297</c:v>
                </c:pt>
                <c:pt idx="2298">
                  <c:v>2298</c:v>
                </c:pt>
                <c:pt idx="2299">
                  <c:v>2299</c:v>
                </c:pt>
                <c:pt idx="2300">
                  <c:v>2300</c:v>
                </c:pt>
                <c:pt idx="2301">
                  <c:v>2301</c:v>
                </c:pt>
                <c:pt idx="2302">
                  <c:v>2302</c:v>
                </c:pt>
                <c:pt idx="2303">
                  <c:v>2303</c:v>
                </c:pt>
                <c:pt idx="2304">
                  <c:v>2304</c:v>
                </c:pt>
                <c:pt idx="2305">
                  <c:v>2305</c:v>
                </c:pt>
                <c:pt idx="2306">
                  <c:v>2306</c:v>
                </c:pt>
                <c:pt idx="2307">
                  <c:v>2307</c:v>
                </c:pt>
                <c:pt idx="2308">
                  <c:v>2308</c:v>
                </c:pt>
                <c:pt idx="2309">
                  <c:v>2309</c:v>
                </c:pt>
                <c:pt idx="2310">
                  <c:v>2310</c:v>
                </c:pt>
                <c:pt idx="2311">
                  <c:v>2311</c:v>
                </c:pt>
                <c:pt idx="2312">
                  <c:v>2312</c:v>
                </c:pt>
                <c:pt idx="2313">
                  <c:v>2313</c:v>
                </c:pt>
                <c:pt idx="2314">
                  <c:v>2314</c:v>
                </c:pt>
                <c:pt idx="2315">
                  <c:v>2315</c:v>
                </c:pt>
                <c:pt idx="2316">
                  <c:v>2316</c:v>
                </c:pt>
                <c:pt idx="2317">
                  <c:v>2317</c:v>
                </c:pt>
                <c:pt idx="2318">
                  <c:v>2318</c:v>
                </c:pt>
                <c:pt idx="2319">
                  <c:v>2319</c:v>
                </c:pt>
                <c:pt idx="2320">
                  <c:v>2320</c:v>
                </c:pt>
                <c:pt idx="2321">
                  <c:v>2321</c:v>
                </c:pt>
                <c:pt idx="2322">
                  <c:v>2322</c:v>
                </c:pt>
                <c:pt idx="2323">
                  <c:v>2323</c:v>
                </c:pt>
                <c:pt idx="2324">
                  <c:v>2324</c:v>
                </c:pt>
                <c:pt idx="2325">
                  <c:v>2325</c:v>
                </c:pt>
                <c:pt idx="2326">
                  <c:v>2326</c:v>
                </c:pt>
                <c:pt idx="2327">
                  <c:v>2327</c:v>
                </c:pt>
                <c:pt idx="2328">
                  <c:v>2328</c:v>
                </c:pt>
                <c:pt idx="2329">
                  <c:v>2329</c:v>
                </c:pt>
                <c:pt idx="2330">
                  <c:v>2330</c:v>
                </c:pt>
                <c:pt idx="2331">
                  <c:v>2331</c:v>
                </c:pt>
                <c:pt idx="2332">
                  <c:v>2332</c:v>
                </c:pt>
                <c:pt idx="2333">
                  <c:v>2333</c:v>
                </c:pt>
                <c:pt idx="2334">
                  <c:v>2334</c:v>
                </c:pt>
                <c:pt idx="2335">
                  <c:v>2335</c:v>
                </c:pt>
                <c:pt idx="2336">
                  <c:v>2336</c:v>
                </c:pt>
                <c:pt idx="2337">
                  <c:v>2337</c:v>
                </c:pt>
                <c:pt idx="2338">
                  <c:v>2338</c:v>
                </c:pt>
                <c:pt idx="2339">
                  <c:v>2339</c:v>
                </c:pt>
                <c:pt idx="2340">
                  <c:v>2340</c:v>
                </c:pt>
                <c:pt idx="2341">
                  <c:v>2341</c:v>
                </c:pt>
                <c:pt idx="2342">
                  <c:v>2342</c:v>
                </c:pt>
                <c:pt idx="2343">
                  <c:v>2343</c:v>
                </c:pt>
                <c:pt idx="2344">
                  <c:v>2344</c:v>
                </c:pt>
                <c:pt idx="2345">
                  <c:v>2345</c:v>
                </c:pt>
                <c:pt idx="2346">
                  <c:v>2346</c:v>
                </c:pt>
                <c:pt idx="2347">
                  <c:v>2347</c:v>
                </c:pt>
                <c:pt idx="2348">
                  <c:v>2348</c:v>
                </c:pt>
                <c:pt idx="2349">
                  <c:v>2349</c:v>
                </c:pt>
                <c:pt idx="2350">
                  <c:v>2350</c:v>
                </c:pt>
                <c:pt idx="2351">
                  <c:v>2351</c:v>
                </c:pt>
                <c:pt idx="2352">
                  <c:v>2352</c:v>
                </c:pt>
                <c:pt idx="2353">
                  <c:v>2353</c:v>
                </c:pt>
                <c:pt idx="2354">
                  <c:v>2354</c:v>
                </c:pt>
                <c:pt idx="2355">
                  <c:v>2355</c:v>
                </c:pt>
                <c:pt idx="2356">
                  <c:v>2356</c:v>
                </c:pt>
                <c:pt idx="2357">
                  <c:v>2357</c:v>
                </c:pt>
                <c:pt idx="2358">
                  <c:v>2358</c:v>
                </c:pt>
                <c:pt idx="2359">
                  <c:v>2359</c:v>
                </c:pt>
                <c:pt idx="2360">
                  <c:v>2360</c:v>
                </c:pt>
                <c:pt idx="2361">
                  <c:v>2361</c:v>
                </c:pt>
                <c:pt idx="2362">
                  <c:v>2362</c:v>
                </c:pt>
                <c:pt idx="2363">
                  <c:v>2363</c:v>
                </c:pt>
                <c:pt idx="2364">
                  <c:v>2364</c:v>
                </c:pt>
                <c:pt idx="2365">
                  <c:v>2365</c:v>
                </c:pt>
                <c:pt idx="2366">
                  <c:v>2366</c:v>
                </c:pt>
                <c:pt idx="2367">
                  <c:v>2367</c:v>
                </c:pt>
                <c:pt idx="2368">
                  <c:v>2368</c:v>
                </c:pt>
                <c:pt idx="2369">
                  <c:v>2369</c:v>
                </c:pt>
                <c:pt idx="2370">
                  <c:v>2370</c:v>
                </c:pt>
                <c:pt idx="2371">
                  <c:v>2371</c:v>
                </c:pt>
                <c:pt idx="2372">
                  <c:v>2372</c:v>
                </c:pt>
                <c:pt idx="2373">
                  <c:v>2373</c:v>
                </c:pt>
                <c:pt idx="2374">
                  <c:v>2374</c:v>
                </c:pt>
                <c:pt idx="2375">
                  <c:v>2375</c:v>
                </c:pt>
                <c:pt idx="2376">
                  <c:v>2376</c:v>
                </c:pt>
                <c:pt idx="2377">
                  <c:v>2377</c:v>
                </c:pt>
                <c:pt idx="2378">
                  <c:v>2378</c:v>
                </c:pt>
                <c:pt idx="2379">
                  <c:v>2379</c:v>
                </c:pt>
                <c:pt idx="2380">
                  <c:v>2380</c:v>
                </c:pt>
                <c:pt idx="2381">
                  <c:v>2381</c:v>
                </c:pt>
                <c:pt idx="2382">
                  <c:v>2382</c:v>
                </c:pt>
                <c:pt idx="2383">
                  <c:v>2383</c:v>
                </c:pt>
                <c:pt idx="2384">
                  <c:v>2384</c:v>
                </c:pt>
                <c:pt idx="2385">
                  <c:v>2385</c:v>
                </c:pt>
                <c:pt idx="2386">
                  <c:v>2386</c:v>
                </c:pt>
                <c:pt idx="2387">
                  <c:v>2387</c:v>
                </c:pt>
                <c:pt idx="2388">
                  <c:v>2388</c:v>
                </c:pt>
                <c:pt idx="2389">
                  <c:v>2389</c:v>
                </c:pt>
                <c:pt idx="2390">
                  <c:v>2390</c:v>
                </c:pt>
                <c:pt idx="2391">
                  <c:v>2391</c:v>
                </c:pt>
                <c:pt idx="2392">
                  <c:v>2392</c:v>
                </c:pt>
                <c:pt idx="2393">
                  <c:v>2393</c:v>
                </c:pt>
                <c:pt idx="2394">
                  <c:v>2394</c:v>
                </c:pt>
                <c:pt idx="2395">
                  <c:v>2395</c:v>
                </c:pt>
                <c:pt idx="2396">
                  <c:v>2396</c:v>
                </c:pt>
                <c:pt idx="2397">
                  <c:v>2397</c:v>
                </c:pt>
                <c:pt idx="2398">
                  <c:v>2398</c:v>
                </c:pt>
                <c:pt idx="2399">
                  <c:v>2399</c:v>
                </c:pt>
                <c:pt idx="2400">
                  <c:v>2400</c:v>
                </c:pt>
                <c:pt idx="2401">
                  <c:v>2401</c:v>
                </c:pt>
                <c:pt idx="2402">
                  <c:v>2402</c:v>
                </c:pt>
                <c:pt idx="2403">
                  <c:v>2403</c:v>
                </c:pt>
                <c:pt idx="2404">
                  <c:v>2404</c:v>
                </c:pt>
                <c:pt idx="2405">
                  <c:v>2405</c:v>
                </c:pt>
                <c:pt idx="2406">
                  <c:v>2406</c:v>
                </c:pt>
                <c:pt idx="2407">
                  <c:v>2407</c:v>
                </c:pt>
                <c:pt idx="2408">
                  <c:v>2408</c:v>
                </c:pt>
                <c:pt idx="2409">
                  <c:v>2409</c:v>
                </c:pt>
                <c:pt idx="2410">
                  <c:v>2410</c:v>
                </c:pt>
                <c:pt idx="2411">
                  <c:v>2411</c:v>
                </c:pt>
                <c:pt idx="2412">
                  <c:v>2412</c:v>
                </c:pt>
                <c:pt idx="2413">
                  <c:v>2413</c:v>
                </c:pt>
                <c:pt idx="2414">
                  <c:v>2414</c:v>
                </c:pt>
                <c:pt idx="2415">
                  <c:v>2415</c:v>
                </c:pt>
                <c:pt idx="2416">
                  <c:v>2416</c:v>
                </c:pt>
                <c:pt idx="2417">
                  <c:v>2417</c:v>
                </c:pt>
                <c:pt idx="2418">
                  <c:v>2418</c:v>
                </c:pt>
                <c:pt idx="2419">
                  <c:v>2419</c:v>
                </c:pt>
                <c:pt idx="2420">
                  <c:v>2420</c:v>
                </c:pt>
                <c:pt idx="2421">
                  <c:v>2421</c:v>
                </c:pt>
                <c:pt idx="2422">
                  <c:v>2422</c:v>
                </c:pt>
                <c:pt idx="2423">
                  <c:v>2423</c:v>
                </c:pt>
                <c:pt idx="2424">
                  <c:v>2424</c:v>
                </c:pt>
                <c:pt idx="2425">
                  <c:v>2425</c:v>
                </c:pt>
                <c:pt idx="2426">
                  <c:v>2426</c:v>
                </c:pt>
                <c:pt idx="2427">
                  <c:v>2427</c:v>
                </c:pt>
                <c:pt idx="2428">
                  <c:v>2428</c:v>
                </c:pt>
                <c:pt idx="2429">
                  <c:v>2429</c:v>
                </c:pt>
                <c:pt idx="2430">
                  <c:v>2430</c:v>
                </c:pt>
                <c:pt idx="2431">
                  <c:v>2431</c:v>
                </c:pt>
                <c:pt idx="2432">
                  <c:v>2432</c:v>
                </c:pt>
                <c:pt idx="2433">
                  <c:v>2433</c:v>
                </c:pt>
                <c:pt idx="2434">
                  <c:v>2434</c:v>
                </c:pt>
                <c:pt idx="2435">
                  <c:v>2435</c:v>
                </c:pt>
                <c:pt idx="2436">
                  <c:v>2436</c:v>
                </c:pt>
                <c:pt idx="2437">
                  <c:v>2437</c:v>
                </c:pt>
                <c:pt idx="2438">
                  <c:v>2438</c:v>
                </c:pt>
                <c:pt idx="2439">
                  <c:v>2439</c:v>
                </c:pt>
                <c:pt idx="2440">
                  <c:v>2440</c:v>
                </c:pt>
                <c:pt idx="2441">
                  <c:v>2441</c:v>
                </c:pt>
                <c:pt idx="2442">
                  <c:v>2442</c:v>
                </c:pt>
                <c:pt idx="2443">
                  <c:v>2443</c:v>
                </c:pt>
                <c:pt idx="2444">
                  <c:v>2444</c:v>
                </c:pt>
                <c:pt idx="2445">
                  <c:v>2445</c:v>
                </c:pt>
                <c:pt idx="2446">
                  <c:v>2446</c:v>
                </c:pt>
                <c:pt idx="2447">
                  <c:v>2447</c:v>
                </c:pt>
                <c:pt idx="2448">
                  <c:v>2448</c:v>
                </c:pt>
                <c:pt idx="2449">
                  <c:v>2449</c:v>
                </c:pt>
                <c:pt idx="2450">
                  <c:v>2450</c:v>
                </c:pt>
                <c:pt idx="2451">
                  <c:v>2451</c:v>
                </c:pt>
                <c:pt idx="2452">
                  <c:v>2452</c:v>
                </c:pt>
                <c:pt idx="2453">
                  <c:v>2453</c:v>
                </c:pt>
                <c:pt idx="2454">
                  <c:v>2454</c:v>
                </c:pt>
                <c:pt idx="2455">
                  <c:v>2455</c:v>
                </c:pt>
                <c:pt idx="2456">
                  <c:v>2456</c:v>
                </c:pt>
                <c:pt idx="2457">
                  <c:v>2457</c:v>
                </c:pt>
                <c:pt idx="2458">
                  <c:v>2458</c:v>
                </c:pt>
                <c:pt idx="2459">
                  <c:v>2459</c:v>
                </c:pt>
                <c:pt idx="2460">
                  <c:v>2460</c:v>
                </c:pt>
                <c:pt idx="2461">
                  <c:v>2461</c:v>
                </c:pt>
                <c:pt idx="2462">
                  <c:v>2462</c:v>
                </c:pt>
                <c:pt idx="2463">
                  <c:v>2463</c:v>
                </c:pt>
                <c:pt idx="2464">
                  <c:v>2464</c:v>
                </c:pt>
                <c:pt idx="2465">
                  <c:v>2465</c:v>
                </c:pt>
                <c:pt idx="2466">
                  <c:v>2466</c:v>
                </c:pt>
                <c:pt idx="2467">
                  <c:v>2467</c:v>
                </c:pt>
                <c:pt idx="2468">
                  <c:v>2468</c:v>
                </c:pt>
                <c:pt idx="2469">
                  <c:v>2469</c:v>
                </c:pt>
                <c:pt idx="2470">
                  <c:v>2470</c:v>
                </c:pt>
                <c:pt idx="2471">
                  <c:v>2471</c:v>
                </c:pt>
                <c:pt idx="2472">
                  <c:v>2472</c:v>
                </c:pt>
                <c:pt idx="2473">
                  <c:v>2473</c:v>
                </c:pt>
                <c:pt idx="2474">
                  <c:v>2474</c:v>
                </c:pt>
                <c:pt idx="2475">
                  <c:v>2475</c:v>
                </c:pt>
                <c:pt idx="2476">
                  <c:v>2476</c:v>
                </c:pt>
                <c:pt idx="2477">
                  <c:v>2477</c:v>
                </c:pt>
                <c:pt idx="2478">
                  <c:v>2478</c:v>
                </c:pt>
                <c:pt idx="2479">
                  <c:v>2479</c:v>
                </c:pt>
                <c:pt idx="2480">
                  <c:v>2480</c:v>
                </c:pt>
                <c:pt idx="2481">
                  <c:v>2481</c:v>
                </c:pt>
                <c:pt idx="2482">
                  <c:v>2482</c:v>
                </c:pt>
                <c:pt idx="2483">
                  <c:v>2483</c:v>
                </c:pt>
                <c:pt idx="2484">
                  <c:v>2484</c:v>
                </c:pt>
                <c:pt idx="2485">
                  <c:v>2485</c:v>
                </c:pt>
                <c:pt idx="2486">
                  <c:v>2486</c:v>
                </c:pt>
                <c:pt idx="2487">
                  <c:v>2487</c:v>
                </c:pt>
                <c:pt idx="2488">
                  <c:v>2488</c:v>
                </c:pt>
                <c:pt idx="2489">
                  <c:v>2489</c:v>
                </c:pt>
                <c:pt idx="2490">
                  <c:v>2490</c:v>
                </c:pt>
                <c:pt idx="2491">
                  <c:v>2491</c:v>
                </c:pt>
                <c:pt idx="2492">
                  <c:v>2492</c:v>
                </c:pt>
                <c:pt idx="2493">
                  <c:v>2493</c:v>
                </c:pt>
                <c:pt idx="2494">
                  <c:v>2494</c:v>
                </c:pt>
                <c:pt idx="2495">
                  <c:v>2495</c:v>
                </c:pt>
                <c:pt idx="2496">
                  <c:v>2496</c:v>
                </c:pt>
                <c:pt idx="2497">
                  <c:v>2497</c:v>
                </c:pt>
                <c:pt idx="2498">
                  <c:v>2498</c:v>
                </c:pt>
                <c:pt idx="2499">
                  <c:v>2499</c:v>
                </c:pt>
                <c:pt idx="2500">
                  <c:v>2500</c:v>
                </c:pt>
                <c:pt idx="2501">
                  <c:v>2501</c:v>
                </c:pt>
                <c:pt idx="2502">
                  <c:v>2502</c:v>
                </c:pt>
                <c:pt idx="2503">
                  <c:v>2503</c:v>
                </c:pt>
                <c:pt idx="2504">
                  <c:v>2504</c:v>
                </c:pt>
                <c:pt idx="2505">
                  <c:v>2505</c:v>
                </c:pt>
                <c:pt idx="2506">
                  <c:v>2506</c:v>
                </c:pt>
                <c:pt idx="2507">
                  <c:v>2507</c:v>
                </c:pt>
                <c:pt idx="2508">
                  <c:v>2508</c:v>
                </c:pt>
                <c:pt idx="2509">
                  <c:v>2509</c:v>
                </c:pt>
                <c:pt idx="2510">
                  <c:v>2510</c:v>
                </c:pt>
                <c:pt idx="2511">
                  <c:v>2511</c:v>
                </c:pt>
                <c:pt idx="2512">
                  <c:v>2512</c:v>
                </c:pt>
                <c:pt idx="2513">
                  <c:v>2513</c:v>
                </c:pt>
                <c:pt idx="2514">
                  <c:v>2514</c:v>
                </c:pt>
                <c:pt idx="2515">
                  <c:v>2515</c:v>
                </c:pt>
                <c:pt idx="2516">
                  <c:v>2516</c:v>
                </c:pt>
                <c:pt idx="2517">
                  <c:v>2517</c:v>
                </c:pt>
                <c:pt idx="2518">
                  <c:v>2518</c:v>
                </c:pt>
                <c:pt idx="2519">
                  <c:v>2519</c:v>
                </c:pt>
                <c:pt idx="2520">
                  <c:v>2520</c:v>
                </c:pt>
                <c:pt idx="2521">
                  <c:v>2521</c:v>
                </c:pt>
                <c:pt idx="2522">
                  <c:v>2522</c:v>
                </c:pt>
                <c:pt idx="2523">
                  <c:v>2523</c:v>
                </c:pt>
                <c:pt idx="2524">
                  <c:v>2524</c:v>
                </c:pt>
                <c:pt idx="2525">
                  <c:v>2525</c:v>
                </c:pt>
                <c:pt idx="2526">
                  <c:v>2526</c:v>
                </c:pt>
                <c:pt idx="2527">
                  <c:v>2527</c:v>
                </c:pt>
                <c:pt idx="2528">
                  <c:v>2528</c:v>
                </c:pt>
                <c:pt idx="2529">
                  <c:v>2529</c:v>
                </c:pt>
                <c:pt idx="2530">
                  <c:v>2530</c:v>
                </c:pt>
                <c:pt idx="2531">
                  <c:v>2531</c:v>
                </c:pt>
                <c:pt idx="2532">
                  <c:v>2532</c:v>
                </c:pt>
                <c:pt idx="2533">
                  <c:v>2533</c:v>
                </c:pt>
                <c:pt idx="2534">
                  <c:v>2534</c:v>
                </c:pt>
                <c:pt idx="2535">
                  <c:v>2535</c:v>
                </c:pt>
                <c:pt idx="2536">
                  <c:v>2536</c:v>
                </c:pt>
                <c:pt idx="2537">
                  <c:v>2537</c:v>
                </c:pt>
                <c:pt idx="2538">
                  <c:v>2538</c:v>
                </c:pt>
                <c:pt idx="2539">
                  <c:v>2539</c:v>
                </c:pt>
                <c:pt idx="2540">
                  <c:v>2540</c:v>
                </c:pt>
                <c:pt idx="2541">
                  <c:v>2541</c:v>
                </c:pt>
                <c:pt idx="2542">
                  <c:v>2542</c:v>
                </c:pt>
                <c:pt idx="2543">
                  <c:v>2543</c:v>
                </c:pt>
                <c:pt idx="2544">
                  <c:v>2544</c:v>
                </c:pt>
                <c:pt idx="2545">
                  <c:v>2545</c:v>
                </c:pt>
                <c:pt idx="2546">
                  <c:v>2546</c:v>
                </c:pt>
                <c:pt idx="2547">
                  <c:v>2547</c:v>
                </c:pt>
                <c:pt idx="2548">
                  <c:v>2548</c:v>
                </c:pt>
                <c:pt idx="2549">
                  <c:v>2549</c:v>
                </c:pt>
                <c:pt idx="2550">
                  <c:v>2550</c:v>
                </c:pt>
                <c:pt idx="2551">
                  <c:v>2551</c:v>
                </c:pt>
                <c:pt idx="2552">
                  <c:v>2552</c:v>
                </c:pt>
                <c:pt idx="2553">
                  <c:v>2553</c:v>
                </c:pt>
                <c:pt idx="2554">
                  <c:v>2554</c:v>
                </c:pt>
                <c:pt idx="2555">
                  <c:v>2555</c:v>
                </c:pt>
                <c:pt idx="2556">
                  <c:v>2556</c:v>
                </c:pt>
                <c:pt idx="2557">
                  <c:v>2557</c:v>
                </c:pt>
                <c:pt idx="2558">
                  <c:v>2558</c:v>
                </c:pt>
                <c:pt idx="2559">
                  <c:v>2559</c:v>
                </c:pt>
                <c:pt idx="2560">
                  <c:v>2560</c:v>
                </c:pt>
                <c:pt idx="2561">
                  <c:v>2561</c:v>
                </c:pt>
                <c:pt idx="2562">
                  <c:v>2562</c:v>
                </c:pt>
                <c:pt idx="2563">
                  <c:v>2563</c:v>
                </c:pt>
                <c:pt idx="2564">
                  <c:v>2564</c:v>
                </c:pt>
                <c:pt idx="2565">
                  <c:v>2565</c:v>
                </c:pt>
                <c:pt idx="2566">
                  <c:v>2566</c:v>
                </c:pt>
                <c:pt idx="2567">
                  <c:v>2567</c:v>
                </c:pt>
                <c:pt idx="2568">
                  <c:v>2568</c:v>
                </c:pt>
                <c:pt idx="2569">
                  <c:v>2569</c:v>
                </c:pt>
                <c:pt idx="2570">
                  <c:v>2570</c:v>
                </c:pt>
                <c:pt idx="2571">
                  <c:v>2571</c:v>
                </c:pt>
                <c:pt idx="2572">
                  <c:v>2572</c:v>
                </c:pt>
                <c:pt idx="2573">
                  <c:v>2573</c:v>
                </c:pt>
                <c:pt idx="2574">
                  <c:v>2574</c:v>
                </c:pt>
                <c:pt idx="2575">
                  <c:v>2575</c:v>
                </c:pt>
                <c:pt idx="2576">
                  <c:v>2576</c:v>
                </c:pt>
                <c:pt idx="2577">
                  <c:v>2577</c:v>
                </c:pt>
                <c:pt idx="2578">
                  <c:v>2578</c:v>
                </c:pt>
                <c:pt idx="2579">
                  <c:v>2579</c:v>
                </c:pt>
                <c:pt idx="2580">
                  <c:v>2580</c:v>
                </c:pt>
                <c:pt idx="2581">
                  <c:v>2581</c:v>
                </c:pt>
                <c:pt idx="2582">
                  <c:v>2582</c:v>
                </c:pt>
                <c:pt idx="2583">
                  <c:v>2583</c:v>
                </c:pt>
                <c:pt idx="2584">
                  <c:v>2584</c:v>
                </c:pt>
                <c:pt idx="2585">
                  <c:v>2585</c:v>
                </c:pt>
                <c:pt idx="2586">
                  <c:v>2586</c:v>
                </c:pt>
                <c:pt idx="2587">
                  <c:v>2587</c:v>
                </c:pt>
                <c:pt idx="2588">
                  <c:v>2588</c:v>
                </c:pt>
                <c:pt idx="2589">
                  <c:v>2589</c:v>
                </c:pt>
                <c:pt idx="2590">
                  <c:v>2590</c:v>
                </c:pt>
                <c:pt idx="2591">
                  <c:v>2591</c:v>
                </c:pt>
                <c:pt idx="2592">
                  <c:v>2592</c:v>
                </c:pt>
                <c:pt idx="2593">
                  <c:v>2593</c:v>
                </c:pt>
                <c:pt idx="2594">
                  <c:v>2594</c:v>
                </c:pt>
                <c:pt idx="2595">
                  <c:v>2595</c:v>
                </c:pt>
                <c:pt idx="2596">
                  <c:v>2596</c:v>
                </c:pt>
                <c:pt idx="2597">
                  <c:v>2597</c:v>
                </c:pt>
                <c:pt idx="2598">
                  <c:v>2598</c:v>
                </c:pt>
                <c:pt idx="2599">
                  <c:v>2599</c:v>
                </c:pt>
                <c:pt idx="2600">
                  <c:v>2600</c:v>
                </c:pt>
                <c:pt idx="2601">
                  <c:v>2601</c:v>
                </c:pt>
                <c:pt idx="2602">
                  <c:v>2602</c:v>
                </c:pt>
                <c:pt idx="2603">
                  <c:v>2603</c:v>
                </c:pt>
                <c:pt idx="2604">
                  <c:v>2604</c:v>
                </c:pt>
                <c:pt idx="2605">
                  <c:v>2605</c:v>
                </c:pt>
                <c:pt idx="2606">
                  <c:v>2606</c:v>
                </c:pt>
                <c:pt idx="2607">
                  <c:v>2607</c:v>
                </c:pt>
                <c:pt idx="2608">
                  <c:v>2608</c:v>
                </c:pt>
                <c:pt idx="2609">
                  <c:v>2609</c:v>
                </c:pt>
                <c:pt idx="2610">
                  <c:v>2610</c:v>
                </c:pt>
                <c:pt idx="2611">
                  <c:v>2611</c:v>
                </c:pt>
                <c:pt idx="2612">
                  <c:v>2612</c:v>
                </c:pt>
                <c:pt idx="2613">
                  <c:v>2613</c:v>
                </c:pt>
                <c:pt idx="2614">
                  <c:v>2614</c:v>
                </c:pt>
                <c:pt idx="2615">
                  <c:v>2615</c:v>
                </c:pt>
                <c:pt idx="2616">
                  <c:v>2616</c:v>
                </c:pt>
                <c:pt idx="2617">
                  <c:v>2617</c:v>
                </c:pt>
                <c:pt idx="2618">
                  <c:v>2618</c:v>
                </c:pt>
                <c:pt idx="2619">
                  <c:v>2619</c:v>
                </c:pt>
                <c:pt idx="2620">
                  <c:v>2620</c:v>
                </c:pt>
                <c:pt idx="2621">
                  <c:v>2621</c:v>
                </c:pt>
                <c:pt idx="2622">
                  <c:v>2622</c:v>
                </c:pt>
                <c:pt idx="2623">
                  <c:v>2623</c:v>
                </c:pt>
                <c:pt idx="2624">
                  <c:v>2624</c:v>
                </c:pt>
                <c:pt idx="2625">
                  <c:v>2625</c:v>
                </c:pt>
                <c:pt idx="2626">
                  <c:v>2626</c:v>
                </c:pt>
                <c:pt idx="2627">
                  <c:v>2627</c:v>
                </c:pt>
                <c:pt idx="2628">
                  <c:v>2628</c:v>
                </c:pt>
                <c:pt idx="2629">
                  <c:v>2629</c:v>
                </c:pt>
                <c:pt idx="2630">
                  <c:v>2630</c:v>
                </c:pt>
                <c:pt idx="2631">
                  <c:v>2631</c:v>
                </c:pt>
                <c:pt idx="2632">
                  <c:v>2632</c:v>
                </c:pt>
                <c:pt idx="2633">
                  <c:v>2633</c:v>
                </c:pt>
                <c:pt idx="2634">
                  <c:v>2634</c:v>
                </c:pt>
                <c:pt idx="2635">
                  <c:v>2635</c:v>
                </c:pt>
                <c:pt idx="2636">
                  <c:v>2636</c:v>
                </c:pt>
                <c:pt idx="2637">
                  <c:v>2637</c:v>
                </c:pt>
                <c:pt idx="2638">
                  <c:v>2638</c:v>
                </c:pt>
                <c:pt idx="2639">
                  <c:v>2639</c:v>
                </c:pt>
                <c:pt idx="2640">
                  <c:v>2640</c:v>
                </c:pt>
                <c:pt idx="2641">
                  <c:v>2641</c:v>
                </c:pt>
                <c:pt idx="2642">
                  <c:v>2642</c:v>
                </c:pt>
                <c:pt idx="2643">
                  <c:v>2643</c:v>
                </c:pt>
                <c:pt idx="2644">
                  <c:v>2644</c:v>
                </c:pt>
                <c:pt idx="2645">
                  <c:v>2645</c:v>
                </c:pt>
                <c:pt idx="2646">
                  <c:v>2646</c:v>
                </c:pt>
                <c:pt idx="2647">
                  <c:v>2647</c:v>
                </c:pt>
                <c:pt idx="2648">
                  <c:v>2648</c:v>
                </c:pt>
                <c:pt idx="2649">
                  <c:v>2649</c:v>
                </c:pt>
                <c:pt idx="2650">
                  <c:v>2650</c:v>
                </c:pt>
                <c:pt idx="2651">
                  <c:v>2651</c:v>
                </c:pt>
                <c:pt idx="2652">
                  <c:v>2652</c:v>
                </c:pt>
                <c:pt idx="2653">
                  <c:v>2653</c:v>
                </c:pt>
                <c:pt idx="2654">
                  <c:v>2654</c:v>
                </c:pt>
                <c:pt idx="2655">
                  <c:v>2655</c:v>
                </c:pt>
                <c:pt idx="2656">
                  <c:v>2656</c:v>
                </c:pt>
                <c:pt idx="2657">
                  <c:v>2657</c:v>
                </c:pt>
                <c:pt idx="2658">
                  <c:v>2658</c:v>
                </c:pt>
                <c:pt idx="2659">
                  <c:v>2659</c:v>
                </c:pt>
                <c:pt idx="2660">
                  <c:v>2660</c:v>
                </c:pt>
                <c:pt idx="2661">
                  <c:v>2661</c:v>
                </c:pt>
                <c:pt idx="2662">
                  <c:v>2662</c:v>
                </c:pt>
                <c:pt idx="2663">
                  <c:v>2663</c:v>
                </c:pt>
                <c:pt idx="2664">
                  <c:v>2664</c:v>
                </c:pt>
                <c:pt idx="2665">
                  <c:v>2665</c:v>
                </c:pt>
                <c:pt idx="2666">
                  <c:v>2666</c:v>
                </c:pt>
                <c:pt idx="2667">
                  <c:v>2667</c:v>
                </c:pt>
                <c:pt idx="2668">
                  <c:v>2668</c:v>
                </c:pt>
                <c:pt idx="2669">
                  <c:v>2669</c:v>
                </c:pt>
                <c:pt idx="2670">
                  <c:v>2670</c:v>
                </c:pt>
                <c:pt idx="2671">
                  <c:v>2671</c:v>
                </c:pt>
                <c:pt idx="2672">
                  <c:v>2672</c:v>
                </c:pt>
                <c:pt idx="2673">
                  <c:v>2673</c:v>
                </c:pt>
                <c:pt idx="2674">
                  <c:v>2674</c:v>
                </c:pt>
                <c:pt idx="2675">
                  <c:v>2675</c:v>
                </c:pt>
                <c:pt idx="2676">
                  <c:v>2676</c:v>
                </c:pt>
                <c:pt idx="2677">
                  <c:v>2677</c:v>
                </c:pt>
                <c:pt idx="2678">
                  <c:v>2678</c:v>
                </c:pt>
                <c:pt idx="2679">
                  <c:v>2679</c:v>
                </c:pt>
                <c:pt idx="2680">
                  <c:v>2680</c:v>
                </c:pt>
                <c:pt idx="2681">
                  <c:v>2681</c:v>
                </c:pt>
                <c:pt idx="2682">
                  <c:v>2682</c:v>
                </c:pt>
                <c:pt idx="2683">
                  <c:v>2683</c:v>
                </c:pt>
                <c:pt idx="2684">
                  <c:v>2684</c:v>
                </c:pt>
                <c:pt idx="2685">
                  <c:v>2685</c:v>
                </c:pt>
                <c:pt idx="2686">
                  <c:v>2686</c:v>
                </c:pt>
                <c:pt idx="2687">
                  <c:v>2687</c:v>
                </c:pt>
                <c:pt idx="2688">
                  <c:v>2688</c:v>
                </c:pt>
                <c:pt idx="2689">
                  <c:v>2689</c:v>
                </c:pt>
                <c:pt idx="2690">
                  <c:v>2690</c:v>
                </c:pt>
                <c:pt idx="2691">
                  <c:v>2691</c:v>
                </c:pt>
                <c:pt idx="2692">
                  <c:v>2692</c:v>
                </c:pt>
                <c:pt idx="2693">
                  <c:v>2693</c:v>
                </c:pt>
                <c:pt idx="2694">
                  <c:v>2694</c:v>
                </c:pt>
                <c:pt idx="2695">
                  <c:v>2695</c:v>
                </c:pt>
                <c:pt idx="2696">
                  <c:v>2696</c:v>
                </c:pt>
                <c:pt idx="2697">
                  <c:v>2697</c:v>
                </c:pt>
                <c:pt idx="2698">
                  <c:v>2698</c:v>
                </c:pt>
                <c:pt idx="2699">
                  <c:v>2699</c:v>
                </c:pt>
                <c:pt idx="2700">
                  <c:v>2700</c:v>
                </c:pt>
                <c:pt idx="2701">
                  <c:v>2701</c:v>
                </c:pt>
                <c:pt idx="2702">
                  <c:v>2702</c:v>
                </c:pt>
                <c:pt idx="2703">
                  <c:v>2703</c:v>
                </c:pt>
                <c:pt idx="2704">
                  <c:v>2704</c:v>
                </c:pt>
                <c:pt idx="2705">
                  <c:v>2705</c:v>
                </c:pt>
                <c:pt idx="2706">
                  <c:v>2706</c:v>
                </c:pt>
                <c:pt idx="2707">
                  <c:v>2707</c:v>
                </c:pt>
                <c:pt idx="2708">
                  <c:v>2708</c:v>
                </c:pt>
                <c:pt idx="2709">
                  <c:v>2709</c:v>
                </c:pt>
                <c:pt idx="2710">
                  <c:v>2710</c:v>
                </c:pt>
                <c:pt idx="2711">
                  <c:v>2711</c:v>
                </c:pt>
                <c:pt idx="2712">
                  <c:v>2712</c:v>
                </c:pt>
                <c:pt idx="2713">
                  <c:v>2713</c:v>
                </c:pt>
                <c:pt idx="2714">
                  <c:v>2714</c:v>
                </c:pt>
                <c:pt idx="2715">
                  <c:v>2715</c:v>
                </c:pt>
                <c:pt idx="2716">
                  <c:v>2716</c:v>
                </c:pt>
                <c:pt idx="2717">
                  <c:v>2717</c:v>
                </c:pt>
                <c:pt idx="2718">
                  <c:v>2718</c:v>
                </c:pt>
                <c:pt idx="2719">
                  <c:v>2719</c:v>
                </c:pt>
                <c:pt idx="2720">
                  <c:v>2720</c:v>
                </c:pt>
                <c:pt idx="2721">
                  <c:v>2721</c:v>
                </c:pt>
                <c:pt idx="2722">
                  <c:v>2722</c:v>
                </c:pt>
                <c:pt idx="2723">
                  <c:v>2723</c:v>
                </c:pt>
                <c:pt idx="2724">
                  <c:v>2724</c:v>
                </c:pt>
                <c:pt idx="2725">
                  <c:v>2725</c:v>
                </c:pt>
                <c:pt idx="2726">
                  <c:v>2726</c:v>
                </c:pt>
                <c:pt idx="2727">
                  <c:v>2727</c:v>
                </c:pt>
                <c:pt idx="2728">
                  <c:v>2728</c:v>
                </c:pt>
                <c:pt idx="2729">
                  <c:v>2729</c:v>
                </c:pt>
                <c:pt idx="2730">
                  <c:v>2730</c:v>
                </c:pt>
                <c:pt idx="2731">
                  <c:v>2731</c:v>
                </c:pt>
                <c:pt idx="2732">
                  <c:v>2732</c:v>
                </c:pt>
                <c:pt idx="2733">
                  <c:v>2733</c:v>
                </c:pt>
                <c:pt idx="2734">
                  <c:v>2734</c:v>
                </c:pt>
                <c:pt idx="2735">
                  <c:v>2735</c:v>
                </c:pt>
                <c:pt idx="2736">
                  <c:v>2736</c:v>
                </c:pt>
                <c:pt idx="2737">
                  <c:v>2737</c:v>
                </c:pt>
                <c:pt idx="2738">
                  <c:v>2738</c:v>
                </c:pt>
                <c:pt idx="2739">
                  <c:v>2739</c:v>
                </c:pt>
                <c:pt idx="2740">
                  <c:v>2740</c:v>
                </c:pt>
                <c:pt idx="2741">
                  <c:v>2741</c:v>
                </c:pt>
                <c:pt idx="2742">
                  <c:v>2742</c:v>
                </c:pt>
                <c:pt idx="2743">
                  <c:v>2743</c:v>
                </c:pt>
                <c:pt idx="2744">
                  <c:v>2744</c:v>
                </c:pt>
                <c:pt idx="2745">
                  <c:v>2745</c:v>
                </c:pt>
                <c:pt idx="2746">
                  <c:v>2746</c:v>
                </c:pt>
                <c:pt idx="2747">
                  <c:v>2747</c:v>
                </c:pt>
                <c:pt idx="2748">
                  <c:v>2748</c:v>
                </c:pt>
                <c:pt idx="2749">
                  <c:v>2749</c:v>
                </c:pt>
                <c:pt idx="2750">
                  <c:v>2750</c:v>
                </c:pt>
                <c:pt idx="2751">
                  <c:v>2751</c:v>
                </c:pt>
                <c:pt idx="2752">
                  <c:v>2752</c:v>
                </c:pt>
                <c:pt idx="2753">
                  <c:v>2753</c:v>
                </c:pt>
                <c:pt idx="2754">
                  <c:v>2754</c:v>
                </c:pt>
                <c:pt idx="2755">
                  <c:v>2755</c:v>
                </c:pt>
                <c:pt idx="2756">
                  <c:v>2756</c:v>
                </c:pt>
                <c:pt idx="2757">
                  <c:v>2757</c:v>
                </c:pt>
                <c:pt idx="2758">
                  <c:v>2758</c:v>
                </c:pt>
                <c:pt idx="2759">
                  <c:v>2759</c:v>
                </c:pt>
                <c:pt idx="2760">
                  <c:v>2760</c:v>
                </c:pt>
                <c:pt idx="2761">
                  <c:v>2761</c:v>
                </c:pt>
                <c:pt idx="2762">
                  <c:v>2762</c:v>
                </c:pt>
                <c:pt idx="2763">
                  <c:v>2763</c:v>
                </c:pt>
                <c:pt idx="2764">
                  <c:v>2764</c:v>
                </c:pt>
                <c:pt idx="2765">
                  <c:v>2765</c:v>
                </c:pt>
                <c:pt idx="2766">
                  <c:v>2766</c:v>
                </c:pt>
                <c:pt idx="2767">
                  <c:v>2767</c:v>
                </c:pt>
                <c:pt idx="2768">
                  <c:v>2768</c:v>
                </c:pt>
                <c:pt idx="2769">
                  <c:v>2769</c:v>
                </c:pt>
                <c:pt idx="2770">
                  <c:v>2770</c:v>
                </c:pt>
                <c:pt idx="2771">
                  <c:v>2771</c:v>
                </c:pt>
                <c:pt idx="2772">
                  <c:v>2772</c:v>
                </c:pt>
                <c:pt idx="2773">
                  <c:v>2773</c:v>
                </c:pt>
                <c:pt idx="2774">
                  <c:v>2774</c:v>
                </c:pt>
                <c:pt idx="2775">
                  <c:v>2775</c:v>
                </c:pt>
                <c:pt idx="2776">
                  <c:v>2776</c:v>
                </c:pt>
                <c:pt idx="2777">
                  <c:v>2777</c:v>
                </c:pt>
                <c:pt idx="2778">
                  <c:v>2778</c:v>
                </c:pt>
                <c:pt idx="2779">
                  <c:v>2779</c:v>
                </c:pt>
                <c:pt idx="2780">
                  <c:v>2780</c:v>
                </c:pt>
                <c:pt idx="2781">
                  <c:v>2781</c:v>
                </c:pt>
                <c:pt idx="2782">
                  <c:v>2782</c:v>
                </c:pt>
                <c:pt idx="2783">
                  <c:v>2783</c:v>
                </c:pt>
                <c:pt idx="2784">
                  <c:v>2784</c:v>
                </c:pt>
                <c:pt idx="2785">
                  <c:v>2785</c:v>
                </c:pt>
                <c:pt idx="2786">
                  <c:v>2786</c:v>
                </c:pt>
                <c:pt idx="2787">
                  <c:v>2787</c:v>
                </c:pt>
                <c:pt idx="2788">
                  <c:v>2788</c:v>
                </c:pt>
                <c:pt idx="2789">
                  <c:v>2789</c:v>
                </c:pt>
                <c:pt idx="2790">
                  <c:v>2790</c:v>
                </c:pt>
                <c:pt idx="2791">
                  <c:v>2791</c:v>
                </c:pt>
                <c:pt idx="2792">
                  <c:v>2792</c:v>
                </c:pt>
                <c:pt idx="2793">
                  <c:v>2793</c:v>
                </c:pt>
                <c:pt idx="2794">
                  <c:v>2794</c:v>
                </c:pt>
                <c:pt idx="2795">
                  <c:v>2795</c:v>
                </c:pt>
                <c:pt idx="2796">
                  <c:v>2796</c:v>
                </c:pt>
                <c:pt idx="2797">
                  <c:v>2797</c:v>
                </c:pt>
                <c:pt idx="2798">
                  <c:v>2798</c:v>
                </c:pt>
                <c:pt idx="2799">
                  <c:v>2799</c:v>
                </c:pt>
                <c:pt idx="2800">
                  <c:v>2800</c:v>
                </c:pt>
                <c:pt idx="2801">
                  <c:v>2801</c:v>
                </c:pt>
                <c:pt idx="2802">
                  <c:v>2802</c:v>
                </c:pt>
                <c:pt idx="2803">
                  <c:v>2803</c:v>
                </c:pt>
                <c:pt idx="2804">
                  <c:v>2804</c:v>
                </c:pt>
                <c:pt idx="2805">
                  <c:v>2805</c:v>
                </c:pt>
                <c:pt idx="2806">
                  <c:v>2806</c:v>
                </c:pt>
                <c:pt idx="2807">
                  <c:v>2807</c:v>
                </c:pt>
                <c:pt idx="2808">
                  <c:v>2808</c:v>
                </c:pt>
                <c:pt idx="2809">
                  <c:v>2809</c:v>
                </c:pt>
                <c:pt idx="2810">
                  <c:v>2810</c:v>
                </c:pt>
                <c:pt idx="2811">
                  <c:v>2811</c:v>
                </c:pt>
                <c:pt idx="2812">
                  <c:v>2812</c:v>
                </c:pt>
                <c:pt idx="2813">
                  <c:v>2813</c:v>
                </c:pt>
                <c:pt idx="2814">
                  <c:v>2814</c:v>
                </c:pt>
                <c:pt idx="2815">
                  <c:v>2815</c:v>
                </c:pt>
                <c:pt idx="2816">
                  <c:v>2816</c:v>
                </c:pt>
                <c:pt idx="2817">
                  <c:v>2817</c:v>
                </c:pt>
                <c:pt idx="2818">
                  <c:v>2818</c:v>
                </c:pt>
                <c:pt idx="2819">
                  <c:v>2819</c:v>
                </c:pt>
                <c:pt idx="2820">
                  <c:v>2820</c:v>
                </c:pt>
                <c:pt idx="2821">
                  <c:v>2821</c:v>
                </c:pt>
                <c:pt idx="2822">
                  <c:v>2822</c:v>
                </c:pt>
                <c:pt idx="2823">
                  <c:v>2823</c:v>
                </c:pt>
                <c:pt idx="2824">
                  <c:v>2824</c:v>
                </c:pt>
                <c:pt idx="2825">
                  <c:v>2825</c:v>
                </c:pt>
                <c:pt idx="2826">
                  <c:v>2826</c:v>
                </c:pt>
                <c:pt idx="2827">
                  <c:v>2827</c:v>
                </c:pt>
                <c:pt idx="2828">
                  <c:v>2828</c:v>
                </c:pt>
                <c:pt idx="2829">
                  <c:v>2829</c:v>
                </c:pt>
                <c:pt idx="2830">
                  <c:v>2830</c:v>
                </c:pt>
                <c:pt idx="2831">
                  <c:v>2831</c:v>
                </c:pt>
                <c:pt idx="2832">
                  <c:v>2832</c:v>
                </c:pt>
                <c:pt idx="2833">
                  <c:v>2833</c:v>
                </c:pt>
                <c:pt idx="2834">
                  <c:v>2834</c:v>
                </c:pt>
                <c:pt idx="2835">
                  <c:v>2835</c:v>
                </c:pt>
                <c:pt idx="2836">
                  <c:v>2836</c:v>
                </c:pt>
                <c:pt idx="2837">
                  <c:v>2837</c:v>
                </c:pt>
                <c:pt idx="2838">
                  <c:v>2838</c:v>
                </c:pt>
                <c:pt idx="2839">
                  <c:v>2839</c:v>
                </c:pt>
                <c:pt idx="2840">
                  <c:v>2840</c:v>
                </c:pt>
                <c:pt idx="2841">
                  <c:v>2841</c:v>
                </c:pt>
                <c:pt idx="2842">
                  <c:v>2842</c:v>
                </c:pt>
                <c:pt idx="2843">
                  <c:v>2843</c:v>
                </c:pt>
                <c:pt idx="2844">
                  <c:v>2844</c:v>
                </c:pt>
                <c:pt idx="2845">
                  <c:v>2845</c:v>
                </c:pt>
                <c:pt idx="2846">
                  <c:v>2846</c:v>
                </c:pt>
                <c:pt idx="2847">
                  <c:v>2847</c:v>
                </c:pt>
                <c:pt idx="2848">
                  <c:v>2848</c:v>
                </c:pt>
                <c:pt idx="2849">
                  <c:v>2849</c:v>
                </c:pt>
                <c:pt idx="2850">
                  <c:v>2850</c:v>
                </c:pt>
                <c:pt idx="2851">
                  <c:v>2851</c:v>
                </c:pt>
                <c:pt idx="2852">
                  <c:v>2852</c:v>
                </c:pt>
                <c:pt idx="2853">
                  <c:v>2853</c:v>
                </c:pt>
                <c:pt idx="2854">
                  <c:v>2854</c:v>
                </c:pt>
                <c:pt idx="2855">
                  <c:v>2855</c:v>
                </c:pt>
                <c:pt idx="2856">
                  <c:v>2856</c:v>
                </c:pt>
                <c:pt idx="2857">
                  <c:v>2857</c:v>
                </c:pt>
                <c:pt idx="2858">
                  <c:v>2858</c:v>
                </c:pt>
                <c:pt idx="2859">
                  <c:v>2859</c:v>
                </c:pt>
                <c:pt idx="2860">
                  <c:v>2860</c:v>
                </c:pt>
                <c:pt idx="2861">
                  <c:v>2861</c:v>
                </c:pt>
                <c:pt idx="2862">
                  <c:v>2862</c:v>
                </c:pt>
                <c:pt idx="2863">
                  <c:v>2863</c:v>
                </c:pt>
                <c:pt idx="2864">
                  <c:v>2864</c:v>
                </c:pt>
                <c:pt idx="2865">
                  <c:v>2865</c:v>
                </c:pt>
                <c:pt idx="2866">
                  <c:v>2866</c:v>
                </c:pt>
                <c:pt idx="2867">
                  <c:v>2867</c:v>
                </c:pt>
                <c:pt idx="2868">
                  <c:v>2868</c:v>
                </c:pt>
                <c:pt idx="2869">
                  <c:v>2869</c:v>
                </c:pt>
                <c:pt idx="2870">
                  <c:v>2870</c:v>
                </c:pt>
                <c:pt idx="2871">
                  <c:v>2871</c:v>
                </c:pt>
                <c:pt idx="2872">
                  <c:v>2872</c:v>
                </c:pt>
                <c:pt idx="2873">
                  <c:v>2873</c:v>
                </c:pt>
                <c:pt idx="2874">
                  <c:v>2874</c:v>
                </c:pt>
                <c:pt idx="2875">
                  <c:v>2875</c:v>
                </c:pt>
                <c:pt idx="2876">
                  <c:v>2876</c:v>
                </c:pt>
                <c:pt idx="2877">
                  <c:v>2877</c:v>
                </c:pt>
                <c:pt idx="2878">
                  <c:v>2878</c:v>
                </c:pt>
                <c:pt idx="2879">
                  <c:v>2879</c:v>
                </c:pt>
                <c:pt idx="2880">
                  <c:v>2880</c:v>
                </c:pt>
                <c:pt idx="2881">
                  <c:v>2881</c:v>
                </c:pt>
                <c:pt idx="2882">
                  <c:v>2882</c:v>
                </c:pt>
                <c:pt idx="2883">
                  <c:v>2883</c:v>
                </c:pt>
                <c:pt idx="2884">
                  <c:v>2884</c:v>
                </c:pt>
                <c:pt idx="2885">
                  <c:v>2885</c:v>
                </c:pt>
                <c:pt idx="2886">
                  <c:v>2886</c:v>
                </c:pt>
                <c:pt idx="2887">
                  <c:v>2887</c:v>
                </c:pt>
                <c:pt idx="2888">
                  <c:v>2888</c:v>
                </c:pt>
                <c:pt idx="2889">
                  <c:v>2889</c:v>
                </c:pt>
                <c:pt idx="2890">
                  <c:v>2890</c:v>
                </c:pt>
                <c:pt idx="2891">
                  <c:v>2891</c:v>
                </c:pt>
                <c:pt idx="2892">
                  <c:v>2892</c:v>
                </c:pt>
                <c:pt idx="2893">
                  <c:v>2893</c:v>
                </c:pt>
                <c:pt idx="2894">
                  <c:v>2894</c:v>
                </c:pt>
                <c:pt idx="2895">
                  <c:v>2895</c:v>
                </c:pt>
                <c:pt idx="2896">
                  <c:v>2896</c:v>
                </c:pt>
                <c:pt idx="2897">
                  <c:v>2897</c:v>
                </c:pt>
                <c:pt idx="2898">
                  <c:v>2898</c:v>
                </c:pt>
                <c:pt idx="2899">
                  <c:v>2899</c:v>
                </c:pt>
                <c:pt idx="2900">
                  <c:v>2900</c:v>
                </c:pt>
                <c:pt idx="2901">
                  <c:v>2901</c:v>
                </c:pt>
                <c:pt idx="2902">
                  <c:v>2902</c:v>
                </c:pt>
                <c:pt idx="2903">
                  <c:v>2903</c:v>
                </c:pt>
                <c:pt idx="2904">
                  <c:v>2904</c:v>
                </c:pt>
                <c:pt idx="2905">
                  <c:v>2905</c:v>
                </c:pt>
                <c:pt idx="2906">
                  <c:v>2906</c:v>
                </c:pt>
                <c:pt idx="2907">
                  <c:v>2907</c:v>
                </c:pt>
                <c:pt idx="2908">
                  <c:v>2908</c:v>
                </c:pt>
                <c:pt idx="2909">
                  <c:v>2909</c:v>
                </c:pt>
                <c:pt idx="2910">
                  <c:v>2910</c:v>
                </c:pt>
                <c:pt idx="2911">
                  <c:v>2911</c:v>
                </c:pt>
                <c:pt idx="2912">
                  <c:v>2912</c:v>
                </c:pt>
                <c:pt idx="2913">
                  <c:v>2913</c:v>
                </c:pt>
                <c:pt idx="2914">
                  <c:v>2914</c:v>
                </c:pt>
                <c:pt idx="2915">
                  <c:v>2915</c:v>
                </c:pt>
                <c:pt idx="2916">
                  <c:v>2916</c:v>
                </c:pt>
                <c:pt idx="2917">
                  <c:v>2917</c:v>
                </c:pt>
                <c:pt idx="2918">
                  <c:v>2918</c:v>
                </c:pt>
                <c:pt idx="2919">
                  <c:v>2919</c:v>
                </c:pt>
                <c:pt idx="2920">
                  <c:v>2920</c:v>
                </c:pt>
                <c:pt idx="2921">
                  <c:v>2921</c:v>
                </c:pt>
                <c:pt idx="2922">
                  <c:v>2922</c:v>
                </c:pt>
                <c:pt idx="2923">
                  <c:v>2923</c:v>
                </c:pt>
                <c:pt idx="2924">
                  <c:v>2924</c:v>
                </c:pt>
                <c:pt idx="2925">
                  <c:v>2925</c:v>
                </c:pt>
                <c:pt idx="2926">
                  <c:v>2926</c:v>
                </c:pt>
                <c:pt idx="2927">
                  <c:v>2927</c:v>
                </c:pt>
                <c:pt idx="2928">
                  <c:v>2928</c:v>
                </c:pt>
                <c:pt idx="2929">
                  <c:v>2929</c:v>
                </c:pt>
                <c:pt idx="2930">
                  <c:v>2930</c:v>
                </c:pt>
                <c:pt idx="2931">
                  <c:v>2931</c:v>
                </c:pt>
                <c:pt idx="2932">
                  <c:v>2932</c:v>
                </c:pt>
                <c:pt idx="2933">
                  <c:v>2933</c:v>
                </c:pt>
                <c:pt idx="2934">
                  <c:v>2934</c:v>
                </c:pt>
                <c:pt idx="2935">
                  <c:v>2935</c:v>
                </c:pt>
                <c:pt idx="2936">
                  <c:v>2936</c:v>
                </c:pt>
                <c:pt idx="2937">
                  <c:v>2937</c:v>
                </c:pt>
                <c:pt idx="2938">
                  <c:v>2938</c:v>
                </c:pt>
                <c:pt idx="2939">
                  <c:v>2939</c:v>
                </c:pt>
                <c:pt idx="2940">
                  <c:v>2940</c:v>
                </c:pt>
                <c:pt idx="2941">
                  <c:v>2941</c:v>
                </c:pt>
                <c:pt idx="2942">
                  <c:v>2942</c:v>
                </c:pt>
                <c:pt idx="2943">
                  <c:v>2943</c:v>
                </c:pt>
                <c:pt idx="2944">
                  <c:v>2944</c:v>
                </c:pt>
                <c:pt idx="2945">
                  <c:v>2945</c:v>
                </c:pt>
                <c:pt idx="2946">
                  <c:v>2946</c:v>
                </c:pt>
                <c:pt idx="2947">
                  <c:v>2947</c:v>
                </c:pt>
                <c:pt idx="2948">
                  <c:v>2948</c:v>
                </c:pt>
                <c:pt idx="2949">
                  <c:v>2949</c:v>
                </c:pt>
                <c:pt idx="2950">
                  <c:v>2950</c:v>
                </c:pt>
                <c:pt idx="2951">
                  <c:v>2951</c:v>
                </c:pt>
                <c:pt idx="2952">
                  <c:v>2952</c:v>
                </c:pt>
                <c:pt idx="2953">
                  <c:v>2953</c:v>
                </c:pt>
                <c:pt idx="2954">
                  <c:v>2954</c:v>
                </c:pt>
                <c:pt idx="2955">
                  <c:v>2955</c:v>
                </c:pt>
                <c:pt idx="2956">
                  <c:v>2956</c:v>
                </c:pt>
                <c:pt idx="2957">
                  <c:v>2957</c:v>
                </c:pt>
                <c:pt idx="2958">
                  <c:v>2958</c:v>
                </c:pt>
                <c:pt idx="2959">
                  <c:v>2959</c:v>
                </c:pt>
                <c:pt idx="2960">
                  <c:v>2960</c:v>
                </c:pt>
                <c:pt idx="2961">
                  <c:v>2961</c:v>
                </c:pt>
                <c:pt idx="2962">
                  <c:v>2962</c:v>
                </c:pt>
                <c:pt idx="2963">
                  <c:v>2963</c:v>
                </c:pt>
                <c:pt idx="2964">
                  <c:v>2964</c:v>
                </c:pt>
                <c:pt idx="2965">
                  <c:v>2965</c:v>
                </c:pt>
                <c:pt idx="2966">
                  <c:v>2966</c:v>
                </c:pt>
                <c:pt idx="2967">
                  <c:v>2967</c:v>
                </c:pt>
                <c:pt idx="2968">
                  <c:v>2968</c:v>
                </c:pt>
                <c:pt idx="2969">
                  <c:v>2969</c:v>
                </c:pt>
                <c:pt idx="2970">
                  <c:v>2970</c:v>
                </c:pt>
                <c:pt idx="2971">
                  <c:v>2971</c:v>
                </c:pt>
                <c:pt idx="2972">
                  <c:v>2972</c:v>
                </c:pt>
                <c:pt idx="2973">
                  <c:v>2973</c:v>
                </c:pt>
                <c:pt idx="2974">
                  <c:v>2974</c:v>
                </c:pt>
                <c:pt idx="2975">
                  <c:v>2975</c:v>
                </c:pt>
                <c:pt idx="2976">
                  <c:v>2976</c:v>
                </c:pt>
                <c:pt idx="2977">
                  <c:v>2977</c:v>
                </c:pt>
                <c:pt idx="2978">
                  <c:v>2978</c:v>
                </c:pt>
                <c:pt idx="2979">
                  <c:v>2979</c:v>
                </c:pt>
                <c:pt idx="2980">
                  <c:v>2980</c:v>
                </c:pt>
                <c:pt idx="2981">
                  <c:v>2981</c:v>
                </c:pt>
                <c:pt idx="2982">
                  <c:v>2982</c:v>
                </c:pt>
                <c:pt idx="2983">
                  <c:v>2983</c:v>
                </c:pt>
                <c:pt idx="2984">
                  <c:v>2984</c:v>
                </c:pt>
                <c:pt idx="2985">
                  <c:v>2985</c:v>
                </c:pt>
                <c:pt idx="2986">
                  <c:v>2986</c:v>
                </c:pt>
                <c:pt idx="2987">
                  <c:v>2987</c:v>
                </c:pt>
                <c:pt idx="2988">
                  <c:v>2988</c:v>
                </c:pt>
                <c:pt idx="2989">
                  <c:v>2989</c:v>
                </c:pt>
                <c:pt idx="2990">
                  <c:v>2990</c:v>
                </c:pt>
                <c:pt idx="2991">
                  <c:v>2991</c:v>
                </c:pt>
                <c:pt idx="2992">
                  <c:v>2992</c:v>
                </c:pt>
                <c:pt idx="2993">
                  <c:v>2993</c:v>
                </c:pt>
                <c:pt idx="2994">
                  <c:v>2994</c:v>
                </c:pt>
                <c:pt idx="2995">
                  <c:v>2995</c:v>
                </c:pt>
                <c:pt idx="2996">
                  <c:v>2996</c:v>
                </c:pt>
                <c:pt idx="2997">
                  <c:v>2997</c:v>
                </c:pt>
                <c:pt idx="2998">
                  <c:v>2998</c:v>
                </c:pt>
                <c:pt idx="2999">
                  <c:v>2999</c:v>
                </c:pt>
                <c:pt idx="3000">
                  <c:v>3000</c:v>
                </c:pt>
                <c:pt idx="3001">
                  <c:v>3001</c:v>
                </c:pt>
                <c:pt idx="3002">
                  <c:v>3002</c:v>
                </c:pt>
                <c:pt idx="3003">
                  <c:v>3003</c:v>
                </c:pt>
                <c:pt idx="3004">
                  <c:v>3004</c:v>
                </c:pt>
                <c:pt idx="3005">
                  <c:v>3005</c:v>
                </c:pt>
                <c:pt idx="3006">
                  <c:v>3006</c:v>
                </c:pt>
                <c:pt idx="3007">
                  <c:v>3007</c:v>
                </c:pt>
                <c:pt idx="3008">
                  <c:v>3008</c:v>
                </c:pt>
                <c:pt idx="3009">
                  <c:v>3009</c:v>
                </c:pt>
                <c:pt idx="3010">
                  <c:v>3010</c:v>
                </c:pt>
                <c:pt idx="3011">
                  <c:v>3011</c:v>
                </c:pt>
                <c:pt idx="3012">
                  <c:v>3012</c:v>
                </c:pt>
                <c:pt idx="3013">
                  <c:v>3013</c:v>
                </c:pt>
                <c:pt idx="3014">
                  <c:v>3014</c:v>
                </c:pt>
                <c:pt idx="3015">
                  <c:v>3015</c:v>
                </c:pt>
                <c:pt idx="3016">
                  <c:v>3016</c:v>
                </c:pt>
                <c:pt idx="3017">
                  <c:v>3017</c:v>
                </c:pt>
                <c:pt idx="3018">
                  <c:v>3018</c:v>
                </c:pt>
                <c:pt idx="3019">
                  <c:v>3019</c:v>
                </c:pt>
                <c:pt idx="3020">
                  <c:v>3020</c:v>
                </c:pt>
                <c:pt idx="3021">
                  <c:v>3021</c:v>
                </c:pt>
                <c:pt idx="3022">
                  <c:v>3022</c:v>
                </c:pt>
                <c:pt idx="3023">
                  <c:v>3023</c:v>
                </c:pt>
                <c:pt idx="3024">
                  <c:v>3024</c:v>
                </c:pt>
                <c:pt idx="3025">
                  <c:v>3025</c:v>
                </c:pt>
                <c:pt idx="3026">
                  <c:v>3026</c:v>
                </c:pt>
                <c:pt idx="3027">
                  <c:v>3027</c:v>
                </c:pt>
                <c:pt idx="3028">
                  <c:v>3028</c:v>
                </c:pt>
                <c:pt idx="3029">
                  <c:v>3029</c:v>
                </c:pt>
                <c:pt idx="3030">
                  <c:v>3030</c:v>
                </c:pt>
                <c:pt idx="3031">
                  <c:v>3031</c:v>
                </c:pt>
                <c:pt idx="3032">
                  <c:v>3032</c:v>
                </c:pt>
                <c:pt idx="3033">
                  <c:v>3033</c:v>
                </c:pt>
                <c:pt idx="3034">
                  <c:v>3034</c:v>
                </c:pt>
                <c:pt idx="3035">
                  <c:v>3035</c:v>
                </c:pt>
                <c:pt idx="3036">
                  <c:v>3036</c:v>
                </c:pt>
                <c:pt idx="3037">
                  <c:v>3037</c:v>
                </c:pt>
                <c:pt idx="3038">
                  <c:v>3038</c:v>
                </c:pt>
                <c:pt idx="3039">
                  <c:v>3039</c:v>
                </c:pt>
                <c:pt idx="3040">
                  <c:v>3040</c:v>
                </c:pt>
                <c:pt idx="3041">
                  <c:v>3041</c:v>
                </c:pt>
                <c:pt idx="3042">
                  <c:v>3042</c:v>
                </c:pt>
                <c:pt idx="3043">
                  <c:v>3043</c:v>
                </c:pt>
                <c:pt idx="3044">
                  <c:v>3044</c:v>
                </c:pt>
                <c:pt idx="3045">
                  <c:v>3045</c:v>
                </c:pt>
                <c:pt idx="3046">
                  <c:v>3046</c:v>
                </c:pt>
                <c:pt idx="3047">
                  <c:v>3047</c:v>
                </c:pt>
                <c:pt idx="3048">
                  <c:v>3048</c:v>
                </c:pt>
                <c:pt idx="3049">
                  <c:v>3049</c:v>
                </c:pt>
                <c:pt idx="3050">
                  <c:v>3050</c:v>
                </c:pt>
                <c:pt idx="3051">
                  <c:v>3051</c:v>
                </c:pt>
                <c:pt idx="3052">
                  <c:v>3052</c:v>
                </c:pt>
                <c:pt idx="3053">
                  <c:v>3053</c:v>
                </c:pt>
                <c:pt idx="3054">
                  <c:v>3054</c:v>
                </c:pt>
                <c:pt idx="3055">
                  <c:v>3055</c:v>
                </c:pt>
                <c:pt idx="3056">
                  <c:v>3056</c:v>
                </c:pt>
                <c:pt idx="3057">
                  <c:v>3057</c:v>
                </c:pt>
                <c:pt idx="3058">
                  <c:v>3058</c:v>
                </c:pt>
                <c:pt idx="3059">
                  <c:v>3059</c:v>
                </c:pt>
                <c:pt idx="3060">
                  <c:v>3060</c:v>
                </c:pt>
                <c:pt idx="3061">
                  <c:v>3061</c:v>
                </c:pt>
                <c:pt idx="3062">
                  <c:v>3062</c:v>
                </c:pt>
                <c:pt idx="3063">
                  <c:v>3063</c:v>
                </c:pt>
                <c:pt idx="3064">
                  <c:v>3064</c:v>
                </c:pt>
                <c:pt idx="3065">
                  <c:v>3065</c:v>
                </c:pt>
                <c:pt idx="3066">
                  <c:v>3066</c:v>
                </c:pt>
                <c:pt idx="3067">
                  <c:v>3067</c:v>
                </c:pt>
                <c:pt idx="3068">
                  <c:v>3068</c:v>
                </c:pt>
                <c:pt idx="3069">
                  <c:v>3069</c:v>
                </c:pt>
                <c:pt idx="3070">
                  <c:v>3070</c:v>
                </c:pt>
                <c:pt idx="3071">
                  <c:v>3071</c:v>
                </c:pt>
                <c:pt idx="3072">
                  <c:v>3072</c:v>
                </c:pt>
                <c:pt idx="3073">
                  <c:v>3073</c:v>
                </c:pt>
                <c:pt idx="3074">
                  <c:v>3074</c:v>
                </c:pt>
                <c:pt idx="3075">
                  <c:v>3075</c:v>
                </c:pt>
                <c:pt idx="3076">
                  <c:v>3076</c:v>
                </c:pt>
                <c:pt idx="3077">
                  <c:v>3077</c:v>
                </c:pt>
                <c:pt idx="3078">
                  <c:v>3078</c:v>
                </c:pt>
                <c:pt idx="3079">
                  <c:v>3079</c:v>
                </c:pt>
                <c:pt idx="3080">
                  <c:v>3080</c:v>
                </c:pt>
                <c:pt idx="3081">
                  <c:v>3081</c:v>
                </c:pt>
                <c:pt idx="3082">
                  <c:v>3082</c:v>
                </c:pt>
                <c:pt idx="3083">
                  <c:v>3083</c:v>
                </c:pt>
                <c:pt idx="3084">
                  <c:v>3084</c:v>
                </c:pt>
                <c:pt idx="3085">
                  <c:v>3085</c:v>
                </c:pt>
                <c:pt idx="3086">
                  <c:v>3086</c:v>
                </c:pt>
                <c:pt idx="3087">
                  <c:v>3087</c:v>
                </c:pt>
                <c:pt idx="3088">
                  <c:v>3088</c:v>
                </c:pt>
                <c:pt idx="3089">
                  <c:v>3089</c:v>
                </c:pt>
                <c:pt idx="3090">
                  <c:v>3090</c:v>
                </c:pt>
                <c:pt idx="3091">
                  <c:v>3091</c:v>
                </c:pt>
                <c:pt idx="3092">
                  <c:v>3092</c:v>
                </c:pt>
                <c:pt idx="3093">
                  <c:v>3093</c:v>
                </c:pt>
                <c:pt idx="3094">
                  <c:v>3094</c:v>
                </c:pt>
                <c:pt idx="3095">
                  <c:v>3095</c:v>
                </c:pt>
                <c:pt idx="3096">
                  <c:v>3096</c:v>
                </c:pt>
                <c:pt idx="3097">
                  <c:v>3097</c:v>
                </c:pt>
                <c:pt idx="3098">
                  <c:v>3098</c:v>
                </c:pt>
                <c:pt idx="3099">
                  <c:v>3099</c:v>
                </c:pt>
                <c:pt idx="3100">
                  <c:v>3100</c:v>
                </c:pt>
                <c:pt idx="3101">
                  <c:v>3101</c:v>
                </c:pt>
                <c:pt idx="3102">
                  <c:v>3102</c:v>
                </c:pt>
                <c:pt idx="3103">
                  <c:v>3103</c:v>
                </c:pt>
                <c:pt idx="3104">
                  <c:v>3104</c:v>
                </c:pt>
                <c:pt idx="3105">
                  <c:v>3105</c:v>
                </c:pt>
                <c:pt idx="3106">
                  <c:v>3106</c:v>
                </c:pt>
                <c:pt idx="3107">
                  <c:v>3107</c:v>
                </c:pt>
                <c:pt idx="3108">
                  <c:v>3108</c:v>
                </c:pt>
                <c:pt idx="3109">
                  <c:v>3109</c:v>
                </c:pt>
                <c:pt idx="3110">
                  <c:v>3110</c:v>
                </c:pt>
                <c:pt idx="3111">
                  <c:v>3111</c:v>
                </c:pt>
                <c:pt idx="3112">
                  <c:v>3112</c:v>
                </c:pt>
                <c:pt idx="3113">
                  <c:v>3113</c:v>
                </c:pt>
                <c:pt idx="3114">
                  <c:v>3114</c:v>
                </c:pt>
                <c:pt idx="3115">
                  <c:v>3115</c:v>
                </c:pt>
                <c:pt idx="3116">
                  <c:v>3116</c:v>
                </c:pt>
                <c:pt idx="3117">
                  <c:v>3117</c:v>
                </c:pt>
                <c:pt idx="3118">
                  <c:v>3118</c:v>
                </c:pt>
                <c:pt idx="3119">
                  <c:v>3119</c:v>
                </c:pt>
                <c:pt idx="3120">
                  <c:v>3120</c:v>
                </c:pt>
                <c:pt idx="3121">
                  <c:v>3121</c:v>
                </c:pt>
                <c:pt idx="3122">
                  <c:v>3122</c:v>
                </c:pt>
                <c:pt idx="3123">
                  <c:v>3123</c:v>
                </c:pt>
                <c:pt idx="3124">
                  <c:v>3124</c:v>
                </c:pt>
                <c:pt idx="3125">
                  <c:v>3125</c:v>
                </c:pt>
                <c:pt idx="3126">
                  <c:v>3126</c:v>
                </c:pt>
                <c:pt idx="3127">
                  <c:v>3127</c:v>
                </c:pt>
                <c:pt idx="3128">
                  <c:v>3128</c:v>
                </c:pt>
                <c:pt idx="3129">
                  <c:v>3129</c:v>
                </c:pt>
                <c:pt idx="3130">
                  <c:v>3130</c:v>
                </c:pt>
                <c:pt idx="3131">
                  <c:v>3131</c:v>
                </c:pt>
                <c:pt idx="3132">
                  <c:v>3132</c:v>
                </c:pt>
                <c:pt idx="3133">
                  <c:v>3133</c:v>
                </c:pt>
                <c:pt idx="3134">
                  <c:v>3134</c:v>
                </c:pt>
                <c:pt idx="3135">
                  <c:v>3135</c:v>
                </c:pt>
                <c:pt idx="3136">
                  <c:v>3136</c:v>
                </c:pt>
                <c:pt idx="3137">
                  <c:v>3137</c:v>
                </c:pt>
                <c:pt idx="3138">
                  <c:v>3138</c:v>
                </c:pt>
                <c:pt idx="3139">
                  <c:v>3139</c:v>
                </c:pt>
                <c:pt idx="3140">
                  <c:v>3140</c:v>
                </c:pt>
                <c:pt idx="3141">
                  <c:v>3141</c:v>
                </c:pt>
                <c:pt idx="3142">
                  <c:v>3142</c:v>
                </c:pt>
                <c:pt idx="3143">
                  <c:v>3143</c:v>
                </c:pt>
                <c:pt idx="3144">
                  <c:v>3144</c:v>
                </c:pt>
                <c:pt idx="3145">
                  <c:v>3145</c:v>
                </c:pt>
                <c:pt idx="3146">
                  <c:v>3146</c:v>
                </c:pt>
                <c:pt idx="3147">
                  <c:v>3147</c:v>
                </c:pt>
                <c:pt idx="3148">
                  <c:v>3148</c:v>
                </c:pt>
                <c:pt idx="3149">
                  <c:v>3149</c:v>
                </c:pt>
                <c:pt idx="3150">
                  <c:v>3150</c:v>
                </c:pt>
                <c:pt idx="3151">
                  <c:v>3151</c:v>
                </c:pt>
                <c:pt idx="3152">
                  <c:v>3152</c:v>
                </c:pt>
                <c:pt idx="3153">
                  <c:v>3153</c:v>
                </c:pt>
                <c:pt idx="3154">
                  <c:v>3154</c:v>
                </c:pt>
                <c:pt idx="3155">
                  <c:v>3155</c:v>
                </c:pt>
                <c:pt idx="3156">
                  <c:v>3156</c:v>
                </c:pt>
                <c:pt idx="3157">
                  <c:v>3157</c:v>
                </c:pt>
                <c:pt idx="3158">
                  <c:v>3158</c:v>
                </c:pt>
                <c:pt idx="3159">
                  <c:v>3159</c:v>
                </c:pt>
                <c:pt idx="3160">
                  <c:v>3160</c:v>
                </c:pt>
                <c:pt idx="3161">
                  <c:v>3161</c:v>
                </c:pt>
                <c:pt idx="3162">
                  <c:v>3162</c:v>
                </c:pt>
                <c:pt idx="3163">
                  <c:v>3163</c:v>
                </c:pt>
                <c:pt idx="3164">
                  <c:v>3164</c:v>
                </c:pt>
                <c:pt idx="3165">
                  <c:v>3165</c:v>
                </c:pt>
                <c:pt idx="3166">
                  <c:v>3166</c:v>
                </c:pt>
                <c:pt idx="3167">
                  <c:v>3167</c:v>
                </c:pt>
                <c:pt idx="3168">
                  <c:v>3168</c:v>
                </c:pt>
                <c:pt idx="3169">
                  <c:v>3169</c:v>
                </c:pt>
                <c:pt idx="3170">
                  <c:v>3170</c:v>
                </c:pt>
                <c:pt idx="3171">
                  <c:v>3171</c:v>
                </c:pt>
                <c:pt idx="3172">
                  <c:v>3172</c:v>
                </c:pt>
                <c:pt idx="3173">
                  <c:v>3173</c:v>
                </c:pt>
                <c:pt idx="3174">
                  <c:v>3174</c:v>
                </c:pt>
                <c:pt idx="3175">
                  <c:v>3175</c:v>
                </c:pt>
                <c:pt idx="3176">
                  <c:v>3176</c:v>
                </c:pt>
                <c:pt idx="3177">
                  <c:v>3177</c:v>
                </c:pt>
                <c:pt idx="3178">
                  <c:v>3178</c:v>
                </c:pt>
                <c:pt idx="3179">
                  <c:v>3179</c:v>
                </c:pt>
                <c:pt idx="3180">
                  <c:v>3180</c:v>
                </c:pt>
                <c:pt idx="3181">
                  <c:v>3181</c:v>
                </c:pt>
                <c:pt idx="3182">
                  <c:v>3182</c:v>
                </c:pt>
                <c:pt idx="3183">
                  <c:v>3183</c:v>
                </c:pt>
                <c:pt idx="3184">
                  <c:v>3184</c:v>
                </c:pt>
                <c:pt idx="3185">
                  <c:v>3185</c:v>
                </c:pt>
                <c:pt idx="3186">
                  <c:v>3186</c:v>
                </c:pt>
                <c:pt idx="3187">
                  <c:v>3187</c:v>
                </c:pt>
                <c:pt idx="3188">
                  <c:v>3188</c:v>
                </c:pt>
                <c:pt idx="3189">
                  <c:v>3189</c:v>
                </c:pt>
                <c:pt idx="3190">
                  <c:v>3190</c:v>
                </c:pt>
                <c:pt idx="3191">
                  <c:v>3191</c:v>
                </c:pt>
                <c:pt idx="3192">
                  <c:v>3192</c:v>
                </c:pt>
                <c:pt idx="3193">
                  <c:v>3193</c:v>
                </c:pt>
                <c:pt idx="3194">
                  <c:v>3194</c:v>
                </c:pt>
                <c:pt idx="3195">
                  <c:v>3195</c:v>
                </c:pt>
                <c:pt idx="3196">
                  <c:v>3196</c:v>
                </c:pt>
                <c:pt idx="3197">
                  <c:v>3197</c:v>
                </c:pt>
                <c:pt idx="3198">
                  <c:v>3198</c:v>
                </c:pt>
                <c:pt idx="3199">
                  <c:v>3199</c:v>
                </c:pt>
                <c:pt idx="3200">
                  <c:v>3200</c:v>
                </c:pt>
                <c:pt idx="3201">
                  <c:v>3201</c:v>
                </c:pt>
                <c:pt idx="3202">
                  <c:v>3202</c:v>
                </c:pt>
                <c:pt idx="3203">
                  <c:v>3203</c:v>
                </c:pt>
                <c:pt idx="3204">
                  <c:v>3204</c:v>
                </c:pt>
                <c:pt idx="3205">
                  <c:v>3205</c:v>
                </c:pt>
                <c:pt idx="3206">
                  <c:v>3206</c:v>
                </c:pt>
                <c:pt idx="3207">
                  <c:v>3207</c:v>
                </c:pt>
                <c:pt idx="3208">
                  <c:v>3208</c:v>
                </c:pt>
                <c:pt idx="3209">
                  <c:v>3209</c:v>
                </c:pt>
                <c:pt idx="3210">
                  <c:v>3210</c:v>
                </c:pt>
                <c:pt idx="3211">
                  <c:v>3211</c:v>
                </c:pt>
                <c:pt idx="3212">
                  <c:v>3212</c:v>
                </c:pt>
                <c:pt idx="3213">
                  <c:v>3213</c:v>
                </c:pt>
                <c:pt idx="3214">
                  <c:v>3214</c:v>
                </c:pt>
                <c:pt idx="3215">
                  <c:v>3215</c:v>
                </c:pt>
                <c:pt idx="3216">
                  <c:v>3216</c:v>
                </c:pt>
                <c:pt idx="3217">
                  <c:v>3217</c:v>
                </c:pt>
                <c:pt idx="3218">
                  <c:v>3218</c:v>
                </c:pt>
                <c:pt idx="3219">
                  <c:v>3219</c:v>
                </c:pt>
                <c:pt idx="3220">
                  <c:v>3220</c:v>
                </c:pt>
                <c:pt idx="3221">
                  <c:v>3221</c:v>
                </c:pt>
                <c:pt idx="3222">
                  <c:v>3222</c:v>
                </c:pt>
                <c:pt idx="3223">
                  <c:v>3223</c:v>
                </c:pt>
                <c:pt idx="3224">
                  <c:v>3224</c:v>
                </c:pt>
                <c:pt idx="3225">
                  <c:v>3225</c:v>
                </c:pt>
                <c:pt idx="3226">
                  <c:v>3226</c:v>
                </c:pt>
                <c:pt idx="3227">
                  <c:v>3227</c:v>
                </c:pt>
                <c:pt idx="3228">
                  <c:v>3228</c:v>
                </c:pt>
                <c:pt idx="3229">
                  <c:v>3229</c:v>
                </c:pt>
                <c:pt idx="3230">
                  <c:v>3230</c:v>
                </c:pt>
                <c:pt idx="3231">
                  <c:v>3231</c:v>
                </c:pt>
                <c:pt idx="3232">
                  <c:v>3232</c:v>
                </c:pt>
                <c:pt idx="3233">
                  <c:v>3233</c:v>
                </c:pt>
                <c:pt idx="3234">
                  <c:v>3234</c:v>
                </c:pt>
                <c:pt idx="3235">
                  <c:v>3235</c:v>
                </c:pt>
                <c:pt idx="3236">
                  <c:v>3236</c:v>
                </c:pt>
                <c:pt idx="3237">
                  <c:v>3237</c:v>
                </c:pt>
                <c:pt idx="3238">
                  <c:v>3238</c:v>
                </c:pt>
                <c:pt idx="3239">
                  <c:v>3239</c:v>
                </c:pt>
                <c:pt idx="3240">
                  <c:v>3240</c:v>
                </c:pt>
                <c:pt idx="3241">
                  <c:v>3241</c:v>
                </c:pt>
                <c:pt idx="3242">
                  <c:v>3242</c:v>
                </c:pt>
                <c:pt idx="3243">
                  <c:v>3243</c:v>
                </c:pt>
                <c:pt idx="3244">
                  <c:v>3244</c:v>
                </c:pt>
                <c:pt idx="3245">
                  <c:v>3245</c:v>
                </c:pt>
                <c:pt idx="3246">
                  <c:v>3246</c:v>
                </c:pt>
                <c:pt idx="3247">
                  <c:v>3247</c:v>
                </c:pt>
                <c:pt idx="3248">
                  <c:v>3248</c:v>
                </c:pt>
                <c:pt idx="3249">
                  <c:v>3249</c:v>
                </c:pt>
                <c:pt idx="3250">
                  <c:v>3250</c:v>
                </c:pt>
                <c:pt idx="3251">
                  <c:v>3251</c:v>
                </c:pt>
                <c:pt idx="3252">
                  <c:v>3252</c:v>
                </c:pt>
                <c:pt idx="3253">
                  <c:v>3253</c:v>
                </c:pt>
                <c:pt idx="3254">
                  <c:v>3254</c:v>
                </c:pt>
                <c:pt idx="3255">
                  <c:v>3255</c:v>
                </c:pt>
                <c:pt idx="3256">
                  <c:v>3256</c:v>
                </c:pt>
                <c:pt idx="3257">
                  <c:v>3257</c:v>
                </c:pt>
                <c:pt idx="3258">
                  <c:v>3258</c:v>
                </c:pt>
                <c:pt idx="3259">
                  <c:v>3259</c:v>
                </c:pt>
                <c:pt idx="3260">
                  <c:v>3260</c:v>
                </c:pt>
                <c:pt idx="3261">
                  <c:v>3261</c:v>
                </c:pt>
                <c:pt idx="3262">
                  <c:v>3262</c:v>
                </c:pt>
                <c:pt idx="3263">
                  <c:v>3263</c:v>
                </c:pt>
                <c:pt idx="3264">
                  <c:v>3264</c:v>
                </c:pt>
                <c:pt idx="3265">
                  <c:v>3265</c:v>
                </c:pt>
                <c:pt idx="3266">
                  <c:v>3266</c:v>
                </c:pt>
                <c:pt idx="3267">
                  <c:v>3267</c:v>
                </c:pt>
                <c:pt idx="3268">
                  <c:v>3268</c:v>
                </c:pt>
                <c:pt idx="3269">
                  <c:v>3269</c:v>
                </c:pt>
                <c:pt idx="3270">
                  <c:v>3270</c:v>
                </c:pt>
                <c:pt idx="3271">
                  <c:v>3271</c:v>
                </c:pt>
                <c:pt idx="3272">
                  <c:v>3272</c:v>
                </c:pt>
                <c:pt idx="3273">
                  <c:v>3273</c:v>
                </c:pt>
                <c:pt idx="3274">
                  <c:v>3274</c:v>
                </c:pt>
                <c:pt idx="3275">
                  <c:v>3275</c:v>
                </c:pt>
                <c:pt idx="3276">
                  <c:v>3276</c:v>
                </c:pt>
                <c:pt idx="3277">
                  <c:v>3277</c:v>
                </c:pt>
                <c:pt idx="3278">
                  <c:v>3278</c:v>
                </c:pt>
                <c:pt idx="3279">
                  <c:v>3279</c:v>
                </c:pt>
                <c:pt idx="3280">
                  <c:v>3280</c:v>
                </c:pt>
                <c:pt idx="3281">
                  <c:v>3281</c:v>
                </c:pt>
                <c:pt idx="3282">
                  <c:v>3282</c:v>
                </c:pt>
                <c:pt idx="3283">
                  <c:v>3283</c:v>
                </c:pt>
                <c:pt idx="3284">
                  <c:v>3284</c:v>
                </c:pt>
                <c:pt idx="3285">
                  <c:v>3285</c:v>
                </c:pt>
                <c:pt idx="3286">
                  <c:v>3286</c:v>
                </c:pt>
                <c:pt idx="3287">
                  <c:v>3287</c:v>
                </c:pt>
                <c:pt idx="3288">
                  <c:v>3288</c:v>
                </c:pt>
                <c:pt idx="3289">
                  <c:v>3289</c:v>
                </c:pt>
                <c:pt idx="3290">
                  <c:v>3290</c:v>
                </c:pt>
                <c:pt idx="3291">
                  <c:v>3291</c:v>
                </c:pt>
                <c:pt idx="3292">
                  <c:v>3292</c:v>
                </c:pt>
                <c:pt idx="3293">
                  <c:v>3293</c:v>
                </c:pt>
                <c:pt idx="3294">
                  <c:v>3294</c:v>
                </c:pt>
                <c:pt idx="3295">
                  <c:v>3295</c:v>
                </c:pt>
                <c:pt idx="3296">
                  <c:v>3296</c:v>
                </c:pt>
                <c:pt idx="3297">
                  <c:v>3297</c:v>
                </c:pt>
                <c:pt idx="3298">
                  <c:v>3298</c:v>
                </c:pt>
                <c:pt idx="3299">
                  <c:v>3299</c:v>
                </c:pt>
                <c:pt idx="3300">
                  <c:v>3300</c:v>
                </c:pt>
                <c:pt idx="3301">
                  <c:v>3301</c:v>
                </c:pt>
                <c:pt idx="3302">
                  <c:v>3302</c:v>
                </c:pt>
                <c:pt idx="3303">
                  <c:v>3303</c:v>
                </c:pt>
                <c:pt idx="3304">
                  <c:v>3304</c:v>
                </c:pt>
                <c:pt idx="3305">
                  <c:v>3305</c:v>
                </c:pt>
                <c:pt idx="3306">
                  <c:v>3306</c:v>
                </c:pt>
                <c:pt idx="3307">
                  <c:v>3307</c:v>
                </c:pt>
                <c:pt idx="3308">
                  <c:v>3308</c:v>
                </c:pt>
                <c:pt idx="3309">
                  <c:v>3309</c:v>
                </c:pt>
                <c:pt idx="3310">
                  <c:v>3310</c:v>
                </c:pt>
                <c:pt idx="3311">
                  <c:v>3311</c:v>
                </c:pt>
                <c:pt idx="3312">
                  <c:v>3312</c:v>
                </c:pt>
                <c:pt idx="3313">
                  <c:v>3313</c:v>
                </c:pt>
                <c:pt idx="3314">
                  <c:v>3314</c:v>
                </c:pt>
                <c:pt idx="3315">
                  <c:v>3315</c:v>
                </c:pt>
                <c:pt idx="3316">
                  <c:v>3316</c:v>
                </c:pt>
                <c:pt idx="3317">
                  <c:v>3317</c:v>
                </c:pt>
                <c:pt idx="3318">
                  <c:v>3318</c:v>
                </c:pt>
                <c:pt idx="3319">
                  <c:v>3319</c:v>
                </c:pt>
                <c:pt idx="3320">
                  <c:v>3320</c:v>
                </c:pt>
                <c:pt idx="3321">
                  <c:v>3321</c:v>
                </c:pt>
                <c:pt idx="3322">
                  <c:v>3322</c:v>
                </c:pt>
                <c:pt idx="3323">
                  <c:v>3323</c:v>
                </c:pt>
                <c:pt idx="3324">
                  <c:v>3324</c:v>
                </c:pt>
                <c:pt idx="3325">
                  <c:v>3325</c:v>
                </c:pt>
                <c:pt idx="3326">
                  <c:v>3326</c:v>
                </c:pt>
                <c:pt idx="3327">
                  <c:v>3327</c:v>
                </c:pt>
                <c:pt idx="3328">
                  <c:v>3328</c:v>
                </c:pt>
                <c:pt idx="3329">
                  <c:v>3329</c:v>
                </c:pt>
                <c:pt idx="3330">
                  <c:v>3330</c:v>
                </c:pt>
                <c:pt idx="3331">
                  <c:v>3331</c:v>
                </c:pt>
                <c:pt idx="3332">
                  <c:v>3332</c:v>
                </c:pt>
                <c:pt idx="3333">
                  <c:v>3333</c:v>
                </c:pt>
                <c:pt idx="3334">
                  <c:v>3334</c:v>
                </c:pt>
                <c:pt idx="3335">
                  <c:v>3335</c:v>
                </c:pt>
                <c:pt idx="3336">
                  <c:v>3336</c:v>
                </c:pt>
                <c:pt idx="3337">
                  <c:v>3337</c:v>
                </c:pt>
                <c:pt idx="3338">
                  <c:v>3338</c:v>
                </c:pt>
                <c:pt idx="3339">
                  <c:v>3339</c:v>
                </c:pt>
                <c:pt idx="3340">
                  <c:v>3340</c:v>
                </c:pt>
                <c:pt idx="3341">
                  <c:v>3341</c:v>
                </c:pt>
                <c:pt idx="3342">
                  <c:v>3342</c:v>
                </c:pt>
                <c:pt idx="3343">
                  <c:v>3343</c:v>
                </c:pt>
                <c:pt idx="3344">
                  <c:v>3344</c:v>
                </c:pt>
                <c:pt idx="3345">
                  <c:v>3345</c:v>
                </c:pt>
                <c:pt idx="3346">
                  <c:v>3346</c:v>
                </c:pt>
                <c:pt idx="3347">
                  <c:v>3347</c:v>
                </c:pt>
                <c:pt idx="3348">
                  <c:v>3348</c:v>
                </c:pt>
                <c:pt idx="3349">
                  <c:v>3349</c:v>
                </c:pt>
                <c:pt idx="3350">
                  <c:v>3350</c:v>
                </c:pt>
                <c:pt idx="3351">
                  <c:v>3351</c:v>
                </c:pt>
                <c:pt idx="3352">
                  <c:v>3352</c:v>
                </c:pt>
                <c:pt idx="3353">
                  <c:v>3353</c:v>
                </c:pt>
                <c:pt idx="3354">
                  <c:v>3354</c:v>
                </c:pt>
                <c:pt idx="3355">
                  <c:v>3355</c:v>
                </c:pt>
                <c:pt idx="3356">
                  <c:v>3356</c:v>
                </c:pt>
                <c:pt idx="3357">
                  <c:v>3357</c:v>
                </c:pt>
                <c:pt idx="3358">
                  <c:v>3358</c:v>
                </c:pt>
                <c:pt idx="3359">
                  <c:v>3359</c:v>
                </c:pt>
                <c:pt idx="3360">
                  <c:v>3360</c:v>
                </c:pt>
                <c:pt idx="3361">
                  <c:v>3361</c:v>
                </c:pt>
                <c:pt idx="3362">
                  <c:v>3362</c:v>
                </c:pt>
                <c:pt idx="3363">
                  <c:v>3363</c:v>
                </c:pt>
                <c:pt idx="3364">
                  <c:v>3364</c:v>
                </c:pt>
                <c:pt idx="3365">
                  <c:v>3365</c:v>
                </c:pt>
                <c:pt idx="3366">
                  <c:v>3366</c:v>
                </c:pt>
                <c:pt idx="3367">
                  <c:v>3367</c:v>
                </c:pt>
                <c:pt idx="3368">
                  <c:v>3368</c:v>
                </c:pt>
                <c:pt idx="3369">
                  <c:v>3369</c:v>
                </c:pt>
                <c:pt idx="3370">
                  <c:v>3370</c:v>
                </c:pt>
                <c:pt idx="3371">
                  <c:v>3371</c:v>
                </c:pt>
                <c:pt idx="3372">
                  <c:v>3372</c:v>
                </c:pt>
                <c:pt idx="3373">
                  <c:v>3373</c:v>
                </c:pt>
                <c:pt idx="3374">
                  <c:v>3374</c:v>
                </c:pt>
                <c:pt idx="3375">
                  <c:v>3375</c:v>
                </c:pt>
                <c:pt idx="3376">
                  <c:v>3376</c:v>
                </c:pt>
                <c:pt idx="3377">
                  <c:v>3377</c:v>
                </c:pt>
                <c:pt idx="3378">
                  <c:v>3378</c:v>
                </c:pt>
                <c:pt idx="3379">
                  <c:v>3379</c:v>
                </c:pt>
                <c:pt idx="3380">
                  <c:v>3380</c:v>
                </c:pt>
                <c:pt idx="3381">
                  <c:v>3381</c:v>
                </c:pt>
                <c:pt idx="3382">
                  <c:v>3382</c:v>
                </c:pt>
                <c:pt idx="3383">
                  <c:v>3383</c:v>
                </c:pt>
                <c:pt idx="3384">
                  <c:v>3384</c:v>
                </c:pt>
                <c:pt idx="3385">
                  <c:v>3385</c:v>
                </c:pt>
                <c:pt idx="3386">
                  <c:v>3386</c:v>
                </c:pt>
                <c:pt idx="3387">
                  <c:v>3387</c:v>
                </c:pt>
                <c:pt idx="3388">
                  <c:v>3388</c:v>
                </c:pt>
                <c:pt idx="3389">
                  <c:v>3389</c:v>
                </c:pt>
                <c:pt idx="3390">
                  <c:v>3390</c:v>
                </c:pt>
                <c:pt idx="3391">
                  <c:v>3391</c:v>
                </c:pt>
                <c:pt idx="3392">
                  <c:v>3392</c:v>
                </c:pt>
                <c:pt idx="3393">
                  <c:v>3393</c:v>
                </c:pt>
                <c:pt idx="3394">
                  <c:v>3394</c:v>
                </c:pt>
                <c:pt idx="3395">
                  <c:v>3395</c:v>
                </c:pt>
                <c:pt idx="3396">
                  <c:v>3396</c:v>
                </c:pt>
                <c:pt idx="3397">
                  <c:v>3397</c:v>
                </c:pt>
                <c:pt idx="3398">
                  <c:v>3398</c:v>
                </c:pt>
                <c:pt idx="3399">
                  <c:v>3399</c:v>
                </c:pt>
                <c:pt idx="3400">
                  <c:v>3400</c:v>
                </c:pt>
                <c:pt idx="3401">
                  <c:v>3401</c:v>
                </c:pt>
                <c:pt idx="3402">
                  <c:v>3402</c:v>
                </c:pt>
                <c:pt idx="3403">
                  <c:v>3403</c:v>
                </c:pt>
                <c:pt idx="3404">
                  <c:v>3404</c:v>
                </c:pt>
                <c:pt idx="3405">
                  <c:v>3405</c:v>
                </c:pt>
                <c:pt idx="3406">
                  <c:v>3406</c:v>
                </c:pt>
                <c:pt idx="3407">
                  <c:v>3407</c:v>
                </c:pt>
                <c:pt idx="3408">
                  <c:v>3408</c:v>
                </c:pt>
                <c:pt idx="3409">
                  <c:v>3409</c:v>
                </c:pt>
                <c:pt idx="3410">
                  <c:v>3410</c:v>
                </c:pt>
                <c:pt idx="3411">
                  <c:v>3411</c:v>
                </c:pt>
                <c:pt idx="3412">
                  <c:v>3412</c:v>
                </c:pt>
                <c:pt idx="3413">
                  <c:v>3413</c:v>
                </c:pt>
                <c:pt idx="3414">
                  <c:v>3414</c:v>
                </c:pt>
                <c:pt idx="3415">
                  <c:v>3415</c:v>
                </c:pt>
                <c:pt idx="3416">
                  <c:v>3416</c:v>
                </c:pt>
                <c:pt idx="3417">
                  <c:v>3417</c:v>
                </c:pt>
                <c:pt idx="3418">
                  <c:v>3418</c:v>
                </c:pt>
                <c:pt idx="3419">
                  <c:v>3419</c:v>
                </c:pt>
                <c:pt idx="3420">
                  <c:v>3420</c:v>
                </c:pt>
                <c:pt idx="3421">
                  <c:v>3421</c:v>
                </c:pt>
                <c:pt idx="3422">
                  <c:v>3422</c:v>
                </c:pt>
                <c:pt idx="3423">
                  <c:v>3423</c:v>
                </c:pt>
                <c:pt idx="3424">
                  <c:v>3424</c:v>
                </c:pt>
                <c:pt idx="3425">
                  <c:v>3425</c:v>
                </c:pt>
                <c:pt idx="3426">
                  <c:v>3426</c:v>
                </c:pt>
                <c:pt idx="3427">
                  <c:v>3427</c:v>
                </c:pt>
                <c:pt idx="3428">
                  <c:v>3428</c:v>
                </c:pt>
                <c:pt idx="3429">
                  <c:v>3429</c:v>
                </c:pt>
                <c:pt idx="3430">
                  <c:v>3430</c:v>
                </c:pt>
                <c:pt idx="3431">
                  <c:v>3431</c:v>
                </c:pt>
                <c:pt idx="3432">
                  <c:v>3432</c:v>
                </c:pt>
                <c:pt idx="3433">
                  <c:v>3433</c:v>
                </c:pt>
                <c:pt idx="3434">
                  <c:v>3434</c:v>
                </c:pt>
                <c:pt idx="3435">
                  <c:v>3435</c:v>
                </c:pt>
                <c:pt idx="3436">
                  <c:v>3436</c:v>
                </c:pt>
                <c:pt idx="3437">
                  <c:v>3437</c:v>
                </c:pt>
                <c:pt idx="3438">
                  <c:v>3438</c:v>
                </c:pt>
                <c:pt idx="3439">
                  <c:v>3439</c:v>
                </c:pt>
                <c:pt idx="3440">
                  <c:v>3440</c:v>
                </c:pt>
                <c:pt idx="3441">
                  <c:v>3441</c:v>
                </c:pt>
                <c:pt idx="3442">
                  <c:v>3442</c:v>
                </c:pt>
                <c:pt idx="3443">
                  <c:v>3443</c:v>
                </c:pt>
                <c:pt idx="3444">
                  <c:v>3444</c:v>
                </c:pt>
                <c:pt idx="3445">
                  <c:v>3445</c:v>
                </c:pt>
                <c:pt idx="3446">
                  <c:v>3446</c:v>
                </c:pt>
                <c:pt idx="3447">
                  <c:v>3447</c:v>
                </c:pt>
                <c:pt idx="3448">
                  <c:v>3448</c:v>
                </c:pt>
                <c:pt idx="3449">
                  <c:v>3449</c:v>
                </c:pt>
                <c:pt idx="3450">
                  <c:v>3450</c:v>
                </c:pt>
                <c:pt idx="3451">
                  <c:v>3451</c:v>
                </c:pt>
                <c:pt idx="3452">
                  <c:v>3452</c:v>
                </c:pt>
                <c:pt idx="3453">
                  <c:v>3453</c:v>
                </c:pt>
                <c:pt idx="3454">
                  <c:v>3454</c:v>
                </c:pt>
                <c:pt idx="3455">
                  <c:v>3455</c:v>
                </c:pt>
                <c:pt idx="3456">
                  <c:v>3456</c:v>
                </c:pt>
                <c:pt idx="3457">
                  <c:v>3457</c:v>
                </c:pt>
                <c:pt idx="3458">
                  <c:v>3458</c:v>
                </c:pt>
                <c:pt idx="3459">
                  <c:v>3459</c:v>
                </c:pt>
                <c:pt idx="3460">
                  <c:v>3460</c:v>
                </c:pt>
                <c:pt idx="3461">
                  <c:v>3461</c:v>
                </c:pt>
                <c:pt idx="3462">
                  <c:v>3462</c:v>
                </c:pt>
                <c:pt idx="3463">
                  <c:v>3463</c:v>
                </c:pt>
                <c:pt idx="3464">
                  <c:v>3464</c:v>
                </c:pt>
                <c:pt idx="3465">
                  <c:v>3465</c:v>
                </c:pt>
                <c:pt idx="3466">
                  <c:v>3466</c:v>
                </c:pt>
                <c:pt idx="3467">
                  <c:v>3467</c:v>
                </c:pt>
                <c:pt idx="3468">
                  <c:v>3468</c:v>
                </c:pt>
                <c:pt idx="3469">
                  <c:v>3469</c:v>
                </c:pt>
                <c:pt idx="3470">
                  <c:v>3470</c:v>
                </c:pt>
                <c:pt idx="3471">
                  <c:v>3471</c:v>
                </c:pt>
                <c:pt idx="3472">
                  <c:v>3472</c:v>
                </c:pt>
                <c:pt idx="3473">
                  <c:v>3473</c:v>
                </c:pt>
                <c:pt idx="3474">
                  <c:v>3474</c:v>
                </c:pt>
                <c:pt idx="3475">
                  <c:v>3475</c:v>
                </c:pt>
                <c:pt idx="3476">
                  <c:v>3476</c:v>
                </c:pt>
                <c:pt idx="3477">
                  <c:v>3477</c:v>
                </c:pt>
                <c:pt idx="3478">
                  <c:v>3478</c:v>
                </c:pt>
                <c:pt idx="3479">
                  <c:v>3479</c:v>
                </c:pt>
                <c:pt idx="3480">
                  <c:v>3480</c:v>
                </c:pt>
                <c:pt idx="3481">
                  <c:v>3481</c:v>
                </c:pt>
                <c:pt idx="3482">
                  <c:v>3482</c:v>
                </c:pt>
                <c:pt idx="3483">
                  <c:v>3483</c:v>
                </c:pt>
                <c:pt idx="3484">
                  <c:v>3484</c:v>
                </c:pt>
                <c:pt idx="3485">
                  <c:v>3485</c:v>
                </c:pt>
                <c:pt idx="3486">
                  <c:v>3486</c:v>
                </c:pt>
                <c:pt idx="3487">
                  <c:v>3487</c:v>
                </c:pt>
                <c:pt idx="3488">
                  <c:v>3488</c:v>
                </c:pt>
                <c:pt idx="3489">
                  <c:v>3489</c:v>
                </c:pt>
                <c:pt idx="3490">
                  <c:v>3490</c:v>
                </c:pt>
                <c:pt idx="3491">
                  <c:v>3491</c:v>
                </c:pt>
                <c:pt idx="3492">
                  <c:v>3492</c:v>
                </c:pt>
                <c:pt idx="3493">
                  <c:v>3493</c:v>
                </c:pt>
                <c:pt idx="3494">
                  <c:v>3494</c:v>
                </c:pt>
                <c:pt idx="3495">
                  <c:v>3495</c:v>
                </c:pt>
                <c:pt idx="3496">
                  <c:v>3496</c:v>
                </c:pt>
                <c:pt idx="3497">
                  <c:v>3497</c:v>
                </c:pt>
                <c:pt idx="3498">
                  <c:v>3498</c:v>
                </c:pt>
                <c:pt idx="3499">
                  <c:v>3499</c:v>
                </c:pt>
                <c:pt idx="3500">
                  <c:v>3500</c:v>
                </c:pt>
                <c:pt idx="3501">
                  <c:v>3501</c:v>
                </c:pt>
                <c:pt idx="3502">
                  <c:v>3502</c:v>
                </c:pt>
                <c:pt idx="3503">
                  <c:v>3503</c:v>
                </c:pt>
                <c:pt idx="3504">
                  <c:v>3504</c:v>
                </c:pt>
                <c:pt idx="3505">
                  <c:v>3505</c:v>
                </c:pt>
                <c:pt idx="3506">
                  <c:v>3506</c:v>
                </c:pt>
                <c:pt idx="3507">
                  <c:v>3507</c:v>
                </c:pt>
                <c:pt idx="3508">
                  <c:v>3508</c:v>
                </c:pt>
                <c:pt idx="3509">
                  <c:v>3509</c:v>
                </c:pt>
                <c:pt idx="3510">
                  <c:v>3510</c:v>
                </c:pt>
                <c:pt idx="3511">
                  <c:v>3511</c:v>
                </c:pt>
                <c:pt idx="3512">
                  <c:v>3512</c:v>
                </c:pt>
                <c:pt idx="3513">
                  <c:v>3513</c:v>
                </c:pt>
                <c:pt idx="3514">
                  <c:v>3514</c:v>
                </c:pt>
                <c:pt idx="3515">
                  <c:v>3515</c:v>
                </c:pt>
                <c:pt idx="3516">
                  <c:v>3516</c:v>
                </c:pt>
                <c:pt idx="3517">
                  <c:v>3517</c:v>
                </c:pt>
                <c:pt idx="3518">
                  <c:v>3518</c:v>
                </c:pt>
                <c:pt idx="3519">
                  <c:v>3519</c:v>
                </c:pt>
                <c:pt idx="3520">
                  <c:v>3520</c:v>
                </c:pt>
                <c:pt idx="3521">
                  <c:v>3521</c:v>
                </c:pt>
                <c:pt idx="3522">
                  <c:v>3522</c:v>
                </c:pt>
                <c:pt idx="3523">
                  <c:v>3523</c:v>
                </c:pt>
                <c:pt idx="3524">
                  <c:v>3524</c:v>
                </c:pt>
                <c:pt idx="3525">
                  <c:v>3525</c:v>
                </c:pt>
                <c:pt idx="3526">
                  <c:v>3526</c:v>
                </c:pt>
                <c:pt idx="3527">
                  <c:v>3527</c:v>
                </c:pt>
                <c:pt idx="3528">
                  <c:v>3528</c:v>
                </c:pt>
                <c:pt idx="3529">
                  <c:v>3529</c:v>
                </c:pt>
                <c:pt idx="3530">
                  <c:v>3530</c:v>
                </c:pt>
                <c:pt idx="3531">
                  <c:v>3531</c:v>
                </c:pt>
                <c:pt idx="3532">
                  <c:v>3532</c:v>
                </c:pt>
                <c:pt idx="3533">
                  <c:v>3533</c:v>
                </c:pt>
                <c:pt idx="3534">
                  <c:v>3534</c:v>
                </c:pt>
                <c:pt idx="3535">
                  <c:v>3535</c:v>
                </c:pt>
                <c:pt idx="3536">
                  <c:v>3536</c:v>
                </c:pt>
                <c:pt idx="3537">
                  <c:v>3537</c:v>
                </c:pt>
                <c:pt idx="3538">
                  <c:v>3538</c:v>
                </c:pt>
                <c:pt idx="3539">
                  <c:v>3539</c:v>
                </c:pt>
                <c:pt idx="3540">
                  <c:v>3540</c:v>
                </c:pt>
                <c:pt idx="3541">
                  <c:v>3541</c:v>
                </c:pt>
                <c:pt idx="3542">
                  <c:v>3542</c:v>
                </c:pt>
                <c:pt idx="3543">
                  <c:v>3543</c:v>
                </c:pt>
                <c:pt idx="3544">
                  <c:v>3544</c:v>
                </c:pt>
                <c:pt idx="3545">
                  <c:v>3545</c:v>
                </c:pt>
                <c:pt idx="3546">
                  <c:v>3546</c:v>
                </c:pt>
                <c:pt idx="3547">
                  <c:v>3547</c:v>
                </c:pt>
                <c:pt idx="3548">
                  <c:v>3548</c:v>
                </c:pt>
                <c:pt idx="3549">
                  <c:v>3549</c:v>
                </c:pt>
                <c:pt idx="3550">
                  <c:v>3550</c:v>
                </c:pt>
                <c:pt idx="3551">
                  <c:v>3551</c:v>
                </c:pt>
                <c:pt idx="3552">
                  <c:v>3552</c:v>
                </c:pt>
                <c:pt idx="3553">
                  <c:v>3553</c:v>
                </c:pt>
                <c:pt idx="3554">
                  <c:v>3554</c:v>
                </c:pt>
                <c:pt idx="3555">
                  <c:v>3555</c:v>
                </c:pt>
                <c:pt idx="3556">
                  <c:v>3556</c:v>
                </c:pt>
                <c:pt idx="3557">
                  <c:v>3557</c:v>
                </c:pt>
                <c:pt idx="3558">
                  <c:v>3558</c:v>
                </c:pt>
                <c:pt idx="3559">
                  <c:v>3559</c:v>
                </c:pt>
                <c:pt idx="3560">
                  <c:v>3560</c:v>
                </c:pt>
                <c:pt idx="3561">
                  <c:v>3561</c:v>
                </c:pt>
                <c:pt idx="3562">
                  <c:v>3562</c:v>
                </c:pt>
                <c:pt idx="3563">
                  <c:v>3563</c:v>
                </c:pt>
                <c:pt idx="3564">
                  <c:v>3564</c:v>
                </c:pt>
                <c:pt idx="3565">
                  <c:v>3565</c:v>
                </c:pt>
                <c:pt idx="3566">
                  <c:v>3566</c:v>
                </c:pt>
                <c:pt idx="3567">
                  <c:v>3567</c:v>
                </c:pt>
                <c:pt idx="3568">
                  <c:v>3568</c:v>
                </c:pt>
                <c:pt idx="3569">
                  <c:v>3569</c:v>
                </c:pt>
                <c:pt idx="3570">
                  <c:v>3570</c:v>
                </c:pt>
                <c:pt idx="3571">
                  <c:v>3571</c:v>
                </c:pt>
                <c:pt idx="3572">
                  <c:v>3572</c:v>
                </c:pt>
                <c:pt idx="3573">
                  <c:v>3573</c:v>
                </c:pt>
                <c:pt idx="3574">
                  <c:v>3574</c:v>
                </c:pt>
                <c:pt idx="3575">
                  <c:v>3575</c:v>
                </c:pt>
                <c:pt idx="3576">
                  <c:v>3576</c:v>
                </c:pt>
                <c:pt idx="3577">
                  <c:v>3577</c:v>
                </c:pt>
                <c:pt idx="3578">
                  <c:v>3578</c:v>
                </c:pt>
                <c:pt idx="3579">
                  <c:v>3579</c:v>
                </c:pt>
                <c:pt idx="3580">
                  <c:v>3580</c:v>
                </c:pt>
                <c:pt idx="3581">
                  <c:v>3581</c:v>
                </c:pt>
                <c:pt idx="3582">
                  <c:v>3582</c:v>
                </c:pt>
                <c:pt idx="3583">
                  <c:v>3583</c:v>
                </c:pt>
                <c:pt idx="3584">
                  <c:v>3584</c:v>
                </c:pt>
                <c:pt idx="3585">
                  <c:v>3585</c:v>
                </c:pt>
                <c:pt idx="3586">
                  <c:v>3586</c:v>
                </c:pt>
                <c:pt idx="3587">
                  <c:v>3587</c:v>
                </c:pt>
                <c:pt idx="3588">
                  <c:v>3588</c:v>
                </c:pt>
                <c:pt idx="3589">
                  <c:v>3589</c:v>
                </c:pt>
                <c:pt idx="3590">
                  <c:v>3590</c:v>
                </c:pt>
                <c:pt idx="3591">
                  <c:v>3591</c:v>
                </c:pt>
                <c:pt idx="3592">
                  <c:v>3592</c:v>
                </c:pt>
                <c:pt idx="3593">
                  <c:v>3593</c:v>
                </c:pt>
                <c:pt idx="3594">
                  <c:v>3594</c:v>
                </c:pt>
                <c:pt idx="3595">
                  <c:v>3595</c:v>
                </c:pt>
                <c:pt idx="3596">
                  <c:v>3596</c:v>
                </c:pt>
                <c:pt idx="3597">
                  <c:v>3597</c:v>
                </c:pt>
                <c:pt idx="3598">
                  <c:v>3598</c:v>
                </c:pt>
                <c:pt idx="3599">
                  <c:v>3599</c:v>
                </c:pt>
                <c:pt idx="3600">
                  <c:v>3600</c:v>
                </c:pt>
                <c:pt idx="3601">
                  <c:v>3601</c:v>
                </c:pt>
                <c:pt idx="3602">
                  <c:v>3602</c:v>
                </c:pt>
                <c:pt idx="3603">
                  <c:v>3603</c:v>
                </c:pt>
                <c:pt idx="3604">
                  <c:v>3604</c:v>
                </c:pt>
                <c:pt idx="3605">
                  <c:v>3605</c:v>
                </c:pt>
                <c:pt idx="3606">
                  <c:v>3606</c:v>
                </c:pt>
                <c:pt idx="3607">
                  <c:v>3607</c:v>
                </c:pt>
                <c:pt idx="3608">
                  <c:v>3608</c:v>
                </c:pt>
                <c:pt idx="3609">
                  <c:v>3609</c:v>
                </c:pt>
                <c:pt idx="3610">
                  <c:v>3610</c:v>
                </c:pt>
                <c:pt idx="3611">
                  <c:v>3611</c:v>
                </c:pt>
                <c:pt idx="3612">
                  <c:v>3612</c:v>
                </c:pt>
                <c:pt idx="3613">
                  <c:v>3613</c:v>
                </c:pt>
                <c:pt idx="3614">
                  <c:v>3614</c:v>
                </c:pt>
                <c:pt idx="3615">
                  <c:v>3615</c:v>
                </c:pt>
                <c:pt idx="3616">
                  <c:v>3616</c:v>
                </c:pt>
                <c:pt idx="3617">
                  <c:v>3617</c:v>
                </c:pt>
                <c:pt idx="3618">
                  <c:v>3618</c:v>
                </c:pt>
                <c:pt idx="3619">
                  <c:v>3619</c:v>
                </c:pt>
                <c:pt idx="3620">
                  <c:v>3620</c:v>
                </c:pt>
                <c:pt idx="3621">
                  <c:v>3621</c:v>
                </c:pt>
                <c:pt idx="3622">
                  <c:v>3622</c:v>
                </c:pt>
                <c:pt idx="3623">
                  <c:v>3623</c:v>
                </c:pt>
                <c:pt idx="3624">
                  <c:v>3624</c:v>
                </c:pt>
                <c:pt idx="3625">
                  <c:v>3625</c:v>
                </c:pt>
                <c:pt idx="3626">
                  <c:v>3626</c:v>
                </c:pt>
                <c:pt idx="3627">
                  <c:v>3627</c:v>
                </c:pt>
                <c:pt idx="3628">
                  <c:v>3628</c:v>
                </c:pt>
                <c:pt idx="3629">
                  <c:v>3629</c:v>
                </c:pt>
                <c:pt idx="3630">
                  <c:v>3630</c:v>
                </c:pt>
                <c:pt idx="3631">
                  <c:v>3631</c:v>
                </c:pt>
                <c:pt idx="3632">
                  <c:v>3632</c:v>
                </c:pt>
                <c:pt idx="3633">
                  <c:v>3633</c:v>
                </c:pt>
                <c:pt idx="3634">
                  <c:v>3634</c:v>
                </c:pt>
                <c:pt idx="3635">
                  <c:v>3635</c:v>
                </c:pt>
                <c:pt idx="3636">
                  <c:v>3636</c:v>
                </c:pt>
                <c:pt idx="3637">
                  <c:v>3637</c:v>
                </c:pt>
                <c:pt idx="3638">
                  <c:v>3638</c:v>
                </c:pt>
                <c:pt idx="3639">
                  <c:v>3639</c:v>
                </c:pt>
                <c:pt idx="3640">
                  <c:v>3640</c:v>
                </c:pt>
                <c:pt idx="3641">
                  <c:v>3641</c:v>
                </c:pt>
                <c:pt idx="3642">
                  <c:v>3642</c:v>
                </c:pt>
                <c:pt idx="3643">
                  <c:v>3643</c:v>
                </c:pt>
                <c:pt idx="3644">
                  <c:v>3644</c:v>
                </c:pt>
                <c:pt idx="3645">
                  <c:v>3645</c:v>
                </c:pt>
                <c:pt idx="3646">
                  <c:v>3646</c:v>
                </c:pt>
                <c:pt idx="3647">
                  <c:v>3647</c:v>
                </c:pt>
                <c:pt idx="3648">
                  <c:v>3648</c:v>
                </c:pt>
                <c:pt idx="3649">
                  <c:v>3649</c:v>
                </c:pt>
                <c:pt idx="3650">
                  <c:v>3650</c:v>
                </c:pt>
                <c:pt idx="3651">
                  <c:v>3651</c:v>
                </c:pt>
                <c:pt idx="3652">
                  <c:v>3652</c:v>
                </c:pt>
                <c:pt idx="3653">
                  <c:v>3653</c:v>
                </c:pt>
                <c:pt idx="3654">
                  <c:v>3654</c:v>
                </c:pt>
                <c:pt idx="3655">
                  <c:v>3655</c:v>
                </c:pt>
                <c:pt idx="3656">
                  <c:v>3656</c:v>
                </c:pt>
                <c:pt idx="3657">
                  <c:v>3657</c:v>
                </c:pt>
                <c:pt idx="3658">
                  <c:v>3658</c:v>
                </c:pt>
                <c:pt idx="3659">
                  <c:v>3659</c:v>
                </c:pt>
                <c:pt idx="3660">
                  <c:v>3660</c:v>
                </c:pt>
                <c:pt idx="3661">
                  <c:v>3661</c:v>
                </c:pt>
                <c:pt idx="3662">
                  <c:v>3662</c:v>
                </c:pt>
                <c:pt idx="3663">
                  <c:v>3663</c:v>
                </c:pt>
                <c:pt idx="3664">
                  <c:v>3664</c:v>
                </c:pt>
                <c:pt idx="3665">
                  <c:v>3665</c:v>
                </c:pt>
                <c:pt idx="3666">
                  <c:v>3666</c:v>
                </c:pt>
                <c:pt idx="3667">
                  <c:v>3667</c:v>
                </c:pt>
                <c:pt idx="3668">
                  <c:v>3668</c:v>
                </c:pt>
                <c:pt idx="3669">
                  <c:v>3669</c:v>
                </c:pt>
                <c:pt idx="3670">
                  <c:v>3670</c:v>
                </c:pt>
                <c:pt idx="3671">
                  <c:v>3671</c:v>
                </c:pt>
                <c:pt idx="3672">
                  <c:v>3672</c:v>
                </c:pt>
                <c:pt idx="3673">
                  <c:v>3673</c:v>
                </c:pt>
                <c:pt idx="3674">
                  <c:v>3674</c:v>
                </c:pt>
                <c:pt idx="3675">
                  <c:v>3675</c:v>
                </c:pt>
                <c:pt idx="3676">
                  <c:v>3676</c:v>
                </c:pt>
                <c:pt idx="3677">
                  <c:v>3677</c:v>
                </c:pt>
                <c:pt idx="3678">
                  <c:v>3678</c:v>
                </c:pt>
                <c:pt idx="3679">
                  <c:v>3679</c:v>
                </c:pt>
                <c:pt idx="3680">
                  <c:v>3680</c:v>
                </c:pt>
                <c:pt idx="3681">
                  <c:v>3681</c:v>
                </c:pt>
                <c:pt idx="3682">
                  <c:v>3682</c:v>
                </c:pt>
                <c:pt idx="3683">
                  <c:v>3683</c:v>
                </c:pt>
                <c:pt idx="3684">
                  <c:v>3684</c:v>
                </c:pt>
                <c:pt idx="3685">
                  <c:v>3685</c:v>
                </c:pt>
                <c:pt idx="3686">
                  <c:v>3686</c:v>
                </c:pt>
                <c:pt idx="3687">
                  <c:v>3687</c:v>
                </c:pt>
                <c:pt idx="3688">
                  <c:v>3688</c:v>
                </c:pt>
                <c:pt idx="3689">
                  <c:v>3689</c:v>
                </c:pt>
                <c:pt idx="3690">
                  <c:v>3690</c:v>
                </c:pt>
                <c:pt idx="3691">
                  <c:v>3691</c:v>
                </c:pt>
                <c:pt idx="3692">
                  <c:v>3692</c:v>
                </c:pt>
                <c:pt idx="3693">
                  <c:v>3693</c:v>
                </c:pt>
                <c:pt idx="3694">
                  <c:v>3694</c:v>
                </c:pt>
                <c:pt idx="3695">
                  <c:v>3695</c:v>
                </c:pt>
                <c:pt idx="3696">
                  <c:v>3696</c:v>
                </c:pt>
                <c:pt idx="3697">
                  <c:v>3697</c:v>
                </c:pt>
                <c:pt idx="3698">
                  <c:v>3698</c:v>
                </c:pt>
                <c:pt idx="3699">
                  <c:v>3699</c:v>
                </c:pt>
                <c:pt idx="3700">
                  <c:v>3700</c:v>
                </c:pt>
                <c:pt idx="3701">
                  <c:v>3701</c:v>
                </c:pt>
                <c:pt idx="3702">
                  <c:v>3702</c:v>
                </c:pt>
                <c:pt idx="3703">
                  <c:v>3703</c:v>
                </c:pt>
                <c:pt idx="3704">
                  <c:v>3704</c:v>
                </c:pt>
                <c:pt idx="3705">
                  <c:v>3705</c:v>
                </c:pt>
                <c:pt idx="3706">
                  <c:v>3706</c:v>
                </c:pt>
                <c:pt idx="3707">
                  <c:v>3707</c:v>
                </c:pt>
                <c:pt idx="3708">
                  <c:v>3708</c:v>
                </c:pt>
                <c:pt idx="3709">
                  <c:v>3709</c:v>
                </c:pt>
                <c:pt idx="3710">
                  <c:v>3710</c:v>
                </c:pt>
                <c:pt idx="3711">
                  <c:v>3711</c:v>
                </c:pt>
                <c:pt idx="3712">
                  <c:v>3712</c:v>
                </c:pt>
                <c:pt idx="3713">
                  <c:v>3713</c:v>
                </c:pt>
                <c:pt idx="3714">
                  <c:v>3714</c:v>
                </c:pt>
                <c:pt idx="3715">
                  <c:v>3715</c:v>
                </c:pt>
                <c:pt idx="3716">
                  <c:v>3716</c:v>
                </c:pt>
                <c:pt idx="3717">
                  <c:v>3717</c:v>
                </c:pt>
                <c:pt idx="3718">
                  <c:v>3718</c:v>
                </c:pt>
                <c:pt idx="3719">
                  <c:v>3719</c:v>
                </c:pt>
                <c:pt idx="3720">
                  <c:v>3720</c:v>
                </c:pt>
                <c:pt idx="3721">
                  <c:v>3721</c:v>
                </c:pt>
                <c:pt idx="3722">
                  <c:v>3722</c:v>
                </c:pt>
                <c:pt idx="3723">
                  <c:v>3723</c:v>
                </c:pt>
                <c:pt idx="3724">
                  <c:v>3724</c:v>
                </c:pt>
                <c:pt idx="3725">
                  <c:v>3725</c:v>
                </c:pt>
                <c:pt idx="3726">
                  <c:v>3726</c:v>
                </c:pt>
                <c:pt idx="3727">
                  <c:v>3727</c:v>
                </c:pt>
                <c:pt idx="3728">
                  <c:v>3728</c:v>
                </c:pt>
                <c:pt idx="3729">
                  <c:v>3729</c:v>
                </c:pt>
                <c:pt idx="3730">
                  <c:v>3730</c:v>
                </c:pt>
                <c:pt idx="3731">
                  <c:v>3731</c:v>
                </c:pt>
                <c:pt idx="3732">
                  <c:v>3732</c:v>
                </c:pt>
                <c:pt idx="3733">
                  <c:v>3733</c:v>
                </c:pt>
                <c:pt idx="3734">
                  <c:v>3734</c:v>
                </c:pt>
                <c:pt idx="3735">
                  <c:v>3735</c:v>
                </c:pt>
                <c:pt idx="3736">
                  <c:v>3736</c:v>
                </c:pt>
                <c:pt idx="3737">
                  <c:v>3737</c:v>
                </c:pt>
                <c:pt idx="3738">
                  <c:v>3738</c:v>
                </c:pt>
                <c:pt idx="3739">
                  <c:v>3739</c:v>
                </c:pt>
                <c:pt idx="3740">
                  <c:v>3740</c:v>
                </c:pt>
                <c:pt idx="3741">
                  <c:v>3741</c:v>
                </c:pt>
                <c:pt idx="3742">
                  <c:v>3742</c:v>
                </c:pt>
                <c:pt idx="3743">
                  <c:v>3743</c:v>
                </c:pt>
                <c:pt idx="3744">
                  <c:v>3744</c:v>
                </c:pt>
                <c:pt idx="3745">
                  <c:v>3745</c:v>
                </c:pt>
                <c:pt idx="3746">
                  <c:v>3746</c:v>
                </c:pt>
                <c:pt idx="3747">
                  <c:v>3747</c:v>
                </c:pt>
                <c:pt idx="3748">
                  <c:v>3748</c:v>
                </c:pt>
                <c:pt idx="3749">
                  <c:v>3749</c:v>
                </c:pt>
                <c:pt idx="3750">
                  <c:v>3750</c:v>
                </c:pt>
                <c:pt idx="3751">
                  <c:v>3751</c:v>
                </c:pt>
                <c:pt idx="3752">
                  <c:v>3752</c:v>
                </c:pt>
                <c:pt idx="3753">
                  <c:v>3753</c:v>
                </c:pt>
                <c:pt idx="3754">
                  <c:v>3754</c:v>
                </c:pt>
                <c:pt idx="3755">
                  <c:v>3755</c:v>
                </c:pt>
                <c:pt idx="3756">
                  <c:v>3756</c:v>
                </c:pt>
                <c:pt idx="3757">
                  <c:v>3757</c:v>
                </c:pt>
                <c:pt idx="3758">
                  <c:v>3758</c:v>
                </c:pt>
                <c:pt idx="3759">
                  <c:v>3759</c:v>
                </c:pt>
                <c:pt idx="3760">
                  <c:v>3760</c:v>
                </c:pt>
                <c:pt idx="3761">
                  <c:v>3761</c:v>
                </c:pt>
                <c:pt idx="3762">
                  <c:v>3762</c:v>
                </c:pt>
                <c:pt idx="3763">
                  <c:v>3763</c:v>
                </c:pt>
                <c:pt idx="3764">
                  <c:v>3764</c:v>
                </c:pt>
                <c:pt idx="3765">
                  <c:v>3765</c:v>
                </c:pt>
                <c:pt idx="3766">
                  <c:v>3766</c:v>
                </c:pt>
                <c:pt idx="3767">
                  <c:v>3767</c:v>
                </c:pt>
                <c:pt idx="3768">
                  <c:v>3768</c:v>
                </c:pt>
                <c:pt idx="3769">
                  <c:v>3769</c:v>
                </c:pt>
                <c:pt idx="3770">
                  <c:v>3770</c:v>
                </c:pt>
                <c:pt idx="3771">
                  <c:v>3771</c:v>
                </c:pt>
                <c:pt idx="3772">
                  <c:v>3772</c:v>
                </c:pt>
                <c:pt idx="3773">
                  <c:v>3773</c:v>
                </c:pt>
                <c:pt idx="3774">
                  <c:v>3774</c:v>
                </c:pt>
                <c:pt idx="3775">
                  <c:v>3775</c:v>
                </c:pt>
                <c:pt idx="3776">
                  <c:v>3776</c:v>
                </c:pt>
                <c:pt idx="3777">
                  <c:v>3777</c:v>
                </c:pt>
                <c:pt idx="3778">
                  <c:v>3778</c:v>
                </c:pt>
                <c:pt idx="3779">
                  <c:v>3779</c:v>
                </c:pt>
                <c:pt idx="3780">
                  <c:v>3780</c:v>
                </c:pt>
                <c:pt idx="3781">
                  <c:v>3781</c:v>
                </c:pt>
                <c:pt idx="3782">
                  <c:v>3782</c:v>
                </c:pt>
                <c:pt idx="3783">
                  <c:v>3783</c:v>
                </c:pt>
                <c:pt idx="3784">
                  <c:v>3784</c:v>
                </c:pt>
                <c:pt idx="3785">
                  <c:v>3785</c:v>
                </c:pt>
                <c:pt idx="3786">
                  <c:v>3786</c:v>
                </c:pt>
                <c:pt idx="3787">
                  <c:v>3787</c:v>
                </c:pt>
                <c:pt idx="3788">
                  <c:v>3788</c:v>
                </c:pt>
                <c:pt idx="3789">
                  <c:v>3789</c:v>
                </c:pt>
                <c:pt idx="3790">
                  <c:v>3790</c:v>
                </c:pt>
                <c:pt idx="3791">
                  <c:v>3791</c:v>
                </c:pt>
                <c:pt idx="3792">
                  <c:v>3792</c:v>
                </c:pt>
                <c:pt idx="3793">
                  <c:v>3793</c:v>
                </c:pt>
                <c:pt idx="3794">
                  <c:v>3794</c:v>
                </c:pt>
                <c:pt idx="3795">
                  <c:v>3795</c:v>
                </c:pt>
                <c:pt idx="3796">
                  <c:v>3796</c:v>
                </c:pt>
                <c:pt idx="3797">
                  <c:v>3797</c:v>
                </c:pt>
                <c:pt idx="3798">
                  <c:v>3798</c:v>
                </c:pt>
                <c:pt idx="3799">
                  <c:v>3799</c:v>
                </c:pt>
                <c:pt idx="3800">
                  <c:v>3800</c:v>
                </c:pt>
                <c:pt idx="3801">
                  <c:v>3801</c:v>
                </c:pt>
                <c:pt idx="3802">
                  <c:v>3802</c:v>
                </c:pt>
                <c:pt idx="3803">
                  <c:v>3803</c:v>
                </c:pt>
                <c:pt idx="3804">
                  <c:v>3804</c:v>
                </c:pt>
                <c:pt idx="3805">
                  <c:v>3805</c:v>
                </c:pt>
                <c:pt idx="3806">
                  <c:v>3806</c:v>
                </c:pt>
                <c:pt idx="3807">
                  <c:v>3807</c:v>
                </c:pt>
                <c:pt idx="3808">
                  <c:v>3808</c:v>
                </c:pt>
                <c:pt idx="3809">
                  <c:v>3809</c:v>
                </c:pt>
                <c:pt idx="3810">
                  <c:v>3810</c:v>
                </c:pt>
                <c:pt idx="3811">
                  <c:v>3811</c:v>
                </c:pt>
                <c:pt idx="3812">
                  <c:v>3812</c:v>
                </c:pt>
                <c:pt idx="3813">
                  <c:v>3813</c:v>
                </c:pt>
                <c:pt idx="3814">
                  <c:v>3814</c:v>
                </c:pt>
                <c:pt idx="3815">
                  <c:v>3815</c:v>
                </c:pt>
                <c:pt idx="3816">
                  <c:v>3816</c:v>
                </c:pt>
                <c:pt idx="3817">
                  <c:v>3817</c:v>
                </c:pt>
                <c:pt idx="3818">
                  <c:v>3818</c:v>
                </c:pt>
                <c:pt idx="3819">
                  <c:v>3819</c:v>
                </c:pt>
                <c:pt idx="3820">
                  <c:v>3820</c:v>
                </c:pt>
                <c:pt idx="3821">
                  <c:v>3821</c:v>
                </c:pt>
                <c:pt idx="3822">
                  <c:v>3822</c:v>
                </c:pt>
                <c:pt idx="3823">
                  <c:v>3823</c:v>
                </c:pt>
                <c:pt idx="3824">
                  <c:v>3824</c:v>
                </c:pt>
                <c:pt idx="3825">
                  <c:v>3825</c:v>
                </c:pt>
                <c:pt idx="3826">
                  <c:v>3826</c:v>
                </c:pt>
                <c:pt idx="3827">
                  <c:v>3827</c:v>
                </c:pt>
                <c:pt idx="3828">
                  <c:v>3828</c:v>
                </c:pt>
                <c:pt idx="3829">
                  <c:v>3829</c:v>
                </c:pt>
                <c:pt idx="3830">
                  <c:v>3830</c:v>
                </c:pt>
                <c:pt idx="3831">
                  <c:v>3831</c:v>
                </c:pt>
                <c:pt idx="3832">
                  <c:v>3832</c:v>
                </c:pt>
                <c:pt idx="3833">
                  <c:v>3833</c:v>
                </c:pt>
                <c:pt idx="3834">
                  <c:v>3834</c:v>
                </c:pt>
                <c:pt idx="3835">
                  <c:v>3835</c:v>
                </c:pt>
                <c:pt idx="3836">
                  <c:v>3836</c:v>
                </c:pt>
                <c:pt idx="3837">
                  <c:v>3837</c:v>
                </c:pt>
                <c:pt idx="3838">
                  <c:v>3838</c:v>
                </c:pt>
                <c:pt idx="3839">
                  <c:v>3839</c:v>
                </c:pt>
                <c:pt idx="3840">
                  <c:v>3840</c:v>
                </c:pt>
                <c:pt idx="3841">
                  <c:v>3841</c:v>
                </c:pt>
                <c:pt idx="3842">
                  <c:v>3842</c:v>
                </c:pt>
                <c:pt idx="3843">
                  <c:v>3843</c:v>
                </c:pt>
                <c:pt idx="3844">
                  <c:v>3844</c:v>
                </c:pt>
                <c:pt idx="3845">
                  <c:v>3845</c:v>
                </c:pt>
                <c:pt idx="3846">
                  <c:v>3846</c:v>
                </c:pt>
                <c:pt idx="3847">
                  <c:v>3847</c:v>
                </c:pt>
                <c:pt idx="3848">
                  <c:v>3848</c:v>
                </c:pt>
                <c:pt idx="3849">
                  <c:v>3849</c:v>
                </c:pt>
                <c:pt idx="3850">
                  <c:v>3850</c:v>
                </c:pt>
                <c:pt idx="3851">
                  <c:v>3851</c:v>
                </c:pt>
                <c:pt idx="3852">
                  <c:v>3852</c:v>
                </c:pt>
                <c:pt idx="3853">
                  <c:v>3853</c:v>
                </c:pt>
                <c:pt idx="3854">
                  <c:v>3854</c:v>
                </c:pt>
                <c:pt idx="3855">
                  <c:v>3855</c:v>
                </c:pt>
                <c:pt idx="3856">
                  <c:v>3856</c:v>
                </c:pt>
                <c:pt idx="3857">
                  <c:v>3857</c:v>
                </c:pt>
                <c:pt idx="3858">
                  <c:v>3858</c:v>
                </c:pt>
                <c:pt idx="3859">
                  <c:v>3859</c:v>
                </c:pt>
                <c:pt idx="3860">
                  <c:v>3860</c:v>
                </c:pt>
                <c:pt idx="3861">
                  <c:v>3861</c:v>
                </c:pt>
                <c:pt idx="3862">
                  <c:v>3862</c:v>
                </c:pt>
                <c:pt idx="3863">
                  <c:v>3863</c:v>
                </c:pt>
                <c:pt idx="3864">
                  <c:v>3864</c:v>
                </c:pt>
                <c:pt idx="3865">
                  <c:v>3865</c:v>
                </c:pt>
                <c:pt idx="3866">
                  <c:v>3866</c:v>
                </c:pt>
                <c:pt idx="3867">
                  <c:v>3867</c:v>
                </c:pt>
                <c:pt idx="3868">
                  <c:v>3868</c:v>
                </c:pt>
                <c:pt idx="3869">
                  <c:v>3869</c:v>
                </c:pt>
                <c:pt idx="3870">
                  <c:v>3870</c:v>
                </c:pt>
                <c:pt idx="3871">
                  <c:v>3871</c:v>
                </c:pt>
                <c:pt idx="3872">
                  <c:v>3872</c:v>
                </c:pt>
                <c:pt idx="3873">
                  <c:v>3873</c:v>
                </c:pt>
                <c:pt idx="3874">
                  <c:v>3874</c:v>
                </c:pt>
                <c:pt idx="3875">
                  <c:v>3875</c:v>
                </c:pt>
                <c:pt idx="3876">
                  <c:v>3876</c:v>
                </c:pt>
                <c:pt idx="3877">
                  <c:v>3877</c:v>
                </c:pt>
                <c:pt idx="3878">
                  <c:v>3878</c:v>
                </c:pt>
                <c:pt idx="3879">
                  <c:v>3879</c:v>
                </c:pt>
                <c:pt idx="3880">
                  <c:v>3880</c:v>
                </c:pt>
                <c:pt idx="3881">
                  <c:v>3881</c:v>
                </c:pt>
                <c:pt idx="3882">
                  <c:v>3882</c:v>
                </c:pt>
                <c:pt idx="3883">
                  <c:v>3883</c:v>
                </c:pt>
                <c:pt idx="3884">
                  <c:v>3884</c:v>
                </c:pt>
                <c:pt idx="3885">
                  <c:v>3885</c:v>
                </c:pt>
                <c:pt idx="3886">
                  <c:v>3886</c:v>
                </c:pt>
                <c:pt idx="3887">
                  <c:v>3887</c:v>
                </c:pt>
                <c:pt idx="3888">
                  <c:v>3888</c:v>
                </c:pt>
                <c:pt idx="3889">
                  <c:v>3889</c:v>
                </c:pt>
                <c:pt idx="3890">
                  <c:v>3890</c:v>
                </c:pt>
                <c:pt idx="3891">
                  <c:v>3891</c:v>
                </c:pt>
                <c:pt idx="3892">
                  <c:v>3892</c:v>
                </c:pt>
                <c:pt idx="3893">
                  <c:v>3893</c:v>
                </c:pt>
                <c:pt idx="3894">
                  <c:v>3894</c:v>
                </c:pt>
                <c:pt idx="3895">
                  <c:v>3895</c:v>
                </c:pt>
                <c:pt idx="3896">
                  <c:v>3896</c:v>
                </c:pt>
                <c:pt idx="3897">
                  <c:v>3897</c:v>
                </c:pt>
                <c:pt idx="3898">
                  <c:v>3898</c:v>
                </c:pt>
                <c:pt idx="3899">
                  <c:v>3899</c:v>
                </c:pt>
                <c:pt idx="3900">
                  <c:v>3900</c:v>
                </c:pt>
                <c:pt idx="3901">
                  <c:v>3901</c:v>
                </c:pt>
                <c:pt idx="3902">
                  <c:v>3902</c:v>
                </c:pt>
                <c:pt idx="3903">
                  <c:v>3903</c:v>
                </c:pt>
                <c:pt idx="3904">
                  <c:v>3904</c:v>
                </c:pt>
                <c:pt idx="3905">
                  <c:v>3905</c:v>
                </c:pt>
                <c:pt idx="3906">
                  <c:v>3906</c:v>
                </c:pt>
                <c:pt idx="3907">
                  <c:v>3907</c:v>
                </c:pt>
                <c:pt idx="3908">
                  <c:v>3908</c:v>
                </c:pt>
                <c:pt idx="3909">
                  <c:v>3909</c:v>
                </c:pt>
                <c:pt idx="3910">
                  <c:v>3910</c:v>
                </c:pt>
                <c:pt idx="3911">
                  <c:v>3911</c:v>
                </c:pt>
                <c:pt idx="3912">
                  <c:v>3912</c:v>
                </c:pt>
                <c:pt idx="3913">
                  <c:v>3913</c:v>
                </c:pt>
                <c:pt idx="3914">
                  <c:v>3914</c:v>
                </c:pt>
                <c:pt idx="3915">
                  <c:v>3915</c:v>
                </c:pt>
                <c:pt idx="3916">
                  <c:v>3916</c:v>
                </c:pt>
                <c:pt idx="3917">
                  <c:v>3917</c:v>
                </c:pt>
                <c:pt idx="3918">
                  <c:v>3918</c:v>
                </c:pt>
                <c:pt idx="3919">
                  <c:v>3919</c:v>
                </c:pt>
                <c:pt idx="3920">
                  <c:v>3920</c:v>
                </c:pt>
                <c:pt idx="3921">
                  <c:v>3921</c:v>
                </c:pt>
                <c:pt idx="3922">
                  <c:v>3922</c:v>
                </c:pt>
                <c:pt idx="3923">
                  <c:v>3923</c:v>
                </c:pt>
                <c:pt idx="3924">
                  <c:v>3924</c:v>
                </c:pt>
                <c:pt idx="3925">
                  <c:v>3925</c:v>
                </c:pt>
                <c:pt idx="3926">
                  <c:v>3926</c:v>
                </c:pt>
                <c:pt idx="3927">
                  <c:v>3927</c:v>
                </c:pt>
                <c:pt idx="3928">
                  <c:v>3928</c:v>
                </c:pt>
                <c:pt idx="3929">
                  <c:v>3929</c:v>
                </c:pt>
                <c:pt idx="3930">
                  <c:v>3930</c:v>
                </c:pt>
                <c:pt idx="3931">
                  <c:v>3931</c:v>
                </c:pt>
                <c:pt idx="3932">
                  <c:v>3932</c:v>
                </c:pt>
                <c:pt idx="3933">
                  <c:v>3933</c:v>
                </c:pt>
                <c:pt idx="3934">
                  <c:v>3934</c:v>
                </c:pt>
                <c:pt idx="3935">
                  <c:v>3935</c:v>
                </c:pt>
                <c:pt idx="3936">
                  <c:v>3936</c:v>
                </c:pt>
                <c:pt idx="3937">
                  <c:v>3937</c:v>
                </c:pt>
                <c:pt idx="3938">
                  <c:v>3938</c:v>
                </c:pt>
                <c:pt idx="3939">
                  <c:v>3939</c:v>
                </c:pt>
                <c:pt idx="3940">
                  <c:v>3940</c:v>
                </c:pt>
                <c:pt idx="3941">
                  <c:v>3941</c:v>
                </c:pt>
                <c:pt idx="3942">
                  <c:v>3942</c:v>
                </c:pt>
                <c:pt idx="3943">
                  <c:v>3943</c:v>
                </c:pt>
                <c:pt idx="3944">
                  <c:v>3944</c:v>
                </c:pt>
                <c:pt idx="3945">
                  <c:v>3945</c:v>
                </c:pt>
                <c:pt idx="3946">
                  <c:v>3946</c:v>
                </c:pt>
                <c:pt idx="3947">
                  <c:v>3947</c:v>
                </c:pt>
                <c:pt idx="3948">
                  <c:v>3948</c:v>
                </c:pt>
                <c:pt idx="3949">
                  <c:v>3949</c:v>
                </c:pt>
                <c:pt idx="3950">
                  <c:v>3950</c:v>
                </c:pt>
                <c:pt idx="3951">
                  <c:v>3951</c:v>
                </c:pt>
                <c:pt idx="3952">
                  <c:v>3952</c:v>
                </c:pt>
                <c:pt idx="3953">
                  <c:v>3953</c:v>
                </c:pt>
                <c:pt idx="3954">
                  <c:v>3954</c:v>
                </c:pt>
                <c:pt idx="3955">
                  <c:v>3955</c:v>
                </c:pt>
                <c:pt idx="3956">
                  <c:v>3956</c:v>
                </c:pt>
                <c:pt idx="3957">
                  <c:v>3957</c:v>
                </c:pt>
                <c:pt idx="3958">
                  <c:v>3958</c:v>
                </c:pt>
                <c:pt idx="3959">
                  <c:v>3959</c:v>
                </c:pt>
                <c:pt idx="3960">
                  <c:v>3960</c:v>
                </c:pt>
                <c:pt idx="3961">
                  <c:v>3961</c:v>
                </c:pt>
                <c:pt idx="3962">
                  <c:v>3962</c:v>
                </c:pt>
                <c:pt idx="3963">
                  <c:v>3963</c:v>
                </c:pt>
                <c:pt idx="3964">
                  <c:v>3964</c:v>
                </c:pt>
                <c:pt idx="3965">
                  <c:v>3965</c:v>
                </c:pt>
                <c:pt idx="3966">
                  <c:v>3966</c:v>
                </c:pt>
                <c:pt idx="3967">
                  <c:v>3967</c:v>
                </c:pt>
                <c:pt idx="3968">
                  <c:v>3968</c:v>
                </c:pt>
                <c:pt idx="3969">
                  <c:v>3969</c:v>
                </c:pt>
                <c:pt idx="3970">
                  <c:v>3970</c:v>
                </c:pt>
                <c:pt idx="3971">
                  <c:v>3971</c:v>
                </c:pt>
                <c:pt idx="3972">
                  <c:v>3972</c:v>
                </c:pt>
                <c:pt idx="3973">
                  <c:v>3973</c:v>
                </c:pt>
                <c:pt idx="3974">
                  <c:v>3974</c:v>
                </c:pt>
                <c:pt idx="3975">
                  <c:v>3975</c:v>
                </c:pt>
                <c:pt idx="3976">
                  <c:v>3976</c:v>
                </c:pt>
                <c:pt idx="3977">
                  <c:v>3977</c:v>
                </c:pt>
                <c:pt idx="3978">
                  <c:v>3978</c:v>
                </c:pt>
                <c:pt idx="3979">
                  <c:v>3979</c:v>
                </c:pt>
                <c:pt idx="3980">
                  <c:v>3980</c:v>
                </c:pt>
                <c:pt idx="3981">
                  <c:v>3981</c:v>
                </c:pt>
                <c:pt idx="3982">
                  <c:v>3982</c:v>
                </c:pt>
                <c:pt idx="3983">
                  <c:v>3983</c:v>
                </c:pt>
                <c:pt idx="3984">
                  <c:v>3984</c:v>
                </c:pt>
                <c:pt idx="3985">
                  <c:v>3985</c:v>
                </c:pt>
                <c:pt idx="3986">
                  <c:v>3986</c:v>
                </c:pt>
                <c:pt idx="3987">
                  <c:v>3987</c:v>
                </c:pt>
                <c:pt idx="3988">
                  <c:v>3988</c:v>
                </c:pt>
                <c:pt idx="3989">
                  <c:v>3989</c:v>
                </c:pt>
                <c:pt idx="3990">
                  <c:v>3990</c:v>
                </c:pt>
                <c:pt idx="3991">
                  <c:v>3991</c:v>
                </c:pt>
                <c:pt idx="3992">
                  <c:v>3992</c:v>
                </c:pt>
                <c:pt idx="3993">
                  <c:v>3993</c:v>
                </c:pt>
                <c:pt idx="3994">
                  <c:v>3994</c:v>
                </c:pt>
                <c:pt idx="3995">
                  <c:v>3995</c:v>
                </c:pt>
                <c:pt idx="3996">
                  <c:v>3996</c:v>
                </c:pt>
                <c:pt idx="3997">
                  <c:v>3997</c:v>
                </c:pt>
                <c:pt idx="3998">
                  <c:v>3998</c:v>
                </c:pt>
                <c:pt idx="3999">
                  <c:v>3999</c:v>
                </c:pt>
                <c:pt idx="4000">
                  <c:v>4000</c:v>
                </c:pt>
                <c:pt idx="4001">
                  <c:v>4001</c:v>
                </c:pt>
                <c:pt idx="4002">
                  <c:v>4002</c:v>
                </c:pt>
                <c:pt idx="4003">
                  <c:v>4003</c:v>
                </c:pt>
                <c:pt idx="4004">
                  <c:v>4004</c:v>
                </c:pt>
                <c:pt idx="4005">
                  <c:v>4005</c:v>
                </c:pt>
                <c:pt idx="4006">
                  <c:v>4006</c:v>
                </c:pt>
                <c:pt idx="4007">
                  <c:v>4007</c:v>
                </c:pt>
                <c:pt idx="4008">
                  <c:v>4008</c:v>
                </c:pt>
                <c:pt idx="4009">
                  <c:v>4009</c:v>
                </c:pt>
                <c:pt idx="4010">
                  <c:v>4010</c:v>
                </c:pt>
                <c:pt idx="4011">
                  <c:v>4011</c:v>
                </c:pt>
                <c:pt idx="4012">
                  <c:v>4012</c:v>
                </c:pt>
                <c:pt idx="4013">
                  <c:v>4013</c:v>
                </c:pt>
                <c:pt idx="4014">
                  <c:v>4014</c:v>
                </c:pt>
                <c:pt idx="4015">
                  <c:v>4015</c:v>
                </c:pt>
                <c:pt idx="4016">
                  <c:v>4016</c:v>
                </c:pt>
                <c:pt idx="4017">
                  <c:v>4017</c:v>
                </c:pt>
                <c:pt idx="4018">
                  <c:v>4018</c:v>
                </c:pt>
                <c:pt idx="4019">
                  <c:v>4019</c:v>
                </c:pt>
                <c:pt idx="4020">
                  <c:v>4020</c:v>
                </c:pt>
                <c:pt idx="4021">
                  <c:v>4021</c:v>
                </c:pt>
                <c:pt idx="4022">
                  <c:v>4022</c:v>
                </c:pt>
                <c:pt idx="4023">
                  <c:v>4023</c:v>
                </c:pt>
                <c:pt idx="4024">
                  <c:v>4024</c:v>
                </c:pt>
                <c:pt idx="4025">
                  <c:v>4025</c:v>
                </c:pt>
                <c:pt idx="4026">
                  <c:v>4026</c:v>
                </c:pt>
                <c:pt idx="4027">
                  <c:v>4027</c:v>
                </c:pt>
                <c:pt idx="4028">
                  <c:v>4028</c:v>
                </c:pt>
                <c:pt idx="4029">
                  <c:v>4029</c:v>
                </c:pt>
                <c:pt idx="4030">
                  <c:v>4030</c:v>
                </c:pt>
                <c:pt idx="4031">
                  <c:v>4031</c:v>
                </c:pt>
                <c:pt idx="4032">
                  <c:v>4032</c:v>
                </c:pt>
                <c:pt idx="4033">
                  <c:v>4033</c:v>
                </c:pt>
                <c:pt idx="4034">
                  <c:v>4034</c:v>
                </c:pt>
                <c:pt idx="4035">
                  <c:v>4035</c:v>
                </c:pt>
                <c:pt idx="4036">
                  <c:v>4036</c:v>
                </c:pt>
                <c:pt idx="4037">
                  <c:v>4037</c:v>
                </c:pt>
                <c:pt idx="4038">
                  <c:v>4038</c:v>
                </c:pt>
                <c:pt idx="4039">
                  <c:v>4039</c:v>
                </c:pt>
                <c:pt idx="4040">
                  <c:v>4040</c:v>
                </c:pt>
                <c:pt idx="4041">
                  <c:v>4041</c:v>
                </c:pt>
                <c:pt idx="4042">
                  <c:v>4042</c:v>
                </c:pt>
                <c:pt idx="4043">
                  <c:v>4043</c:v>
                </c:pt>
                <c:pt idx="4044">
                  <c:v>4044</c:v>
                </c:pt>
                <c:pt idx="4045">
                  <c:v>4045</c:v>
                </c:pt>
                <c:pt idx="4046">
                  <c:v>4046</c:v>
                </c:pt>
                <c:pt idx="4047">
                  <c:v>4047</c:v>
                </c:pt>
                <c:pt idx="4048">
                  <c:v>4048</c:v>
                </c:pt>
                <c:pt idx="4049">
                  <c:v>4049</c:v>
                </c:pt>
                <c:pt idx="4050">
                  <c:v>4050</c:v>
                </c:pt>
                <c:pt idx="4051">
                  <c:v>4051</c:v>
                </c:pt>
                <c:pt idx="4052">
                  <c:v>4052</c:v>
                </c:pt>
                <c:pt idx="4053">
                  <c:v>4053</c:v>
                </c:pt>
                <c:pt idx="4054">
                  <c:v>4054</c:v>
                </c:pt>
                <c:pt idx="4055">
                  <c:v>4055</c:v>
                </c:pt>
                <c:pt idx="4056">
                  <c:v>4056</c:v>
                </c:pt>
                <c:pt idx="4057">
                  <c:v>4057</c:v>
                </c:pt>
                <c:pt idx="4058">
                  <c:v>4058</c:v>
                </c:pt>
                <c:pt idx="4059">
                  <c:v>4059</c:v>
                </c:pt>
                <c:pt idx="4060">
                  <c:v>4060</c:v>
                </c:pt>
                <c:pt idx="4061">
                  <c:v>4061</c:v>
                </c:pt>
                <c:pt idx="4062">
                  <c:v>4062</c:v>
                </c:pt>
                <c:pt idx="4063">
                  <c:v>4063</c:v>
                </c:pt>
                <c:pt idx="4064">
                  <c:v>4064</c:v>
                </c:pt>
                <c:pt idx="4065">
                  <c:v>4065</c:v>
                </c:pt>
                <c:pt idx="4066">
                  <c:v>4066</c:v>
                </c:pt>
                <c:pt idx="4067">
                  <c:v>4067</c:v>
                </c:pt>
                <c:pt idx="4068">
                  <c:v>4068</c:v>
                </c:pt>
                <c:pt idx="4069">
                  <c:v>4069</c:v>
                </c:pt>
                <c:pt idx="4070">
                  <c:v>4070</c:v>
                </c:pt>
                <c:pt idx="4071">
                  <c:v>4071</c:v>
                </c:pt>
                <c:pt idx="4072">
                  <c:v>4072</c:v>
                </c:pt>
                <c:pt idx="4073">
                  <c:v>4073</c:v>
                </c:pt>
                <c:pt idx="4074">
                  <c:v>4074</c:v>
                </c:pt>
                <c:pt idx="4075">
                  <c:v>4075</c:v>
                </c:pt>
                <c:pt idx="4076">
                  <c:v>4076</c:v>
                </c:pt>
                <c:pt idx="4077">
                  <c:v>4077</c:v>
                </c:pt>
                <c:pt idx="4078">
                  <c:v>4078</c:v>
                </c:pt>
                <c:pt idx="4079">
                  <c:v>4079</c:v>
                </c:pt>
                <c:pt idx="4080">
                  <c:v>4080</c:v>
                </c:pt>
                <c:pt idx="4081">
                  <c:v>4081</c:v>
                </c:pt>
                <c:pt idx="4082">
                  <c:v>4082</c:v>
                </c:pt>
                <c:pt idx="4083">
                  <c:v>4083</c:v>
                </c:pt>
                <c:pt idx="4084">
                  <c:v>4084</c:v>
                </c:pt>
                <c:pt idx="4085">
                  <c:v>4085</c:v>
                </c:pt>
                <c:pt idx="4086">
                  <c:v>4086</c:v>
                </c:pt>
                <c:pt idx="4087">
                  <c:v>4087</c:v>
                </c:pt>
                <c:pt idx="4088">
                  <c:v>4088</c:v>
                </c:pt>
                <c:pt idx="4089">
                  <c:v>4089</c:v>
                </c:pt>
                <c:pt idx="4090">
                  <c:v>4090</c:v>
                </c:pt>
                <c:pt idx="4091">
                  <c:v>4091</c:v>
                </c:pt>
                <c:pt idx="4092">
                  <c:v>4092</c:v>
                </c:pt>
                <c:pt idx="4093">
                  <c:v>4093</c:v>
                </c:pt>
                <c:pt idx="4094">
                  <c:v>4094</c:v>
                </c:pt>
                <c:pt idx="4095">
                  <c:v>4095</c:v>
                </c:pt>
                <c:pt idx="4096">
                  <c:v>4096</c:v>
                </c:pt>
                <c:pt idx="4097">
                  <c:v>4097</c:v>
                </c:pt>
                <c:pt idx="4098">
                  <c:v>4098</c:v>
                </c:pt>
                <c:pt idx="4099">
                  <c:v>4099</c:v>
                </c:pt>
                <c:pt idx="4100">
                  <c:v>4100</c:v>
                </c:pt>
                <c:pt idx="4101">
                  <c:v>4101</c:v>
                </c:pt>
                <c:pt idx="4102">
                  <c:v>4102</c:v>
                </c:pt>
                <c:pt idx="4103">
                  <c:v>4103</c:v>
                </c:pt>
                <c:pt idx="4104">
                  <c:v>4104</c:v>
                </c:pt>
                <c:pt idx="4105">
                  <c:v>4105</c:v>
                </c:pt>
                <c:pt idx="4106">
                  <c:v>4106</c:v>
                </c:pt>
                <c:pt idx="4107">
                  <c:v>4107</c:v>
                </c:pt>
                <c:pt idx="4108">
                  <c:v>4108</c:v>
                </c:pt>
                <c:pt idx="4109">
                  <c:v>4109</c:v>
                </c:pt>
                <c:pt idx="4110">
                  <c:v>4110</c:v>
                </c:pt>
                <c:pt idx="4111">
                  <c:v>4111</c:v>
                </c:pt>
                <c:pt idx="4112">
                  <c:v>4112</c:v>
                </c:pt>
                <c:pt idx="4113">
                  <c:v>4113</c:v>
                </c:pt>
                <c:pt idx="4114">
                  <c:v>4114</c:v>
                </c:pt>
                <c:pt idx="4115">
                  <c:v>4115</c:v>
                </c:pt>
                <c:pt idx="4116">
                  <c:v>4116</c:v>
                </c:pt>
                <c:pt idx="4117">
                  <c:v>4117</c:v>
                </c:pt>
                <c:pt idx="4118">
                  <c:v>4118</c:v>
                </c:pt>
                <c:pt idx="4119">
                  <c:v>4119</c:v>
                </c:pt>
                <c:pt idx="4120">
                  <c:v>4120</c:v>
                </c:pt>
                <c:pt idx="4121">
                  <c:v>4121</c:v>
                </c:pt>
                <c:pt idx="4122">
                  <c:v>4122</c:v>
                </c:pt>
                <c:pt idx="4123">
                  <c:v>4123</c:v>
                </c:pt>
                <c:pt idx="4124">
                  <c:v>4124</c:v>
                </c:pt>
                <c:pt idx="4125">
                  <c:v>4125</c:v>
                </c:pt>
                <c:pt idx="4126">
                  <c:v>4126</c:v>
                </c:pt>
                <c:pt idx="4127">
                  <c:v>4127</c:v>
                </c:pt>
                <c:pt idx="4128">
                  <c:v>4128</c:v>
                </c:pt>
                <c:pt idx="4129">
                  <c:v>4129</c:v>
                </c:pt>
                <c:pt idx="4130">
                  <c:v>4130</c:v>
                </c:pt>
                <c:pt idx="4131">
                  <c:v>4131</c:v>
                </c:pt>
                <c:pt idx="4132">
                  <c:v>4132</c:v>
                </c:pt>
                <c:pt idx="4133">
                  <c:v>4133</c:v>
                </c:pt>
                <c:pt idx="4134">
                  <c:v>4134</c:v>
                </c:pt>
                <c:pt idx="4135">
                  <c:v>4135</c:v>
                </c:pt>
                <c:pt idx="4136">
                  <c:v>4136</c:v>
                </c:pt>
                <c:pt idx="4137">
                  <c:v>4137</c:v>
                </c:pt>
                <c:pt idx="4138">
                  <c:v>4138</c:v>
                </c:pt>
                <c:pt idx="4139">
                  <c:v>4139</c:v>
                </c:pt>
                <c:pt idx="4140">
                  <c:v>4140</c:v>
                </c:pt>
                <c:pt idx="4141">
                  <c:v>4141</c:v>
                </c:pt>
                <c:pt idx="4142">
                  <c:v>4142</c:v>
                </c:pt>
                <c:pt idx="4143">
                  <c:v>4143</c:v>
                </c:pt>
                <c:pt idx="4144">
                  <c:v>4144</c:v>
                </c:pt>
                <c:pt idx="4145">
                  <c:v>4145</c:v>
                </c:pt>
                <c:pt idx="4146">
                  <c:v>4146</c:v>
                </c:pt>
                <c:pt idx="4147">
                  <c:v>4147</c:v>
                </c:pt>
                <c:pt idx="4148">
                  <c:v>4148</c:v>
                </c:pt>
                <c:pt idx="4149">
                  <c:v>4149</c:v>
                </c:pt>
                <c:pt idx="4150">
                  <c:v>4150</c:v>
                </c:pt>
                <c:pt idx="4151">
                  <c:v>4151</c:v>
                </c:pt>
                <c:pt idx="4152">
                  <c:v>4152</c:v>
                </c:pt>
                <c:pt idx="4153">
                  <c:v>4153</c:v>
                </c:pt>
                <c:pt idx="4154">
                  <c:v>4154</c:v>
                </c:pt>
                <c:pt idx="4155">
                  <c:v>4155</c:v>
                </c:pt>
                <c:pt idx="4156">
                  <c:v>4156</c:v>
                </c:pt>
                <c:pt idx="4157">
                  <c:v>4157</c:v>
                </c:pt>
                <c:pt idx="4158">
                  <c:v>4158</c:v>
                </c:pt>
                <c:pt idx="4159">
                  <c:v>4159</c:v>
                </c:pt>
                <c:pt idx="4160">
                  <c:v>4160</c:v>
                </c:pt>
                <c:pt idx="4161">
                  <c:v>4161</c:v>
                </c:pt>
                <c:pt idx="4162">
                  <c:v>4162</c:v>
                </c:pt>
                <c:pt idx="4163">
                  <c:v>4163</c:v>
                </c:pt>
                <c:pt idx="4164">
                  <c:v>4164</c:v>
                </c:pt>
                <c:pt idx="4165">
                  <c:v>4165</c:v>
                </c:pt>
                <c:pt idx="4166">
                  <c:v>4166</c:v>
                </c:pt>
                <c:pt idx="4167">
                  <c:v>4167</c:v>
                </c:pt>
                <c:pt idx="4168">
                  <c:v>4168</c:v>
                </c:pt>
                <c:pt idx="4169">
                  <c:v>4169</c:v>
                </c:pt>
                <c:pt idx="4170">
                  <c:v>4170</c:v>
                </c:pt>
                <c:pt idx="4171">
                  <c:v>4171</c:v>
                </c:pt>
                <c:pt idx="4172">
                  <c:v>4172</c:v>
                </c:pt>
                <c:pt idx="4173">
                  <c:v>4173</c:v>
                </c:pt>
                <c:pt idx="4174">
                  <c:v>4174</c:v>
                </c:pt>
                <c:pt idx="4175">
                  <c:v>4175</c:v>
                </c:pt>
                <c:pt idx="4176">
                  <c:v>4176</c:v>
                </c:pt>
                <c:pt idx="4177">
                  <c:v>4177</c:v>
                </c:pt>
                <c:pt idx="4178">
                  <c:v>4178</c:v>
                </c:pt>
                <c:pt idx="4179">
                  <c:v>4179</c:v>
                </c:pt>
                <c:pt idx="4180">
                  <c:v>4180</c:v>
                </c:pt>
                <c:pt idx="4181">
                  <c:v>4181</c:v>
                </c:pt>
                <c:pt idx="4182">
                  <c:v>4182</c:v>
                </c:pt>
                <c:pt idx="4183">
                  <c:v>4183</c:v>
                </c:pt>
                <c:pt idx="4184">
                  <c:v>4184</c:v>
                </c:pt>
                <c:pt idx="4185">
                  <c:v>4185</c:v>
                </c:pt>
                <c:pt idx="4186">
                  <c:v>4186</c:v>
                </c:pt>
                <c:pt idx="4187">
                  <c:v>4187</c:v>
                </c:pt>
                <c:pt idx="4188">
                  <c:v>4188</c:v>
                </c:pt>
                <c:pt idx="4189">
                  <c:v>4189</c:v>
                </c:pt>
                <c:pt idx="4190">
                  <c:v>4190</c:v>
                </c:pt>
                <c:pt idx="4191">
                  <c:v>4191</c:v>
                </c:pt>
                <c:pt idx="4192">
                  <c:v>4192</c:v>
                </c:pt>
                <c:pt idx="4193">
                  <c:v>4193</c:v>
                </c:pt>
                <c:pt idx="4194">
                  <c:v>4194</c:v>
                </c:pt>
                <c:pt idx="4195">
                  <c:v>4195</c:v>
                </c:pt>
                <c:pt idx="4196">
                  <c:v>4196</c:v>
                </c:pt>
                <c:pt idx="4197">
                  <c:v>4197</c:v>
                </c:pt>
                <c:pt idx="4198">
                  <c:v>4198</c:v>
                </c:pt>
                <c:pt idx="4199">
                  <c:v>4199</c:v>
                </c:pt>
                <c:pt idx="4200">
                  <c:v>4200</c:v>
                </c:pt>
                <c:pt idx="4201">
                  <c:v>4201</c:v>
                </c:pt>
                <c:pt idx="4202">
                  <c:v>4202</c:v>
                </c:pt>
                <c:pt idx="4203">
                  <c:v>4203</c:v>
                </c:pt>
                <c:pt idx="4204">
                  <c:v>4204</c:v>
                </c:pt>
                <c:pt idx="4205">
                  <c:v>4205</c:v>
                </c:pt>
                <c:pt idx="4206">
                  <c:v>4206</c:v>
                </c:pt>
                <c:pt idx="4207">
                  <c:v>4207</c:v>
                </c:pt>
                <c:pt idx="4208">
                  <c:v>4208</c:v>
                </c:pt>
                <c:pt idx="4209">
                  <c:v>4209</c:v>
                </c:pt>
                <c:pt idx="4210">
                  <c:v>4210</c:v>
                </c:pt>
                <c:pt idx="4211">
                  <c:v>4211</c:v>
                </c:pt>
                <c:pt idx="4212">
                  <c:v>4212</c:v>
                </c:pt>
                <c:pt idx="4213">
                  <c:v>4213</c:v>
                </c:pt>
                <c:pt idx="4214">
                  <c:v>4214</c:v>
                </c:pt>
                <c:pt idx="4215">
                  <c:v>4215</c:v>
                </c:pt>
                <c:pt idx="4216">
                  <c:v>4216</c:v>
                </c:pt>
                <c:pt idx="4217">
                  <c:v>4217</c:v>
                </c:pt>
                <c:pt idx="4218">
                  <c:v>4218</c:v>
                </c:pt>
                <c:pt idx="4219">
                  <c:v>4219</c:v>
                </c:pt>
                <c:pt idx="4220">
                  <c:v>4220</c:v>
                </c:pt>
                <c:pt idx="4221">
                  <c:v>4221</c:v>
                </c:pt>
                <c:pt idx="4222">
                  <c:v>4222</c:v>
                </c:pt>
                <c:pt idx="4223">
                  <c:v>4223</c:v>
                </c:pt>
                <c:pt idx="4224">
                  <c:v>4224</c:v>
                </c:pt>
                <c:pt idx="4225">
                  <c:v>4225</c:v>
                </c:pt>
                <c:pt idx="4226">
                  <c:v>4226</c:v>
                </c:pt>
                <c:pt idx="4227">
                  <c:v>4227</c:v>
                </c:pt>
                <c:pt idx="4228">
                  <c:v>4228</c:v>
                </c:pt>
                <c:pt idx="4229">
                  <c:v>4229</c:v>
                </c:pt>
                <c:pt idx="4230">
                  <c:v>4230</c:v>
                </c:pt>
                <c:pt idx="4231">
                  <c:v>4231</c:v>
                </c:pt>
                <c:pt idx="4232">
                  <c:v>4232</c:v>
                </c:pt>
                <c:pt idx="4233">
                  <c:v>4233</c:v>
                </c:pt>
                <c:pt idx="4234">
                  <c:v>4234</c:v>
                </c:pt>
                <c:pt idx="4235">
                  <c:v>4235</c:v>
                </c:pt>
                <c:pt idx="4236">
                  <c:v>4236</c:v>
                </c:pt>
                <c:pt idx="4237">
                  <c:v>4237</c:v>
                </c:pt>
                <c:pt idx="4238">
                  <c:v>4238</c:v>
                </c:pt>
                <c:pt idx="4239">
                  <c:v>4239</c:v>
                </c:pt>
                <c:pt idx="4240">
                  <c:v>4240</c:v>
                </c:pt>
                <c:pt idx="4241">
                  <c:v>4241</c:v>
                </c:pt>
                <c:pt idx="4242">
                  <c:v>4242</c:v>
                </c:pt>
                <c:pt idx="4243">
                  <c:v>4243</c:v>
                </c:pt>
                <c:pt idx="4244">
                  <c:v>4244</c:v>
                </c:pt>
                <c:pt idx="4245">
                  <c:v>4245</c:v>
                </c:pt>
                <c:pt idx="4246">
                  <c:v>4246</c:v>
                </c:pt>
                <c:pt idx="4247">
                  <c:v>4247</c:v>
                </c:pt>
                <c:pt idx="4248">
                  <c:v>4248</c:v>
                </c:pt>
                <c:pt idx="4249">
                  <c:v>4249</c:v>
                </c:pt>
                <c:pt idx="4250">
                  <c:v>4250</c:v>
                </c:pt>
                <c:pt idx="4251">
                  <c:v>4251</c:v>
                </c:pt>
                <c:pt idx="4252">
                  <c:v>4252</c:v>
                </c:pt>
                <c:pt idx="4253">
                  <c:v>4253</c:v>
                </c:pt>
                <c:pt idx="4254">
                  <c:v>4254</c:v>
                </c:pt>
                <c:pt idx="4255">
                  <c:v>4255</c:v>
                </c:pt>
                <c:pt idx="4256">
                  <c:v>4256</c:v>
                </c:pt>
                <c:pt idx="4257">
                  <c:v>4257</c:v>
                </c:pt>
                <c:pt idx="4258">
                  <c:v>4258</c:v>
                </c:pt>
                <c:pt idx="4259">
                  <c:v>4259</c:v>
                </c:pt>
                <c:pt idx="4260">
                  <c:v>4260</c:v>
                </c:pt>
                <c:pt idx="4261">
                  <c:v>4261</c:v>
                </c:pt>
                <c:pt idx="4262">
                  <c:v>4262</c:v>
                </c:pt>
                <c:pt idx="4263">
                  <c:v>4263</c:v>
                </c:pt>
                <c:pt idx="4264">
                  <c:v>4264</c:v>
                </c:pt>
                <c:pt idx="4265">
                  <c:v>4265</c:v>
                </c:pt>
                <c:pt idx="4266">
                  <c:v>4266</c:v>
                </c:pt>
                <c:pt idx="4267">
                  <c:v>4267</c:v>
                </c:pt>
                <c:pt idx="4268">
                  <c:v>4268</c:v>
                </c:pt>
                <c:pt idx="4269">
                  <c:v>4269</c:v>
                </c:pt>
                <c:pt idx="4270">
                  <c:v>4270</c:v>
                </c:pt>
                <c:pt idx="4271">
                  <c:v>4271</c:v>
                </c:pt>
                <c:pt idx="4272">
                  <c:v>4272</c:v>
                </c:pt>
                <c:pt idx="4273">
                  <c:v>4273</c:v>
                </c:pt>
                <c:pt idx="4274">
                  <c:v>4274</c:v>
                </c:pt>
                <c:pt idx="4275">
                  <c:v>4275</c:v>
                </c:pt>
                <c:pt idx="4276">
                  <c:v>4276</c:v>
                </c:pt>
                <c:pt idx="4277">
                  <c:v>4277</c:v>
                </c:pt>
                <c:pt idx="4278">
                  <c:v>4278</c:v>
                </c:pt>
                <c:pt idx="4279">
                  <c:v>4279</c:v>
                </c:pt>
                <c:pt idx="4280">
                  <c:v>4280</c:v>
                </c:pt>
                <c:pt idx="4281">
                  <c:v>4281</c:v>
                </c:pt>
                <c:pt idx="4282">
                  <c:v>4282</c:v>
                </c:pt>
                <c:pt idx="4283">
                  <c:v>4283</c:v>
                </c:pt>
                <c:pt idx="4284">
                  <c:v>4284</c:v>
                </c:pt>
                <c:pt idx="4285">
                  <c:v>4285</c:v>
                </c:pt>
                <c:pt idx="4286">
                  <c:v>4286</c:v>
                </c:pt>
                <c:pt idx="4287">
                  <c:v>4287</c:v>
                </c:pt>
                <c:pt idx="4288">
                  <c:v>4288</c:v>
                </c:pt>
                <c:pt idx="4289">
                  <c:v>4289</c:v>
                </c:pt>
                <c:pt idx="4290">
                  <c:v>4290</c:v>
                </c:pt>
                <c:pt idx="4291">
                  <c:v>4291</c:v>
                </c:pt>
                <c:pt idx="4292">
                  <c:v>4292</c:v>
                </c:pt>
                <c:pt idx="4293">
                  <c:v>4293</c:v>
                </c:pt>
                <c:pt idx="4294">
                  <c:v>4294</c:v>
                </c:pt>
                <c:pt idx="4295">
                  <c:v>4295</c:v>
                </c:pt>
                <c:pt idx="4296">
                  <c:v>4296</c:v>
                </c:pt>
                <c:pt idx="4297">
                  <c:v>4297</c:v>
                </c:pt>
                <c:pt idx="4298">
                  <c:v>4298</c:v>
                </c:pt>
                <c:pt idx="4299">
                  <c:v>4299</c:v>
                </c:pt>
                <c:pt idx="4300">
                  <c:v>4300</c:v>
                </c:pt>
                <c:pt idx="4301">
                  <c:v>4301</c:v>
                </c:pt>
                <c:pt idx="4302">
                  <c:v>4302</c:v>
                </c:pt>
                <c:pt idx="4303">
                  <c:v>4303</c:v>
                </c:pt>
                <c:pt idx="4304">
                  <c:v>4304</c:v>
                </c:pt>
                <c:pt idx="4305">
                  <c:v>4305</c:v>
                </c:pt>
                <c:pt idx="4306">
                  <c:v>4306</c:v>
                </c:pt>
                <c:pt idx="4307">
                  <c:v>4307</c:v>
                </c:pt>
                <c:pt idx="4308">
                  <c:v>4308</c:v>
                </c:pt>
                <c:pt idx="4309">
                  <c:v>4309</c:v>
                </c:pt>
                <c:pt idx="4310">
                  <c:v>4310</c:v>
                </c:pt>
                <c:pt idx="4311">
                  <c:v>4311</c:v>
                </c:pt>
                <c:pt idx="4312">
                  <c:v>4312</c:v>
                </c:pt>
                <c:pt idx="4313">
                  <c:v>4313</c:v>
                </c:pt>
                <c:pt idx="4314">
                  <c:v>4314</c:v>
                </c:pt>
                <c:pt idx="4315">
                  <c:v>4315</c:v>
                </c:pt>
                <c:pt idx="4316">
                  <c:v>4316</c:v>
                </c:pt>
                <c:pt idx="4317">
                  <c:v>4317</c:v>
                </c:pt>
                <c:pt idx="4318">
                  <c:v>4318</c:v>
                </c:pt>
                <c:pt idx="4319">
                  <c:v>4319</c:v>
                </c:pt>
                <c:pt idx="4320">
                  <c:v>4320</c:v>
                </c:pt>
                <c:pt idx="4321">
                  <c:v>4321</c:v>
                </c:pt>
                <c:pt idx="4322">
                  <c:v>4322</c:v>
                </c:pt>
                <c:pt idx="4323">
                  <c:v>4323</c:v>
                </c:pt>
                <c:pt idx="4324">
                  <c:v>4324</c:v>
                </c:pt>
                <c:pt idx="4325">
                  <c:v>4325</c:v>
                </c:pt>
                <c:pt idx="4326">
                  <c:v>4326</c:v>
                </c:pt>
                <c:pt idx="4327">
                  <c:v>4327</c:v>
                </c:pt>
                <c:pt idx="4328">
                  <c:v>4328</c:v>
                </c:pt>
                <c:pt idx="4329">
                  <c:v>4329</c:v>
                </c:pt>
                <c:pt idx="4330">
                  <c:v>4330</c:v>
                </c:pt>
                <c:pt idx="4331">
                  <c:v>4331</c:v>
                </c:pt>
                <c:pt idx="4332">
                  <c:v>4332</c:v>
                </c:pt>
                <c:pt idx="4333">
                  <c:v>4333</c:v>
                </c:pt>
                <c:pt idx="4334">
                  <c:v>4334</c:v>
                </c:pt>
                <c:pt idx="4335">
                  <c:v>4335</c:v>
                </c:pt>
                <c:pt idx="4336">
                  <c:v>4336</c:v>
                </c:pt>
                <c:pt idx="4337">
                  <c:v>4337</c:v>
                </c:pt>
                <c:pt idx="4338">
                  <c:v>4338</c:v>
                </c:pt>
                <c:pt idx="4339">
                  <c:v>4339</c:v>
                </c:pt>
                <c:pt idx="4340">
                  <c:v>4340</c:v>
                </c:pt>
                <c:pt idx="4341">
                  <c:v>4341</c:v>
                </c:pt>
                <c:pt idx="4342">
                  <c:v>4342</c:v>
                </c:pt>
                <c:pt idx="4343">
                  <c:v>4343</c:v>
                </c:pt>
                <c:pt idx="4344">
                  <c:v>4344</c:v>
                </c:pt>
                <c:pt idx="4345">
                  <c:v>4345</c:v>
                </c:pt>
                <c:pt idx="4346">
                  <c:v>4346</c:v>
                </c:pt>
                <c:pt idx="4347">
                  <c:v>4347</c:v>
                </c:pt>
                <c:pt idx="4348">
                  <c:v>4348</c:v>
                </c:pt>
                <c:pt idx="4349">
                  <c:v>4349</c:v>
                </c:pt>
                <c:pt idx="4350">
                  <c:v>4350</c:v>
                </c:pt>
                <c:pt idx="4351">
                  <c:v>4351</c:v>
                </c:pt>
                <c:pt idx="4352">
                  <c:v>4352</c:v>
                </c:pt>
                <c:pt idx="4353">
                  <c:v>4353</c:v>
                </c:pt>
                <c:pt idx="4354">
                  <c:v>4354</c:v>
                </c:pt>
                <c:pt idx="4355">
                  <c:v>4355</c:v>
                </c:pt>
                <c:pt idx="4356">
                  <c:v>4356</c:v>
                </c:pt>
                <c:pt idx="4357">
                  <c:v>4357</c:v>
                </c:pt>
                <c:pt idx="4358">
                  <c:v>4358</c:v>
                </c:pt>
                <c:pt idx="4359">
                  <c:v>4359</c:v>
                </c:pt>
                <c:pt idx="4360">
                  <c:v>4360</c:v>
                </c:pt>
                <c:pt idx="4361">
                  <c:v>4361</c:v>
                </c:pt>
                <c:pt idx="4362">
                  <c:v>4362</c:v>
                </c:pt>
                <c:pt idx="4363">
                  <c:v>4363</c:v>
                </c:pt>
                <c:pt idx="4364">
                  <c:v>4364</c:v>
                </c:pt>
                <c:pt idx="4365">
                  <c:v>4365</c:v>
                </c:pt>
                <c:pt idx="4366">
                  <c:v>4366</c:v>
                </c:pt>
                <c:pt idx="4367">
                  <c:v>4367</c:v>
                </c:pt>
                <c:pt idx="4368">
                  <c:v>4368</c:v>
                </c:pt>
                <c:pt idx="4369">
                  <c:v>4369</c:v>
                </c:pt>
                <c:pt idx="4370">
                  <c:v>4370</c:v>
                </c:pt>
                <c:pt idx="4371">
                  <c:v>4371</c:v>
                </c:pt>
                <c:pt idx="4372">
                  <c:v>4372</c:v>
                </c:pt>
                <c:pt idx="4373">
                  <c:v>4373</c:v>
                </c:pt>
                <c:pt idx="4374">
                  <c:v>4374</c:v>
                </c:pt>
                <c:pt idx="4375">
                  <c:v>4375</c:v>
                </c:pt>
                <c:pt idx="4376">
                  <c:v>4376</c:v>
                </c:pt>
                <c:pt idx="4377">
                  <c:v>4377</c:v>
                </c:pt>
                <c:pt idx="4378">
                  <c:v>4378</c:v>
                </c:pt>
                <c:pt idx="4379">
                  <c:v>4379</c:v>
                </c:pt>
                <c:pt idx="4380">
                  <c:v>4380</c:v>
                </c:pt>
                <c:pt idx="4381">
                  <c:v>4381</c:v>
                </c:pt>
                <c:pt idx="4382">
                  <c:v>4382</c:v>
                </c:pt>
                <c:pt idx="4383">
                  <c:v>4383</c:v>
                </c:pt>
                <c:pt idx="4384">
                  <c:v>4384</c:v>
                </c:pt>
                <c:pt idx="4385">
                  <c:v>4385</c:v>
                </c:pt>
                <c:pt idx="4386">
                  <c:v>4386</c:v>
                </c:pt>
                <c:pt idx="4387">
                  <c:v>4387</c:v>
                </c:pt>
                <c:pt idx="4388">
                  <c:v>4388</c:v>
                </c:pt>
                <c:pt idx="4389">
                  <c:v>4389</c:v>
                </c:pt>
                <c:pt idx="4390">
                  <c:v>4390</c:v>
                </c:pt>
                <c:pt idx="4391">
                  <c:v>4391</c:v>
                </c:pt>
                <c:pt idx="4392">
                  <c:v>4392</c:v>
                </c:pt>
                <c:pt idx="4393">
                  <c:v>4393</c:v>
                </c:pt>
                <c:pt idx="4394">
                  <c:v>4394</c:v>
                </c:pt>
                <c:pt idx="4395">
                  <c:v>4395</c:v>
                </c:pt>
                <c:pt idx="4396">
                  <c:v>4396</c:v>
                </c:pt>
                <c:pt idx="4397">
                  <c:v>4397</c:v>
                </c:pt>
                <c:pt idx="4398">
                  <c:v>4398</c:v>
                </c:pt>
                <c:pt idx="4399">
                  <c:v>4399</c:v>
                </c:pt>
                <c:pt idx="4400">
                  <c:v>4400</c:v>
                </c:pt>
                <c:pt idx="4401">
                  <c:v>4401</c:v>
                </c:pt>
                <c:pt idx="4402">
                  <c:v>4402</c:v>
                </c:pt>
                <c:pt idx="4403">
                  <c:v>4403</c:v>
                </c:pt>
                <c:pt idx="4404">
                  <c:v>4404</c:v>
                </c:pt>
                <c:pt idx="4405">
                  <c:v>4405</c:v>
                </c:pt>
                <c:pt idx="4406">
                  <c:v>4406</c:v>
                </c:pt>
                <c:pt idx="4407">
                  <c:v>4407</c:v>
                </c:pt>
                <c:pt idx="4408">
                  <c:v>4408</c:v>
                </c:pt>
                <c:pt idx="4409">
                  <c:v>4409</c:v>
                </c:pt>
                <c:pt idx="4410">
                  <c:v>4410</c:v>
                </c:pt>
                <c:pt idx="4411">
                  <c:v>4411</c:v>
                </c:pt>
                <c:pt idx="4412">
                  <c:v>4412</c:v>
                </c:pt>
                <c:pt idx="4413">
                  <c:v>4413</c:v>
                </c:pt>
                <c:pt idx="4414">
                  <c:v>4414</c:v>
                </c:pt>
                <c:pt idx="4415">
                  <c:v>4415</c:v>
                </c:pt>
                <c:pt idx="4416">
                  <c:v>4416</c:v>
                </c:pt>
                <c:pt idx="4417">
                  <c:v>4417</c:v>
                </c:pt>
                <c:pt idx="4418">
                  <c:v>4418</c:v>
                </c:pt>
                <c:pt idx="4419">
                  <c:v>4419</c:v>
                </c:pt>
                <c:pt idx="4420">
                  <c:v>4420</c:v>
                </c:pt>
                <c:pt idx="4421">
                  <c:v>4421</c:v>
                </c:pt>
                <c:pt idx="4422">
                  <c:v>4422</c:v>
                </c:pt>
                <c:pt idx="4423">
                  <c:v>4423</c:v>
                </c:pt>
                <c:pt idx="4424">
                  <c:v>4424</c:v>
                </c:pt>
                <c:pt idx="4425">
                  <c:v>4425</c:v>
                </c:pt>
                <c:pt idx="4426">
                  <c:v>4426</c:v>
                </c:pt>
                <c:pt idx="4427">
                  <c:v>4427</c:v>
                </c:pt>
                <c:pt idx="4428">
                  <c:v>4428</c:v>
                </c:pt>
                <c:pt idx="4429">
                  <c:v>4429</c:v>
                </c:pt>
                <c:pt idx="4430">
                  <c:v>4430</c:v>
                </c:pt>
                <c:pt idx="4431">
                  <c:v>4431</c:v>
                </c:pt>
                <c:pt idx="4432">
                  <c:v>4432</c:v>
                </c:pt>
                <c:pt idx="4433">
                  <c:v>4433</c:v>
                </c:pt>
                <c:pt idx="4434">
                  <c:v>4434</c:v>
                </c:pt>
                <c:pt idx="4435">
                  <c:v>4435</c:v>
                </c:pt>
                <c:pt idx="4436">
                  <c:v>4436</c:v>
                </c:pt>
                <c:pt idx="4437">
                  <c:v>4437</c:v>
                </c:pt>
                <c:pt idx="4438">
                  <c:v>4438</c:v>
                </c:pt>
                <c:pt idx="4439">
                  <c:v>4439</c:v>
                </c:pt>
                <c:pt idx="4440">
                  <c:v>4440</c:v>
                </c:pt>
                <c:pt idx="4441">
                  <c:v>4441</c:v>
                </c:pt>
                <c:pt idx="4442">
                  <c:v>4442</c:v>
                </c:pt>
                <c:pt idx="4443">
                  <c:v>4443</c:v>
                </c:pt>
                <c:pt idx="4444">
                  <c:v>4444</c:v>
                </c:pt>
                <c:pt idx="4445">
                  <c:v>4445</c:v>
                </c:pt>
                <c:pt idx="4446">
                  <c:v>4446</c:v>
                </c:pt>
                <c:pt idx="4447">
                  <c:v>4447</c:v>
                </c:pt>
                <c:pt idx="4448">
                  <c:v>4448</c:v>
                </c:pt>
                <c:pt idx="4449">
                  <c:v>4449</c:v>
                </c:pt>
                <c:pt idx="4450">
                  <c:v>4450</c:v>
                </c:pt>
                <c:pt idx="4451">
                  <c:v>4451</c:v>
                </c:pt>
                <c:pt idx="4452">
                  <c:v>4452</c:v>
                </c:pt>
                <c:pt idx="4453">
                  <c:v>4453</c:v>
                </c:pt>
                <c:pt idx="4454">
                  <c:v>4454</c:v>
                </c:pt>
                <c:pt idx="4455">
                  <c:v>4455</c:v>
                </c:pt>
                <c:pt idx="4456">
                  <c:v>4456</c:v>
                </c:pt>
                <c:pt idx="4457">
                  <c:v>4457</c:v>
                </c:pt>
                <c:pt idx="4458">
                  <c:v>4458</c:v>
                </c:pt>
                <c:pt idx="4459">
                  <c:v>4459</c:v>
                </c:pt>
                <c:pt idx="4460">
                  <c:v>4460</c:v>
                </c:pt>
                <c:pt idx="4461">
                  <c:v>4461</c:v>
                </c:pt>
                <c:pt idx="4462">
                  <c:v>4462</c:v>
                </c:pt>
                <c:pt idx="4463">
                  <c:v>4463</c:v>
                </c:pt>
                <c:pt idx="4464">
                  <c:v>4464</c:v>
                </c:pt>
                <c:pt idx="4465">
                  <c:v>4465</c:v>
                </c:pt>
                <c:pt idx="4466">
                  <c:v>4466</c:v>
                </c:pt>
                <c:pt idx="4467">
                  <c:v>4467</c:v>
                </c:pt>
                <c:pt idx="4468">
                  <c:v>4468</c:v>
                </c:pt>
                <c:pt idx="4469">
                  <c:v>4469</c:v>
                </c:pt>
                <c:pt idx="4470">
                  <c:v>4470</c:v>
                </c:pt>
                <c:pt idx="4471">
                  <c:v>4471</c:v>
                </c:pt>
                <c:pt idx="4472">
                  <c:v>4472</c:v>
                </c:pt>
                <c:pt idx="4473">
                  <c:v>4473</c:v>
                </c:pt>
                <c:pt idx="4474">
                  <c:v>4474</c:v>
                </c:pt>
                <c:pt idx="4475">
                  <c:v>4475</c:v>
                </c:pt>
                <c:pt idx="4476">
                  <c:v>4476</c:v>
                </c:pt>
                <c:pt idx="4477">
                  <c:v>4477</c:v>
                </c:pt>
                <c:pt idx="4478">
                  <c:v>4478</c:v>
                </c:pt>
                <c:pt idx="4479">
                  <c:v>4479</c:v>
                </c:pt>
                <c:pt idx="4480">
                  <c:v>4480</c:v>
                </c:pt>
                <c:pt idx="4481">
                  <c:v>4481</c:v>
                </c:pt>
                <c:pt idx="4482">
                  <c:v>4482</c:v>
                </c:pt>
                <c:pt idx="4483">
                  <c:v>4483</c:v>
                </c:pt>
                <c:pt idx="4484">
                  <c:v>4484</c:v>
                </c:pt>
                <c:pt idx="4485">
                  <c:v>4485</c:v>
                </c:pt>
                <c:pt idx="4486">
                  <c:v>4486</c:v>
                </c:pt>
                <c:pt idx="4487">
                  <c:v>4487</c:v>
                </c:pt>
                <c:pt idx="4488">
                  <c:v>4488</c:v>
                </c:pt>
                <c:pt idx="4489">
                  <c:v>4489</c:v>
                </c:pt>
                <c:pt idx="4490">
                  <c:v>4490</c:v>
                </c:pt>
                <c:pt idx="4491">
                  <c:v>4491</c:v>
                </c:pt>
                <c:pt idx="4492">
                  <c:v>4492</c:v>
                </c:pt>
                <c:pt idx="4493">
                  <c:v>4493</c:v>
                </c:pt>
                <c:pt idx="4494">
                  <c:v>4494</c:v>
                </c:pt>
                <c:pt idx="4495">
                  <c:v>4495</c:v>
                </c:pt>
                <c:pt idx="4496">
                  <c:v>4496</c:v>
                </c:pt>
                <c:pt idx="4497">
                  <c:v>4497</c:v>
                </c:pt>
                <c:pt idx="4498">
                  <c:v>4498</c:v>
                </c:pt>
                <c:pt idx="4499">
                  <c:v>4499</c:v>
                </c:pt>
                <c:pt idx="4500">
                  <c:v>4500</c:v>
                </c:pt>
                <c:pt idx="4501">
                  <c:v>4501</c:v>
                </c:pt>
                <c:pt idx="4502">
                  <c:v>4502</c:v>
                </c:pt>
                <c:pt idx="4503">
                  <c:v>4503</c:v>
                </c:pt>
                <c:pt idx="4504">
                  <c:v>4504</c:v>
                </c:pt>
                <c:pt idx="4505">
                  <c:v>4505</c:v>
                </c:pt>
                <c:pt idx="4506">
                  <c:v>4506</c:v>
                </c:pt>
                <c:pt idx="4507">
                  <c:v>4507</c:v>
                </c:pt>
                <c:pt idx="4508">
                  <c:v>4508</c:v>
                </c:pt>
                <c:pt idx="4509">
                  <c:v>4509</c:v>
                </c:pt>
                <c:pt idx="4510">
                  <c:v>4510</c:v>
                </c:pt>
                <c:pt idx="4511">
                  <c:v>4511</c:v>
                </c:pt>
                <c:pt idx="4512">
                  <c:v>4512</c:v>
                </c:pt>
                <c:pt idx="4513">
                  <c:v>4513</c:v>
                </c:pt>
                <c:pt idx="4514">
                  <c:v>4514</c:v>
                </c:pt>
                <c:pt idx="4515">
                  <c:v>4515</c:v>
                </c:pt>
                <c:pt idx="4516">
                  <c:v>4516</c:v>
                </c:pt>
                <c:pt idx="4517">
                  <c:v>4517</c:v>
                </c:pt>
                <c:pt idx="4518">
                  <c:v>4518</c:v>
                </c:pt>
                <c:pt idx="4519">
                  <c:v>4519</c:v>
                </c:pt>
                <c:pt idx="4520">
                  <c:v>4520</c:v>
                </c:pt>
                <c:pt idx="4521">
                  <c:v>4521</c:v>
                </c:pt>
                <c:pt idx="4522">
                  <c:v>4522</c:v>
                </c:pt>
                <c:pt idx="4523">
                  <c:v>4523</c:v>
                </c:pt>
                <c:pt idx="4524">
                  <c:v>4524</c:v>
                </c:pt>
                <c:pt idx="4525">
                  <c:v>4525</c:v>
                </c:pt>
                <c:pt idx="4526">
                  <c:v>4526</c:v>
                </c:pt>
                <c:pt idx="4527">
                  <c:v>4527</c:v>
                </c:pt>
                <c:pt idx="4528">
                  <c:v>4528</c:v>
                </c:pt>
                <c:pt idx="4529">
                  <c:v>4529</c:v>
                </c:pt>
                <c:pt idx="4530">
                  <c:v>4530</c:v>
                </c:pt>
                <c:pt idx="4531">
                  <c:v>4531</c:v>
                </c:pt>
                <c:pt idx="4532">
                  <c:v>4532</c:v>
                </c:pt>
                <c:pt idx="4533">
                  <c:v>4533</c:v>
                </c:pt>
                <c:pt idx="4534">
                  <c:v>4534</c:v>
                </c:pt>
                <c:pt idx="4535">
                  <c:v>4535</c:v>
                </c:pt>
                <c:pt idx="4536">
                  <c:v>4536</c:v>
                </c:pt>
                <c:pt idx="4537">
                  <c:v>4537</c:v>
                </c:pt>
                <c:pt idx="4538">
                  <c:v>4538</c:v>
                </c:pt>
                <c:pt idx="4539">
                  <c:v>4539</c:v>
                </c:pt>
                <c:pt idx="4540">
                  <c:v>4540</c:v>
                </c:pt>
                <c:pt idx="4541">
                  <c:v>4541</c:v>
                </c:pt>
                <c:pt idx="4542">
                  <c:v>4542</c:v>
                </c:pt>
                <c:pt idx="4543">
                  <c:v>4543</c:v>
                </c:pt>
                <c:pt idx="4544">
                  <c:v>4544</c:v>
                </c:pt>
                <c:pt idx="4545">
                  <c:v>4545</c:v>
                </c:pt>
                <c:pt idx="4546">
                  <c:v>4546</c:v>
                </c:pt>
                <c:pt idx="4547">
                  <c:v>4547</c:v>
                </c:pt>
                <c:pt idx="4548">
                  <c:v>4548</c:v>
                </c:pt>
                <c:pt idx="4549">
                  <c:v>4549</c:v>
                </c:pt>
                <c:pt idx="4550">
                  <c:v>4550</c:v>
                </c:pt>
                <c:pt idx="4551">
                  <c:v>4551</c:v>
                </c:pt>
                <c:pt idx="4552">
                  <c:v>4552</c:v>
                </c:pt>
                <c:pt idx="4553">
                  <c:v>4553</c:v>
                </c:pt>
                <c:pt idx="4554">
                  <c:v>4554</c:v>
                </c:pt>
                <c:pt idx="4555">
                  <c:v>4555</c:v>
                </c:pt>
                <c:pt idx="4556">
                  <c:v>4556</c:v>
                </c:pt>
                <c:pt idx="4557">
                  <c:v>4557</c:v>
                </c:pt>
                <c:pt idx="4558">
                  <c:v>4558</c:v>
                </c:pt>
                <c:pt idx="4559">
                  <c:v>4559</c:v>
                </c:pt>
                <c:pt idx="4560">
                  <c:v>4560</c:v>
                </c:pt>
                <c:pt idx="4561">
                  <c:v>4561</c:v>
                </c:pt>
                <c:pt idx="4562">
                  <c:v>4562</c:v>
                </c:pt>
                <c:pt idx="4563">
                  <c:v>4563</c:v>
                </c:pt>
                <c:pt idx="4564">
                  <c:v>4564</c:v>
                </c:pt>
                <c:pt idx="4565">
                  <c:v>4565</c:v>
                </c:pt>
                <c:pt idx="4566">
                  <c:v>4566</c:v>
                </c:pt>
                <c:pt idx="4567">
                  <c:v>4567</c:v>
                </c:pt>
                <c:pt idx="4568">
                  <c:v>4568</c:v>
                </c:pt>
                <c:pt idx="4569">
                  <c:v>4569</c:v>
                </c:pt>
                <c:pt idx="4570">
                  <c:v>4570</c:v>
                </c:pt>
                <c:pt idx="4571">
                  <c:v>4571</c:v>
                </c:pt>
                <c:pt idx="4572">
                  <c:v>4572</c:v>
                </c:pt>
                <c:pt idx="4573">
                  <c:v>4573</c:v>
                </c:pt>
                <c:pt idx="4574">
                  <c:v>4574</c:v>
                </c:pt>
                <c:pt idx="4575">
                  <c:v>4575</c:v>
                </c:pt>
                <c:pt idx="4576">
                  <c:v>4576</c:v>
                </c:pt>
                <c:pt idx="4577">
                  <c:v>4577</c:v>
                </c:pt>
                <c:pt idx="4578">
                  <c:v>4578</c:v>
                </c:pt>
                <c:pt idx="4579">
                  <c:v>4579</c:v>
                </c:pt>
                <c:pt idx="4580">
                  <c:v>4580</c:v>
                </c:pt>
                <c:pt idx="4581">
                  <c:v>4581</c:v>
                </c:pt>
                <c:pt idx="4582">
                  <c:v>4582</c:v>
                </c:pt>
                <c:pt idx="4583">
                  <c:v>4583</c:v>
                </c:pt>
                <c:pt idx="4584">
                  <c:v>4584</c:v>
                </c:pt>
                <c:pt idx="4585">
                  <c:v>4585</c:v>
                </c:pt>
                <c:pt idx="4586">
                  <c:v>4586</c:v>
                </c:pt>
                <c:pt idx="4587">
                  <c:v>4587</c:v>
                </c:pt>
                <c:pt idx="4588">
                  <c:v>4588</c:v>
                </c:pt>
                <c:pt idx="4589">
                  <c:v>4589</c:v>
                </c:pt>
                <c:pt idx="4590">
                  <c:v>4590</c:v>
                </c:pt>
                <c:pt idx="4591">
                  <c:v>4591</c:v>
                </c:pt>
                <c:pt idx="4592">
                  <c:v>4592</c:v>
                </c:pt>
                <c:pt idx="4593">
                  <c:v>4593</c:v>
                </c:pt>
                <c:pt idx="4594">
                  <c:v>4594</c:v>
                </c:pt>
                <c:pt idx="4595">
                  <c:v>4595</c:v>
                </c:pt>
                <c:pt idx="4596">
                  <c:v>4596</c:v>
                </c:pt>
                <c:pt idx="4597">
                  <c:v>4597</c:v>
                </c:pt>
                <c:pt idx="4598">
                  <c:v>4598</c:v>
                </c:pt>
                <c:pt idx="4599">
                  <c:v>4599</c:v>
                </c:pt>
                <c:pt idx="4600">
                  <c:v>4600</c:v>
                </c:pt>
                <c:pt idx="4601">
                  <c:v>4601</c:v>
                </c:pt>
                <c:pt idx="4602">
                  <c:v>4602</c:v>
                </c:pt>
                <c:pt idx="4603">
                  <c:v>4603</c:v>
                </c:pt>
                <c:pt idx="4604">
                  <c:v>4604</c:v>
                </c:pt>
                <c:pt idx="4605">
                  <c:v>4605</c:v>
                </c:pt>
                <c:pt idx="4606">
                  <c:v>4606</c:v>
                </c:pt>
                <c:pt idx="4607">
                  <c:v>4607</c:v>
                </c:pt>
                <c:pt idx="4608">
                  <c:v>4608</c:v>
                </c:pt>
                <c:pt idx="4609">
                  <c:v>4609</c:v>
                </c:pt>
                <c:pt idx="4610">
                  <c:v>4610</c:v>
                </c:pt>
                <c:pt idx="4611">
                  <c:v>4611</c:v>
                </c:pt>
                <c:pt idx="4612">
                  <c:v>4612</c:v>
                </c:pt>
                <c:pt idx="4613">
                  <c:v>4613</c:v>
                </c:pt>
                <c:pt idx="4614">
                  <c:v>4614</c:v>
                </c:pt>
                <c:pt idx="4615">
                  <c:v>4615</c:v>
                </c:pt>
                <c:pt idx="4616">
                  <c:v>4616</c:v>
                </c:pt>
                <c:pt idx="4617">
                  <c:v>4617</c:v>
                </c:pt>
                <c:pt idx="4618">
                  <c:v>4618</c:v>
                </c:pt>
                <c:pt idx="4619">
                  <c:v>4619</c:v>
                </c:pt>
                <c:pt idx="4620">
                  <c:v>4620</c:v>
                </c:pt>
                <c:pt idx="4621">
                  <c:v>4621</c:v>
                </c:pt>
                <c:pt idx="4622">
                  <c:v>4622</c:v>
                </c:pt>
                <c:pt idx="4623">
                  <c:v>4623</c:v>
                </c:pt>
                <c:pt idx="4624">
                  <c:v>4624</c:v>
                </c:pt>
                <c:pt idx="4625">
                  <c:v>4625</c:v>
                </c:pt>
                <c:pt idx="4626">
                  <c:v>4626</c:v>
                </c:pt>
                <c:pt idx="4627">
                  <c:v>4627</c:v>
                </c:pt>
                <c:pt idx="4628">
                  <c:v>4628</c:v>
                </c:pt>
                <c:pt idx="4629">
                  <c:v>4629</c:v>
                </c:pt>
                <c:pt idx="4630">
                  <c:v>4630</c:v>
                </c:pt>
                <c:pt idx="4631">
                  <c:v>4631</c:v>
                </c:pt>
                <c:pt idx="4632">
                  <c:v>4632</c:v>
                </c:pt>
                <c:pt idx="4633">
                  <c:v>4633</c:v>
                </c:pt>
                <c:pt idx="4634">
                  <c:v>4634</c:v>
                </c:pt>
                <c:pt idx="4635">
                  <c:v>4635</c:v>
                </c:pt>
                <c:pt idx="4636">
                  <c:v>4636</c:v>
                </c:pt>
                <c:pt idx="4637">
                  <c:v>4637</c:v>
                </c:pt>
                <c:pt idx="4638">
                  <c:v>4638</c:v>
                </c:pt>
                <c:pt idx="4639">
                  <c:v>4639</c:v>
                </c:pt>
                <c:pt idx="4640">
                  <c:v>4640</c:v>
                </c:pt>
                <c:pt idx="4641">
                  <c:v>4641</c:v>
                </c:pt>
                <c:pt idx="4642">
                  <c:v>4642</c:v>
                </c:pt>
                <c:pt idx="4643">
                  <c:v>4643</c:v>
                </c:pt>
                <c:pt idx="4644">
                  <c:v>4644</c:v>
                </c:pt>
                <c:pt idx="4645">
                  <c:v>4645</c:v>
                </c:pt>
                <c:pt idx="4646">
                  <c:v>4646</c:v>
                </c:pt>
                <c:pt idx="4647">
                  <c:v>4647</c:v>
                </c:pt>
                <c:pt idx="4648">
                  <c:v>4648</c:v>
                </c:pt>
                <c:pt idx="4649">
                  <c:v>4649</c:v>
                </c:pt>
                <c:pt idx="4650">
                  <c:v>4650</c:v>
                </c:pt>
                <c:pt idx="4651">
                  <c:v>4651</c:v>
                </c:pt>
                <c:pt idx="4652">
                  <c:v>4652</c:v>
                </c:pt>
                <c:pt idx="4653">
                  <c:v>4653</c:v>
                </c:pt>
                <c:pt idx="4654">
                  <c:v>4654</c:v>
                </c:pt>
                <c:pt idx="4655">
                  <c:v>4655</c:v>
                </c:pt>
                <c:pt idx="4656">
                  <c:v>4656</c:v>
                </c:pt>
                <c:pt idx="4657">
                  <c:v>4657</c:v>
                </c:pt>
                <c:pt idx="4658">
                  <c:v>4658</c:v>
                </c:pt>
                <c:pt idx="4659">
                  <c:v>4659</c:v>
                </c:pt>
                <c:pt idx="4660">
                  <c:v>4660</c:v>
                </c:pt>
                <c:pt idx="4661">
                  <c:v>4661</c:v>
                </c:pt>
                <c:pt idx="4662">
                  <c:v>4662</c:v>
                </c:pt>
                <c:pt idx="4663">
                  <c:v>4663</c:v>
                </c:pt>
                <c:pt idx="4664">
                  <c:v>4664</c:v>
                </c:pt>
                <c:pt idx="4665">
                  <c:v>4665</c:v>
                </c:pt>
                <c:pt idx="4666">
                  <c:v>4666</c:v>
                </c:pt>
                <c:pt idx="4667">
                  <c:v>4667</c:v>
                </c:pt>
                <c:pt idx="4668">
                  <c:v>4668</c:v>
                </c:pt>
                <c:pt idx="4669">
                  <c:v>4669</c:v>
                </c:pt>
                <c:pt idx="4670">
                  <c:v>4670</c:v>
                </c:pt>
                <c:pt idx="4671">
                  <c:v>4671</c:v>
                </c:pt>
                <c:pt idx="4672">
                  <c:v>4672</c:v>
                </c:pt>
                <c:pt idx="4673">
                  <c:v>4673</c:v>
                </c:pt>
                <c:pt idx="4674">
                  <c:v>4674</c:v>
                </c:pt>
                <c:pt idx="4675">
                  <c:v>4675</c:v>
                </c:pt>
                <c:pt idx="4676">
                  <c:v>4676</c:v>
                </c:pt>
                <c:pt idx="4677">
                  <c:v>4677</c:v>
                </c:pt>
                <c:pt idx="4678">
                  <c:v>4678</c:v>
                </c:pt>
                <c:pt idx="4679">
                  <c:v>4679</c:v>
                </c:pt>
                <c:pt idx="4680">
                  <c:v>4680</c:v>
                </c:pt>
                <c:pt idx="4681">
                  <c:v>4681</c:v>
                </c:pt>
                <c:pt idx="4682">
                  <c:v>4682</c:v>
                </c:pt>
                <c:pt idx="4683">
                  <c:v>4683</c:v>
                </c:pt>
                <c:pt idx="4684">
                  <c:v>4684</c:v>
                </c:pt>
                <c:pt idx="4685">
                  <c:v>4685</c:v>
                </c:pt>
                <c:pt idx="4686">
                  <c:v>4686</c:v>
                </c:pt>
                <c:pt idx="4687">
                  <c:v>4687</c:v>
                </c:pt>
                <c:pt idx="4688">
                  <c:v>4688</c:v>
                </c:pt>
                <c:pt idx="4689">
                  <c:v>4689</c:v>
                </c:pt>
                <c:pt idx="4690">
                  <c:v>4690</c:v>
                </c:pt>
                <c:pt idx="4691">
                  <c:v>4691</c:v>
                </c:pt>
                <c:pt idx="4692">
                  <c:v>4692</c:v>
                </c:pt>
                <c:pt idx="4693">
                  <c:v>4693</c:v>
                </c:pt>
                <c:pt idx="4694">
                  <c:v>4694</c:v>
                </c:pt>
                <c:pt idx="4695">
                  <c:v>4695</c:v>
                </c:pt>
                <c:pt idx="4696">
                  <c:v>4696</c:v>
                </c:pt>
                <c:pt idx="4697">
                  <c:v>4697</c:v>
                </c:pt>
                <c:pt idx="4698">
                  <c:v>4698</c:v>
                </c:pt>
                <c:pt idx="4699">
                  <c:v>4699</c:v>
                </c:pt>
                <c:pt idx="4700">
                  <c:v>4700</c:v>
                </c:pt>
                <c:pt idx="4701">
                  <c:v>4701</c:v>
                </c:pt>
                <c:pt idx="4702">
                  <c:v>4702</c:v>
                </c:pt>
                <c:pt idx="4703">
                  <c:v>4703</c:v>
                </c:pt>
                <c:pt idx="4704">
                  <c:v>4704</c:v>
                </c:pt>
                <c:pt idx="4705">
                  <c:v>4705</c:v>
                </c:pt>
                <c:pt idx="4706">
                  <c:v>4706</c:v>
                </c:pt>
                <c:pt idx="4707">
                  <c:v>4707</c:v>
                </c:pt>
                <c:pt idx="4708">
                  <c:v>4708</c:v>
                </c:pt>
                <c:pt idx="4709">
                  <c:v>4709</c:v>
                </c:pt>
                <c:pt idx="4710">
                  <c:v>4710</c:v>
                </c:pt>
                <c:pt idx="4711">
                  <c:v>4711</c:v>
                </c:pt>
                <c:pt idx="4712">
                  <c:v>4712</c:v>
                </c:pt>
                <c:pt idx="4713">
                  <c:v>4713</c:v>
                </c:pt>
                <c:pt idx="4714">
                  <c:v>4714</c:v>
                </c:pt>
                <c:pt idx="4715">
                  <c:v>4715</c:v>
                </c:pt>
                <c:pt idx="4716">
                  <c:v>4716</c:v>
                </c:pt>
                <c:pt idx="4717">
                  <c:v>4717</c:v>
                </c:pt>
                <c:pt idx="4718">
                  <c:v>4718</c:v>
                </c:pt>
                <c:pt idx="4719">
                  <c:v>4719</c:v>
                </c:pt>
                <c:pt idx="4720">
                  <c:v>4720</c:v>
                </c:pt>
                <c:pt idx="4721">
                  <c:v>4721</c:v>
                </c:pt>
                <c:pt idx="4722">
                  <c:v>4722</c:v>
                </c:pt>
                <c:pt idx="4723">
                  <c:v>4723</c:v>
                </c:pt>
                <c:pt idx="4724">
                  <c:v>4724</c:v>
                </c:pt>
                <c:pt idx="4725">
                  <c:v>4725</c:v>
                </c:pt>
                <c:pt idx="4726">
                  <c:v>4726</c:v>
                </c:pt>
                <c:pt idx="4727">
                  <c:v>4727</c:v>
                </c:pt>
                <c:pt idx="4728">
                  <c:v>4728</c:v>
                </c:pt>
                <c:pt idx="4729">
                  <c:v>4729</c:v>
                </c:pt>
                <c:pt idx="4730">
                  <c:v>4730</c:v>
                </c:pt>
                <c:pt idx="4731">
                  <c:v>4731</c:v>
                </c:pt>
                <c:pt idx="4732">
                  <c:v>4732</c:v>
                </c:pt>
                <c:pt idx="4733">
                  <c:v>4733</c:v>
                </c:pt>
                <c:pt idx="4734">
                  <c:v>4734</c:v>
                </c:pt>
                <c:pt idx="4735">
                  <c:v>4735</c:v>
                </c:pt>
                <c:pt idx="4736">
                  <c:v>4736</c:v>
                </c:pt>
                <c:pt idx="4737">
                  <c:v>4737</c:v>
                </c:pt>
                <c:pt idx="4738">
                  <c:v>4738</c:v>
                </c:pt>
                <c:pt idx="4739">
                  <c:v>4739</c:v>
                </c:pt>
                <c:pt idx="4740">
                  <c:v>4740</c:v>
                </c:pt>
                <c:pt idx="4741">
                  <c:v>4741</c:v>
                </c:pt>
                <c:pt idx="4742">
                  <c:v>4742</c:v>
                </c:pt>
                <c:pt idx="4743">
                  <c:v>4743</c:v>
                </c:pt>
                <c:pt idx="4744">
                  <c:v>4744</c:v>
                </c:pt>
                <c:pt idx="4745">
                  <c:v>4745</c:v>
                </c:pt>
                <c:pt idx="4746">
                  <c:v>4746</c:v>
                </c:pt>
                <c:pt idx="4747">
                  <c:v>4747</c:v>
                </c:pt>
                <c:pt idx="4748">
                  <c:v>4748</c:v>
                </c:pt>
                <c:pt idx="4749">
                  <c:v>4749</c:v>
                </c:pt>
                <c:pt idx="4750">
                  <c:v>4750</c:v>
                </c:pt>
                <c:pt idx="4751">
                  <c:v>4751</c:v>
                </c:pt>
                <c:pt idx="4752">
                  <c:v>4752</c:v>
                </c:pt>
                <c:pt idx="4753">
                  <c:v>4753</c:v>
                </c:pt>
                <c:pt idx="4754">
                  <c:v>4754</c:v>
                </c:pt>
                <c:pt idx="4755">
                  <c:v>4755</c:v>
                </c:pt>
                <c:pt idx="4756">
                  <c:v>4756</c:v>
                </c:pt>
                <c:pt idx="4757">
                  <c:v>4757</c:v>
                </c:pt>
                <c:pt idx="4758">
                  <c:v>4758</c:v>
                </c:pt>
                <c:pt idx="4759">
                  <c:v>4759</c:v>
                </c:pt>
                <c:pt idx="4760">
                  <c:v>4760</c:v>
                </c:pt>
                <c:pt idx="4761">
                  <c:v>4761</c:v>
                </c:pt>
                <c:pt idx="4762">
                  <c:v>4762</c:v>
                </c:pt>
                <c:pt idx="4763">
                  <c:v>4763</c:v>
                </c:pt>
                <c:pt idx="4764">
                  <c:v>4764</c:v>
                </c:pt>
                <c:pt idx="4765">
                  <c:v>4765</c:v>
                </c:pt>
                <c:pt idx="4766">
                  <c:v>4766</c:v>
                </c:pt>
                <c:pt idx="4767">
                  <c:v>4767</c:v>
                </c:pt>
                <c:pt idx="4768">
                  <c:v>4768</c:v>
                </c:pt>
                <c:pt idx="4769">
                  <c:v>4769</c:v>
                </c:pt>
                <c:pt idx="4770">
                  <c:v>4770</c:v>
                </c:pt>
                <c:pt idx="4771">
                  <c:v>4771</c:v>
                </c:pt>
                <c:pt idx="4772">
                  <c:v>4772</c:v>
                </c:pt>
                <c:pt idx="4773">
                  <c:v>4773</c:v>
                </c:pt>
                <c:pt idx="4774">
                  <c:v>4774</c:v>
                </c:pt>
                <c:pt idx="4775">
                  <c:v>4775</c:v>
                </c:pt>
                <c:pt idx="4776">
                  <c:v>4776</c:v>
                </c:pt>
                <c:pt idx="4777">
                  <c:v>4777</c:v>
                </c:pt>
                <c:pt idx="4778">
                  <c:v>4778</c:v>
                </c:pt>
                <c:pt idx="4779">
                  <c:v>4779</c:v>
                </c:pt>
                <c:pt idx="4780">
                  <c:v>4780</c:v>
                </c:pt>
                <c:pt idx="4781">
                  <c:v>4781</c:v>
                </c:pt>
                <c:pt idx="4782">
                  <c:v>4782</c:v>
                </c:pt>
                <c:pt idx="4783">
                  <c:v>4783</c:v>
                </c:pt>
                <c:pt idx="4784">
                  <c:v>4784</c:v>
                </c:pt>
                <c:pt idx="4785">
                  <c:v>4785</c:v>
                </c:pt>
                <c:pt idx="4786">
                  <c:v>4786</c:v>
                </c:pt>
                <c:pt idx="4787">
                  <c:v>4787</c:v>
                </c:pt>
                <c:pt idx="4788">
                  <c:v>4788</c:v>
                </c:pt>
                <c:pt idx="4789">
                  <c:v>4789</c:v>
                </c:pt>
                <c:pt idx="4790">
                  <c:v>4790</c:v>
                </c:pt>
                <c:pt idx="4791">
                  <c:v>4791</c:v>
                </c:pt>
                <c:pt idx="4792">
                  <c:v>4792</c:v>
                </c:pt>
                <c:pt idx="4793">
                  <c:v>4793</c:v>
                </c:pt>
                <c:pt idx="4794">
                  <c:v>4794</c:v>
                </c:pt>
                <c:pt idx="4795">
                  <c:v>4795</c:v>
                </c:pt>
                <c:pt idx="4796">
                  <c:v>4796</c:v>
                </c:pt>
                <c:pt idx="4797">
                  <c:v>4797</c:v>
                </c:pt>
                <c:pt idx="4798">
                  <c:v>4798</c:v>
                </c:pt>
                <c:pt idx="4799">
                  <c:v>4799</c:v>
                </c:pt>
                <c:pt idx="4800">
                  <c:v>4800</c:v>
                </c:pt>
                <c:pt idx="4801">
                  <c:v>4801</c:v>
                </c:pt>
                <c:pt idx="4802">
                  <c:v>4802</c:v>
                </c:pt>
                <c:pt idx="4803">
                  <c:v>4803</c:v>
                </c:pt>
                <c:pt idx="4804">
                  <c:v>4804</c:v>
                </c:pt>
                <c:pt idx="4805">
                  <c:v>4805</c:v>
                </c:pt>
                <c:pt idx="4806">
                  <c:v>4806</c:v>
                </c:pt>
                <c:pt idx="4807">
                  <c:v>4807</c:v>
                </c:pt>
                <c:pt idx="4808">
                  <c:v>4808</c:v>
                </c:pt>
                <c:pt idx="4809">
                  <c:v>4809</c:v>
                </c:pt>
                <c:pt idx="4810">
                  <c:v>4810</c:v>
                </c:pt>
                <c:pt idx="4811">
                  <c:v>4811</c:v>
                </c:pt>
                <c:pt idx="4812">
                  <c:v>4812</c:v>
                </c:pt>
                <c:pt idx="4813">
                  <c:v>4813</c:v>
                </c:pt>
                <c:pt idx="4814">
                  <c:v>4814</c:v>
                </c:pt>
                <c:pt idx="4815">
                  <c:v>4815</c:v>
                </c:pt>
                <c:pt idx="4816">
                  <c:v>4816</c:v>
                </c:pt>
                <c:pt idx="4817">
                  <c:v>4817</c:v>
                </c:pt>
                <c:pt idx="4818">
                  <c:v>4818</c:v>
                </c:pt>
                <c:pt idx="4819">
                  <c:v>4819</c:v>
                </c:pt>
                <c:pt idx="4820">
                  <c:v>4820</c:v>
                </c:pt>
                <c:pt idx="4821">
                  <c:v>4821</c:v>
                </c:pt>
                <c:pt idx="4822">
                  <c:v>4822</c:v>
                </c:pt>
                <c:pt idx="4823">
                  <c:v>4823</c:v>
                </c:pt>
                <c:pt idx="4824">
                  <c:v>4824</c:v>
                </c:pt>
                <c:pt idx="4825">
                  <c:v>4825</c:v>
                </c:pt>
                <c:pt idx="4826">
                  <c:v>4826</c:v>
                </c:pt>
                <c:pt idx="4827">
                  <c:v>4827</c:v>
                </c:pt>
                <c:pt idx="4828">
                  <c:v>4828</c:v>
                </c:pt>
                <c:pt idx="4829">
                  <c:v>4829</c:v>
                </c:pt>
                <c:pt idx="4830">
                  <c:v>4830</c:v>
                </c:pt>
                <c:pt idx="4831">
                  <c:v>4831</c:v>
                </c:pt>
                <c:pt idx="4832">
                  <c:v>4832</c:v>
                </c:pt>
                <c:pt idx="4833">
                  <c:v>4833</c:v>
                </c:pt>
                <c:pt idx="4834">
                  <c:v>4834</c:v>
                </c:pt>
                <c:pt idx="4835">
                  <c:v>4835</c:v>
                </c:pt>
                <c:pt idx="4836">
                  <c:v>4836</c:v>
                </c:pt>
                <c:pt idx="4837">
                  <c:v>4837</c:v>
                </c:pt>
                <c:pt idx="4838">
                  <c:v>4838</c:v>
                </c:pt>
                <c:pt idx="4839">
                  <c:v>4839</c:v>
                </c:pt>
                <c:pt idx="4840">
                  <c:v>4840</c:v>
                </c:pt>
                <c:pt idx="4841">
                  <c:v>4841</c:v>
                </c:pt>
                <c:pt idx="4842">
                  <c:v>4842</c:v>
                </c:pt>
                <c:pt idx="4843">
                  <c:v>4843</c:v>
                </c:pt>
                <c:pt idx="4844">
                  <c:v>4844</c:v>
                </c:pt>
                <c:pt idx="4845">
                  <c:v>4845</c:v>
                </c:pt>
                <c:pt idx="4846">
                  <c:v>4846</c:v>
                </c:pt>
                <c:pt idx="4847">
                  <c:v>4847</c:v>
                </c:pt>
                <c:pt idx="4848">
                  <c:v>4848</c:v>
                </c:pt>
                <c:pt idx="4849">
                  <c:v>4849</c:v>
                </c:pt>
                <c:pt idx="4850">
                  <c:v>4850</c:v>
                </c:pt>
                <c:pt idx="4851">
                  <c:v>4851</c:v>
                </c:pt>
                <c:pt idx="4852">
                  <c:v>4852</c:v>
                </c:pt>
                <c:pt idx="4853">
                  <c:v>4853</c:v>
                </c:pt>
                <c:pt idx="4854">
                  <c:v>4854</c:v>
                </c:pt>
                <c:pt idx="4855">
                  <c:v>4855</c:v>
                </c:pt>
                <c:pt idx="4856">
                  <c:v>4856</c:v>
                </c:pt>
                <c:pt idx="4857">
                  <c:v>4857</c:v>
                </c:pt>
                <c:pt idx="4858">
                  <c:v>4858</c:v>
                </c:pt>
                <c:pt idx="4859">
                  <c:v>4859</c:v>
                </c:pt>
                <c:pt idx="4860">
                  <c:v>4860</c:v>
                </c:pt>
                <c:pt idx="4861">
                  <c:v>4861</c:v>
                </c:pt>
                <c:pt idx="4862">
                  <c:v>4862</c:v>
                </c:pt>
                <c:pt idx="4863">
                  <c:v>4863</c:v>
                </c:pt>
                <c:pt idx="4864">
                  <c:v>4864</c:v>
                </c:pt>
                <c:pt idx="4865">
                  <c:v>4865</c:v>
                </c:pt>
                <c:pt idx="4866">
                  <c:v>4866</c:v>
                </c:pt>
                <c:pt idx="4867">
                  <c:v>4867</c:v>
                </c:pt>
                <c:pt idx="4868">
                  <c:v>4868</c:v>
                </c:pt>
                <c:pt idx="4869">
                  <c:v>4869</c:v>
                </c:pt>
                <c:pt idx="4870">
                  <c:v>4870</c:v>
                </c:pt>
                <c:pt idx="4871">
                  <c:v>4871</c:v>
                </c:pt>
                <c:pt idx="4872">
                  <c:v>4872</c:v>
                </c:pt>
                <c:pt idx="4873">
                  <c:v>4873</c:v>
                </c:pt>
                <c:pt idx="4874">
                  <c:v>4874</c:v>
                </c:pt>
                <c:pt idx="4875">
                  <c:v>4875</c:v>
                </c:pt>
                <c:pt idx="4876">
                  <c:v>4876</c:v>
                </c:pt>
                <c:pt idx="4877">
                  <c:v>4877</c:v>
                </c:pt>
                <c:pt idx="4878">
                  <c:v>4878</c:v>
                </c:pt>
                <c:pt idx="4879">
                  <c:v>4879</c:v>
                </c:pt>
                <c:pt idx="4880">
                  <c:v>4880</c:v>
                </c:pt>
                <c:pt idx="4881">
                  <c:v>4881</c:v>
                </c:pt>
                <c:pt idx="4882">
                  <c:v>4882</c:v>
                </c:pt>
                <c:pt idx="4883">
                  <c:v>4883</c:v>
                </c:pt>
                <c:pt idx="4884">
                  <c:v>4884</c:v>
                </c:pt>
                <c:pt idx="4885">
                  <c:v>4885</c:v>
                </c:pt>
                <c:pt idx="4886">
                  <c:v>4886</c:v>
                </c:pt>
                <c:pt idx="4887">
                  <c:v>4887</c:v>
                </c:pt>
                <c:pt idx="4888">
                  <c:v>4888</c:v>
                </c:pt>
                <c:pt idx="4889">
                  <c:v>4889</c:v>
                </c:pt>
                <c:pt idx="4890">
                  <c:v>4890</c:v>
                </c:pt>
                <c:pt idx="4891">
                  <c:v>4891</c:v>
                </c:pt>
                <c:pt idx="4892">
                  <c:v>4892</c:v>
                </c:pt>
                <c:pt idx="4893">
                  <c:v>4893</c:v>
                </c:pt>
                <c:pt idx="4894">
                  <c:v>4894</c:v>
                </c:pt>
                <c:pt idx="4895">
                  <c:v>4895</c:v>
                </c:pt>
                <c:pt idx="4896">
                  <c:v>4896</c:v>
                </c:pt>
                <c:pt idx="4897">
                  <c:v>4897</c:v>
                </c:pt>
                <c:pt idx="4898">
                  <c:v>4898</c:v>
                </c:pt>
                <c:pt idx="4899">
                  <c:v>4899</c:v>
                </c:pt>
                <c:pt idx="4900">
                  <c:v>4900</c:v>
                </c:pt>
                <c:pt idx="4901">
                  <c:v>4901</c:v>
                </c:pt>
                <c:pt idx="4902">
                  <c:v>4902</c:v>
                </c:pt>
                <c:pt idx="4903">
                  <c:v>4903</c:v>
                </c:pt>
                <c:pt idx="4904">
                  <c:v>4904</c:v>
                </c:pt>
                <c:pt idx="4905">
                  <c:v>4905</c:v>
                </c:pt>
                <c:pt idx="4906">
                  <c:v>4906</c:v>
                </c:pt>
                <c:pt idx="4907">
                  <c:v>4907</c:v>
                </c:pt>
                <c:pt idx="4908">
                  <c:v>4908</c:v>
                </c:pt>
                <c:pt idx="4909">
                  <c:v>4909</c:v>
                </c:pt>
                <c:pt idx="4910">
                  <c:v>4910</c:v>
                </c:pt>
                <c:pt idx="4911">
                  <c:v>4911</c:v>
                </c:pt>
                <c:pt idx="4912">
                  <c:v>4912</c:v>
                </c:pt>
                <c:pt idx="4913">
                  <c:v>4913</c:v>
                </c:pt>
                <c:pt idx="4914">
                  <c:v>4914</c:v>
                </c:pt>
                <c:pt idx="4915">
                  <c:v>4915</c:v>
                </c:pt>
                <c:pt idx="4916">
                  <c:v>4916</c:v>
                </c:pt>
                <c:pt idx="4917">
                  <c:v>4917</c:v>
                </c:pt>
                <c:pt idx="4918">
                  <c:v>4918</c:v>
                </c:pt>
                <c:pt idx="4919">
                  <c:v>4919</c:v>
                </c:pt>
                <c:pt idx="4920">
                  <c:v>4920</c:v>
                </c:pt>
                <c:pt idx="4921">
                  <c:v>4921</c:v>
                </c:pt>
                <c:pt idx="4922">
                  <c:v>4922</c:v>
                </c:pt>
                <c:pt idx="4923">
                  <c:v>4923</c:v>
                </c:pt>
                <c:pt idx="4924">
                  <c:v>4924</c:v>
                </c:pt>
                <c:pt idx="4925">
                  <c:v>4925</c:v>
                </c:pt>
                <c:pt idx="4926">
                  <c:v>4926</c:v>
                </c:pt>
                <c:pt idx="4927">
                  <c:v>4927</c:v>
                </c:pt>
                <c:pt idx="4928">
                  <c:v>4928</c:v>
                </c:pt>
                <c:pt idx="4929">
                  <c:v>4929</c:v>
                </c:pt>
                <c:pt idx="4930">
                  <c:v>4930</c:v>
                </c:pt>
                <c:pt idx="4931">
                  <c:v>4931</c:v>
                </c:pt>
                <c:pt idx="4932">
                  <c:v>4932</c:v>
                </c:pt>
                <c:pt idx="4933">
                  <c:v>4933</c:v>
                </c:pt>
                <c:pt idx="4934">
                  <c:v>4934</c:v>
                </c:pt>
                <c:pt idx="4935">
                  <c:v>4935</c:v>
                </c:pt>
                <c:pt idx="4936">
                  <c:v>4936</c:v>
                </c:pt>
                <c:pt idx="4937">
                  <c:v>4937</c:v>
                </c:pt>
                <c:pt idx="4938">
                  <c:v>4938</c:v>
                </c:pt>
                <c:pt idx="4939">
                  <c:v>4939</c:v>
                </c:pt>
                <c:pt idx="4940">
                  <c:v>4940</c:v>
                </c:pt>
                <c:pt idx="4941">
                  <c:v>4941</c:v>
                </c:pt>
                <c:pt idx="4942">
                  <c:v>4942</c:v>
                </c:pt>
                <c:pt idx="4943">
                  <c:v>4943</c:v>
                </c:pt>
                <c:pt idx="4944">
                  <c:v>4944</c:v>
                </c:pt>
                <c:pt idx="4945">
                  <c:v>4945</c:v>
                </c:pt>
                <c:pt idx="4946">
                  <c:v>4946</c:v>
                </c:pt>
                <c:pt idx="4947">
                  <c:v>4947</c:v>
                </c:pt>
                <c:pt idx="4948">
                  <c:v>4948</c:v>
                </c:pt>
                <c:pt idx="4949">
                  <c:v>4949</c:v>
                </c:pt>
                <c:pt idx="4950">
                  <c:v>4950</c:v>
                </c:pt>
                <c:pt idx="4951">
                  <c:v>4951</c:v>
                </c:pt>
                <c:pt idx="4952">
                  <c:v>4952</c:v>
                </c:pt>
                <c:pt idx="4953">
                  <c:v>4953</c:v>
                </c:pt>
                <c:pt idx="4954">
                  <c:v>4954</c:v>
                </c:pt>
                <c:pt idx="4955">
                  <c:v>4955</c:v>
                </c:pt>
                <c:pt idx="4956">
                  <c:v>4956</c:v>
                </c:pt>
                <c:pt idx="4957">
                  <c:v>4957</c:v>
                </c:pt>
                <c:pt idx="4958">
                  <c:v>4958</c:v>
                </c:pt>
                <c:pt idx="4959">
                  <c:v>4959</c:v>
                </c:pt>
                <c:pt idx="4960">
                  <c:v>4960</c:v>
                </c:pt>
                <c:pt idx="4961">
                  <c:v>4961</c:v>
                </c:pt>
                <c:pt idx="4962">
                  <c:v>4962</c:v>
                </c:pt>
                <c:pt idx="4963">
                  <c:v>4963</c:v>
                </c:pt>
                <c:pt idx="4964">
                  <c:v>4964</c:v>
                </c:pt>
                <c:pt idx="4965">
                  <c:v>4965</c:v>
                </c:pt>
                <c:pt idx="4966">
                  <c:v>4966</c:v>
                </c:pt>
                <c:pt idx="4967">
                  <c:v>4967</c:v>
                </c:pt>
                <c:pt idx="4968">
                  <c:v>4968</c:v>
                </c:pt>
                <c:pt idx="4969">
                  <c:v>4969</c:v>
                </c:pt>
                <c:pt idx="4970">
                  <c:v>4970</c:v>
                </c:pt>
                <c:pt idx="4971">
                  <c:v>4971</c:v>
                </c:pt>
                <c:pt idx="4972">
                  <c:v>4972</c:v>
                </c:pt>
                <c:pt idx="4973">
                  <c:v>4973</c:v>
                </c:pt>
                <c:pt idx="4974">
                  <c:v>4974</c:v>
                </c:pt>
                <c:pt idx="4975">
                  <c:v>4975</c:v>
                </c:pt>
                <c:pt idx="4976">
                  <c:v>4976</c:v>
                </c:pt>
                <c:pt idx="4977">
                  <c:v>4977</c:v>
                </c:pt>
                <c:pt idx="4978">
                  <c:v>4978</c:v>
                </c:pt>
                <c:pt idx="4979">
                  <c:v>4979</c:v>
                </c:pt>
                <c:pt idx="4980">
                  <c:v>4980</c:v>
                </c:pt>
                <c:pt idx="4981">
                  <c:v>4981</c:v>
                </c:pt>
                <c:pt idx="4982">
                  <c:v>4982</c:v>
                </c:pt>
                <c:pt idx="4983">
                  <c:v>4983</c:v>
                </c:pt>
                <c:pt idx="4984">
                  <c:v>4984</c:v>
                </c:pt>
                <c:pt idx="4985">
                  <c:v>4985</c:v>
                </c:pt>
                <c:pt idx="4986">
                  <c:v>4986</c:v>
                </c:pt>
                <c:pt idx="4987">
                  <c:v>4987</c:v>
                </c:pt>
                <c:pt idx="4988">
                  <c:v>4988</c:v>
                </c:pt>
                <c:pt idx="4989">
                  <c:v>4989</c:v>
                </c:pt>
                <c:pt idx="4990">
                  <c:v>4990</c:v>
                </c:pt>
                <c:pt idx="4991">
                  <c:v>4991</c:v>
                </c:pt>
                <c:pt idx="4992">
                  <c:v>4992</c:v>
                </c:pt>
                <c:pt idx="4993">
                  <c:v>4993</c:v>
                </c:pt>
                <c:pt idx="4994">
                  <c:v>4994</c:v>
                </c:pt>
                <c:pt idx="4995">
                  <c:v>4995</c:v>
                </c:pt>
                <c:pt idx="4996">
                  <c:v>4996</c:v>
                </c:pt>
                <c:pt idx="4997">
                  <c:v>4997</c:v>
                </c:pt>
                <c:pt idx="4998">
                  <c:v>4998</c:v>
                </c:pt>
                <c:pt idx="4999">
                  <c:v>4999</c:v>
                </c:pt>
                <c:pt idx="5000">
                  <c:v>5000</c:v>
                </c:pt>
                <c:pt idx="5001">
                  <c:v>5001</c:v>
                </c:pt>
                <c:pt idx="5002">
                  <c:v>5002</c:v>
                </c:pt>
                <c:pt idx="5003">
                  <c:v>5003</c:v>
                </c:pt>
                <c:pt idx="5004">
                  <c:v>5004</c:v>
                </c:pt>
                <c:pt idx="5005">
                  <c:v>5005</c:v>
                </c:pt>
                <c:pt idx="5006">
                  <c:v>5006</c:v>
                </c:pt>
                <c:pt idx="5007">
                  <c:v>5007</c:v>
                </c:pt>
                <c:pt idx="5008">
                  <c:v>5008</c:v>
                </c:pt>
                <c:pt idx="5009">
                  <c:v>5009</c:v>
                </c:pt>
                <c:pt idx="5010">
                  <c:v>5010</c:v>
                </c:pt>
                <c:pt idx="5011">
                  <c:v>5011</c:v>
                </c:pt>
                <c:pt idx="5012">
                  <c:v>5012</c:v>
                </c:pt>
                <c:pt idx="5013">
                  <c:v>5013</c:v>
                </c:pt>
                <c:pt idx="5014">
                  <c:v>5014</c:v>
                </c:pt>
                <c:pt idx="5015">
                  <c:v>5015</c:v>
                </c:pt>
                <c:pt idx="5016">
                  <c:v>5016</c:v>
                </c:pt>
                <c:pt idx="5017">
                  <c:v>5017</c:v>
                </c:pt>
                <c:pt idx="5018">
                  <c:v>5018</c:v>
                </c:pt>
                <c:pt idx="5019">
                  <c:v>5019</c:v>
                </c:pt>
                <c:pt idx="5020">
                  <c:v>5020</c:v>
                </c:pt>
                <c:pt idx="5021">
                  <c:v>5021</c:v>
                </c:pt>
                <c:pt idx="5022">
                  <c:v>5022</c:v>
                </c:pt>
                <c:pt idx="5023">
                  <c:v>5023</c:v>
                </c:pt>
                <c:pt idx="5024">
                  <c:v>5024</c:v>
                </c:pt>
                <c:pt idx="5025">
                  <c:v>5025</c:v>
                </c:pt>
                <c:pt idx="5026">
                  <c:v>5026</c:v>
                </c:pt>
                <c:pt idx="5027">
                  <c:v>5027</c:v>
                </c:pt>
                <c:pt idx="5028">
                  <c:v>5028</c:v>
                </c:pt>
                <c:pt idx="5029">
                  <c:v>5029</c:v>
                </c:pt>
                <c:pt idx="5030">
                  <c:v>5030</c:v>
                </c:pt>
                <c:pt idx="5031">
                  <c:v>5031</c:v>
                </c:pt>
                <c:pt idx="5032">
                  <c:v>5032</c:v>
                </c:pt>
                <c:pt idx="5033">
                  <c:v>5033</c:v>
                </c:pt>
                <c:pt idx="5034">
                  <c:v>5034</c:v>
                </c:pt>
                <c:pt idx="5035">
                  <c:v>5035</c:v>
                </c:pt>
                <c:pt idx="5036">
                  <c:v>5036</c:v>
                </c:pt>
                <c:pt idx="5037">
                  <c:v>5037</c:v>
                </c:pt>
                <c:pt idx="5038">
                  <c:v>5038</c:v>
                </c:pt>
                <c:pt idx="5039">
                  <c:v>5039</c:v>
                </c:pt>
                <c:pt idx="5040">
                  <c:v>5040</c:v>
                </c:pt>
                <c:pt idx="5041">
                  <c:v>5041</c:v>
                </c:pt>
                <c:pt idx="5042">
                  <c:v>5042</c:v>
                </c:pt>
                <c:pt idx="5043">
                  <c:v>5043</c:v>
                </c:pt>
                <c:pt idx="5044">
                  <c:v>5044</c:v>
                </c:pt>
                <c:pt idx="5045">
                  <c:v>5045</c:v>
                </c:pt>
                <c:pt idx="5046">
                  <c:v>5046</c:v>
                </c:pt>
                <c:pt idx="5047">
                  <c:v>5047</c:v>
                </c:pt>
                <c:pt idx="5048">
                  <c:v>5048</c:v>
                </c:pt>
                <c:pt idx="5049">
                  <c:v>5049</c:v>
                </c:pt>
                <c:pt idx="5050">
                  <c:v>5050</c:v>
                </c:pt>
                <c:pt idx="5051">
                  <c:v>5051</c:v>
                </c:pt>
                <c:pt idx="5052">
                  <c:v>5052</c:v>
                </c:pt>
                <c:pt idx="5053">
                  <c:v>5053</c:v>
                </c:pt>
                <c:pt idx="5054">
                  <c:v>5054</c:v>
                </c:pt>
                <c:pt idx="5055">
                  <c:v>5055</c:v>
                </c:pt>
                <c:pt idx="5056">
                  <c:v>5056</c:v>
                </c:pt>
                <c:pt idx="5057">
                  <c:v>5057</c:v>
                </c:pt>
                <c:pt idx="5058">
                  <c:v>5058</c:v>
                </c:pt>
                <c:pt idx="5059">
                  <c:v>5059</c:v>
                </c:pt>
                <c:pt idx="5060">
                  <c:v>5060</c:v>
                </c:pt>
                <c:pt idx="5061">
                  <c:v>5061</c:v>
                </c:pt>
                <c:pt idx="5062">
                  <c:v>5062</c:v>
                </c:pt>
                <c:pt idx="5063">
                  <c:v>5063</c:v>
                </c:pt>
                <c:pt idx="5064">
                  <c:v>5064</c:v>
                </c:pt>
                <c:pt idx="5065">
                  <c:v>5065</c:v>
                </c:pt>
                <c:pt idx="5066">
                  <c:v>5066</c:v>
                </c:pt>
                <c:pt idx="5067">
                  <c:v>5067</c:v>
                </c:pt>
                <c:pt idx="5068">
                  <c:v>5068</c:v>
                </c:pt>
                <c:pt idx="5069">
                  <c:v>5069</c:v>
                </c:pt>
                <c:pt idx="5070">
                  <c:v>5070</c:v>
                </c:pt>
                <c:pt idx="5071">
                  <c:v>5071</c:v>
                </c:pt>
                <c:pt idx="5072">
                  <c:v>5072</c:v>
                </c:pt>
                <c:pt idx="5073">
                  <c:v>5073</c:v>
                </c:pt>
                <c:pt idx="5074">
                  <c:v>5074</c:v>
                </c:pt>
                <c:pt idx="5075">
                  <c:v>5075</c:v>
                </c:pt>
                <c:pt idx="5076">
                  <c:v>5076</c:v>
                </c:pt>
                <c:pt idx="5077">
                  <c:v>5077</c:v>
                </c:pt>
                <c:pt idx="5078">
                  <c:v>5078</c:v>
                </c:pt>
                <c:pt idx="5079">
                  <c:v>5079</c:v>
                </c:pt>
                <c:pt idx="5080">
                  <c:v>5080</c:v>
                </c:pt>
                <c:pt idx="5081">
                  <c:v>5081</c:v>
                </c:pt>
                <c:pt idx="5082">
                  <c:v>5082</c:v>
                </c:pt>
                <c:pt idx="5083">
                  <c:v>5083</c:v>
                </c:pt>
                <c:pt idx="5084">
                  <c:v>5084</c:v>
                </c:pt>
                <c:pt idx="5085">
                  <c:v>5085</c:v>
                </c:pt>
                <c:pt idx="5086">
                  <c:v>5086</c:v>
                </c:pt>
                <c:pt idx="5087">
                  <c:v>5087</c:v>
                </c:pt>
                <c:pt idx="5088">
                  <c:v>5088</c:v>
                </c:pt>
                <c:pt idx="5089">
                  <c:v>5089</c:v>
                </c:pt>
                <c:pt idx="5090">
                  <c:v>5090</c:v>
                </c:pt>
                <c:pt idx="5091">
                  <c:v>5091</c:v>
                </c:pt>
                <c:pt idx="5092">
                  <c:v>5092</c:v>
                </c:pt>
                <c:pt idx="5093">
                  <c:v>5093</c:v>
                </c:pt>
                <c:pt idx="5094">
                  <c:v>5094</c:v>
                </c:pt>
                <c:pt idx="5095">
                  <c:v>5095</c:v>
                </c:pt>
                <c:pt idx="5096">
                  <c:v>5096</c:v>
                </c:pt>
                <c:pt idx="5097">
                  <c:v>5097</c:v>
                </c:pt>
                <c:pt idx="5098">
                  <c:v>5098</c:v>
                </c:pt>
                <c:pt idx="5099">
                  <c:v>5099</c:v>
                </c:pt>
                <c:pt idx="5100">
                  <c:v>5100</c:v>
                </c:pt>
                <c:pt idx="5101">
                  <c:v>5101</c:v>
                </c:pt>
                <c:pt idx="5102">
                  <c:v>5102</c:v>
                </c:pt>
                <c:pt idx="5103">
                  <c:v>5103</c:v>
                </c:pt>
                <c:pt idx="5104">
                  <c:v>5104</c:v>
                </c:pt>
                <c:pt idx="5105">
                  <c:v>5105</c:v>
                </c:pt>
                <c:pt idx="5106">
                  <c:v>5106</c:v>
                </c:pt>
                <c:pt idx="5107">
                  <c:v>5107</c:v>
                </c:pt>
                <c:pt idx="5108">
                  <c:v>5108</c:v>
                </c:pt>
                <c:pt idx="5109">
                  <c:v>5109</c:v>
                </c:pt>
                <c:pt idx="5110">
                  <c:v>5110</c:v>
                </c:pt>
                <c:pt idx="5111">
                  <c:v>5111</c:v>
                </c:pt>
                <c:pt idx="5112">
                  <c:v>5112</c:v>
                </c:pt>
                <c:pt idx="5113">
                  <c:v>5113</c:v>
                </c:pt>
                <c:pt idx="5114">
                  <c:v>5114</c:v>
                </c:pt>
                <c:pt idx="5115">
                  <c:v>5115</c:v>
                </c:pt>
                <c:pt idx="5116">
                  <c:v>5116</c:v>
                </c:pt>
                <c:pt idx="5117">
                  <c:v>5117</c:v>
                </c:pt>
                <c:pt idx="5118">
                  <c:v>5118</c:v>
                </c:pt>
                <c:pt idx="5119">
                  <c:v>5119</c:v>
                </c:pt>
                <c:pt idx="5120">
                  <c:v>5120</c:v>
                </c:pt>
                <c:pt idx="5121">
                  <c:v>5121</c:v>
                </c:pt>
                <c:pt idx="5122">
                  <c:v>5122</c:v>
                </c:pt>
                <c:pt idx="5123">
                  <c:v>5123</c:v>
                </c:pt>
                <c:pt idx="5124">
                  <c:v>5124</c:v>
                </c:pt>
                <c:pt idx="5125">
                  <c:v>5125</c:v>
                </c:pt>
                <c:pt idx="5126">
                  <c:v>5126</c:v>
                </c:pt>
                <c:pt idx="5127">
                  <c:v>5127</c:v>
                </c:pt>
                <c:pt idx="5128">
                  <c:v>5128</c:v>
                </c:pt>
                <c:pt idx="5129">
                  <c:v>5129</c:v>
                </c:pt>
                <c:pt idx="5130">
                  <c:v>5130</c:v>
                </c:pt>
                <c:pt idx="5131">
                  <c:v>5131</c:v>
                </c:pt>
                <c:pt idx="5132">
                  <c:v>5132</c:v>
                </c:pt>
                <c:pt idx="5133">
                  <c:v>5133</c:v>
                </c:pt>
                <c:pt idx="5134">
                  <c:v>5134</c:v>
                </c:pt>
                <c:pt idx="5135">
                  <c:v>5135</c:v>
                </c:pt>
                <c:pt idx="5136">
                  <c:v>5136</c:v>
                </c:pt>
                <c:pt idx="5137">
                  <c:v>5137</c:v>
                </c:pt>
                <c:pt idx="5138">
                  <c:v>5138</c:v>
                </c:pt>
                <c:pt idx="5139">
                  <c:v>5139</c:v>
                </c:pt>
                <c:pt idx="5140">
                  <c:v>5140</c:v>
                </c:pt>
                <c:pt idx="5141">
                  <c:v>5141</c:v>
                </c:pt>
                <c:pt idx="5142">
                  <c:v>5142</c:v>
                </c:pt>
                <c:pt idx="5143">
                  <c:v>5143</c:v>
                </c:pt>
                <c:pt idx="5144">
                  <c:v>5144</c:v>
                </c:pt>
                <c:pt idx="5145">
                  <c:v>5145</c:v>
                </c:pt>
                <c:pt idx="5146">
                  <c:v>5146</c:v>
                </c:pt>
                <c:pt idx="5147">
                  <c:v>5147</c:v>
                </c:pt>
                <c:pt idx="5148">
                  <c:v>5148</c:v>
                </c:pt>
                <c:pt idx="5149">
                  <c:v>5149</c:v>
                </c:pt>
                <c:pt idx="5150">
                  <c:v>5150</c:v>
                </c:pt>
                <c:pt idx="5151">
                  <c:v>5151</c:v>
                </c:pt>
                <c:pt idx="5152">
                  <c:v>5152</c:v>
                </c:pt>
                <c:pt idx="5153">
                  <c:v>5153</c:v>
                </c:pt>
                <c:pt idx="5154">
                  <c:v>5154</c:v>
                </c:pt>
                <c:pt idx="5155">
                  <c:v>5155</c:v>
                </c:pt>
                <c:pt idx="5156">
                  <c:v>5156</c:v>
                </c:pt>
                <c:pt idx="5157">
                  <c:v>5157</c:v>
                </c:pt>
                <c:pt idx="5158">
                  <c:v>5158</c:v>
                </c:pt>
                <c:pt idx="5159">
                  <c:v>5159</c:v>
                </c:pt>
                <c:pt idx="5160">
                  <c:v>5160</c:v>
                </c:pt>
                <c:pt idx="5161">
                  <c:v>5161</c:v>
                </c:pt>
                <c:pt idx="5162">
                  <c:v>5162</c:v>
                </c:pt>
                <c:pt idx="5163">
                  <c:v>5163</c:v>
                </c:pt>
                <c:pt idx="5164">
                  <c:v>5164</c:v>
                </c:pt>
                <c:pt idx="5165">
                  <c:v>5165</c:v>
                </c:pt>
                <c:pt idx="5166">
                  <c:v>5166</c:v>
                </c:pt>
                <c:pt idx="5167">
                  <c:v>5167</c:v>
                </c:pt>
                <c:pt idx="5168">
                  <c:v>5168</c:v>
                </c:pt>
                <c:pt idx="5169">
                  <c:v>5169</c:v>
                </c:pt>
                <c:pt idx="5170">
                  <c:v>5170</c:v>
                </c:pt>
                <c:pt idx="5171">
                  <c:v>5171</c:v>
                </c:pt>
                <c:pt idx="5172">
                  <c:v>5172</c:v>
                </c:pt>
                <c:pt idx="5173">
                  <c:v>5173</c:v>
                </c:pt>
                <c:pt idx="5174">
                  <c:v>5174</c:v>
                </c:pt>
                <c:pt idx="5175">
                  <c:v>5175</c:v>
                </c:pt>
                <c:pt idx="5176">
                  <c:v>5176</c:v>
                </c:pt>
                <c:pt idx="5177">
                  <c:v>5177</c:v>
                </c:pt>
                <c:pt idx="5178">
                  <c:v>5178</c:v>
                </c:pt>
                <c:pt idx="5179">
                  <c:v>5179</c:v>
                </c:pt>
                <c:pt idx="5180">
                  <c:v>5180</c:v>
                </c:pt>
                <c:pt idx="5181">
                  <c:v>5181</c:v>
                </c:pt>
                <c:pt idx="5182">
                  <c:v>5182</c:v>
                </c:pt>
                <c:pt idx="5183">
                  <c:v>5183</c:v>
                </c:pt>
                <c:pt idx="5184">
                  <c:v>5184</c:v>
                </c:pt>
                <c:pt idx="5185">
                  <c:v>5185</c:v>
                </c:pt>
                <c:pt idx="5186">
                  <c:v>5186</c:v>
                </c:pt>
                <c:pt idx="5187">
                  <c:v>5187</c:v>
                </c:pt>
                <c:pt idx="5188">
                  <c:v>5188</c:v>
                </c:pt>
                <c:pt idx="5189">
                  <c:v>5189</c:v>
                </c:pt>
                <c:pt idx="5190">
                  <c:v>5190</c:v>
                </c:pt>
                <c:pt idx="5191">
                  <c:v>5191</c:v>
                </c:pt>
                <c:pt idx="5192">
                  <c:v>5192</c:v>
                </c:pt>
                <c:pt idx="5193">
                  <c:v>5193</c:v>
                </c:pt>
                <c:pt idx="5194">
                  <c:v>5194</c:v>
                </c:pt>
                <c:pt idx="5195">
                  <c:v>5195</c:v>
                </c:pt>
                <c:pt idx="5196">
                  <c:v>5196</c:v>
                </c:pt>
                <c:pt idx="5197">
                  <c:v>5197</c:v>
                </c:pt>
                <c:pt idx="5198">
                  <c:v>5198</c:v>
                </c:pt>
                <c:pt idx="5199">
                  <c:v>5199</c:v>
                </c:pt>
                <c:pt idx="5200">
                  <c:v>5200</c:v>
                </c:pt>
                <c:pt idx="5201">
                  <c:v>5201</c:v>
                </c:pt>
                <c:pt idx="5202">
                  <c:v>5202</c:v>
                </c:pt>
                <c:pt idx="5203">
                  <c:v>5203</c:v>
                </c:pt>
                <c:pt idx="5204">
                  <c:v>5204</c:v>
                </c:pt>
                <c:pt idx="5205">
                  <c:v>5205</c:v>
                </c:pt>
                <c:pt idx="5206">
                  <c:v>5206</c:v>
                </c:pt>
                <c:pt idx="5207">
                  <c:v>5207</c:v>
                </c:pt>
                <c:pt idx="5208">
                  <c:v>5208</c:v>
                </c:pt>
                <c:pt idx="5209">
                  <c:v>5209</c:v>
                </c:pt>
                <c:pt idx="5210">
                  <c:v>5210</c:v>
                </c:pt>
                <c:pt idx="5211">
                  <c:v>5211</c:v>
                </c:pt>
                <c:pt idx="5212">
                  <c:v>5212</c:v>
                </c:pt>
                <c:pt idx="5213">
                  <c:v>5213</c:v>
                </c:pt>
                <c:pt idx="5214">
                  <c:v>5214</c:v>
                </c:pt>
                <c:pt idx="5215">
                  <c:v>5215</c:v>
                </c:pt>
                <c:pt idx="5216">
                  <c:v>5216</c:v>
                </c:pt>
                <c:pt idx="5217">
                  <c:v>5217</c:v>
                </c:pt>
                <c:pt idx="5218">
                  <c:v>5218</c:v>
                </c:pt>
                <c:pt idx="5219">
                  <c:v>5219</c:v>
                </c:pt>
                <c:pt idx="5220">
                  <c:v>5220</c:v>
                </c:pt>
                <c:pt idx="5221">
                  <c:v>5221</c:v>
                </c:pt>
                <c:pt idx="5222">
                  <c:v>5222</c:v>
                </c:pt>
                <c:pt idx="5223">
                  <c:v>5223</c:v>
                </c:pt>
                <c:pt idx="5224">
                  <c:v>5224</c:v>
                </c:pt>
                <c:pt idx="5225">
                  <c:v>5225</c:v>
                </c:pt>
                <c:pt idx="5226">
                  <c:v>5226</c:v>
                </c:pt>
                <c:pt idx="5227">
                  <c:v>5227</c:v>
                </c:pt>
                <c:pt idx="5228">
                  <c:v>5228</c:v>
                </c:pt>
                <c:pt idx="5229">
                  <c:v>5229</c:v>
                </c:pt>
                <c:pt idx="5230">
                  <c:v>5230</c:v>
                </c:pt>
                <c:pt idx="5231">
                  <c:v>5231</c:v>
                </c:pt>
                <c:pt idx="5232">
                  <c:v>5232</c:v>
                </c:pt>
                <c:pt idx="5233">
                  <c:v>5233</c:v>
                </c:pt>
                <c:pt idx="5234">
                  <c:v>5234</c:v>
                </c:pt>
                <c:pt idx="5235">
                  <c:v>5235</c:v>
                </c:pt>
                <c:pt idx="5236">
                  <c:v>5236</c:v>
                </c:pt>
                <c:pt idx="5237">
                  <c:v>5237</c:v>
                </c:pt>
                <c:pt idx="5238">
                  <c:v>5238</c:v>
                </c:pt>
                <c:pt idx="5239">
                  <c:v>5239</c:v>
                </c:pt>
                <c:pt idx="5240">
                  <c:v>5240</c:v>
                </c:pt>
                <c:pt idx="5241">
                  <c:v>5241</c:v>
                </c:pt>
                <c:pt idx="5242">
                  <c:v>5242</c:v>
                </c:pt>
                <c:pt idx="5243">
                  <c:v>5243</c:v>
                </c:pt>
                <c:pt idx="5244">
                  <c:v>5244</c:v>
                </c:pt>
                <c:pt idx="5245">
                  <c:v>5245</c:v>
                </c:pt>
                <c:pt idx="5246">
                  <c:v>5246</c:v>
                </c:pt>
                <c:pt idx="5247">
                  <c:v>5247</c:v>
                </c:pt>
                <c:pt idx="5248">
                  <c:v>5248</c:v>
                </c:pt>
                <c:pt idx="5249">
                  <c:v>5249</c:v>
                </c:pt>
                <c:pt idx="5250">
                  <c:v>5250</c:v>
                </c:pt>
                <c:pt idx="5251">
                  <c:v>5251</c:v>
                </c:pt>
                <c:pt idx="5252">
                  <c:v>5252</c:v>
                </c:pt>
                <c:pt idx="5253">
                  <c:v>5253</c:v>
                </c:pt>
                <c:pt idx="5254">
                  <c:v>5254</c:v>
                </c:pt>
                <c:pt idx="5255">
                  <c:v>5255</c:v>
                </c:pt>
                <c:pt idx="5256">
                  <c:v>5256</c:v>
                </c:pt>
                <c:pt idx="5257">
                  <c:v>5257</c:v>
                </c:pt>
                <c:pt idx="5258">
                  <c:v>5258</c:v>
                </c:pt>
                <c:pt idx="5259">
                  <c:v>5259</c:v>
                </c:pt>
                <c:pt idx="5260">
                  <c:v>5260</c:v>
                </c:pt>
                <c:pt idx="5261">
                  <c:v>5261</c:v>
                </c:pt>
                <c:pt idx="5262">
                  <c:v>5262</c:v>
                </c:pt>
                <c:pt idx="5263">
                  <c:v>5263</c:v>
                </c:pt>
                <c:pt idx="5264">
                  <c:v>5264</c:v>
                </c:pt>
                <c:pt idx="5265">
                  <c:v>5265</c:v>
                </c:pt>
                <c:pt idx="5266">
                  <c:v>5266</c:v>
                </c:pt>
                <c:pt idx="5267">
                  <c:v>5267</c:v>
                </c:pt>
                <c:pt idx="5268">
                  <c:v>5268</c:v>
                </c:pt>
                <c:pt idx="5269">
                  <c:v>5269</c:v>
                </c:pt>
                <c:pt idx="5270">
                  <c:v>5270</c:v>
                </c:pt>
                <c:pt idx="5271">
                  <c:v>5271</c:v>
                </c:pt>
                <c:pt idx="5272">
                  <c:v>5272</c:v>
                </c:pt>
                <c:pt idx="5273">
                  <c:v>5273</c:v>
                </c:pt>
                <c:pt idx="5274">
                  <c:v>5274</c:v>
                </c:pt>
                <c:pt idx="5275">
                  <c:v>5275</c:v>
                </c:pt>
                <c:pt idx="5276">
                  <c:v>5276</c:v>
                </c:pt>
                <c:pt idx="5277">
                  <c:v>5277</c:v>
                </c:pt>
                <c:pt idx="5278">
                  <c:v>5278</c:v>
                </c:pt>
                <c:pt idx="5279">
                  <c:v>5279</c:v>
                </c:pt>
                <c:pt idx="5280">
                  <c:v>5280</c:v>
                </c:pt>
                <c:pt idx="5281">
                  <c:v>5281</c:v>
                </c:pt>
                <c:pt idx="5282">
                  <c:v>5282</c:v>
                </c:pt>
                <c:pt idx="5283">
                  <c:v>5283</c:v>
                </c:pt>
                <c:pt idx="5284">
                  <c:v>5284</c:v>
                </c:pt>
                <c:pt idx="5285">
                  <c:v>5285</c:v>
                </c:pt>
                <c:pt idx="5286">
                  <c:v>5286</c:v>
                </c:pt>
                <c:pt idx="5287">
                  <c:v>5287</c:v>
                </c:pt>
                <c:pt idx="5288">
                  <c:v>5288</c:v>
                </c:pt>
                <c:pt idx="5289">
                  <c:v>5289</c:v>
                </c:pt>
                <c:pt idx="5290">
                  <c:v>5290</c:v>
                </c:pt>
                <c:pt idx="5291">
                  <c:v>5291</c:v>
                </c:pt>
                <c:pt idx="5292">
                  <c:v>5292</c:v>
                </c:pt>
                <c:pt idx="5293">
                  <c:v>5293</c:v>
                </c:pt>
                <c:pt idx="5294">
                  <c:v>5294</c:v>
                </c:pt>
                <c:pt idx="5295">
                  <c:v>5295</c:v>
                </c:pt>
                <c:pt idx="5296">
                  <c:v>5296</c:v>
                </c:pt>
                <c:pt idx="5297">
                  <c:v>5297</c:v>
                </c:pt>
                <c:pt idx="5298">
                  <c:v>5298</c:v>
                </c:pt>
                <c:pt idx="5299">
                  <c:v>5299</c:v>
                </c:pt>
                <c:pt idx="5300">
                  <c:v>5300</c:v>
                </c:pt>
                <c:pt idx="5301">
                  <c:v>5301</c:v>
                </c:pt>
                <c:pt idx="5302">
                  <c:v>5302</c:v>
                </c:pt>
                <c:pt idx="5303">
                  <c:v>5303</c:v>
                </c:pt>
                <c:pt idx="5304">
                  <c:v>5304</c:v>
                </c:pt>
                <c:pt idx="5305">
                  <c:v>5305</c:v>
                </c:pt>
                <c:pt idx="5306">
                  <c:v>5306</c:v>
                </c:pt>
                <c:pt idx="5307">
                  <c:v>5307</c:v>
                </c:pt>
                <c:pt idx="5308">
                  <c:v>5308</c:v>
                </c:pt>
                <c:pt idx="5309">
                  <c:v>5309</c:v>
                </c:pt>
                <c:pt idx="5310">
                  <c:v>5310</c:v>
                </c:pt>
                <c:pt idx="5311">
                  <c:v>5311</c:v>
                </c:pt>
                <c:pt idx="5312">
                  <c:v>5312</c:v>
                </c:pt>
                <c:pt idx="5313">
                  <c:v>5313</c:v>
                </c:pt>
                <c:pt idx="5314">
                  <c:v>5314</c:v>
                </c:pt>
                <c:pt idx="5315">
                  <c:v>5315</c:v>
                </c:pt>
                <c:pt idx="5316">
                  <c:v>5316</c:v>
                </c:pt>
                <c:pt idx="5317">
                  <c:v>5317</c:v>
                </c:pt>
                <c:pt idx="5318">
                  <c:v>5318</c:v>
                </c:pt>
                <c:pt idx="5319">
                  <c:v>5319</c:v>
                </c:pt>
                <c:pt idx="5320">
                  <c:v>5320</c:v>
                </c:pt>
                <c:pt idx="5321">
                  <c:v>5321</c:v>
                </c:pt>
                <c:pt idx="5322">
                  <c:v>5322</c:v>
                </c:pt>
                <c:pt idx="5323">
                  <c:v>5323</c:v>
                </c:pt>
                <c:pt idx="5324">
                  <c:v>5324</c:v>
                </c:pt>
                <c:pt idx="5325">
                  <c:v>5325</c:v>
                </c:pt>
                <c:pt idx="5326">
                  <c:v>5326</c:v>
                </c:pt>
                <c:pt idx="5327">
                  <c:v>5327</c:v>
                </c:pt>
                <c:pt idx="5328">
                  <c:v>5328</c:v>
                </c:pt>
                <c:pt idx="5329">
                  <c:v>5329</c:v>
                </c:pt>
                <c:pt idx="5330">
                  <c:v>5330</c:v>
                </c:pt>
                <c:pt idx="5331">
                  <c:v>5331</c:v>
                </c:pt>
                <c:pt idx="5332">
                  <c:v>5332</c:v>
                </c:pt>
                <c:pt idx="5333">
                  <c:v>5333</c:v>
                </c:pt>
                <c:pt idx="5334">
                  <c:v>5334</c:v>
                </c:pt>
                <c:pt idx="5335">
                  <c:v>5335</c:v>
                </c:pt>
                <c:pt idx="5336">
                  <c:v>5336</c:v>
                </c:pt>
                <c:pt idx="5337">
                  <c:v>5337</c:v>
                </c:pt>
                <c:pt idx="5338">
                  <c:v>5338</c:v>
                </c:pt>
                <c:pt idx="5339">
                  <c:v>5339</c:v>
                </c:pt>
                <c:pt idx="5340">
                  <c:v>5340</c:v>
                </c:pt>
                <c:pt idx="5341">
                  <c:v>5341</c:v>
                </c:pt>
                <c:pt idx="5342">
                  <c:v>5342</c:v>
                </c:pt>
                <c:pt idx="5343">
                  <c:v>5343</c:v>
                </c:pt>
                <c:pt idx="5344">
                  <c:v>5344</c:v>
                </c:pt>
                <c:pt idx="5345">
                  <c:v>5345</c:v>
                </c:pt>
                <c:pt idx="5346">
                  <c:v>5346</c:v>
                </c:pt>
                <c:pt idx="5347">
                  <c:v>5347</c:v>
                </c:pt>
                <c:pt idx="5348">
                  <c:v>5348</c:v>
                </c:pt>
                <c:pt idx="5349">
                  <c:v>5349</c:v>
                </c:pt>
                <c:pt idx="5350">
                  <c:v>5350</c:v>
                </c:pt>
                <c:pt idx="5351">
                  <c:v>5351</c:v>
                </c:pt>
                <c:pt idx="5352">
                  <c:v>5352</c:v>
                </c:pt>
                <c:pt idx="5353">
                  <c:v>5353</c:v>
                </c:pt>
                <c:pt idx="5354">
                  <c:v>5354</c:v>
                </c:pt>
                <c:pt idx="5355">
                  <c:v>5355</c:v>
                </c:pt>
                <c:pt idx="5356">
                  <c:v>5356</c:v>
                </c:pt>
                <c:pt idx="5357">
                  <c:v>5357</c:v>
                </c:pt>
                <c:pt idx="5358">
                  <c:v>5358</c:v>
                </c:pt>
                <c:pt idx="5359">
                  <c:v>5359</c:v>
                </c:pt>
                <c:pt idx="5360">
                  <c:v>5360</c:v>
                </c:pt>
                <c:pt idx="5361">
                  <c:v>5361</c:v>
                </c:pt>
                <c:pt idx="5362">
                  <c:v>5362</c:v>
                </c:pt>
                <c:pt idx="5363">
                  <c:v>5363</c:v>
                </c:pt>
                <c:pt idx="5364">
                  <c:v>5364</c:v>
                </c:pt>
                <c:pt idx="5365">
                  <c:v>5365</c:v>
                </c:pt>
                <c:pt idx="5366">
                  <c:v>5366</c:v>
                </c:pt>
                <c:pt idx="5367">
                  <c:v>5367</c:v>
                </c:pt>
                <c:pt idx="5368">
                  <c:v>5368</c:v>
                </c:pt>
                <c:pt idx="5369">
                  <c:v>5369</c:v>
                </c:pt>
                <c:pt idx="5370">
                  <c:v>5370</c:v>
                </c:pt>
                <c:pt idx="5371">
                  <c:v>5371</c:v>
                </c:pt>
                <c:pt idx="5372">
                  <c:v>5372</c:v>
                </c:pt>
                <c:pt idx="5373">
                  <c:v>5373</c:v>
                </c:pt>
                <c:pt idx="5374">
                  <c:v>5374</c:v>
                </c:pt>
                <c:pt idx="5375">
                  <c:v>5375</c:v>
                </c:pt>
                <c:pt idx="5376">
                  <c:v>5376</c:v>
                </c:pt>
                <c:pt idx="5377">
                  <c:v>5377</c:v>
                </c:pt>
                <c:pt idx="5378">
                  <c:v>5378</c:v>
                </c:pt>
                <c:pt idx="5379">
                  <c:v>5379</c:v>
                </c:pt>
                <c:pt idx="5380">
                  <c:v>5380</c:v>
                </c:pt>
                <c:pt idx="5381">
                  <c:v>5381</c:v>
                </c:pt>
                <c:pt idx="5382">
                  <c:v>5382</c:v>
                </c:pt>
                <c:pt idx="5383">
                  <c:v>5383</c:v>
                </c:pt>
                <c:pt idx="5384">
                  <c:v>5384</c:v>
                </c:pt>
                <c:pt idx="5385">
                  <c:v>5385</c:v>
                </c:pt>
                <c:pt idx="5386">
                  <c:v>5386</c:v>
                </c:pt>
                <c:pt idx="5387">
                  <c:v>5387</c:v>
                </c:pt>
                <c:pt idx="5388">
                  <c:v>5388</c:v>
                </c:pt>
                <c:pt idx="5389">
                  <c:v>5389</c:v>
                </c:pt>
                <c:pt idx="5390">
                  <c:v>5390</c:v>
                </c:pt>
                <c:pt idx="5391">
                  <c:v>5391</c:v>
                </c:pt>
                <c:pt idx="5392">
                  <c:v>5392</c:v>
                </c:pt>
                <c:pt idx="5393">
                  <c:v>5393</c:v>
                </c:pt>
                <c:pt idx="5394">
                  <c:v>5394</c:v>
                </c:pt>
                <c:pt idx="5395">
                  <c:v>5395</c:v>
                </c:pt>
                <c:pt idx="5396">
                  <c:v>5396</c:v>
                </c:pt>
                <c:pt idx="5397">
                  <c:v>5397</c:v>
                </c:pt>
                <c:pt idx="5398">
                  <c:v>5398</c:v>
                </c:pt>
                <c:pt idx="5399">
                  <c:v>5399</c:v>
                </c:pt>
                <c:pt idx="5400">
                  <c:v>5400</c:v>
                </c:pt>
                <c:pt idx="5401">
                  <c:v>5401</c:v>
                </c:pt>
                <c:pt idx="5402">
                  <c:v>5402</c:v>
                </c:pt>
                <c:pt idx="5403">
                  <c:v>5403</c:v>
                </c:pt>
                <c:pt idx="5404">
                  <c:v>5404</c:v>
                </c:pt>
                <c:pt idx="5405">
                  <c:v>5405</c:v>
                </c:pt>
                <c:pt idx="5406">
                  <c:v>5406</c:v>
                </c:pt>
                <c:pt idx="5407">
                  <c:v>5407</c:v>
                </c:pt>
                <c:pt idx="5408">
                  <c:v>5408</c:v>
                </c:pt>
                <c:pt idx="5409">
                  <c:v>5409</c:v>
                </c:pt>
                <c:pt idx="5410">
                  <c:v>5410</c:v>
                </c:pt>
                <c:pt idx="5411">
                  <c:v>5411</c:v>
                </c:pt>
                <c:pt idx="5412">
                  <c:v>5412</c:v>
                </c:pt>
                <c:pt idx="5413">
                  <c:v>5413</c:v>
                </c:pt>
                <c:pt idx="5414">
                  <c:v>5414</c:v>
                </c:pt>
                <c:pt idx="5415">
                  <c:v>5415</c:v>
                </c:pt>
                <c:pt idx="5416">
                  <c:v>5416</c:v>
                </c:pt>
                <c:pt idx="5417">
                  <c:v>5417</c:v>
                </c:pt>
                <c:pt idx="5418">
                  <c:v>5418</c:v>
                </c:pt>
                <c:pt idx="5419">
                  <c:v>5419</c:v>
                </c:pt>
                <c:pt idx="5420">
                  <c:v>5420</c:v>
                </c:pt>
                <c:pt idx="5421">
                  <c:v>5421</c:v>
                </c:pt>
                <c:pt idx="5422">
                  <c:v>5422</c:v>
                </c:pt>
                <c:pt idx="5423">
                  <c:v>5423</c:v>
                </c:pt>
                <c:pt idx="5424">
                  <c:v>5424</c:v>
                </c:pt>
                <c:pt idx="5425">
                  <c:v>5425</c:v>
                </c:pt>
                <c:pt idx="5426">
                  <c:v>5426</c:v>
                </c:pt>
                <c:pt idx="5427">
                  <c:v>5427</c:v>
                </c:pt>
                <c:pt idx="5428">
                  <c:v>5428</c:v>
                </c:pt>
                <c:pt idx="5429">
                  <c:v>5429</c:v>
                </c:pt>
                <c:pt idx="5430">
                  <c:v>5430</c:v>
                </c:pt>
                <c:pt idx="5431">
                  <c:v>5431</c:v>
                </c:pt>
                <c:pt idx="5432">
                  <c:v>5432</c:v>
                </c:pt>
                <c:pt idx="5433">
                  <c:v>5433</c:v>
                </c:pt>
                <c:pt idx="5434">
                  <c:v>5434</c:v>
                </c:pt>
                <c:pt idx="5435">
                  <c:v>5435</c:v>
                </c:pt>
                <c:pt idx="5436">
                  <c:v>5436</c:v>
                </c:pt>
                <c:pt idx="5437">
                  <c:v>5437</c:v>
                </c:pt>
                <c:pt idx="5438">
                  <c:v>5438</c:v>
                </c:pt>
                <c:pt idx="5439">
                  <c:v>5439</c:v>
                </c:pt>
                <c:pt idx="5440">
                  <c:v>5440</c:v>
                </c:pt>
                <c:pt idx="5441">
                  <c:v>5441</c:v>
                </c:pt>
                <c:pt idx="5442">
                  <c:v>5442</c:v>
                </c:pt>
                <c:pt idx="5443">
                  <c:v>5443</c:v>
                </c:pt>
                <c:pt idx="5444">
                  <c:v>5444</c:v>
                </c:pt>
                <c:pt idx="5445">
                  <c:v>5445</c:v>
                </c:pt>
                <c:pt idx="5446">
                  <c:v>5446</c:v>
                </c:pt>
                <c:pt idx="5447">
                  <c:v>5447</c:v>
                </c:pt>
                <c:pt idx="5448">
                  <c:v>5448</c:v>
                </c:pt>
                <c:pt idx="5449">
                  <c:v>5449</c:v>
                </c:pt>
                <c:pt idx="5450">
                  <c:v>5450</c:v>
                </c:pt>
                <c:pt idx="5451">
                  <c:v>5451</c:v>
                </c:pt>
                <c:pt idx="5452">
                  <c:v>5452</c:v>
                </c:pt>
                <c:pt idx="5453">
                  <c:v>5453</c:v>
                </c:pt>
                <c:pt idx="5454">
                  <c:v>5454</c:v>
                </c:pt>
                <c:pt idx="5455">
                  <c:v>5455</c:v>
                </c:pt>
                <c:pt idx="5456">
                  <c:v>5456</c:v>
                </c:pt>
                <c:pt idx="5457">
                  <c:v>5457</c:v>
                </c:pt>
                <c:pt idx="5458">
                  <c:v>5458</c:v>
                </c:pt>
                <c:pt idx="5459">
                  <c:v>5459</c:v>
                </c:pt>
                <c:pt idx="5460">
                  <c:v>5460</c:v>
                </c:pt>
                <c:pt idx="5461">
                  <c:v>5461</c:v>
                </c:pt>
                <c:pt idx="5462">
                  <c:v>5462</c:v>
                </c:pt>
                <c:pt idx="5463">
                  <c:v>5463</c:v>
                </c:pt>
                <c:pt idx="5464">
                  <c:v>5464</c:v>
                </c:pt>
                <c:pt idx="5465">
                  <c:v>5465</c:v>
                </c:pt>
                <c:pt idx="5466">
                  <c:v>5466</c:v>
                </c:pt>
                <c:pt idx="5467">
                  <c:v>5467</c:v>
                </c:pt>
                <c:pt idx="5468">
                  <c:v>5468</c:v>
                </c:pt>
                <c:pt idx="5469">
                  <c:v>5469</c:v>
                </c:pt>
                <c:pt idx="5470">
                  <c:v>5470</c:v>
                </c:pt>
                <c:pt idx="5471">
                  <c:v>5471</c:v>
                </c:pt>
                <c:pt idx="5472">
                  <c:v>5472</c:v>
                </c:pt>
                <c:pt idx="5473">
                  <c:v>5473</c:v>
                </c:pt>
                <c:pt idx="5474">
                  <c:v>5474</c:v>
                </c:pt>
                <c:pt idx="5475">
                  <c:v>5475</c:v>
                </c:pt>
                <c:pt idx="5476">
                  <c:v>5476</c:v>
                </c:pt>
                <c:pt idx="5477">
                  <c:v>5477</c:v>
                </c:pt>
                <c:pt idx="5478">
                  <c:v>5478</c:v>
                </c:pt>
                <c:pt idx="5479">
                  <c:v>5479</c:v>
                </c:pt>
                <c:pt idx="5480">
                  <c:v>5480</c:v>
                </c:pt>
                <c:pt idx="5481">
                  <c:v>5481</c:v>
                </c:pt>
                <c:pt idx="5482">
                  <c:v>5482</c:v>
                </c:pt>
                <c:pt idx="5483">
                  <c:v>5483</c:v>
                </c:pt>
                <c:pt idx="5484">
                  <c:v>5484</c:v>
                </c:pt>
                <c:pt idx="5485">
                  <c:v>5485</c:v>
                </c:pt>
                <c:pt idx="5486">
                  <c:v>5486</c:v>
                </c:pt>
                <c:pt idx="5487">
                  <c:v>5487</c:v>
                </c:pt>
                <c:pt idx="5488">
                  <c:v>5488</c:v>
                </c:pt>
                <c:pt idx="5489">
                  <c:v>5489</c:v>
                </c:pt>
                <c:pt idx="5490">
                  <c:v>5490</c:v>
                </c:pt>
                <c:pt idx="5491">
                  <c:v>5491</c:v>
                </c:pt>
                <c:pt idx="5492">
                  <c:v>5492</c:v>
                </c:pt>
                <c:pt idx="5493">
                  <c:v>5493</c:v>
                </c:pt>
                <c:pt idx="5494">
                  <c:v>5494</c:v>
                </c:pt>
                <c:pt idx="5495">
                  <c:v>5495</c:v>
                </c:pt>
                <c:pt idx="5496">
                  <c:v>5496</c:v>
                </c:pt>
                <c:pt idx="5497">
                  <c:v>5497</c:v>
                </c:pt>
                <c:pt idx="5498">
                  <c:v>5498</c:v>
                </c:pt>
                <c:pt idx="5499">
                  <c:v>5499</c:v>
                </c:pt>
                <c:pt idx="5500">
                  <c:v>5500</c:v>
                </c:pt>
                <c:pt idx="5501">
                  <c:v>5501</c:v>
                </c:pt>
                <c:pt idx="5502">
                  <c:v>5502</c:v>
                </c:pt>
                <c:pt idx="5503">
                  <c:v>5503</c:v>
                </c:pt>
                <c:pt idx="5504">
                  <c:v>5504</c:v>
                </c:pt>
                <c:pt idx="5505">
                  <c:v>5505</c:v>
                </c:pt>
                <c:pt idx="5506">
                  <c:v>5506</c:v>
                </c:pt>
                <c:pt idx="5507">
                  <c:v>5507</c:v>
                </c:pt>
                <c:pt idx="5508">
                  <c:v>5508</c:v>
                </c:pt>
                <c:pt idx="5509">
                  <c:v>5509</c:v>
                </c:pt>
                <c:pt idx="5510">
                  <c:v>5510</c:v>
                </c:pt>
                <c:pt idx="5511">
                  <c:v>5511</c:v>
                </c:pt>
                <c:pt idx="5512">
                  <c:v>5512</c:v>
                </c:pt>
                <c:pt idx="5513">
                  <c:v>5513</c:v>
                </c:pt>
                <c:pt idx="5514">
                  <c:v>5514</c:v>
                </c:pt>
                <c:pt idx="5515">
                  <c:v>5515</c:v>
                </c:pt>
                <c:pt idx="5516">
                  <c:v>5516</c:v>
                </c:pt>
                <c:pt idx="5517">
                  <c:v>5517</c:v>
                </c:pt>
                <c:pt idx="5518">
                  <c:v>5518</c:v>
                </c:pt>
                <c:pt idx="5519">
                  <c:v>5519</c:v>
                </c:pt>
                <c:pt idx="5520">
                  <c:v>5520</c:v>
                </c:pt>
                <c:pt idx="5521">
                  <c:v>5521</c:v>
                </c:pt>
                <c:pt idx="5522">
                  <c:v>5522</c:v>
                </c:pt>
                <c:pt idx="5523">
                  <c:v>5523</c:v>
                </c:pt>
                <c:pt idx="5524">
                  <c:v>5524</c:v>
                </c:pt>
                <c:pt idx="5525">
                  <c:v>5525</c:v>
                </c:pt>
                <c:pt idx="5526">
                  <c:v>5526</c:v>
                </c:pt>
                <c:pt idx="5527">
                  <c:v>5527</c:v>
                </c:pt>
                <c:pt idx="5528">
                  <c:v>5528</c:v>
                </c:pt>
                <c:pt idx="5529">
                  <c:v>5529</c:v>
                </c:pt>
                <c:pt idx="5530">
                  <c:v>5530</c:v>
                </c:pt>
                <c:pt idx="5531">
                  <c:v>5531</c:v>
                </c:pt>
                <c:pt idx="5532">
                  <c:v>5532</c:v>
                </c:pt>
                <c:pt idx="5533">
                  <c:v>5533</c:v>
                </c:pt>
                <c:pt idx="5534">
                  <c:v>5534</c:v>
                </c:pt>
                <c:pt idx="5535">
                  <c:v>5535</c:v>
                </c:pt>
                <c:pt idx="5536">
                  <c:v>5536</c:v>
                </c:pt>
                <c:pt idx="5537">
                  <c:v>5537</c:v>
                </c:pt>
                <c:pt idx="5538">
                  <c:v>5538</c:v>
                </c:pt>
                <c:pt idx="5539">
                  <c:v>5539</c:v>
                </c:pt>
                <c:pt idx="5540">
                  <c:v>5540</c:v>
                </c:pt>
                <c:pt idx="5541">
                  <c:v>5541</c:v>
                </c:pt>
                <c:pt idx="5542">
                  <c:v>5542</c:v>
                </c:pt>
                <c:pt idx="5543">
                  <c:v>5543</c:v>
                </c:pt>
                <c:pt idx="5544">
                  <c:v>5544</c:v>
                </c:pt>
                <c:pt idx="5545">
                  <c:v>5545</c:v>
                </c:pt>
                <c:pt idx="5546">
                  <c:v>5546</c:v>
                </c:pt>
                <c:pt idx="5547">
                  <c:v>5547</c:v>
                </c:pt>
                <c:pt idx="5548">
                  <c:v>5548</c:v>
                </c:pt>
                <c:pt idx="5549">
                  <c:v>5549</c:v>
                </c:pt>
                <c:pt idx="5550">
                  <c:v>5550</c:v>
                </c:pt>
                <c:pt idx="5551">
                  <c:v>5551</c:v>
                </c:pt>
                <c:pt idx="5552">
                  <c:v>5552</c:v>
                </c:pt>
                <c:pt idx="5553">
                  <c:v>5553</c:v>
                </c:pt>
                <c:pt idx="5554">
                  <c:v>5554</c:v>
                </c:pt>
                <c:pt idx="5555">
                  <c:v>5555</c:v>
                </c:pt>
                <c:pt idx="5556">
                  <c:v>5556</c:v>
                </c:pt>
                <c:pt idx="5557">
                  <c:v>5557</c:v>
                </c:pt>
                <c:pt idx="5558">
                  <c:v>5558</c:v>
                </c:pt>
                <c:pt idx="5559">
                  <c:v>5559</c:v>
                </c:pt>
                <c:pt idx="5560">
                  <c:v>5560</c:v>
                </c:pt>
                <c:pt idx="5561">
                  <c:v>5561</c:v>
                </c:pt>
                <c:pt idx="5562">
                  <c:v>5562</c:v>
                </c:pt>
                <c:pt idx="5563">
                  <c:v>5563</c:v>
                </c:pt>
                <c:pt idx="5564">
                  <c:v>5564</c:v>
                </c:pt>
                <c:pt idx="5565">
                  <c:v>5565</c:v>
                </c:pt>
                <c:pt idx="5566">
                  <c:v>5566</c:v>
                </c:pt>
                <c:pt idx="5567">
                  <c:v>5567</c:v>
                </c:pt>
                <c:pt idx="5568">
                  <c:v>5568</c:v>
                </c:pt>
                <c:pt idx="5569">
                  <c:v>5569</c:v>
                </c:pt>
                <c:pt idx="5570">
                  <c:v>5570</c:v>
                </c:pt>
                <c:pt idx="5571">
                  <c:v>5571</c:v>
                </c:pt>
                <c:pt idx="5572">
                  <c:v>5572</c:v>
                </c:pt>
                <c:pt idx="5573">
                  <c:v>5573</c:v>
                </c:pt>
                <c:pt idx="5574">
                  <c:v>5574</c:v>
                </c:pt>
                <c:pt idx="5575">
                  <c:v>5575</c:v>
                </c:pt>
                <c:pt idx="5576">
                  <c:v>5576</c:v>
                </c:pt>
                <c:pt idx="5577">
                  <c:v>5577</c:v>
                </c:pt>
                <c:pt idx="5578">
                  <c:v>5578</c:v>
                </c:pt>
                <c:pt idx="5579">
                  <c:v>5579</c:v>
                </c:pt>
                <c:pt idx="5580">
                  <c:v>5580</c:v>
                </c:pt>
                <c:pt idx="5581">
                  <c:v>5581</c:v>
                </c:pt>
                <c:pt idx="5582">
                  <c:v>5582</c:v>
                </c:pt>
                <c:pt idx="5583">
                  <c:v>5583</c:v>
                </c:pt>
                <c:pt idx="5584">
                  <c:v>5584</c:v>
                </c:pt>
                <c:pt idx="5585">
                  <c:v>5585</c:v>
                </c:pt>
                <c:pt idx="5586">
                  <c:v>5586</c:v>
                </c:pt>
                <c:pt idx="5587">
                  <c:v>5587</c:v>
                </c:pt>
                <c:pt idx="5588">
                  <c:v>5588</c:v>
                </c:pt>
                <c:pt idx="5589">
                  <c:v>5589</c:v>
                </c:pt>
                <c:pt idx="5590">
                  <c:v>5590</c:v>
                </c:pt>
                <c:pt idx="5591">
                  <c:v>5591</c:v>
                </c:pt>
                <c:pt idx="5592">
                  <c:v>5592</c:v>
                </c:pt>
                <c:pt idx="5593">
                  <c:v>5593</c:v>
                </c:pt>
                <c:pt idx="5594">
                  <c:v>5594</c:v>
                </c:pt>
                <c:pt idx="5595">
                  <c:v>5595</c:v>
                </c:pt>
                <c:pt idx="5596">
                  <c:v>5596</c:v>
                </c:pt>
                <c:pt idx="5597">
                  <c:v>5597</c:v>
                </c:pt>
                <c:pt idx="5598">
                  <c:v>5598</c:v>
                </c:pt>
                <c:pt idx="5599">
                  <c:v>5599</c:v>
                </c:pt>
                <c:pt idx="5600">
                  <c:v>5600</c:v>
                </c:pt>
                <c:pt idx="5601">
                  <c:v>5601</c:v>
                </c:pt>
                <c:pt idx="5602">
                  <c:v>5602</c:v>
                </c:pt>
                <c:pt idx="5603">
                  <c:v>5603</c:v>
                </c:pt>
                <c:pt idx="5604">
                  <c:v>5604</c:v>
                </c:pt>
                <c:pt idx="5605">
                  <c:v>5605</c:v>
                </c:pt>
                <c:pt idx="5606">
                  <c:v>5606</c:v>
                </c:pt>
                <c:pt idx="5607">
                  <c:v>5607</c:v>
                </c:pt>
                <c:pt idx="5608">
                  <c:v>5608</c:v>
                </c:pt>
                <c:pt idx="5609">
                  <c:v>5609</c:v>
                </c:pt>
                <c:pt idx="5610">
                  <c:v>5610</c:v>
                </c:pt>
                <c:pt idx="5611">
                  <c:v>5611</c:v>
                </c:pt>
                <c:pt idx="5612">
                  <c:v>5612</c:v>
                </c:pt>
                <c:pt idx="5613">
                  <c:v>5613</c:v>
                </c:pt>
                <c:pt idx="5614">
                  <c:v>5614</c:v>
                </c:pt>
                <c:pt idx="5615">
                  <c:v>5615</c:v>
                </c:pt>
                <c:pt idx="5616">
                  <c:v>5616</c:v>
                </c:pt>
                <c:pt idx="5617">
                  <c:v>5617</c:v>
                </c:pt>
                <c:pt idx="5618">
                  <c:v>5618</c:v>
                </c:pt>
                <c:pt idx="5619">
                  <c:v>5619</c:v>
                </c:pt>
                <c:pt idx="5620">
                  <c:v>5620</c:v>
                </c:pt>
                <c:pt idx="5621">
                  <c:v>5621</c:v>
                </c:pt>
                <c:pt idx="5622">
                  <c:v>5622</c:v>
                </c:pt>
                <c:pt idx="5623">
                  <c:v>5623</c:v>
                </c:pt>
                <c:pt idx="5624">
                  <c:v>5624</c:v>
                </c:pt>
                <c:pt idx="5625">
                  <c:v>5625</c:v>
                </c:pt>
                <c:pt idx="5626">
                  <c:v>5626</c:v>
                </c:pt>
                <c:pt idx="5627">
                  <c:v>5627</c:v>
                </c:pt>
                <c:pt idx="5628">
                  <c:v>5628</c:v>
                </c:pt>
                <c:pt idx="5629">
                  <c:v>5629</c:v>
                </c:pt>
                <c:pt idx="5630">
                  <c:v>5630</c:v>
                </c:pt>
                <c:pt idx="5631">
                  <c:v>5631</c:v>
                </c:pt>
                <c:pt idx="5632">
                  <c:v>5632</c:v>
                </c:pt>
                <c:pt idx="5633">
                  <c:v>5633</c:v>
                </c:pt>
                <c:pt idx="5634">
                  <c:v>5634</c:v>
                </c:pt>
                <c:pt idx="5635">
                  <c:v>5635</c:v>
                </c:pt>
                <c:pt idx="5636">
                  <c:v>5636</c:v>
                </c:pt>
                <c:pt idx="5637">
                  <c:v>5637</c:v>
                </c:pt>
                <c:pt idx="5638">
                  <c:v>5638</c:v>
                </c:pt>
                <c:pt idx="5639">
                  <c:v>5639</c:v>
                </c:pt>
                <c:pt idx="5640">
                  <c:v>5640</c:v>
                </c:pt>
                <c:pt idx="5641">
                  <c:v>5641</c:v>
                </c:pt>
                <c:pt idx="5642">
                  <c:v>5642</c:v>
                </c:pt>
                <c:pt idx="5643">
                  <c:v>5643</c:v>
                </c:pt>
                <c:pt idx="5644">
                  <c:v>5644</c:v>
                </c:pt>
                <c:pt idx="5645">
                  <c:v>5645</c:v>
                </c:pt>
                <c:pt idx="5646">
                  <c:v>5646</c:v>
                </c:pt>
                <c:pt idx="5647">
                  <c:v>5647</c:v>
                </c:pt>
                <c:pt idx="5648">
                  <c:v>5648</c:v>
                </c:pt>
                <c:pt idx="5649">
                  <c:v>5649</c:v>
                </c:pt>
                <c:pt idx="5650">
                  <c:v>5650</c:v>
                </c:pt>
                <c:pt idx="5651">
                  <c:v>5651</c:v>
                </c:pt>
                <c:pt idx="5652">
                  <c:v>5652</c:v>
                </c:pt>
                <c:pt idx="5653">
                  <c:v>5653</c:v>
                </c:pt>
                <c:pt idx="5654">
                  <c:v>5654</c:v>
                </c:pt>
                <c:pt idx="5655">
                  <c:v>5655</c:v>
                </c:pt>
                <c:pt idx="5656">
                  <c:v>5656</c:v>
                </c:pt>
                <c:pt idx="5657">
                  <c:v>5657</c:v>
                </c:pt>
                <c:pt idx="5658">
                  <c:v>5658</c:v>
                </c:pt>
                <c:pt idx="5659">
                  <c:v>5659</c:v>
                </c:pt>
                <c:pt idx="5660">
                  <c:v>5660</c:v>
                </c:pt>
                <c:pt idx="5661">
                  <c:v>5661</c:v>
                </c:pt>
                <c:pt idx="5662">
                  <c:v>5662</c:v>
                </c:pt>
                <c:pt idx="5663">
                  <c:v>5663</c:v>
                </c:pt>
                <c:pt idx="5664">
                  <c:v>5664</c:v>
                </c:pt>
                <c:pt idx="5665">
                  <c:v>5665</c:v>
                </c:pt>
                <c:pt idx="5666">
                  <c:v>5666</c:v>
                </c:pt>
                <c:pt idx="5667">
                  <c:v>5667</c:v>
                </c:pt>
                <c:pt idx="5668">
                  <c:v>5668</c:v>
                </c:pt>
                <c:pt idx="5669">
                  <c:v>5669</c:v>
                </c:pt>
                <c:pt idx="5670">
                  <c:v>5670</c:v>
                </c:pt>
                <c:pt idx="5671">
                  <c:v>5671</c:v>
                </c:pt>
                <c:pt idx="5672">
                  <c:v>5672</c:v>
                </c:pt>
                <c:pt idx="5673">
                  <c:v>5673</c:v>
                </c:pt>
                <c:pt idx="5674">
                  <c:v>5674</c:v>
                </c:pt>
                <c:pt idx="5675">
                  <c:v>5675</c:v>
                </c:pt>
                <c:pt idx="5676">
                  <c:v>5676</c:v>
                </c:pt>
                <c:pt idx="5677">
                  <c:v>5677</c:v>
                </c:pt>
                <c:pt idx="5678">
                  <c:v>5678</c:v>
                </c:pt>
                <c:pt idx="5679">
                  <c:v>5679</c:v>
                </c:pt>
                <c:pt idx="5680">
                  <c:v>5680</c:v>
                </c:pt>
                <c:pt idx="5681">
                  <c:v>5681</c:v>
                </c:pt>
                <c:pt idx="5682">
                  <c:v>5682</c:v>
                </c:pt>
                <c:pt idx="5683">
                  <c:v>5683</c:v>
                </c:pt>
                <c:pt idx="5684">
                  <c:v>5684</c:v>
                </c:pt>
                <c:pt idx="5685">
                  <c:v>5685</c:v>
                </c:pt>
                <c:pt idx="5686">
                  <c:v>5686</c:v>
                </c:pt>
                <c:pt idx="5687">
                  <c:v>5687</c:v>
                </c:pt>
                <c:pt idx="5688">
                  <c:v>5688</c:v>
                </c:pt>
                <c:pt idx="5689">
                  <c:v>5689</c:v>
                </c:pt>
                <c:pt idx="5690">
                  <c:v>5690</c:v>
                </c:pt>
                <c:pt idx="5691">
                  <c:v>5691</c:v>
                </c:pt>
                <c:pt idx="5692">
                  <c:v>5692</c:v>
                </c:pt>
                <c:pt idx="5693">
                  <c:v>5693</c:v>
                </c:pt>
                <c:pt idx="5694">
                  <c:v>5694</c:v>
                </c:pt>
                <c:pt idx="5695">
                  <c:v>5695</c:v>
                </c:pt>
                <c:pt idx="5696">
                  <c:v>5696</c:v>
                </c:pt>
                <c:pt idx="5697">
                  <c:v>5697</c:v>
                </c:pt>
                <c:pt idx="5698">
                  <c:v>5698</c:v>
                </c:pt>
                <c:pt idx="5699">
                  <c:v>5699</c:v>
                </c:pt>
                <c:pt idx="5700">
                  <c:v>5700</c:v>
                </c:pt>
                <c:pt idx="5701">
                  <c:v>5701</c:v>
                </c:pt>
                <c:pt idx="5702">
                  <c:v>5702</c:v>
                </c:pt>
                <c:pt idx="5703">
                  <c:v>5703</c:v>
                </c:pt>
                <c:pt idx="5704">
                  <c:v>5704</c:v>
                </c:pt>
                <c:pt idx="5705">
                  <c:v>5705</c:v>
                </c:pt>
                <c:pt idx="5706">
                  <c:v>5706</c:v>
                </c:pt>
                <c:pt idx="5707">
                  <c:v>5707</c:v>
                </c:pt>
                <c:pt idx="5708">
                  <c:v>5708</c:v>
                </c:pt>
                <c:pt idx="5709">
                  <c:v>5709</c:v>
                </c:pt>
                <c:pt idx="5710">
                  <c:v>5710</c:v>
                </c:pt>
                <c:pt idx="5711">
                  <c:v>5711</c:v>
                </c:pt>
                <c:pt idx="5712">
                  <c:v>5712</c:v>
                </c:pt>
                <c:pt idx="5713">
                  <c:v>5713</c:v>
                </c:pt>
                <c:pt idx="5714">
                  <c:v>5714</c:v>
                </c:pt>
                <c:pt idx="5715">
                  <c:v>5715</c:v>
                </c:pt>
                <c:pt idx="5716">
                  <c:v>5716</c:v>
                </c:pt>
                <c:pt idx="5717">
                  <c:v>5717</c:v>
                </c:pt>
                <c:pt idx="5718">
                  <c:v>5718</c:v>
                </c:pt>
                <c:pt idx="5719">
                  <c:v>5719</c:v>
                </c:pt>
                <c:pt idx="5720">
                  <c:v>5720</c:v>
                </c:pt>
                <c:pt idx="5721">
                  <c:v>5721</c:v>
                </c:pt>
                <c:pt idx="5722">
                  <c:v>5722</c:v>
                </c:pt>
                <c:pt idx="5723">
                  <c:v>5723</c:v>
                </c:pt>
                <c:pt idx="5724">
                  <c:v>5724</c:v>
                </c:pt>
                <c:pt idx="5725">
                  <c:v>5725</c:v>
                </c:pt>
                <c:pt idx="5726">
                  <c:v>5726</c:v>
                </c:pt>
                <c:pt idx="5727">
                  <c:v>5727</c:v>
                </c:pt>
                <c:pt idx="5728">
                  <c:v>5728</c:v>
                </c:pt>
                <c:pt idx="5729">
                  <c:v>5729</c:v>
                </c:pt>
                <c:pt idx="5730">
                  <c:v>5730</c:v>
                </c:pt>
                <c:pt idx="5731">
                  <c:v>5731</c:v>
                </c:pt>
                <c:pt idx="5732">
                  <c:v>5732</c:v>
                </c:pt>
                <c:pt idx="5733">
                  <c:v>5733</c:v>
                </c:pt>
                <c:pt idx="5734">
                  <c:v>5734</c:v>
                </c:pt>
                <c:pt idx="5735">
                  <c:v>5735</c:v>
                </c:pt>
                <c:pt idx="5736">
                  <c:v>5736</c:v>
                </c:pt>
                <c:pt idx="5737">
                  <c:v>5737</c:v>
                </c:pt>
                <c:pt idx="5738">
                  <c:v>5738</c:v>
                </c:pt>
                <c:pt idx="5739">
                  <c:v>5739</c:v>
                </c:pt>
                <c:pt idx="5740">
                  <c:v>5740</c:v>
                </c:pt>
                <c:pt idx="5741">
                  <c:v>5741</c:v>
                </c:pt>
                <c:pt idx="5742">
                  <c:v>5742</c:v>
                </c:pt>
                <c:pt idx="5743">
                  <c:v>5743</c:v>
                </c:pt>
                <c:pt idx="5744">
                  <c:v>5744</c:v>
                </c:pt>
                <c:pt idx="5745">
                  <c:v>5745</c:v>
                </c:pt>
                <c:pt idx="5746">
                  <c:v>5746</c:v>
                </c:pt>
                <c:pt idx="5747">
                  <c:v>5747</c:v>
                </c:pt>
                <c:pt idx="5748">
                  <c:v>5748</c:v>
                </c:pt>
                <c:pt idx="5749">
                  <c:v>5749</c:v>
                </c:pt>
                <c:pt idx="5750">
                  <c:v>5750</c:v>
                </c:pt>
                <c:pt idx="5751">
                  <c:v>5751</c:v>
                </c:pt>
                <c:pt idx="5752">
                  <c:v>5752</c:v>
                </c:pt>
                <c:pt idx="5753">
                  <c:v>5753</c:v>
                </c:pt>
                <c:pt idx="5754">
                  <c:v>5754</c:v>
                </c:pt>
                <c:pt idx="5755">
                  <c:v>5755</c:v>
                </c:pt>
                <c:pt idx="5756">
                  <c:v>5756</c:v>
                </c:pt>
                <c:pt idx="5757">
                  <c:v>5757</c:v>
                </c:pt>
                <c:pt idx="5758">
                  <c:v>5758</c:v>
                </c:pt>
                <c:pt idx="5759">
                  <c:v>5759</c:v>
                </c:pt>
                <c:pt idx="5760">
                  <c:v>5760</c:v>
                </c:pt>
                <c:pt idx="5761">
                  <c:v>5761</c:v>
                </c:pt>
                <c:pt idx="5762">
                  <c:v>5762</c:v>
                </c:pt>
                <c:pt idx="5763">
                  <c:v>5763</c:v>
                </c:pt>
                <c:pt idx="5764">
                  <c:v>5764</c:v>
                </c:pt>
                <c:pt idx="5765">
                  <c:v>5765</c:v>
                </c:pt>
                <c:pt idx="5766">
                  <c:v>5766</c:v>
                </c:pt>
                <c:pt idx="5767">
                  <c:v>5767</c:v>
                </c:pt>
                <c:pt idx="5768">
                  <c:v>5768</c:v>
                </c:pt>
                <c:pt idx="5769">
                  <c:v>5769</c:v>
                </c:pt>
                <c:pt idx="5770">
                  <c:v>5770</c:v>
                </c:pt>
                <c:pt idx="5771">
                  <c:v>5771</c:v>
                </c:pt>
                <c:pt idx="5772">
                  <c:v>5772</c:v>
                </c:pt>
                <c:pt idx="5773">
                  <c:v>5773</c:v>
                </c:pt>
                <c:pt idx="5774">
                  <c:v>5774</c:v>
                </c:pt>
                <c:pt idx="5775">
                  <c:v>5775</c:v>
                </c:pt>
                <c:pt idx="5776">
                  <c:v>5776</c:v>
                </c:pt>
                <c:pt idx="5777">
                  <c:v>5777</c:v>
                </c:pt>
                <c:pt idx="5778">
                  <c:v>5778</c:v>
                </c:pt>
                <c:pt idx="5779">
                  <c:v>5779</c:v>
                </c:pt>
                <c:pt idx="5780">
                  <c:v>5780</c:v>
                </c:pt>
                <c:pt idx="5781">
                  <c:v>5781</c:v>
                </c:pt>
                <c:pt idx="5782">
                  <c:v>5782</c:v>
                </c:pt>
                <c:pt idx="5783">
                  <c:v>5783</c:v>
                </c:pt>
                <c:pt idx="5784">
                  <c:v>5784</c:v>
                </c:pt>
                <c:pt idx="5785">
                  <c:v>5785</c:v>
                </c:pt>
                <c:pt idx="5786">
                  <c:v>5786</c:v>
                </c:pt>
                <c:pt idx="5787">
                  <c:v>5787</c:v>
                </c:pt>
                <c:pt idx="5788">
                  <c:v>5788</c:v>
                </c:pt>
                <c:pt idx="5789">
                  <c:v>5789</c:v>
                </c:pt>
                <c:pt idx="5790">
                  <c:v>5790</c:v>
                </c:pt>
                <c:pt idx="5791">
                  <c:v>5791</c:v>
                </c:pt>
                <c:pt idx="5792">
                  <c:v>5792</c:v>
                </c:pt>
                <c:pt idx="5793">
                  <c:v>5793</c:v>
                </c:pt>
                <c:pt idx="5794">
                  <c:v>5794</c:v>
                </c:pt>
                <c:pt idx="5795">
                  <c:v>5795</c:v>
                </c:pt>
                <c:pt idx="5796">
                  <c:v>5796</c:v>
                </c:pt>
                <c:pt idx="5797">
                  <c:v>5797</c:v>
                </c:pt>
                <c:pt idx="5798">
                  <c:v>5798</c:v>
                </c:pt>
                <c:pt idx="5799">
                  <c:v>5799</c:v>
                </c:pt>
                <c:pt idx="5800">
                  <c:v>5800</c:v>
                </c:pt>
                <c:pt idx="5801">
                  <c:v>5801</c:v>
                </c:pt>
                <c:pt idx="5802">
                  <c:v>5802</c:v>
                </c:pt>
                <c:pt idx="5803">
                  <c:v>5803</c:v>
                </c:pt>
                <c:pt idx="5804">
                  <c:v>5804</c:v>
                </c:pt>
                <c:pt idx="5805">
                  <c:v>5805</c:v>
                </c:pt>
                <c:pt idx="5806">
                  <c:v>5806</c:v>
                </c:pt>
                <c:pt idx="5807">
                  <c:v>5807</c:v>
                </c:pt>
                <c:pt idx="5808">
                  <c:v>5808</c:v>
                </c:pt>
                <c:pt idx="5809">
                  <c:v>5809</c:v>
                </c:pt>
                <c:pt idx="5810">
                  <c:v>5810</c:v>
                </c:pt>
                <c:pt idx="5811">
                  <c:v>5811</c:v>
                </c:pt>
                <c:pt idx="5812">
                  <c:v>5812</c:v>
                </c:pt>
                <c:pt idx="5813">
                  <c:v>5813</c:v>
                </c:pt>
                <c:pt idx="5814">
                  <c:v>5814</c:v>
                </c:pt>
                <c:pt idx="5815">
                  <c:v>5815</c:v>
                </c:pt>
                <c:pt idx="5816">
                  <c:v>5816</c:v>
                </c:pt>
                <c:pt idx="5817">
                  <c:v>5817</c:v>
                </c:pt>
                <c:pt idx="5818">
                  <c:v>5818</c:v>
                </c:pt>
                <c:pt idx="5819">
                  <c:v>5819</c:v>
                </c:pt>
                <c:pt idx="5820">
                  <c:v>5820</c:v>
                </c:pt>
                <c:pt idx="5821">
                  <c:v>5821</c:v>
                </c:pt>
                <c:pt idx="5822">
                  <c:v>5822</c:v>
                </c:pt>
                <c:pt idx="5823">
                  <c:v>5823</c:v>
                </c:pt>
                <c:pt idx="5824">
                  <c:v>5824</c:v>
                </c:pt>
                <c:pt idx="5825">
                  <c:v>5825</c:v>
                </c:pt>
                <c:pt idx="5826">
                  <c:v>5826</c:v>
                </c:pt>
                <c:pt idx="5827">
                  <c:v>5827</c:v>
                </c:pt>
                <c:pt idx="5828">
                  <c:v>5828</c:v>
                </c:pt>
                <c:pt idx="5829">
                  <c:v>5829</c:v>
                </c:pt>
                <c:pt idx="5830">
                  <c:v>5830</c:v>
                </c:pt>
                <c:pt idx="5831">
                  <c:v>5831</c:v>
                </c:pt>
                <c:pt idx="5832">
                  <c:v>5832</c:v>
                </c:pt>
                <c:pt idx="5833">
                  <c:v>5833</c:v>
                </c:pt>
                <c:pt idx="5834">
                  <c:v>5834</c:v>
                </c:pt>
                <c:pt idx="5835">
                  <c:v>5835</c:v>
                </c:pt>
                <c:pt idx="5836">
                  <c:v>5836</c:v>
                </c:pt>
                <c:pt idx="5837">
                  <c:v>5837</c:v>
                </c:pt>
                <c:pt idx="5838">
                  <c:v>5838</c:v>
                </c:pt>
                <c:pt idx="5839">
                  <c:v>5839</c:v>
                </c:pt>
                <c:pt idx="5840">
                  <c:v>5840</c:v>
                </c:pt>
                <c:pt idx="5841">
                  <c:v>5841</c:v>
                </c:pt>
                <c:pt idx="5842">
                  <c:v>5842</c:v>
                </c:pt>
                <c:pt idx="5843">
                  <c:v>5843</c:v>
                </c:pt>
                <c:pt idx="5844">
                  <c:v>5844</c:v>
                </c:pt>
                <c:pt idx="5845">
                  <c:v>5845</c:v>
                </c:pt>
                <c:pt idx="5846">
                  <c:v>5846</c:v>
                </c:pt>
                <c:pt idx="5847">
                  <c:v>5847</c:v>
                </c:pt>
                <c:pt idx="5848">
                  <c:v>5848</c:v>
                </c:pt>
                <c:pt idx="5849">
                  <c:v>5849</c:v>
                </c:pt>
                <c:pt idx="5850">
                  <c:v>5850</c:v>
                </c:pt>
                <c:pt idx="5851">
                  <c:v>5851</c:v>
                </c:pt>
                <c:pt idx="5852">
                  <c:v>5852</c:v>
                </c:pt>
                <c:pt idx="5853">
                  <c:v>5853</c:v>
                </c:pt>
                <c:pt idx="5854">
                  <c:v>5854</c:v>
                </c:pt>
                <c:pt idx="5855">
                  <c:v>5855</c:v>
                </c:pt>
                <c:pt idx="5856">
                  <c:v>5856</c:v>
                </c:pt>
                <c:pt idx="5857">
                  <c:v>5857</c:v>
                </c:pt>
                <c:pt idx="5858">
                  <c:v>5858</c:v>
                </c:pt>
                <c:pt idx="5859">
                  <c:v>5859</c:v>
                </c:pt>
                <c:pt idx="5860">
                  <c:v>5860</c:v>
                </c:pt>
                <c:pt idx="5861">
                  <c:v>5861</c:v>
                </c:pt>
                <c:pt idx="5862">
                  <c:v>5862</c:v>
                </c:pt>
                <c:pt idx="5863">
                  <c:v>5863</c:v>
                </c:pt>
                <c:pt idx="5864">
                  <c:v>5864</c:v>
                </c:pt>
                <c:pt idx="5865">
                  <c:v>5865</c:v>
                </c:pt>
                <c:pt idx="5866">
                  <c:v>5866</c:v>
                </c:pt>
                <c:pt idx="5867">
                  <c:v>5867</c:v>
                </c:pt>
                <c:pt idx="5868">
                  <c:v>5868</c:v>
                </c:pt>
                <c:pt idx="5869">
                  <c:v>5869</c:v>
                </c:pt>
                <c:pt idx="5870">
                  <c:v>5870</c:v>
                </c:pt>
                <c:pt idx="5871">
                  <c:v>5871</c:v>
                </c:pt>
                <c:pt idx="5872">
                  <c:v>5872</c:v>
                </c:pt>
                <c:pt idx="5873">
                  <c:v>5873</c:v>
                </c:pt>
                <c:pt idx="5874">
                  <c:v>5874</c:v>
                </c:pt>
                <c:pt idx="5875">
                  <c:v>5875</c:v>
                </c:pt>
                <c:pt idx="5876">
                  <c:v>5876</c:v>
                </c:pt>
                <c:pt idx="5877">
                  <c:v>5877</c:v>
                </c:pt>
                <c:pt idx="5878">
                  <c:v>5878</c:v>
                </c:pt>
                <c:pt idx="5879">
                  <c:v>5879</c:v>
                </c:pt>
                <c:pt idx="5880">
                  <c:v>5880</c:v>
                </c:pt>
                <c:pt idx="5881">
                  <c:v>5881</c:v>
                </c:pt>
                <c:pt idx="5882">
                  <c:v>5882</c:v>
                </c:pt>
                <c:pt idx="5883">
                  <c:v>5883</c:v>
                </c:pt>
                <c:pt idx="5884">
                  <c:v>5884</c:v>
                </c:pt>
                <c:pt idx="5885">
                  <c:v>5885</c:v>
                </c:pt>
                <c:pt idx="5886">
                  <c:v>5886</c:v>
                </c:pt>
                <c:pt idx="5887">
                  <c:v>5887</c:v>
                </c:pt>
                <c:pt idx="5888">
                  <c:v>5888</c:v>
                </c:pt>
                <c:pt idx="5889">
                  <c:v>5889</c:v>
                </c:pt>
                <c:pt idx="5890">
                  <c:v>5890</c:v>
                </c:pt>
                <c:pt idx="5891">
                  <c:v>5891</c:v>
                </c:pt>
                <c:pt idx="5892">
                  <c:v>5892</c:v>
                </c:pt>
                <c:pt idx="5893">
                  <c:v>5893</c:v>
                </c:pt>
                <c:pt idx="5894">
                  <c:v>5894</c:v>
                </c:pt>
                <c:pt idx="5895">
                  <c:v>5895</c:v>
                </c:pt>
                <c:pt idx="5896">
                  <c:v>5896</c:v>
                </c:pt>
                <c:pt idx="5897">
                  <c:v>5897</c:v>
                </c:pt>
                <c:pt idx="5898">
                  <c:v>5898</c:v>
                </c:pt>
                <c:pt idx="5899">
                  <c:v>5899</c:v>
                </c:pt>
                <c:pt idx="5900">
                  <c:v>5900</c:v>
                </c:pt>
                <c:pt idx="5901">
                  <c:v>5901</c:v>
                </c:pt>
                <c:pt idx="5902">
                  <c:v>5902</c:v>
                </c:pt>
                <c:pt idx="5903">
                  <c:v>5903</c:v>
                </c:pt>
                <c:pt idx="5904">
                  <c:v>5904</c:v>
                </c:pt>
                <c:pt idx="5905">
                  <c:v>5905</c:v>
                </c:pt>
                <c:pt idx="5906">
                  <c:v>5906</c:v>
                </c:pt>
                <c:pt idx="5907">
                  <c:v>5907</c:v>
                </c:pt>
                <c:pt idx="5908">
                  <c:v>5908</c:v>
                </c:pt>
                <c:pt idx="5909">
                  <c:v>5909</c:v>
                </c:pt>
                <c:pt idx="5910">
                  <c:v>5910</c:v>
                </c:pt>
                <c:pt idx="5911">
                  <c:v>5911</c:v>
                </c:pt>
                <c:pt idx="5912">
                  <c:v>5912</c:v>
                </c:pt>
                <c:pt idx="5913">
                  <c:v>5913</c:v>
                </c:pt>
                <c:pt idx="5914">
                  <c:v>5914</c:v>
                </c:pt>
                <c:pt idx="5915">
                  <c:v>5915</c:v>
                </c:pt>
                <c:pt idx="5916">
                  <c:v>5916</c:v>
                </c:pt>
                <c:pt idx="5917">
                  <c:v>5917</c:v>
                </c:pt>
                <c:pt idx="5918">
                  <c:v>5918</c:v>
                </c:pt>
                <c:pt idx="5919">
                  <c:v>5919</c:v>
                </c:pt>
                <c:pt idx="5920">
                  <c:v>5920</c:v>
                </c:pt>
                <c:pt idx="5921">
                  <c:v>5921</c:v>
                </c:pt>
                <c:pt idx="5922">
                  <c:v>5922</c:v>
                </c:pt>
                <c:pt idx="5923">
                  <c:v>5923</c:v>
                </c:pt>
                <c:pt idx="5924">
                  <c:v>5924</c:v>
                </c:pt>
                <c:pt idx="5925">
                  <c:v>5925</c:v>
                </c:pt>
                <c:pt idx="5926">
                  <c:v>5926</c:v>
                </c:pt>
                <c:pt idx="5927">
                  <c:v>5927</c:v>
                </c:pt>
                <c:pt idx="5928">
                  <c:v>5928</c:v>
                </c:pt>
                <c:pt idx="5929">
                  <c:v>5929</c:v>
                </c:pt>
                <c:pt idx="5930">
                  <c:v>5930</c:v>
                </c:pt>
                <c:pt idx="5931">
                  <c:v>5931</c:v>
                </c:pt>
                <c:pt idx="5932">
                  <c:v>5932</c:v>
                </c:pt>
                <c:pt idx="5933">
                  <c:v>5933</c:v>
                </c:pt>
                <c:pt idx="5934">
                  <c:v>5934</c:v>
                </c:pt>
                <c:pt idx="5935">
                  <c:v>5935</c:v>
                </c:pt>
                <c:pt idx="5936">
                  <c:v>5936</c:v>
                </c:pt>
                <c:pt idx="5937">
                  <c:v>5937</c:v>
                </c:pt>
                <c:pt idx="5938">
                  <c:v>5938</c:v>
                </c:pt>
                <c:pt idx="5939">
                  <c:v>5939</c:v>
                </c:pt>
                <c:pt idx="5940">
                  <c:v>5940</c:v>
                </c:pt>
                <c:pt idx="5941">
                  <c:v>5941</c:v>
                </c:pt>
                <c:pt idx="5942">
                  <c:v>5942</c:v>
                </c:pt>
                <c:pt idx="5943">
                  <c:v>5943</c:v>
                </c:pt>
                <c:pt idx="5944">
                  <c:v>5944</c:v>
                </c:pt>
                <c:pt idx="5945">
                  <c:v>5945</c:v>
                </c:pt>
                <c:pt idx="5946">
                  <c:v>5946</c:v>
                </c:pt>
                <c:pt idx="5947">
                  <c:v>5947</c:v>
                </c:pt>
                <c:pt idx="5948">
                  <c:v>5948</c:v>
                </c:pt>
                <c:pt idx="5949">
                  <c:v>5949</c:v>
                </c:pt>
                <c:pt idx="5950">
                  <c:v>5950</c:v>
                </c:pt>
                <c:pt idx="5951">
                  <c:v>5951</c:v>
                </c:pt>
                <c:pt idx="5952">
                  <c:v>5952</c:v>
                </c:pt>
                <c:pt idx="5953">
                  <c:v>5953</c:v>
                </c:pt>
                <c:pt idx="5954">
                  <c:v>5954</c:v>
                </c:pt>
                <c:pt idx="5955">
                  <c:v>5955</c:v>
                </c:pt>
                <c:pt idx="5956">
                  <c:v>5956</c:v>
                </c:pt>
                <c:pt idx="5957">
                  <c:v>5957</c:v>
                </c:pt>
                <c:pt idx="5958">
                  <c:v>5958</c:v>
                </c:pt>
                <c:pt idx="5959">
                  <c:v>5959</c:v>
                </c:pt>
                <c:pt idx="5960">
                  <c:v>5960</c:v>
                </c:pt>
                <c:pt idx="5961">
                  <c:v>5961</c:v>
                </c:pt>
                <c:pt idx="5962">
                  <c:v>5962</c:v>
                </c:pt>
                <c:pt idx="5963">
                  <c:v>5963</c:v>
                </c:pt>
                <c:pt idx="5964">
                  <c:v>5964</c:v>
                </c:pt>
                <c:pt idx="5965">
                  <c:v>5965</c:v>
                </c:pt>
                <c:pt idx="5966">
                  <c:v>5966</c:v>
                </c:pt>
                <c:pt idx="5967">
                  <c:v>5967</c:v>
                </c:pt>
                <c:pt idx="5968">
                  <c:v>5968</c:v>
                </c:pt>
                <c:pt idx="5969">
                  <c:v>5969</c:v>
                </c:pt>
                <c:pt idx="5970">
                  <c:v>5970</c:v>
                </c:pt>
                <c:pt idx="5971">
                  <c:v>5971</c:v>
                </c:pt>
                <c:pt idx="5972">
                  <c:v>5972</c:v>
                </c:pt>
                <c:pt idx="5973">
                  <c:v>5973</c:v>
                </c:pt>
                <c:pt idx="5974">
                  <c:v>5974</c:v>
                </c:pt>
                <c:pt idx="5975">
                  <c:v>5975</c:v>
                </c:pt>
                <c:pt idx="5976">
                  <c:v>5976</c:v>
                </c:pt>
                <c:pt idx="5977">
                  <c:v>5977</c:v>
                </c:pt>
                <c:pt idx="5978">
                  <c:v>5978</c:v>
                </c:pt>
                <c:pt idx="5979">
                  <c:v>5979</c:v>
                </c:pt>
                <c:pt idx="5980">
                  <c:v>5980</c:v>
                </c:pt>
                <c:pt idx="5981">
                  <c:v>5981</c:v>
                </c:pt>
                <c:pt idx="5982">
                  <c:v>5982</c:v>
                </c:pt>
                <c:pt idx="5983">
                  <c:v>5983</c:v>
                </c:pt>
                <c:pt idx="5984">
                  <c:v>5984</c:v>
                </c:pt>
                <c:pt idx="5985">
                  <c:v>5985</c:v>
                </c:pt>
                <c:pt idx="5986">
                  <c:v>5986</c:v>
                </c:pt>
                <c:pt idx="5987">
                  <c:v>5987</c:v>
                </c:pt>
                <c:pt idx="5988">
                  <c:v>5988</c:v>
                </c:pt>
                <c:pt idx="5989">
                  <c:v>5989</c:v>
                </c:pt>
                <c:pt idx="5990">
                  <c:v>5990</c:v>
                </c:pt>
                <c:pt idx="5991">
                  <c:v>5991</c:v>
                </c:pt>
                <c:pt idx="5992">
                  <c:v>5992</c:v>
                </c:pt>
                <c:pt idx="5993">
                  <c:v>5993</c:v>
                </c:pt>
                <c:pt idx="5994">
                  <c:v>5994</c:v>
                </c:pt>
                <c:pt idx="5995">
                  <c:v>5995</c:v>
                </c:pt>
                <c:pt idx="5996">
                  <c:v>5996</c:v>
                </c:pt>
                <c:pt idx="5997">
                  <c:v>5997</c:v>
                </c:pt>
                <c:pt idx="5998">
                  <c:v>5998</c:v>
                </c:pt>
                <c:pt idx="5999">
                  <c:v>5999</c:v>
                </c:pt>
                <c:pt idx="6000">
                  <c:v>6000</c:v>
                </c:pt>
                <c:pt idx="6001">
                  <c:v>6001</c:v>
                </c:pt>
                <c:pt idx="6002">
                  <c:v>6002</c:v>
                </c:pt>
                <c:pt idx="6003">
                  <c:v>6003</c:v>
                </c:pt>
                <c:pt idx="6004">
                  <c:v>6004</c:v>
                </c:pt>
                <c:pt idx="6005">
                  <c:v>6005</c:v>
                </c:pt>
                <c:pt idx="6006">
                  <c:v>6006</c:v>
                </c:pt>
                <c:pt idx="6007">
                  <c:v>6007</c:v>
                </c:pt>
                <c:pt idx="6008">
                  <c:v>6008</c:v>
                </c:pt>
                <c:pt idx="6009">
                  <c:v>6009</c:v>
                </c:pt>
                <c:pt idx="6010">
                  <c:v>6010</c:v>
                </c:pt>
                <c:pt idx="6011">
                  <c:v>6011</c:v>
                </c:pt>
                <c:pt idx="6012">
                  <c:v>6012</c:v>
                </c:pt>
                <c:pt idx="6013">
                  <c:v>6013</c:v>
                </c:pt>
                <c:pt idx="6014">
                  <c:v>6014</c:v>
                </c:pt>
                <c:pt idx="6015">
                  <c:v>6015</c:v>
                </c:pt>
                <c:pt idx="6016">
                  <c:v>6016</c:v>
                </c:pt>
                <c:pt idx="6017">
                  <c:v>6017</c:v>
                </c:pt>
                <c:pt idx="6018">
                  <c:v>6018</c:v>
                </c:pt>
                <c:pt idx="6019">
                  <c:v>6019</c:v>
                </c:pt>
                <c:pt idx="6020">
                  <c:v>6020</c:v>
                </c:pt>
                <c:pt idx="6021">
                  <c:v>6021</c:v>
                </c:pt>
                <c:pt idx="6022">
                  <c:v>6022</c:v>
                </c:pt>
                <c:pt idx="6023">
                  <c:v>6023</c:v>
                </c:pt>
                <c:pt idx="6024">
                  <c:v>6024</c:v>
                </c:pt>
                <c:pt idx="6025">
                  <c:v>6025</c:v>
                </c:pt>
                <c:pt idx="6026">
                  <c:v>6026</c:v>
                </c:pt>
                <c:pt idx="6027">
                  <c:v>6027</c:v>
                </c:pt>
                <c:pt idx="6028">
                  <c:v>6028</c:v>
                </c:pt>
                <c:pt idx="6029">
                  <c:v>6029</c:v>
                </c:pt>
                <c:pt idx="6030">
                  <c:v>6030</c:v>
                </c:pt>
                <c:pt idx="6031">
                  <c:v>6031</c:v>
                </c:pt>
                <c:pt idx="6032">
                  <c:v>6032</c:v>
                </c:pt>
                <c:pt idx="6033">
                  <c:v>6033</c:v>
                </c:pt>
                <c:pt idx="6034">
                  <c:v>6034</c:v>
                </c:pt>
                <c:pt idx="6035">
                  <c:v>6035</c:v>
                </c:pt>
                <c:pt idx="6036">
                  <c:v>6036</c:v>
                </c:pt>
                <c:pt idx="6037">
                  <c:v>6037</c:v>
                </c:pt>
                <c:pt idx="6038">
                  <c:v>6038</c:v>
                </c:pt>
                <c:pt idx="6039">
                  <c:v>6039</c:v>
                </c:pt>
                <c:pt idx="6040">
                  <c:v>6040</c:v>
                </c:pt>
                <c:pt idx="6041">
                  <c:v>6041</c:v>
                </c:pt>
                <c:pt idx="6042">
                  <c:v>6042</c:v>
                </c:pt>
                <c:pt idx="6043">
                  <c:v>6043</c:v>
                </c:pt>
                <c:pt idx="6044">
                  <c:v>6044</c:v>
                </c:pt>
                <c:pt idx="6045">
                  <c:v>6045</c:v>
                </c:pt>
                <c:pt idx="6046">
                  <c:v>6046</c:v>
                </c:pt>
                <c:pt idx="6047">
                  <c:v>6047</c:v>
                </c:pt>
                <c:pt idx="6048">
                  <c:v>6048</c:v>
                </c:pt>
                <c:pt idx="6049">
                  <c:v>6049</c:v>
                </c:pt>
                <c:pt idx="6050">
                  <c:v>6050</c:v>
                </c:pt>
                <c:pt idx="6051">
                  <c:v>6051</c:v>
                </c:pt>
                <c:pt idx="6052">
                  <c:v>6052</c:v>
                </c:pt>
                <c:pt idx="6053">
                  <c:v>6053</c:v>
                </c:pt>
                <c:pt idx="6054">
                  <c:v>6054</c:v>
                </c:pt>
                <c:pt idx="6055">
                  <c:v>6055</c:v>
                </c:pt>
                <c:pt idx="6056">
                  <c:v>6056</c:v>
                </c:pt>
                <c:pt idx="6057">
                  <c:v>6057</c:v>
                </c:pt>
                <c:pt idx="6058">
                  <c:v>6058</c:v>
                </c:pt>
                <c:pt idx="6059">
                  <c:v>6059</c:v>
                </c:pt>
                <c:pt idx="6060">
                  <c:v>6060</c:v>
                </c:pt>
                <c:pt idx="6061">
                  <c:v>6061</c:v>
                </c:pt>
                <c:pt idx="6062">
                  <c:v>6062</c:v>
                </c:pt>
                <c:pt idx="6063">
                  <c:v>6063</c:v>
                </c:pt>
                <c:pt idx="6064">
                  <c:v>6064</c:v>
                </c:pt>
                <c:pt idx="6065">
                  <c:v>6065</c:v>
                </c:pt>
                <c:pt idx="6066">
                  <c:v>6066</c:v>
                </c:pt>
                <c:pt idx="6067">
                  <c:v>6067</c:v>
                </c:pt>
                <c:pt idx="6068">
                  <c:v>6068</c:v>
                </c:pt>
                <c:pt idx="6069">
                  <c:v>6069</c:v>
                </c:pt>
                <c:pt idx="6070">
                  <c:v>6070</c:v>
                </c:pt>
                <c:pt idx="6071">
                  <c:v>6071</c:v>
                </c:pt>
                <c:pt idx="6072">
                  <c:v>6072</c:v>
                </c:pt>
                <c:pt idx="6073">
                  <c:v>6073</c:v>
                </c:pt>
                <c:pt idx="6074">
                  <c:v>6074</c:v>
                </c:pt>
                <c:pt idx="6075">
                  <c:v>6075</c:v>
                </c:pt>
                <c:pt idx="6076">
                  <c:v>6076</c:v>
                </c:pt>
                <c:pt idx="6077">
                  <c:v>6077</c:v>
                </c:pt>
                <c:pt idx="6078">
                  <c:v>6078</c:v>
                </c:pt>
                <c:pt idx="6079">
                  <c:v>6079</c:v>
                </c:pt>
                <c:pt idx="6080">
                  <c:v>6080</c:v>
                </c:pt>
                <c:pt idx="6081">
                  <c:v>6081</c:v>
                </c:pt>
                <c:pt idx="6082">
                  <c:v>6082</c:v>
                </c:pt>
                <c:pt idx="6083">
                  <c:v>6083</c:v>
                </c:pt>
                <c:pt idx="6084">
                  <c:v>6084</c:v>
                </c:pt>
                <c:pt idx="6085">
                  <c:v>6085</c:v>
                </c:pt>
                <c:pt idx="6086">
                  <c:v>6086</c:v>
                </c:pt>
                <c:pt idx="6087">
                  <c:v>6087</c:v>
                </c:pt>
                <c:pt idx="6088">
                  <c:v>6088</c:v>
                </c:pt>
                <c:pt idx="6089">
                  <c:v>6089</c:v>
                </c:pt>
                <c:pt idx="6090">
                  <c:v>6090</c:v>
                </c:pt>
                <c:pt idx="6091">
                  <c:v>6091</c:v>
                </c:pt>
                <c:pt idx="6092">
                  <c:v>6092</c:v>
                </c:pt>
                <c:pt idx="6093">
                  <c:v>6093</c:v>
                </c:pt>
                <c:pt idx="6094">
                  <c:v>6094</c:v>
                </c:pt>
                <c:pt idx="6095">
                  <c:v>6095</c:v>
                </c:pt>
                <c:pt idx="6096">
                  <c:v>6096</c:v>
                </c:pt>
                <c:pt idx="6097">
                  <c:v>6097</c:v>
                </c:pt>
                <c:pt idx="6098">
                  <c:v>6098</c:v>
                </c:pt>
                <c:pt idx="6099">
                  <c:v>6099</c:v>
                </c:pt>
                <c:pt idx="6100">
                  <c:v>6100</c:v>
                </c:pt>
                <c:pt idx="6101">
                  <c:v>6101</c:v>
                </c:pt>
                <c:pt idx="6102">
                  <c:v>6102</c:v>
                </c:pt>
                <c:pt idx="6103">
                  <c:v>6103</c:v>
                </c:pt>
                <c:pt idx="6104">
                  <c:v>6104</c:v>
                </c:pt>
                <c:pt idx="6105">
                  <c:v>6105</c:v>
                </c:pt>
                <c:pt idx="6106">
                  <c:v>6106</c:v>
                </c:pt>
                <c:pt idx="6107">
                  <c:v>6107</c:v>
                </c:pt>
                <c:pt idx="6108">
                  <c:v>6108</c:v>
                </c:pt>
                <c:pt idx="6109">
                  <c:v>6109</c:v>
                </c:pt>
                <c:pt idx="6110">
                  <c:v>6110</c:v>
                </c:pt>
                <c:pt idx="6111">
                  <c:v>6111</c:v>
                </c:pt>
                <c:pt idx="6112">
                  <c:v>6112</c:v>
                </c:pt>
                <c:pt idx="6113">
                  <c:v>6113</c:v>
                </c:pt>
                <c:pt idx="6114">
                  <c:v>6114</c:v>
                </c:pt>
                <c:pt idx="6115">
                  <c:v>6115</c:v>
                </c:pt>
                <c:pt idx="6116">
                  <c:v>6116</c:v>
                </c:pt>
                <c:pt idx="6117">
                  <c:v>6117</c:v>
                </c:pt>
                <c:pt idx="6118">
                  <c:v>6118</c:v>
                </c:pt>
                <c:pt idx="6119">
                  <c:v>6119</c:v>
                </c:pt>
                <c:pt idx="6120">
                  <c:v>6120</c:v>
                </c:pt>
                <c:pt idx="6121">
                  <c:v>6121</c:v>
                </c:pt>
                <c:pt idx="6122">
                  <c:v>6122</c:v>
                </c:pt>
                <c:pt idx="6123">
                  <c:v>6123</c:v>
                </c:pt>
                <c:pt idx="6124">
                  <c:v>6124</c:v>
                </c:pt>
                <c:pt idx="6125">
                  <c:v>6125</c:v>
                </c:pt>
                <c:pt idx="6126">
                  <c:v>6126</c:v>
                </c:pt>
                <c:pt idx="6127">
                  <c:v>6127</c:v>
                </c:pt>
                <c:pt idx="6128">
                  <c:v>6128</c:v>
                </c:pt>
                <c:pt idx="6129">
                  <c:v>6129</c:v>
                </c:pt>
                <c:pt idx="6130">
                  <c:v>6130</c:v>
                </c:pt>
                <c:pt idx="6131">
                  <c:v>6131</c:v>
                </c:pt>
                <c:pt idx="6132">
                  <c:v>6132</c:v>
                </c:pt>
                <c:pt idx="6133">
                  <c:v>6133</c:v>
                </c:pt>
                <c:pt idx="6134">
                  <c:v>6134</c:v>
                </c:pt>
                <c:pt idx="6135">
                  <c:v>6135</c:v>
                </c:pt>
                <c:pt idx="6136">
                  <c:v>6136</c:v>
                </c:pt>
                <c:pt idx="6137">
                  <c:v>6137</c:v>
                </c:pt>
                <c:pt idx="6138">
                  <c:v>6138</c:v>
                </c:pt>
                <c:pt idx="6139">
                  <c:v>6139</c:v>
                </c:pt>
                <c:pt idx="6140">
                  <c:v>6140</c:v>
                </c:pt>
                <c:pt idx="6141">
                  <c:v>6141</c:v>
                </c:pt>
                <c:pt idx="6142">
                  <c:v>6142</c:v>
                </c:pt>
                <c:pt idx="6143">
                  <c:v>6143</c:v>
                </c:pt>
                <c:pt idx="6144">
                  <c:v>6144</c:v>
                </c:pt>
                <c:pt idx="6145">
                  <c:v>6145</c:v>
                </c:pt>
                <c:pt idx="6146">
                  <c:v>6146</c:v>
                </c:pt>
                <c:pt idx="6147">
                  <c:v>6147</c:v>
                </c:pt>
                <c:pt idx="6148">
                  <c:v>6148</c:v>
                </c:pt>
                <c:pt idx="6149">
                  <c:v>6149</c:v>
                </c:pt>
                <c:pt idx="6150">
                  <c:v>6150</c:v>
                </c:pt>
                <c:pt idx="6151">
                  <c:v>6151</c:v>
                </c:pt>
                <c:pt idx="6152">
                  <c:v>6152</c:v>
                </c:pt>
                <c:pt idx="6153">
                  <c:v>6153</c:v>
                </c:pt>
                <c:pt idx="6154">
                  <c:v>6154</c:v>
                </c:pt>
                <c:pt idx="6155">
                  <c:v>6155</c:v>
                </c:pt>
                <c:pt idx="6156">
                  <c:v>6156</c:v>
                </c:pt>
                <c:pt idx="6157">
                  <c:v>6157</c:v>
                </c:pt>
                <c:pt idx="6158">
                  <c:v>6158</c:v>
                </c:pt>
                <c:pt idx="6159">
                  <c:v>6159</c:v>
                </c:pt>
                <c:pt idx="6160">
                  <c:v>6160</c:v>
                </c:pt>
                <c:pt idx="6161">
                  <c:v>6161</c:v>
                </c:pt>
                <c:pt idx="6162">
                  <c:v>6162</c:v>
                </c:pt>
                <c:pt idx="6163">
                  <c:v>6163</c:v>
                </c:pt>
                <c:pt idx="6164">
                  <c:v>6164</c:v>
                </c:pt>
                <c:pt idx="6165">
                  <c:v>6165</c:v>
                </c:pt>
                <c:pt idx="6166">
                  <c:v>6166</c:v>
                </c:pt>
                <c:pt idx="6167">
                  <c:v>6167</c:v>
                </c:pt>
                <c:pt idx="6168">
                  <c:v>6168</c:v>
                </c:pt>
                <c:pt idx="6169">
                  <c:v>6169</c:v>
                </c:pt>
                <c:pt idx="6170">
                  <c:v>6170</c:v>
                </c:pt>
                <c:pt idx="6171">
                  <c:v>6171</c:v>
                </c:pt>
                <c:pt idx="6172">
                  <c:v>6172</c:v>
                </c:pt>
                <c:pt idx="6173">
                  <c:v>6173</c:v>
                </c:pt>
                <c:pt idx="6174">
                  <c:v>6174</c:v>
                </c:pt>
                <c:pt idx="6175">
                  <c:v>6175</c:v>
                </c:pt>
                <c:pt idx="6176">
                  <c:v>6176</c:v>
                </c:pt>
                <c:pt idx="6177">
                  <c:v>6177</c:v>
                </c:pt>
                <c:pt idx="6178">
                  <c:v>6178</c:v>
                </c:pt>
                <c:pt idx="6179">
                  <c:v>6179</c:v>
                </c:pt>
                <c:pt idx="6180">
                  <c:v>6180</c:v>
                </c:pt>
                <c:pt idx="6181">
                  <c:v>6181</c:v>
                </c:pt>
                <c:pt idx="6182">
                  <c:v>6182</c:v>
                </c:pt>
                <c:pt idx="6183">
                  <c:v>6183</c:v>
                </c:pt>
                <c:pt idx="6184">
                  <c:v>6184</c:v>
                </c:pt>
                <c:pt idx="6185">
                  <c:v>6185</c:v>
                </c:pt>
                <c:pt idx="6186">
                  <c:v>6186</c:v>
                </c:pt>
                <c:pt idx="6187">
                  <c:v>6187</c:v>
                </c:pt>
                <c:pt idx="6188">
                  <c:v>6188</c:v>
                </c:pt>
                <c:pt idx="6189">
                  <c:v>6189</c:v>
                </c:pt>
                <c:pt idx="6190">
                  <c:v>6190</c:v>
                </c:pt>
                <c:pt idx="6191">
                  <c:v>6191</c:v>
                </c:pt>
                <c:pt idx="6192">
                  <c:v>6192</c:v>
                </c:pt>
                <c:pt idx="6193">
                  <c:v>6193</c:v>
                </c:pt>
                <c:pt idx="6194">
                  <c:v>6194</c:v>
                </c:pt>
                <c:pt idx="6195">
                  <c:v>6195</c:v>
                </c:pt>
                <c:pt idx="6196">
                  <c:v>6196</c:v>
                </c:pt>
                <c:pt idx="6197">
                  <c:v>6197</c:v>
                </c:pt>
                <c:pt idx="6198">
                  <c:v>6198</c:v>
                </c:pt>
                <c:pt idx="6199">
                  <c:v>6199</c:v>
                </c:pt>
                <c:pt idx="6200">
                  <c:v>6200</c:v>
                </c:pt>
                <c:pt idx="6201">
                  <c:v>6201</c:v>
                </c:pt>
                <c:pt idx="6202">
                  <c:v>6202</c:v>
                </c:pt>
                <c:pt idx="6203">
                  <c:v>6203</c:v>
                </c:pt>
                <c:pt idx="6204">
                  <c:v>6204</c:v>
                </c:pt>
                <c:pt idx="6205">
                  <c:v>6205</c:v>
                </c:pt>
                <c:pt idx="6206">
                  <c:v>6206</c:v>
                </c:pt>
                <c:pt idx="6207">
                  <c:v>6207</c:v>
                </c:pt>
                <c:pt idx="6208">
                  <c:v>6208</c:v>
                </c:pt>
                <c:pt idx="6209">
                  <c:v>6209</c:v>
                </c:pt>
                <c:pt idx="6210">
                  <c:v>6210</c:v>
                </c:pt>
                <c:pt idx="6211">
                  <c:v>6211</c:v>
                </c:pt>
                <c:pt idx="6212">
                  <c:v>6212</c:v>
                </c:pt>
                <c:pt idx="6213">
                  <c:v>6213</c:v>
                </c:pt>
                <c:pt idx="6214">
                  <c:v>6214</c:v>
                </c:pt>
                <c:pt idx="6215">
                  <c:v>6215</c:v>
                </c:pt>
                <c:pt idx="6216">
                  <c:v>6216</c:v>
                </c:pt>
                <c:pt idx="6217">
                  <c:v>6217</c:v>
                </c:pt>
                <c:pt idx="6218">
                  <c:v>6218</c:v>
                </c:pt>
                <c:pt idx="6219">
                  <c:v>6219</c:v>
                </c:pt>
                <c:pt idx="6220">
                  <c:v>6220</c:v>
                </c:pt>
                <c:pt idx="6221">
                  <c:v>6221</c:v>
                </c:pt>
                <c:pt idx="6222">
                  <c:v>6222</c:v>
                </c:pt>
                <c:pt idx="6223">
                  <c:v>6223</c:v>
                </c:pt>
                <c:pt idx="6224">
                  <c:v>6224</c:v>
                </c:pt>
                <c:pt idx="6225">
                  <c:v>6225</c:v>
                </c:pt>
                <c:pt idx="6226">
                  <c:v>6226</c:v>
                </c:pt>
                <c:pt idx="6227">
                  <c:v>6227</c:v>
                </c:pt>
                <c:pt idx="6228">
                  <c:v>6228</c:v>
                </c:pt>
                <c:pt idx="6229">
                  <c:v>6229</c:v>
                </c:pt>
                <c:pt idx="6230">
                  <c:v>6230</c:v>
                </c:pt>
                <c:pt idx="6231">
                  <c:v>6231</c:v>
                </c:pt>
                <c:pt idx="6232">
                  <c:v>6232</c:v>
                </c:pt>
                <c:pt idx="6233">
                  <c:v>6233</c:v>
                </c:pt>
                <c:pt idx="6234">
                  <c:v>6234</c:v>
                </c:pt>
                <c:pt idx="6235">
                  <c:v>6235</c:v>
                </c:pt>
                <c:pt idx="6236">
                  <c:v>6236</c:v>
                </c:pt>
                <c:pt idx="6237">
                  <c:v>6237</c:v>
                </c:pt>
                <c:pt idx="6238">
                  <c:v>6238</c:v>
                </c:pt>
                <c:pt idx="6239">
                  <c:v>6239</c:v>
                </c:pt>
                <c:pt idx="6240">
                  <c:v>6240</c:v>
                </c:pt>
                <c:pt idx="6241">
                  <c:v>6241</c:v>
                </c:pt>
                <c:pt idx="6242">
                  <c:v>6242</c:v>
                </c:pt>
                <c:pt idx="6243">
                  <c:v>6243</c:v>
                </c:pt>
                <c:pt idx="6244">
                  <c:v>6244</c:v>
                </c:pt>
                <c:pt idx="6245">
                  <c:v>6245</c:v>
                </c:pt>
                <c:pt idx="6246">
                  <c:v>6246</c:v>
                </c:pt>
                <c:pt idx="6247">
                  <c:v>6247</c:v>
                </c:pt>
                <c:pt idx="6248">
                  <c:v>6248</c:v>
                </c:pt>
                <c:pt idx="6249">
                  <c:v>6249</c:v>
                </c:pt>
                <c:pt idx="6250">
                  <c:v>6250</c:v>
                </c:pt>
                <c:pt idx="6251">
                  <c:v>6251</c:v>
                </c:pt>
                <c:pt idx="6252">
                  <c:v>6252</c:v>
                </c:pt>
                <c:pt idx="6253">
                  <c:v>6253</c:v>
                </c:pt>
                <c:pt idx="6254">
                  <c:v>6254</c:v>
                </c:pt>
                <c:pt idx="6255">
                  <c:v>6255</c:v>
                </c:pt>
                <c:pt idx="6256">
                  <c:v>6256</c:v>
                </c:pt>
                <c:pt idx="6257">
                  <c:v>6257</c:v>
                </c:pt>
                <c:pt idx="6258">
                  <c:v>6258</c:v>
                </c:pt>
                <c:pt idx="6259">
                  <c:v>6259</c:v>
                </c:pt>
                <c:pt idx="6260">
                  <c:v>6260</c:v>
                </c:pt>
                <c:pt idx="6261">
                  <c:v>6261</c:v>
                </c:pt>
                <c:pt idx="6262">
                  <c:v>6262</c:v>
                </c:pt>
                <c:pt idx="6263">
                  <c:v>6263</c:v>
                </c:pt>
                <c:pt idx="6264">
                  <c:v>6264</c:v>
                </c:pt>
                <c:pt idx="6265">
                  <c:v>6265</c:v>
                </c:pt>
                <c:pt idx="6266">
                  <c:v>6266</c:v>
                </c:pt>
                <c:pt idx="6267">
                  <c:v>6267</c:v>
                </c:pt>
                <c:pt idx="6268">
                  <c:v>6268</c:v>
                </c:pt>
                <c:pt idx="6269">
                  <c:v>6269</c:v>
                </c:pt>
                <c:pt idx="6270">
                  <c:v>6270</c:v>
                </c:pt>
                <c:pt idx="6271">
                  <c:v>6271</c:v>
                </c:pt>
                <c:pt idx="6272">
                  <c:v>6272</c:v>
                </c:pt>
                <c:pt idx="6273">
                  <c:v>6273</c:v>
                </c:pt>
                <c:pt idx="6274">
                  <c:v>6274</c:v>
                </c:pt>
                <c:pt idx="6275">
                  <c:v>6275</c:v>
                </c:pt>
                <c:pt idx="6276">
                  <c:v>6276</c:v>
                </c:pt>
                <c:pt idx="6277">
                  <c:v>6277</c:v>
                </c:pt>
                <c:pt idx="6278">
                  <c:v>6278</c:v>
                </c:pt>
                <c:pt idx="6279">
                  <c:v>6279</c:v>
                </c:pt>
                <c:pt idx="6280">
                  <c:v>6280</c:v>
                </c:pt>
                <c:pt idx="6281">
                  <c:v>6281</c:v>
                </c:pt>
                <c:pt idx="6282">
                  <c:v>6282</c:v>
                </c:pt>
                <c:pt idx="6283">
                  <c:v>6283</c:v>
                </c:pt>
                <c:pt idx="6284">
                  <c:v>6284</c:v>
                </c:pt>
                <c:pt idx="6285">
                  <c:v>6285</c:v>
                </c:pt>
                <c:pt idx="6286">
                  <c:v>6286</c:v>
                </c:pt>
                <c:pt idx="6287">
                  <c:v>6287</c:v>
                </c:pt>
                <c:pt idx="6288">
                  <c:v>6288</c:v>
                </c:pt>
                <c:pt idx="6289">
                  <c:v>6289</c:v>
                </c:pt>
                <c:pt idx="6290">
                  <c:v>6290</c:v>
                </c:pt>
                <c:pt idx="6291">
                  <c:v>6291</c:v>
                </c:pt>
                <c:pt idx="6292">
                  <c:v>6292</c:v>
                </c:pt>
                <c:pt idx="6293">
                  <c:v>6293</c:v>
                </c:pt>
                <c:pt idx="6294">
                  <c:v>6294</c:v>
                </c:pt>
                <c:pt idx="6295">
                  <c:v>6295</c:v>
                </c:pt>
                <c:pt idx="6296">
                  <c:v>6296</c:v>
                </c:pt>
                <c:pt idx="6297">
                  <c:v>6297</c:v>
                </c:pt>
                <c:pt idx="6298">
                  <c:v>6298</c:v>
                </c:pt>
                <c:pt idx="6299">
                  <c:v>6299</c:v>
                </c:pt>
                <c:pt idx="6300">
                  <c:v>6300</c:v>
                </c:pt>
                <c:pt idx="6301">
                  <c:v>6301</c:v>
                </c:pt>
                <c:pt idx="6302">
                  <c:v>6302</c:v>
                </c:pt>
                <c:pt idx="6303">
                  <c:v>6303</c:v>
                </c:pt>
                <c:pt idx="6304">
                  <c:v>6304</c:v>
                </c:pt>
                <c:pt idx="6305">
                  <c:v>6305</c:v>
                </c:pt>
                <c:pt idx="6306">
                  <c:v>6306</c:v>
                </c:pt>
                <c:pt idx="6307">
                  <c:v>6307</c:v>
                </c:pt>
                <c:pt idx="6308">
                  <c:v>6308</c:v>
                </c:pt>
                <c:pt idx="6309">
                  <c:v>6309</c:v>
                </c:pt>
                <c:pt idx="6310">
                  <c:v>6310</c:v>
                </c:pt>
                <c:pt idx="6311">
                  <c:v>6311</c:v>
                </c:pt>
                <c:pt idx="6312">
                  <c:v>6312</c:v>
                </c:pt>
                <c:pt idx="6313">
                  <c:v>6313</c:v>
                </c:pt>
                <c:pt idx="6314">
                  <c:v>6314</c:v>
                </c:pt>
                <c:pt idx="6315">
                  <c:v>6315</c:v>
                </c:pt>
                <c:pt idx="6316">
                  <c:v>6316</c:v>
                </c:pt>
                <c:pt idx="6317">
                  <c:v>6317</c:v>
                </c:pt>
                <c:pt idx="6318">
                  <c:v>6318</c:v>
                </c:pt>
                <c:pt idx="6319">
                  <c:v>6319</c:v>
                </c:pt>
                <c:pt idx="6320">
                  <c:v>6320</c:v>
                </c:pt>
                <c:pt idx="6321">
                  <c:v>6321</c:v>
                </c:pt>
                <c:pt idx="6322">
                  <c:v>6322</c:v>
                </c:pt>
                <c:pt idx="6323">
                  <c:v>6323</c:v>
                </c:pt>
                <c:pt idx="6324">
                  <c:v>6324</c:v>
                </c:pt>
                <c:pt idx="6325">
                  <c:v>6325</c:v>
                </c:pt>
                <c:pt idx="6326">
                  <c:v>6326</c:v>
                </c:pt>
                <c:pt idx="6327">
                  <c:v>6327</c:v>
                </c:pt>
                <c:pt idx="6328">
                  <c:v>6328</c:v>
                </c:pt>
                <c:pt idx="6329">
                  <c:v>6329</c:v>
                </c:pt>
                <c:pt idx="6330">
                  <c:v>6330</c:v>
                </c:pt>
                <c:pt idx="6331">
                  <c:v>6331</c:v>
                </c:pt>
                <c:pt idx="6332">
                  <c:v>6332</c:v>
                </c:pt>
                <c:pt idx="6333">
                  <c:v>6333</c:v>
                </c:pt>
                <c:pt idx="6334">
                  <c:v>6334</c:v>
                </c:pt>
                <c:pt idx="6335">
                  <c:v>6335</c:v>
                </c:pt>
                <c:pt idx="6336">
                  <c:v>6336</c:v>
                </c:pt>
                <c:pt idx="6337">
                  <c:v>6337</c:v>
                </c:pt>
                <c:pt idx="6338">
                  <c:v>6338</c:v>
                </c:pt>
                <c:pt idx="6339">
                  <c:v>6339</c:v>
                </c:pt>
                <c:pt idx="6340">
                  <c:v>6340</c:v>
                </c:pt>
                <c:pt idx="6341">
                  <c:v>6341</c:v>
                </c:pt>
                <c:pt idx="6342">
                  <c:v>6342</c:v>
                </c:pt>
                <c:pt idx="6343">
                  <c:v>6343</c:v>
                </c:pt>
                <c:pt idx="6344">
                  <c:v>6344</c:v>
                </c:pt>
                <c:pt idx="6345">
                  <c:v>6345</c:v>
                </c:pt>
                <c:pt idx="6346">
                  <c:v>6346</c:v>
                </c:pt>
                <c:pt idx="6347">
                  <c:v>6347</c:v>
                </c:pt>
                <c:pt idx="6348">
                  <c:v>6348</c:v>
                </c:pt>
                <c:pt idx="6349">
                  <c:v>6349</c:v>
                </c:pt>
                <c:pt idx="6350">
                  <c:v>6350</c:v>
                </c:pt>
                <c:pt idx="6351">
                  <c:v>6351</c:v>
                </c:pt>
                <c:pt idx="6352">
                  <c:v>6352</c:v>
                </c:pt>
                <c:pt idx="6353">
                  <c:v>6353</c:v>
                </c:pt>
                <c:pt idx="6354">
                  <c:v>6354</c:v>
                </c:pt>
                <c:pt idx="6355">
                  <c:v>6355</c:v>
                </c:pt>
                <c:pt idx="6356">
                  <c:v>6356</c:v>
                </c:pt>
                <c:pt idx="6357">
                  <c:v>6357</c:v>
                </c:pt>
                <c:pt idx="6358">
                  <c:v>6358</c:v>
                </c:pt>
                <c:pt idx="6359">
                  <c:v>6359</c:v>
                </c:pt>
                <c:pt idx="6360">
                  <c:v>6360</c:v>
                </c:pt>
                <c:pt idx="6361">
                  <c:v>6361</c:v>
                </c:pt>
                <c:pt idx="6362">
                  <c:v>6362</c:v>
                </c:pt>
                <c:pt idx="6363">
                  <c:v>6363</c:v>
                </c:pt>
                <c:pt idx="6364">
                  <c:v>6364</c:v>
                </c:pt>
                <c:pt idx="6365">
                  <c:v>6365</c:v>
                </c:pt>
                <c:pt idx="6366">
                  <c:v>6366</c:v>
                </c:pt>
                <c:pt idx="6367">
                  <c:v>6367</c:v>
                </c:pt>
                <c:pt idx="6368">
                  <c:v>6368</c:v>
                </c:pt>
                <c:pt idx="6369">
                  <c:v>6369</c:v>
                </c:pt>
                <c:pt idx="6370">
                  <c:v>6370</c:v>
                </c:pt>
                <c:pt idx="6371">
                  <c:v>6371</c:v>
                </c:pt>
                <c:pt idx="6372">
                  <c:v>6372</c:v>
                </c:pt>
                <c:pt idx="6373">
                  <c:v>6373</c:v>
                </c:pt>
                <c:pt idx="6374">
                  <c:v>6374</c:v>
                </c:pt>
                <c:pt idx="6375">
                  <c:v>6375</c:v>
                </c:pt>
                <c:pt idx="6376">
                  <c:v>6376</c:v>
                </c:pt>
                <c:pt idx="6377">
                  <c:v>6377</c:v>
                </c:pt>
                <c:pt idx="6378">
                  <c:v>6378</c:v>
                </c:pt>
                <c:pt idx="6379">
                  <c:v>6379</c:v>
                </c:pt>
                <c:pt idx="6380">
                  <c:v>6380</c:v>
                </c:pt>
                <c:pt idx="6381">
                  <c:v>6381</c:v>
                </c:pt>
                <c:pt idx="6382">
                  <c:v>6382</c:v>
                </c:pt>
                <c:pt idx="6383">
                  <c:v>6383</c:v>
                </c:pt>
                <c:pt idx="6384">
                  <c:v>6384</c:v>
                </c:pt>
                <c:pt idx="6385">
                  <c:v>6385</c:v>
                </c:pt>
                <c:pt idx="6386">
                  <c:v>6386</c:v>
                </c:pt>
                <c:pt idx="6387">
                  <c:v>6387</c:v>
                </c:pt>
                <c:pt idx="6388">
                  <c:v>6388</c:v>
                </c:pt>
                <c:pt idx="6389">
                  <c:v>6389</c:v>
                </c:pt>
                <c:pt idx="6390">
                  <c:v>6390</c:v>
                </c:pt>
                <c:pt idx="6391">
                  <c:v>6391</c:v>
                </c:pt>
                <c:pt idx="6392">
                  <c:v>6392</c:v>
                </c:pt>
                <c:pt idx="6393">
                  <c:v>6393</c:v>
                </c:pt>
                <c:pt idx="6394">
                  <c:v>6394</c:v>
                </c:pt>
                <c:pt idx="6395">
                  <c:v>6395</c:v>
                </c:pt>
                <c:pt idx="6396">
                  <c:v>6396</c:v>
                </c:pt>
                <c:pt idx="6397">
                  <c:v>6397</c:v>
                </c:pt>
                <c:pt idx="6398">
                  <c:v>6398</c:v>
                </c:pt>
                <c:pt idx="6399">
                  <c:v>6399</c:v>
                </c:pt>
                <c:pt idx="6400">
                  <c:v>6400</c:v>
                </c:pt>
                <c:pt idx="6401">
                  <c:v>6401</c:v>
                </c:pt>
                <c:pt idx="6402">
                  <c:v>6402</c:v>
                </c:pt>
                <c:pt idx="6403">
                  <c:v>6403</c:v>
                </c:pt>
                <c:pt idx="6404">
                  <c:v>6404</c:v>
                </c:pt>
                <c:pt idx="6405">
                  <c:v>6405</c:v>
                </c:pt>
                <c:pt idx="6406">
                  <c:v>6406</c:v>
                </c:pt>
                <c:pt idx="6407">
                  <c:v>6407</c:v>
                </c:pt>
                <c:pt idx="6408">
                  <c:v>6408</c:v>
                </c:pt>
                <c:pt idx="6409">
                  <c:v>6409</c:v>
                </c:pt>
                <c:pt idx="6410">
                  <c:v>6410</c:v>
                </c:pt>
                <c:pt idx="6411">
                  <c:v>6411</c:v>
                </c:pt>
                <c:pt idx="6412">
                  <c:v>6412</c:v>
                </c:pt>
                <c:pt idx="6413">
                  <c:v>6413</c:v>
                </c:pt>
                <c:pt idx="6414">
                  <c:v>6414</c:v>
                </c:pt>
                <c:pt idx="6415">
                  <c:v>6415</c:v>
                </c:pt>
                <c:pt idx="6416">
                  <c:v>6416</c:v>
                </c:pt>
                <c:pt idx="6417">
                  <c:v>6417</c:v>
                </c:pt>
                <c:pt idx="6418">
                  <c:v>6418</c:v>
                </c:pt>
                <c:pt idx="6419">
                  <c:v>6419</c:v>
                </c:pt>
                <c:pt idx="6420">
                  <c:v>6420</c:v>
                </c:pt>
                <c:pt idx="6421">
                  <c:v>6421</c:v>
                </c:pt>
                <c:pt idx="6422">
                  <c:v>6422</c:v>
                </c:pt>
                <c:pt idx="6423">
                  <c:v>6423</c:v>
                </c:pt>
                <c:pt idx="6424">
                  <c:v>6424</c:v>
                </c:pt>
                <c:pt idx="6425">
                  <c:v>6425</c:v>
                </c:pt>
                <c:pt idx="6426">
                  <c:v>6426</c:v>
                </c:pt>
                <c:pt idx="6427">
                  <c:v>6427</c:v>
                </c:pt>
                <c:pt idx="6428">
                  <c:v>6428</c:v>
                </c:pt>
                <c:pt idx="6429">
                  <c:v>6429</c:v>
                </c:pt>
                <c:pt idx="6430">
                  <c:v>6430</c:v>
                </c:pt>
                <c:pt idx="6431">
                  <c:v>6431</c:v>
                </c:pt>
                <c:pt idx="6432">
                  <c:v>6432</c:v>
                </c:pt>
                <c:pt idx="6433">
                  <c:v>6433</c:v>
                </c:pt>
                <c:pt idx="6434">
                  <c:v>6434</c:v>
                </c:pt>
                <c:pt idx="6435">
                  <c:v>6435</c:v>
                </c:pt>
                <c:pt idx="6436">
                  <c:v>6436</c:v>
                </c:pt>
                <c:pt idx="6437">
                  <c:v>6437</c:v>
                </c:pt>
                <c:pt idx="6438">
                  <c:v>6438</c:v>
                </c:pt>
                <c:pt idx="6439">
                  <c:v>6439</c:v>
                </c:pt>
                <c:pt idx="6440">
                  <c:v>6440</c:v>
                </c:pt>
                <c:pt idx="6441">
                  <c:v>6441</c:v>
                </c:pt>
                <c:pt idx="6442">
                  <c:v>6442</c:v>
                </c:pt>
                <c:pt idx="6443">
                  <c:v>6443</c:v>
                </c:pt>
                <c:pt idx="6444">
                  <c:v>6444</c:v>
                </c:pt>
                <c:pt idx="6445">
                  <c:v>6445</c:v>
                </c:pt>
                <c:pt idx="6446">
                  <c:v>6446</c:v>
                </c:pt>
                <c:pt idx="6447">
                  <c:v>6447</c:v>
                </c:pt>
                <c:pt idx="6448">
                  <c:v>6448</c:v>
                </c:pt>
                <c:pt idx="6449">
                  <c:v>6449</c:v>
                </c:pt>
                <c:pt idx="6450">
                  <c:v>6450</c:v>
                </c:pt>
                <c:pt idx="6451">
                  <c:v>6451</c:v>
                </c:pt>
                <c:pt idx="6452">
                  <c:v>6452</c:v>
                </c:pt>
                <c:pt idx="6453">
                  <c:v>6453</c:v>
                </c:pt>
                <c:pt idx="6454">
                  <c:v>6454</c:v>
                </c:pt>
                <c:pt idx="6455">
                  <c:v>6455</c:v>
                </c:pt>
                <c:pt idx="6456">
                  <c:v>6456</c:v>
                </c:pt>
                <c:pt idx="6457">
                  <c:v>6457</c:v>
                </c:pt>
                <c:pt idx="6458">
                  <c:v>6458</c:v>
                </c:pt>
                <c:pt idx="6459">
                  <c:v>6459</c:v>
                </c:pt>
                <c:pt idx="6460">
                  <c:v>6460</c:v>
                </c:pt>
                <c:pt idx="6461">
                  <c:v>6461</c:v>
                </c:pt>
                <c:pt idx="6462">
                  <c:v>6462</c:v>
                </c:pt>
                <c:pt idx="6463">
                  <c:v>6463</c:v>
                </c:pt>
                <c:pt idx="6464">
                  <c:v>6464</c:v>
                </c:pt>
                <c:pt idx="6465">
                  <c:v>6465</c:v>
                </c:pt>
                <c:pt idx="6466">
                  <c:v>6466</c:v>
                </c:pt>
                <c:pt idx="6467">
                  <c:v>6467</c:v>
                </c:pt>
                <c:pt idx="6468">
                  <c:v>6468</c:v>
                </c:pt>
                <c:pt idx="6469">
                  <c:v>6469</c:v>
                </c:pt>
                <c:pt idx="6470">
                  <c:v>6470</c:v>
                </c:pt>
                <c:pt idx="6471">
                  <c:v>6471</c:v>
                </c:pt>
                <c:pt idx="6472">
                  <c:v>6472</c:v>
                </c:pt>
                <c:pt idx="6473">
                  <c:v>6473</c:v>
                </c:pt>
                <c:pt idx="6474">
                  <c:v>6474</c:v>
                </c:pt>
                <c:pt idx="6475">
                  <c:v>6475</c:v>
                </c:pt>
                <c:pt idx="6476">
                  <c:v>6476</c:v>
                </c:pt>
                <c:pt idx="6477">
                  <c:v>6477</c:v>
                </c:pt>
                <c:pt idx="6478">
                  <c:v>6478</c:v>
                </c:pt>
                <c:pt idx="6479">
                  <c:v>6479</c:v>
                </c:pt>
                <c:pt idx="6480">
                  <c:v>6480</c:v>
                </c:pt>
                <c:pt idx="6481">
                  <c:v>6481</c:v>
                </c:pt>
                <c:pt idx="6482">
                  <c:v>6482</c:v>
                </c:pt>
                <c:pt idx="6483">
                  <c:v>6483</c:v>
                </c:pt>
                <c:pt idx="6484">
                  <c:v>6484</c:v>
                </c:pt>
                <c:pt idx="6485">
                  <c:v>6485</c:v>
                </c:pt>
                <c:pt idx="6486">
                  <c:v>6486</c:v>
                </c:pt>
                <c:pt idx="6487">
                  <c:v>6487</c:v>
                </c:pt>
                <c:pt idx="6488">
                  <c:v>6488</c:v>
                </c:pt>
                <c:pt idx="6489">
                  <c:v>6489</c:v>
                </c:pt>
                <c:pt idx="6490">
                  <c:v>6490</c:v>
                </c:pt>
                <c:pt idx="6491">
                  <c:v>6491</c:v>
                </c:pt>
                <c:pt idx="6492">
                  <c:v>6492</c:v>
                </c:pt>
                <c:pt idx="6493">
                  <c:v>6493</c:v>
                </c:pt>
                <c:pt idx="6494">
                  <c:v>6494</c:v>
                </c:pt>
                <c:pt idx="6495">
                  <c:v>6495</c:v>
                </c:pt>
                <c:pt idx="6496">
                  <c:v>6496</c:v>
                </c:pt>
                <c:pt idx="6497">
                  <c:v>6497</c:v>
                </c:pt>
                <c:pt idx="6498">
                  <c:v>6498</c:v>
                </c:pt>
                <c:pt idx="6499">
                  <c:v>6499</c:v>
                </c:pt>
                <c:pt idx="6500">
                  <c:v>6500</c:v>
                </c:pt>
                <c:pt idx="6501">
                  <c:v>6501</c:v>
                </c:pt>
                <c:pt idx="6502">
                  <c:v>6502</c:v>
                </c:pt>
                <c:pt idx="6503">
                  <c:v>6503</c:v>
                </c:pt>
                <c:pt idx="6504">
                  <c:v>6504</c:v>
                </c:pt>
                <c:pt idx="6505">
                  <c:v>6505</c:v>
                </c:pt>
                <c:pt idx="6506">
                  <c:v>6506</c:v>
                </c:pt>
                <c:pt idx="6507">
                  <c:v>6507</c:v>
                </c:pt>
                <c:pt idx="6508">
                  <c:v>6508</c:v>
                </c:pt>
                <c:pt idx="6509">
                  <c:v>6509</c:v>
                </c:pt>
                <c:pt idx="6510">
                  <c:v>6510</c:v>
                </c:pt>
                <c:pt idx="6511">
                  <c:v>6511</c:v>
                </c:pt>
                <c:pt idx="6512">
                  <c:v>6512</c:v>
                </c:pt>
                <c:pt idx="6513">
                  <c:v>6513</c:v>
                </c:pt>
                <c:pt idx="6514">
                  <c:v>6514</c:v>
                </c:pt>
                <c:pt idx="6515">
                  <c:v>6515</c:v>
                </c:pt>
                <c:pt idx="6516">
                  <c:v>6516</c:v>
                </c:pt>
                <c:pt idx="6517">
                  <c:v>6517</c:v>
                </c:pt>
                <c:pt idx="6518">
                  <c:v>6518</c:v>
                </c:pt>
                <c:pt idx="6519">
                  <c:v>6519</c:v>
                </c:pt>
                <c:pt idx="6520">
                  <c:v>6520</c:v>
                </c:pt>
                <c:pt idx="6521">
                  <c:v>6521</c:v>
                </c:pt>
                <c:pt idx="6522">
                  <c:v>6522</c:v>
                </c:pt>
                <c:pt idx="6523">
                  <c:v>6523</c:v>
                </c:pt>
                <c:pt idx="6524">
                  <c:v>6524</c:v>
                </c:pt>
                <c:pt idx="6525">
                  <c:v>6525</c:v>
                </c:pt>
                <c:pt idx="6526">
                  <c:v>6526</c:v>
                </c:pt>
                <c:pt idx="6527">
                  <c:v>6527</c:v>
                </c:pt>
                <c:pt idx="6528">
                  <c:v>6528</c:v>
                </c:pt>
                <c:pt idx="6529">
                  <c:v>6529</c:v>
                </c:pt>
                <c:pt idx="6530">
                  <c:v>6530</c:v>
                </c:pt>
                <c:pt idx="6531">
                  <c:v>6531</c:v>
                </c:pt>
                <c:pt idx="6532">
                  <c:v>6532</c:v>
                </c:pt>
                <c:pt idx="6533">
                  <c:v>6533</c:v>
                </c:pt>
                <c:pt idx="6534">
                  <c:v>6534</c:v>
                </c:pt>
                <c:pt idx="6535">
                  <c:v>6535</c:v>
                </c:pt>
                <c:pt idx="6536">
                  <c:v>6536</c:v>
                </c:pt>
                <c:pt idx="6537">
                  <c:v>6537</c:v>
                </c:pt>
                <c:pt idx="6538">
                  <c:v>6538</c:v>
                </c:pt>
                <c:pt idx="6539">
                  <c:v>6539</c:v>
                </c:pt>
                <c:pt idx="6540">
                  <c:v>6540</c:v>
                </c:pt>
                <c:pt idx="6541">
                  <c:v>6541</c:v>
                </c:pt>
                <c:pt idx="6542">
                  <c:v>6542</c:v>
                </c:pt>
                <c:pt idx="6543">
                  <c:v>6543</c:v>
                </c:pt>
                <c:pt idx="6544">
                  <c:v>6544</c:v>
                </c:pt>
                <c:pt idx="6545">
                  <c:v>6545</c:v>
                </c:pt>
                <c:pt idx="6546">
                  <c:v>6546</c:v>
                </c:pt>
                <c:pt idx="6547">
                  <c:v>6547</c:v>
                </c:pt>
                <c:pt idx="6548">
                  <c:v>6548</c:v>
                </c:pt>
                <c:pt idx="6549">
                  <c:v>6549</c:v>
                </c:pt>
                <c:pt idx="6550">
                  <c:v>6550</c:v>
                </c:pt>
                <c:pt idx="6551">
                  <c:v>6551</c:v>
                </c:pt>
                <c:pt idx="6552">
                  <c:v>6552</c:v>
                </c:pt>
                <c:pt idx="6553">
                  <c:v>6553</c:v>
                </c:pt>
                <c:pt idx="6554">
                  <c:v>6554</c:v>
                </c:pt>
                <c:pt idx="6555">
                  <c:v>6555</c:v>
                </c:pt>
                <c:pt idx="6556">
                  <c:v>6556</c:v>
                </c:pt>
                <c:pt idx="6557">
                  <c:v>6557</c:v>
                </c:pt>
                <c:pt idx="6558">
                  <c:v>6558</c:v>
                </c:pt>
                <c:pt idx="6559">
                  <c:v>6559</c:v>
                </c:pt>
                <c:pt idx="6560">
                  <c:v>6560</c:v>
                </c:pt>
                <c:pt idx="6561">
                  <c:v>6561</c:v>
                </c:pt>
                <c:pt idx="6562">
                  <c:v>6562</c:v>
                </c:pt>
                <c:pt idx="6563">
                  <c:v>6563</c:v>
                </c:pt>
                <c:pt idx="6564">
                  <c:v>6564</c:v>
                </c:pt>
                <c:pt idx="6565">
                  <c:v>6565</c:v>
                </c:pt>
                <c:pt idx="6566">
                  <c:v>6566</c:v>
                </c:pt>
                <c:pt idx="6567">
                  <c:v>6567</c:v>
                </c:pt>
                <c:pt idx="6568">
                  <c:v>6568</c:v>
                </c:pt>
                <c:pt idx="6569">
                  <c:v>6569</c:v>
                </c:pt>
                <c:pt idx="6570">
                  <c:v>6570</c:v>
                </c:pt>
                <c:pt idx="6571">
                  <c:v>6571</c:v>
                </c:pt>
                <c:pt idx="6572">
                  <c:v>6572</c:v>
                </c:pt>
                <c:pt idx="6573">
                  <c:v>6573</c:v>
                </c:pt>
                <c:pt idx="6574">
                  <c:v>6574</c:v>
                </c:pt>
                <c:pt idx="6575">
                  <c:v>6575</c:v>
                </c:pt>
                <c:pt idx="6576">
                  <c:v>6576</c:v>
                </c:pt>
                <c:pt idx="6577">
                  <c:v>6577</c:v>
                </c:pt>
                <c:pt idx="6578">
                  <c:v>6578</c:v>
                </c:pt>
                <c:pt idx="6579">
                  <c:v>6579</c:v>
                </c:pt>
                <c:pt idx="6580">
                  <c:v>6580</c:v>
                </c:pt>
                <c:pt idx="6581">
                  <c:v>6581</c:v>
                </c:pt>
                <c:pt idx="6582">
                  <c:v>6582</c:v>
                </c:pt>
                <c:pt idx="6583">
                  <c:v>6583</c:v>
                </c:pt>
                <c:pt idx="6584">
                  <c:v>6584</c:v>
                </c:pt>
                <c:pt idx="6585">
                  <c:v>6585</c:v>
                </c:pt>
                <c:pt idx="6586">
                  <c:v>6586</c:v>
                </c:pt>
                <c:pt idx="6587">
                  <c:v>6587</c:v>
                </c:pt>
                <c:pt idx="6588">
                  <c:v>6588</c:v>
                </c:pt>
                <c:pt idx="6589">
                  <c:v>6589</c:v>
                </c:pt>
                <c:pt idx="6590">
                  <c:v>6590</c:v>
                </c:pt>
                <c:pt idx="6591">
                  <c:v>6591</c:v>
                </c:pt>
                <c:pt idx="6592">
                  <c:v>6592</c:v>
                </c:pt>
                <c:pt idx="6593">
                  <c:v>6593</c:v>
                </c:pt>
                <c:pt idx="6594">
                  <c:v>6594</c:v>
                </c:pt>
                <c:pt idx="6595">
                  <c:v>6595</c:v>
                </c:pt>
                <c:pt idx="6596">
                  <c:v>6596</c:v>
                </c:pt>
                <c:pt idx="6597">
                  <c:v>6597</c:v>
                </c:pt>
                <c:pt idx="6598">
                  <c:v>6598</c:v>
                </c:pt>
                <c:pt idx="6599">
                  <c:v>6599</c:v>
                </c:pt>
                <c:pt idx="6600">
                  <c:v>6600</c:v>
                </c:pt>
                <c:pt idx="6601">
                  <c:v>6601</c:v>
                </c:pt>
                <c:pt idx="6602">
                  <c:v>6602</c:v>
                </c:pt>
                <c:pt idx="6603">
                  <c:v>6603</c:v>
                </c:pt>
                <c:pt idx="6604">
                  <c:v>6604</c:v>
                </c:pt>
                <c:pt idx="6605">
                  <c:v>6605</c:v>
                </c:pt>
                <c:pt idx="6606">
                  <c:v>6606</c:v>
                </c:pt>
                <c:pt idx="6607">
                  <c:v>6607</c:v>
                </c:pt>
                <c:pt idx="6608">
                  <c:v>6608</c:v>
                </c:pt>
                <c:pt idx="6609">
                  <c:v>6609</c:v>
                </c:pt>
                <c:pt idx="6610">
                  <c:v>6610</c:v>
                </c:pt>
                <c:pt idx="6611">
                  <c:v>6611</c:v>
                </c:pt>
                <c:pt idx="6612">
                  <c:v>6612</c:v>
                </c:pt>
                <c:pt idx="6613">
                  <c:v>6613</c:v>
                </c:pt>
                <c:pt idx="6614">
                  <c:v>6614</c:v>
                </c:pt>
                <c:pt idx="6615">
                  <c:v>6615</c:v>
                </c:pt>
                <c:pt idx="6616">
                  <c:v>6616</c:v>
                </c:pt>
                <c:pt idx="6617">
                  <c:v>6617</c:v>
                </c:pt>
                <c:pt idx="6618">
                  <c:v>6618</c:v>
                </c:pt>
                <c:pt idx="6619">
                  <c:v>6619</c:v>
                </c:pt>
                <c:pt idx="6620">
                  <c:v>6620</c:v>
                </c:pt>
                <c:pt idx="6621">
                  <c:v>6621</c:v>
                </c:pt>
                <c:pt idx="6622">
                  <c:v>6622</c:v>
                </c:pt>
                <c:pt idx="6623">
                  <c:v>6623</c:v>
                </c:pt>
                <c:pt idx="6624">
                  <c:v>6624</c:v>
                </c:pt>
                <c:pt idx="6625">
                  <c:v>6625</c:v>
                </c:pt>
                <c:pt idx="6626">
                  <c:v>6626</c:v>
                </c:pt>
                <c:pt idx="6627">
                  <c:v>6627</c:v>
                </c:pt>
                <c:pt idx="6628">
                  <c:v>6628</c:v>
                </c:pt>
                <c:pt idx="6629">
                  <c:v>6629</c:v>
                </c:pt>
                <c:pt idx="6630">
                  <c:v>6630</c:v>
                </c:pt>
                <c:pt idx="6631">
                  <c:v>6631</c:v>
                </c:pt>
                <c:pt idx="6632">
                  <c:v>6632</c:v>
                </c:pt>
                <c:pt idx="6633">
                  <c:v>6633</c:v>
                </c:pt>
                <c:pt idx="6634">
                  <c:v>6634</c:v>
                </c:pt>
                <c:pt idx="6635">
                  <c:v>6635</c:v>
                </c:pt>
                <c:pt idx="6636">
                  <c:v>6636</c:v>
                </c:pt>
                <c:pt idx="6637">
                  <c:v>6637</c:v>
                </c:pt>
                <c:pt idx="6638">
                  <c:v>6638</c:v>
                </c:pt>
                <c:pt idx="6639">
                  <c:v>6639</c:v>
                </c:pt>
                <c:pt idx="6640">
                  <c:v>6640</c:v>
                </c:pt>
                <c:pt idx="6641">
                  <c:v>6641</c:v>
                </c:pt>
                <c:pt idx="6642">
                  <c:v>6642</c:v>
                </c:pt>
                <c:pt idx="6643">
                  <c:v>6643</c:v>
                </c:pt>
                <c:pt idx="6644">
                  <c:v>6644</c:v>
                </c:pt>
                <c:pt idx="6645">
                  <c:v>6645</c:v>
                </c:pt>
                <c:pt idx="6646">
                  <c:v>6646</c:v>
                </c:pt>
                <c:pt idx="6647">
                  <c:v>6647</c:v>
                </c:pt>
                <c:pt idx="6648">
                  <c:v>6648</c:v>
                </c:pt>
                <c:pt idx="6649">
                  <c:v>6649</c:v>
                </c:pt>
                <c:pt idx="6650">
                  <c:v>6650</c:v>
                </c:pt>
                <c:pt idx="6651">
                  <c:v>6651</c:v>
                </c:pt>
                <c:pt idx="6652">
                  <c:v>6652</c:v>
                </c:pt>
                <c:pt idx="6653">
                  <c:v>6653</c:v>
                </c:pt>
                <c:pt idx="6654">
                  <c:v>6654</c:v>
                </c:pt>
                <c:pt idx="6655">
                  <c:v>6655</c:v>
                </c:pt>
                <c:pt idx="6656">
                  <c:v>6656</c:v>
                </c:pt>
                <c:pt idx="6657">
                  <c:v>6657</c:v>
                </c:pt>
                <c:pt idx="6658">
                  <c:v>6658</c:v>
                </c:pt>
                <c:pt idx="6659">
                  <c:v>6659</c:v>
                </c:pt>
                <c:pt idx="6660">
                  <c:v>6660</c:v>
                </c:pt>
                <c:pt idx="6661">
                  <c:v>6661</c:v>
                </c:pt>
                <c:pt idx="6662">
                  <c:v>6662</c:v>
                </c:pt>
                <c:pt idx="6663">
                  <c:v>6663</c:v>
                </c:pt>
                <c:pt idx="6664">
                  <c:v>6664</c:v>
                </c:pt>
                <c:pt idx="6665">
                  <c:v>6665</c:v>
                </c:pt>
                <c:pt idx="6666">
                  <c:v>6666</c:v>
                </c:pt>
                <c:pt idx="6667">
                  <c:v>6667</c:v>
                </c:pt>
                <c:pt idx="6668">
                  <c:v>6668</c:v>
                </c:pt>
                <c:pt idx="6669">
                  <c:v>6669</c:v>
                </c:pt>
                <c:pt idx="6670">
                  <c:v>6670</c:v>
                </c:pt>
                <c:pt idx="6671">
                  <c:v>6671</c:v>
                </c:pt>
                <c:pt idx="6672">
                  <c:v>6672</c:v>
                </c:pt>
                <c:pt idx="6673">
                  <c:v>6673</c:v>
                </c:pt>
                <c:pt idx="6674">
                  <c:v>6674</c:v>
                </c:pt>
                <c:pt idx="6675">
                  <c:v>6675</c:v>
                </c:pt>
                <c:pt idx="6676">
                  <c:v>6676</c:v>
                </c:pt>
                <c:pt idx="6677">
                  <c:v>6677</c:v>
                </c:pt>
                <c:pt idx="6678">
                  <c:v>6678</c:v>
                </c:pt>
                <c:pt idx="6679">
                  <c:v>6679</c:v>
                </c:pt>
                <c:pt idx="6680">
                  <c:v>6680</c:v>
                </c:pt>
                <c:pt idx="6681">
                  <c:v>6681</c:v>
                </c:pt>
                <c:pt idx="6682">
                  <c:v>6682</c:v>
                </c:pt>
                <c:pt idx="6683">
                  <c:v>6683</c:v>
                </c:pt>
                <c:pt idx="6684">
                  <c:v>6684</c:v>
                </c:pt>
                <c:pt idx="6685">
                  <c:v>6685</c:v>
                </c:pt>
                <c:pt idx="6686">
                  <c:v>6686</c:v>
                </c:pt>
                <c:pt idx="6687">
                  <c:v>6687</c:v>
                </c:pt>
                <c:pt idx="6688">
                  <c:v>6688</c:v>
                </c:pt>
                <c:pt idx="6689">
                  <c:v>6689</c:v>
                </c:pt>
                <c:pt idx="6690">
                  <c:v>6690</c:v>
                </c:pt>
                <c:pt idx="6691">
                  <c:v>6691</c:v>
                </c:pt>
                <c:pt idx="6692">
                  <c:v>6692</c:v>
                </c:pt>
                <c:pt idx="6693">
                  <c:v>6693</c:v>
                </c:pt>
                <c:pt idx="6694">
                  <c:v>6694</c:v>
                </c:pt>
                <c:pt idx="6695">
                  <c:v>6695</c:v>
                </c:pt>
                <c:pt idx="6696">
                  <c:v>6696</c:v>
                </c:pt>
                <c:pt idx="6697">
                  <c:v>6697</c:v>
                </c:pt>
                <c:pt idx="6698">
                  <c:v>6698</c:v>
                </c:pt>
                <c:pt idx="6699">
                  <c:v>6699</c:v>
                </c:pt>
                <c:pt idx="6700">
                  <c:v>6700</c:v>
                </c:pt>
                <c:pt idx="6701">
                  <c:v>6701</c:v>
                </c:pt>
                <c:pt idx="6702">
                  <c:v>6702</c:v>
                </c:pt>
                <c:pt idx="6703">
                  <c:v>6703</c:v>
                </c:pt>
                <c:pt idx="6704">
                  <c:v>6704</c:v>
                </c:pt>
                <c:pt idx="6705">
                  <c:v>6705</c:v>
                </c:pt>
                <c:pt idx="6706">
                  <c:v>6706</c:v>
                </c:pt>
                <c:pt idx="6707">
                  <c:v>6707</c:v>
                </c:pt>
                <c:pt idx="6708">
                  <c:v>6708</c:v>
                </c:pt>
                <c:pt idx="6709">
                  <c:v>6709</c:v>
                </c:pt>
                <c:pt idx="6710">
                  <c:v>6710</c:v>
                </c:pt>
                <c:pt idx="6711">
                  <c:v>6711</c:v>
                </c:pt>
                <c:pt idx="6712">
                  <c:v>6712</c:v>
                </c:pt>
                <c:pt idx="6713">
                  <c:v>6713</c:v>
                </c:pt>
                <c:pt idx="6714">
                  <c:v>6714</c:v>
                </c:pt>
                <c:pt idx="6715">
                  <c:v>6715</c:v>
                </c:pt>
                <c:pt idx="6716">
                  <c:v>6716</c:v>
                </c:pt>
                <c:pt idx="6717">
                  <c:v>6717</c:v>
                </c:pt>
                <c:pt idx="6718">
                  <c:v>6718</c:v>
                </c:pt>
                <c:pt idx="6719">
                  <c:v>6719</c:v>
                </c:pt>
                <c:pt idx="6720">
                  <c:v>6720</c:v>
                </c:pt>
                <c:pt idx="6721">
                  <c:v>6721</c:v>
                </c:pt>
                <c:pt idx="6722">
                  <c:v>6722</c:v>
                </c:pt>
                <c:pt idx="6723">
                  <c:v>6723</c:v>
                </c:pt>
                <c:pt idx="6724">
                  <c:v>6724</c:v>
                </c:pt>
                <c:pt idx="6725">
                  <c:v>6725</c:v>
                </c:pt>
                <c:pt idx="6726">
                  <c:v>6726</c:v>
                </c:pt>
                <c:pt idx="6727">
                  <c:v>6727</c:v>
                </c:pt>
                <c:pt idx="6728">
                  <c:v>6728</c:v>
                </c:pt>
                <c:pt idx="6729">
                  <c:v>6729</c:v>
                </c:pt>
                <c:pt idx="6730">
                  <c:v>6730</c:v>
                </c:pt>
                <c:pt idx="6731">
                  <c:v>6731</c:v>
                </c:pt>
                <c:pt idx="6732">
                  <c:v>6732</c:v>
                </c:pt>
                <c:pt idx="6733">
                  <c:v>6733</c:v>
                </c:pt>
                <c:pt idx="6734">
                  <c:v>6734</c:v>
                </c:pt>
                <c:pt idx="6735">
                  <c:v>6735</c:v>
                </c:pt>
                <c:pt idx="6736">
                  <c:v>6736</c:v>
                </c:pt>
                <c:pt idx="6737">
                  <c:v>6737</c:v>
                </c:pt>
                <c:pt idx="6738">
                  <c:v>6738</c:v>
                </c:pt>
                <c:pt idx="6739">
                  <c:v>6739</c:v>
                </c:pt>
                <c:pt idx="6740">
                  <c:v>6740</c:v>
                </c:pt>
                <c:pt idx="6741">
                  <c:v>6741</c:v>
                </c:pt>
                <c:pt idx="6742">
                  <c:v>6742</c:v>
                </c:pt>
                <c:pt idx="6743">
                  <c:v>6743</c:v>
                </c:pt>
                <c:pt idx="6744">
                  <c:v>6744</c:v>
                </c:pt>
                <c:pt idx="6745">
                  <c:v>6745</c:v>
                </c:pt>
                <c:pt idx="6746">
                  <c:v>6746</c:v>
                </c:pt>
                <c:pt idx="6747">
                  <c:v>6747</c:v>
                </c:pt>
                <c:pt idx="6748">
                  <c:v>6748</c:v>
                </c:pt>
                <c:pt idx="6749">
                  <c:v>6749</c:v>
                </c:pt>
                <c:pt idx="6750">
                  <c:v>6750</c:v>
                </c:pt>
                <c:pt idx="6751">
                  <c:v>6751</c:v>
                </c:pt>
                <c:pt idx="6752">
                  <c:v>6752</c:v>
                </c:pt>
                <c:pt idx="6753">
                  <c:v>6753</c:v>
                </c:pt>
                <c:pt idx="6754">
                  <c:v>6754</c:v>
                </c:pt>
                <c:pt idx="6755">
                  <c:v>6755</c:v>
                </c:pt>
                <c:pt idx="6756">
                  <c:v>6756</c:v>
                </c:pt>
                <c:pt idx="6757">
                  <c:v>6757</c:v>
                </c:pt>
                <c:pt idx="6758">
                  <c:v>6758</c:v>
                </c:pt>
                <c:pt idx="6759">
                  <c:v>6759</c:v>
                </c:pt>
                <c:pt idx="6760">
                  <c:v>6760</c:v>
                </c:pt>
                <c:pt idx="6761">
                  <c:v>6761</c:v>
                </c:pt>
                <c:pt idx="6762">
                  <c:v>6762</c:v>
                </c:pt>
                <c:pt idx="6763">
                  <c:v>6763</c:v>
                </c:pt>
                <c:pt idx="6764">
                  <c:v>6764</c:v>
                </c:pt>
                <c:pt idx="6765">
                  <c:v>6765</c:v>
                </c:pt>
                <c:pt idx="6766">
                  <c:v>6766</c:v>
                </c:pt>
                <c:pt idx="6767">
                  <c:v>6767</c:v>
                </c:pt>
                <c:pt idx="6768">
                  <c:v>6768</c:v>
                </c:pt>
                <c:pt idx="6769">
                  <c:v>6769</c:v>
                </c:pt>
                <c:pt idx="6770">
                  <c:v>6770</c:v>
                </c:pt>
                <c:pt idx="6771">
                  <c:v>6771</c:v>
                </c:pt>
                <c:pt idx="6772">
                  <c:v>6772</c:v>
                </c:pt>
                <c:pt idx="6773">
                  <c:v>6773</c:v>
                </c:pt>
                <c:pt idx="6774">
                  <c:v>6774</c:v>
                </c:pt>
                <c:pt idx="6775">
                  <c:v>6775</c:v>
                </c:pt>
                <c:pt idx="6776">
                  <c:v>6776</c:v>
                </c:pt>
                <c:pt idx="6777">
                  <c:v>6777</c:v>
                </c:pt>
                <c:pt idx="6778">
                  <c:v>6778</c:v>
                </c:pt>
                <c:pt idx="6779">
                  <c:v>6779</c:v>
                </c:pt>
                <c:pt idx="6780">
                  <c:v>6780</c:v>
                </c:pt>
                <c:pt idx="6781">
                  <c:v>6781</c:v>
                </c:pt>
                <c:pt idx="6782">
                  <c:v>6782</c:v>
                </c:pt>
                <c:pt idx="6783">
                  <c:v>6783</c:v>
                </c:pt>
                <c:pt idx="6784">
                  <c:v>6784</c:v>
                </c:pt>
                <c:pt idx="6785">
                  <c:v>6785</c:v>
                </c:pt>
                <c:pt idx="6786">
                  <c:v>6786</c:v>
                </c:pt>
                <c:pt idx="6787">
                  <c:v>6787</c:v>
                </c:pt>
                <c:pt idx="6788">
                  <c:v>6788</c:v>
                </c:pt>
                <c:pt idx="6789">
                  <c:v>6789</c:v>
                </c:pt>
                <c:pt idx="6790">
                  <c:v>6790</c:v>
                </c:pt>
                <c:pt idx="6791">
                  <c:v>6791</c:v>
                </c:pt>
                <c:pt idx="6792">
                  <c:v>6792</c:v>
                </c:pt>
                <c:pt idx="6793">
                  <c:v>6793</c:v>
                </c:pt>
                <c:pt idx="6794">
                  <c:v>6794</c:v>
                </c:pt>
                <c:pt idx="6795">
                  <c:v>6795</c:v>
                </c:pt>
                <c:pt idx="6796">
                  <c:v>6796</c:v>
                </c:pt>
                <c:pt idx="6797">
                  <c:v>6797</c:v>
                </c:pt>
                <c:pt idx="6798">
                  <c:v>6798</c:v>
                </c:pt>
                <c:pt idx="6799">
                  <c:v>6799</c:v>
                </c:pt>
                <c:pt idx="6800">
                  <c:v>6800</c:v>
                </c:pt>
                <c:pt idx="6801">
                  <c:v>6801</c:v>
                </c:pt>
                <c:pt idx="6802">
                  <c:v>6802</c:v>
                </c:pt>
                <c:pt idx="6803">
                  <c:v>6803</c:v>
                </c:pt>
                <c:pt idx="6804">
                  <c:v>6804</c:v>
                </c:pt>
                <c:pt idx="6805">
                  <c:v>6805</c:v>
                </c:pt>
                <c:pt idx="6806">
                  <c:v>6806</c:v>
                </c:pt>
                <c:pt idx="6807">
                  <c:v>6807</c:v>
                </c:pt>
                <c:pt idx="6808">
                  <c:v>6808</c:v>
                </c:pt>
                <c:pt idx="6809">
                  <c:v>6809</c:v>
                </c:pt>
                <c:pt idx="6810">
                  <c:v>6810</c:v>
                </c:pt>
                <c:pt idx="6811">
                  <c:v>6811</c:v>
                </c:pt>
                <c:pt idx="6812">
                  <c:v>6812</c:v>
                </c:pt>
                <c:pt idx="6813">
                  <c:v>6813</c:v>
                </c:pt>
                <c:pt idx="6814">
                  <c:v>6814</c:v>
                </c:pt>
                <c:pt idx="6815">
                  <c:v>6815</c:v>
                </c:pt>
                <c:pt idx="6816">
                  <c:v>6816</c:v>
                </c:pt>
                <c:pt idx="6817">
                  <c:v>6817</c:v>
                </c:pt>
                <c:pt idx="6818">
                  <c:v>6818</c:v>
                </c:pt>
                <c:pt idx="6819">
                  <c:v>6819</c:v>
                </c:pt>
                <c:pt idx="6820">
                  <c:v>6820</c:v>
                </c:pt>
                <c:pt idx="6821">
                  <c:v>6821</c:v>
                </c:pt>
                <c:pt idx="6822">
                  <c:v>6822</c:v>
                </c:pt>
                <c:pt idx="6823">
                  <c:v>6823</c:v>
                </c:pt>
                <c:pt idx="6824">
                  <c:v>6824</c:v>
                </c:pt>
                <c:pt idx="6825">
                  <c:v>6825</c:v>
                </c:pt>
                <c:pt idx="6826">
                  <c:v>6826</c:v>
                </c:pt>
                <c:pt idx="6827">
                  <c:v>6827</c:v>
                </c:pt>
                <c:pt idx="6828">
                  <c:v>6828</c:v>
                </c:pt>
                <c:pt idx="6829">
                  <c:v>6829</c:v>
                </c:pt>
                <c:pt idx="6830">
                  <c:v>6830</c:v>
                </c:pt>
                <c:pt idx="6831">
                  <c:v>6831</c:v>
                </c:pt>
                <c:pt idx="6832">
                  <c:v>6832</c:v>
                </c:pt>
                <c:pt idx="6833">
                  <c:v>6833</c:v>
                </c:pt>
                <c:pt idx="6834">
                  <c:v>6834</c:v>
                </c:pt>
                <c:pt idx="6835">
                  <c:v>6835</c:v>
                </c:pt>
                <c:pt idx="6836">
                  <c:v>6836</c:v>
                </c:pt>
                <c:pt idx="6837">
                  <c:v>6837</c:v>
                </c:pt>
                <c:pt idx="6838">
                  <c:v>6838</c:v>
                </c:pt>
                <c:pt idx="6839">
                  <c:v>6839</c:v>
                </c:pt>
                <c:pt idx="6840">
                  <c:v>6840</c:v>
                </c:pt>
                <c:pt idx="6841">
                  <c:v>6841</c:v>
                </c:pt>
                <c:pt idx="6842">
                  <c:v>6842</c:v>
                </c:pt>
                <c:pt idx="6843">
                  <c:v>6843</c:v>
                </c:pt>
                <c:pt idx="6844">
                  <c:v>6844</c:v>
                </c:pt>
                <c:pt idx="6845">
                  <c:v>6845</c:v>
                </c:pt>
                <c:pt idx="6846">
                  <c:v>6846</c:v>
                </c:pt>
                <c:pt idx="6847">
                  <c:v>6847</c:v>
                </c:pt>
                <c:pt idx="6848">
                  <c:v>6848</c:v>
                </c:pt>
                <c:pt idx="6849">
                  <c:v>6849</c:v>
                </c:pt>
                <c:pt idx="6850">
                  <c:v>6850</c:v>
                </c:pt>
                <c:pt idx="6851">
                  <c:v>6851</c:v>
                </c:pt>
                <c:pt idx="6852">
                  <c:v>6852</c:v>
                </c:pt>
                <c:pt idx="6853">
                  <c:v>6853</c:v>
                </c:pt>
                <c:pt idx="6854">
                  <c:v>6854</c:v>
                </c:pt>
                <c:pt idx="6855">
                  <c:v>6855</c:v>
                </c:pt>
                <c:pt idx="6856">
                  <c:v>6856</c:v>
                </c:pt>
                <c:pt idx="6857">
                  <c:v>6857</c:v>
                </c:pt>
                <c:pt idx="6858">
                  <c:v>6858</c:v>
                </c:pt>
                <c:pt idx="6859">
                  <c:v>6859</c:v>
                </c:pt>
                <c:pt idx="6860">
                  <c:v>6860</c:v>
                </c:pt>
                <c:pt idx="6861">
                  <c:v>6861</c:v>
                </c:pt>
                <c:pt idx="6862">
                  <c:v>6862</c:v>
                </c:pt>
                <c:pt idx="6863">
                  <c:v>6863</c:v>
                </c:pt>
                <c:pt idx="6864">
                  <c:v>6864</c:v>
                </c:pt>
                <c:pt idx="6865">
                  <c:v>6865</c:v>
                </c:pt>
                <c:pt idx="6866">
                  <c:v>6866</c:v>
                </c:pt>
                <c:pt idx="6867">
                  <c:v>6867</c:v>
                </c:pt>
                <c:pt idx="6868">
                  <c:v>6868</c:v>
                </c:pt>
                <c:pt idx="6869">
                  <c:v>6869</c:v>
                </c:pt>
                <c:pt idx="6870">
                  <c:v>6870</c:v>
                </c:pt>
                <c:pt idx="6871">
                  <c:v>6871</c:v>
                </c:pt>
                <c:pt idx="6872">
                  <c:v>6872</c:v>
                </c:pt>
                <c:pt idx="6873">
                  <c:v>6873</c:v>
                </c:pt>
                <c:pt idx="6874">
                  <c:v>6874</c:v>
                </c:pt>
                <c:pt idx="6875">
                  <c:v>6875</c:v>
                </c:pt>
                <c:pt idx="6876">
                  <c:v>6876</c:v>
                </c:pt>
                <c:pt idx="6877">
                  <c:v>6877</c:v>
                </c:pt>
                <c:pt idx="6878">
                  <c:v>6878</c:v>
                </c:pt>
                <c:pt idx="6879">
                  <c:v>6879</c:v>
                </c:pt>
                <c:pt idx="6880">
                  <c:v>6880</c:v>
                </c:pt>
                <c:pt idx="6881">
                  <c:v>6881</c:v>
                </c:pt>
                <c:pt idx="6882">
                  <c:v>6882</c:v>
                </c:pt>
                <c:pt idx="6883">
                  <c:v>6883</c:v>
                </c:pt>
                <c:pt idx="6884">
                  <c:v>6884</c:v>
                </c:pt>
                <c:pt idx="6885">
                  <c:v>6885</c:v>
                </c:pt>
                <c:pt idx="6886">
                  <c:v>6886</c:v>
                </c:pt>
                <c:pt idx="6887">
                  <c:v>6887</c:v>
                </c:pt>
                <c:pt idx="6888">
                  <c:v>6888</c:v>
                </c:pt>
                <c:pt idx="6889">
                  <c:v>6889</c:v>
                </c:pt>
                <c:pt idx="6890">
                  <c:v>6890</c:v>
                </c:pt>
                <c:pt idx="6891">
                  <c:v>6891</c:v>
                </c:pt>
                <c:pt idx="6892">
                  <c:v>6892</c:v>
                </c:pt>
                <c:pt idx="6893">
                  <c:v>6893</c:v>
                </c:pt>
                <c:pt idx="6894">
                  <c:v>6894</c:v>
                </c:pt>
                <c:pt idx="6895">
                  <c:v>6895</c:v>
                </c:pt>
                <c:pt idx="6896">
                  <c:v>6896</c:v>
                </c:pt>
                <c:pt idx="6897">
                  <c:v>6897</c:v>
                </c:pt>
                <c:pt idx="6898">
                  <c:v>6898</c:v>
                </c:pt>
                <c:pt idx="6899">
                  <c:v>6899</c:v>
                </c:pt>
                <c:pt idx="6900">
                  <c:v>6900</c:v>
                </c:pt>
                <c:pt idx="6901">
                  <c:v>6901</c:v>
                </c:pt>
                <c:pt idx="6902">
                  <c:v>6902</c:v>
                </c:pt>
                <c:pt idx="6903">
                  <c:v>6903</c:v>
                </c:pt>
                <c:pt idx="6904">
                  <c:v>6904</c:v>
                </c:pt>
                <c:pt idx="6905">
                  <c:v>6905</c:v>
                </c:pt>
                <c:pt idx="6906">
                  <c:v>6906</c:v>
                </c:pt>
                <c:pt idx="6907">
                  <c:v>6907</c:v>
                </c:pt>
                <c:pt idx="6908">
                  <c:v>6908</c:v>
                </c:pt>
                <c:pt idx="6909">
                  <c:v>6909</c:v>
                </c:pt>
                <c:pt idx="6910">
                  <c:v>6910</c:v>
                </c:pt>
                <c:pt idx="6911">
                  <c:v>6911</c:v>
                </c:pt>
                <c:pt idx="6912">
                  <c:v>6912</c:v>
                </c:pt>
                <c:pt idx="6913">
                  <c:v>6913</c:v>
                </c:pt>
                <c:pt idx="6914">
                  <c:v>6914</c:v>
                </c:pt>
                <c:pt idx="6915">
                  <c:v>6915</c:v>
                </c:pt>
                <c:pt idx="6916">
                  <c:v>6916</c:v>
                </c:pt>
                <c:pt idx="6917">
                  <c:v>6917</c:v>
                </c:pt>
                <c:pt idx="6918">
                  <c:v>6918</c:v>
                </c:pt>
                <c:pt idx="6919">
                  <c:v>6919</c:v>
                </c:pt>
                <c:pt idx="6920">
                  <c:v>6920</c:v>
                </c:pt>
                <c:pt idx="6921">
                  <c:v>6921</c:v>
                </c:pt>
                <c:pt idx="6922">
                  <c:v>6922</c:v>
                </c:pt>
                <c:pt idx="6923">
                  <c:v>6923</c:v>
                </c:pt>
                <c:pt idx="6924">
                  <c:v>6924</c:v>
                </c:pt>
                <c:pt idx="6925">
                  <c:v>6925</c:v>
                </c:pt>
                <c:pt idx="6926">
                  <c:v>6926</c:v>
                </c:pt>
                <c:pt idx="6927">
                  <c:v>6927</c:v>
                </c:pt>
                <c:pt idx="6928">
                  <c:v>6928</c:v>
                </c:pt>
                <c:pt idx="6929">
                  <c:v>6929</c:v>
                </c:pt>
                <c:pt idx="6930">
                  <c:v>6930</c:v>
                </c:pt>
                <c:pt idx="6931">
                  <c:v>6931</c:v>
                </c:pt>
                <c:pt idx="6932">
                  <c:v>6932</c:v>
                </c:pt>
                <c:pt idx="6933">
                  <c:v>6933</c:v>
                </c:pt>
                <c:pt idx="6934">
                  <c:v>6934</c:v>
                </c:pt>
                <c:pt idx="6935">
                  <c:v>6935</c:v>
                </c:pt>
                <c:pt idx="6936">
                  <c:v>6936</c:v>
                </c:pt>
                <c:pt idx="6937">
                  <c:v>6937</c:v>
                </c:pt>
                <c:pt idx="6938">
                  <c:v>6938</c:v>
                </c:pt>
                <c:pt idx="6939">
                  <c:v>6939</c:v>
                </c:pt>
                <c:pt idx="6940">
                  <c:v>6940</c:v>
                </c:pt>
                <c:pt idx="6941">
                  <c:v>6941</c:v>
                </c:pt>
                <c:pt idx="6942">
                  <c:v>6942</c:v>
                </c:pt>
                <c:pt idx="6943">
                  <c:v>6943</c:v>
                </c:pt>
                <c:pt idx="6944">
                  <c:v>6944</c:v>
                </c:pt>
                <c:pt idx="6945">
                  <c:v>6945</c:v>
                </c:pt>
                <c:pt idx="6946">
                  <c:v>6946</c:v>
                </c:pt>
                <c:pt idx="6947">
                  <c:v>6947</c:v>
                </c:pt>
                <c:pt idx="6948">
                  <c:v>6948</c:v>
                </c:pt>
                <c:pt idx="6949">
                  <c:v>6949</c:v>
                </c:pt>
                <c:pt idx="6950">
                  <c:v>6950</c:v>
                </c:pt>
                <c:pt idx="6951">
                  <c:v>6951</c:v>
                </c:pt>
                <c:pt idx="6952">
                  <c:v>6952</c:v>
                </c:pt>
                <c:pt idx="6953">
                  <c:v>6953</c:v>
                </c:pt>
                <c:pt idx="6954">
                  <c:v>6954</c:v>
                </c:pt>
                <c:pt idx="6955">
                  <c:v>6955</c:v>
                </c:pt>
                <c:pt idx="6956">
                  <c:v>6956</c:v>
                </c:pt>
                <c:pt idx="6957">
                  <c:v>6957</c:v>
                </c:pt>
                <c:pt idx="6958">
                  <c:v>6958</c:v>
                </c:pt>
                <c:pt idx="6959">
                  <c:v>6959</c:v>
                </c:pt>
                <c:pt idx="6960">
                  <c:v>6960</c:v>
                </c:pt>
                <c:pt idx="6961">
                  <c:v>6961</c:v>
                </c:pt>
                <c:pt idx="6962">
                  <c:v>6962</c:v>
                </c:pt>
                <c:pt idx="6963">
                  <c:v>6963</c:v>
                </c:pt>
                <c:pt idx="6964">
                  <c:v>6964</c:v>
                </c:pt>
                <c:pt idx="6965">
                  <c:v>6965</c:v>
                </c:pt>
                <c:pt idx="6966">
                  <c:v>6966</c:v>
                </c:pt>
                <c:pt idx="6967">
                  <c:v>6967</c:v>
                </c:pt>
                <c:pt idx="6968">
                  <c:v>6968</c:v>
                </c:pt>
                <c:pt idx="6969">
                  <c:v>6969</c:v>
                </c:pt>
                <c:pt idx="6970">
                  <c:v>6970</c:v>
                </c:pt>
                <c:pt idx="6971">
                  <c:v>6971</c:v>
                </c:pt>
                <c:pt idx="6972">
                  <c:v>6972</c:v>
                </c:pt>
                <c:pt idx="6973">
                  <c:v>6973</c:v>
                </c:pt>
                <c:pt idx="6974">
                  <c:v>6974</c:v>
                </c:pt>
                <c:pt idx="6975">
                  <c:v>6975</c:v>
                </c:pt>
                <c:pt idx="6976">
                  <c:v>6976</c:v>
                </c:pt>
                <c:pt idx="6977">
                  <c:v>6977</c:v>
                </c:pt>
                <c:pt idx="6978">
                  <c:v>6978</c:v>
                </c:pt>
                <c:pt idx="6979">
                  <c:v>6979</c:v>
                </c:pt>
                <c:pt idx="6980">
                  <c:v>6980</c:v>
                </c:pt>
                <c:pt idx="6981">
                  <c:v>6981</c:v>
                </c:pt>
                <c:pt idx="6982">
                  <c:v>6982</c:v>
                </c:pt>
                <c:pt idx="6983">
                  <c:v>6983</c:v>
                </c:pt>
                <c:pt idx="6984">
                  <c:v>6984</c:v>
                </c:pt>
                <c:pt idx="6985">
                  <c:v>6985</c:v>
                </c:pt>
                <c:pt idx="6986">
                  <c:v>6986</c:v>
                </c:pt>
                <c:pt idx="6987">
                  <c:v>6987</c:v>
                </c:pt>
                <c:pt idx="6988">
                  <c:v>6988</c:v>
                </c:pt>
                <c:pt idx="6989">
                  <c:v>6989</c:v>
                </c:pt>
                <c:pt idx="6990">
                  <c:v>6990</c:v>
                </c:pt>
                <c:pt idx="6991">
                  <c:v>6991</c:v>
                </c:pt>
                <c:pt idx="6992">
                  <c:v>6992</c:v>
                </c:pt>
                <c:pt idx="6993">
                  <c:v>6993</c:v>
                </c:pt>
                <c:pt idx="6994">
                  <c:v>6994</c:v>
                </c:pt>
                <c:pt idx="6995">
                  <c:v>6995</c:v>
                </c:pt>
                <c:pt idx="6996">
                  <c:v>6996</c:v>
                </c:pt>
                <c:pt idx="6997">
                  <c:v>6997</c:v>
                </c:pt>
                <c:pt idx="6998">
                  <c:v>6998</c:v>
                </c:pt>
                <c:pt idx="6999">
                  <c:v>6999</c:v>
                </c:pt>
                <c:pt idx="7000">
                  <c:v>7000</c:v>
                </c:pt>
                <c:pt idx="7001">
                  <c:v>7001</c:v>
                </c:pt>
                <c:pt idx="7002">
                  <c:v>7002</c:v>
                </c:pt>
                <c:pt idx="7003">
                  <c:v>7003</c:v>
                </c:pt>
                <c:pt idx="7004">
                  <c:v>7004</c:v>
                </c:pt>
                <c:pt idx="7005">
                  <c:v>7005</c:v>
                </c:pt>
                <c:pt idx="7006">
                  <c:v>7006</c:v>
                </c:pt>
                <c:pt idx="7007">
                  <c:v>7007</c:v>
                </c:pt>
                <c:pt idx="7008">
                  <c:v>7008</c:v>
                </c:pt>
                <c:pt idx="7009">
                  <c:v>7009</c:v>
                </c:pt>
                <c:pt idx="7010">
                  <c:v>7010</c:v>
                </c:pt>
                <c:pt idx="7011">
                  <c:v>7011</c:v>
                </c:pt>
                <c:pt idx="7012">
                  <c:v>7012</c:v>
                </c:pt>
                <c:pt idx="7013">
                  <c:v>7013</c:v>
                </c:pt>
                <c:pt idx="7014">
                  <c:v>7014</c:v>
                </c:pt>
                <c:pt idx="7015">
                  <c:v>7015</c:v>
                </c:pt>
                <c:pt idx="7016">
                  <c:v>7016</c:v>
                </c:pt>
                <c:pt idx="7017">
                  <c:v>7017</c:v>
                </c:pt>
                <c:pt idx="7018">
                  <c:v>7018</c:v>
                </c:pt>
                <c:pt idx="7019">
                  <c:v>7019</c:v>
                </c:pt>
                <c:pt idx="7020">
                  <c:v>7020</c:v>
                </c:pt>
                <c:pt idx="7021">
                  <c:v>7021</c:v>
                </c:pt>
                <c:pt idx="7022">
                  <c:v>7022</c:v>
                </c:pt>
                <c:pt idx="7023">
                  <c:v>7023</c:v>
                </c:pt>
                <c:pt idx="7024">
                  <c:v>7024</c:v>
                </c:pt>
                <c:pt idx="7025">
                  <c:v>7025</c:v>
                </c:pt>
                <c:pt idx="7026">
                  <c:v>7026</c:v>
                </c:pt>
                <c:pt idx="7027">
                  <c:v>7027</c:v>
                </c:pt>
                <c:pt idx="7028">
                  <c:v>7028</c:v>
                </c:pt>
                <c:pt idx="7029">
                  <c:v>7029</c:v>
                </c:pt>
                <c:pt idx="7030">
                  <c:v>7030</c:v>
                </c:pt>
                <c:pt idx="7031">
                  <c:v>7031</c:v>
                </c:pt>
                <c:pt idx="7032">
                  <c:v>7032</c:v>
                </c:pt>
                <c:pt idx="7033">
                  <c:v>7033</c:v>
                </c:pt>
                <c:pt idx="7034">
                  <c:v>7034</c:v>
                </c:pt>
                <c:pt idx="7035">
                  <c:v>7035</c:v>
                </c:pt>
                <c:pt idx="7036">
                  <c:v>7036</c:v>
                </c:pt>
                <c:pt idx="7037">
                  <c:v>7037</c:v>
                </c:pt>
                <c:pt idx="7038">
                  <c:v>7038</c:v>
                </c:pt>
                <c:pt idx="7039">
                  <c:v>7039</c:v>
                </c:pt>
                <c:pt idx="7040">
                  <c:v>7040</c:v>
                </c:pt>
                <c:pt idx="7041">
                  <c:v>7041</c:v>
                </c:pt>
                <c:pt idx="7042">
                  <c:v>7042</c:v>
                </c:pt>
                <c:pt idx="7043">
                  <c:v>7043</c:v>
                </c:pt>
                <c:pt idx="7044">
                  <c:v>7044</c:v>
                </c:pt>
                <c:pt idx="7045">
                  <c:v>7045</c:v>
                </c:pt>
                <c:pt idx="7046">
                  <c:v>7046</c:v>
                </c:pt>
                <c:pt idx="7047">
                  <c:v>7047</c:v>
                </c:pt>
                <c:pt idx="7048">
                  <c:v>7048</c:v>
                </c:pt>
                <c:pt idx="7049">
                  <c:v>7049</c:v>
                </c:pt>
                <c:pt idx="7050">
                  <c:v>7050</c:v>
                </c:pt>
                <c:pt idx="7051">
                  <c:v>7051</c:v>
                </c:pt>
                <c:pt idx="7052">
                  <c:v>7052</c:v>
                </c:pt>
                <c:pt idx="7053">
                  <c:v>7053</c:v>
                </c:pt>
                <c:pt idx="7054">
                  <c:v>7054</c:v>
                </c:pt>
                <c:pt idx="7055">
                  <c:v>7055</c:v>
                </c:pt>
                <c:pt idx="7056">
                  <c:v>7056</c:v>
                </c:pt>
                <c:pt idx="7057">
                  <c:v>7057</c:v>
                </c:pt>
                <c:pt idx="7058">
                  <c:v>7058</c:v>
                </c:pt>
                <c:pt idx="7059">
                  <c:v>7059</c:v>
                </c:pt>
                <c:pt idx="7060">
                  <c:v>7060</c:v>
                </c:pt>
                <c:pt idx="7061">
                  <c:v>7061</c:v>
                </c:pt>
                <c:pt idx="7062">
                  <c:v>7062</c:v>
                </c:pt>
                <c:pt idx="7063">
                  <c:v>7063</c:v>
                </c:pt>
                <c:pt idx="7064">
                  <c:v>7064</c:v>
                </c:pt>
                <c:pt idx="7065">
                  <c:v>7065</c:v>
                </c:pt>
                <c:pt idx="7066">
                  <c:v>7066</c:v>
                </c:pt>
                <c:pt idx="7067">
                  <c:v>7067</c:v>
                </c:pt>
                <c:pt idx="7068">
                  <c:v>7068</c:v>
                </c:pt>
                <c:pt idx="7069">
                  <c:v>7069</c:v>
                </c:pt>
                <c:pt idx="7070">
                  <c:v>7070</c:v>
                </c:pt>
                <c:pt idx="7071">
                  <c:v>7071</c:v>
                </c:pt>
                <c:pt idx="7072">
                  <c:v>7072</c:v>
                </c:pt>
                <c:pt idx="7073">
                  <c:v>7073</c:v>
                </c:pt>
                <c:pt idx="7074">
                  <c:v>7074</c:v>
                </c:pt>
                <c:pt idx="7075">
                  <c:v>7075</c:v>
                </c:pt>
                <c:pt idx="7076">
                  <c:v>7076</c:v>
                </c:pt>
                <c:pt idx="7077">
                  <c:v>7077</c:v>
                </c:pt>
                <c:pt idx="7078">
                  <c:v>7078</c:v>
                </c:pt>
                <c:pt idx="7079">
                  <c:v>7079</c:v>
                </c:pt>
                <c:pt idx="7080">
                  <c:v>7080</c:v>
                </c:pt>
                <c:pt idx="7081">
                  <c:v>7081</c:v>
                </c:pt>
                <c:pt idx="7082">
                  <c:v>7082</c:v>
                </c:pt>
                <c:pt idx="7083">
                  <c:v>7083</c:v>
                </c:pt>
                <c:pt idx="7084">
                  <c:v>7084</c:v>
                </c:pt>
                <c:pt idx="7085">
                  <c:v>7085</c:v>
                </c:pt>
                <c:pt idx="7086">
                  <c:v>7086</c:v>
                </c:pt>
                <c:pt idx="7087">
                  <c:v>7087</c:v>
                </c:pt>
                <c:pt idx="7088">
                  <c:v>7088</c:v>
                </c:pt>
                <c:pt idx="7089">
                  <c:v>7089</c:v>
                </c:pt>
                <c:pt idx="7090">
                  <c:v>7090</c:v>
                </c:pt>
                <c:pt idx="7091">
                  <c:v>7091</c:v>
                </c:pt>
                <c:pt idx="7092">
                  <c:v>7092</c:v>
                </c:pt>
                <c:pt idx="7093">
                  <c:v>7093</c:v>
                </c:pt>
                <c:pt idx="7094">
                  <c:v>7094</c:v>
                </c:pt>
                <c:pt idx="7095">
                  <c:v>7095</c:v>
                </c:pt>
                <c:pt idx="7096">
                  <c:v>7096</c:v>
                </c:pt>
                <c:pt idx="7097">
                  <c:v>7097</c:v>
                </c:pt>
                <c:pt idx="7098">
                  <c:v>7098</c:v>
                </c:pt>
                <c:pt idx="7099">
                  <c:v>7099</c:v>
                </c:pt>
                <c:pt idx="7100">
                  <c:v>7100</c:v>
                </c:pt>
                <c:pt idx="7101">
                  <c:v>7101</c:v>
                </c:pt>
                <c:pt idx="7102">
                  <c:v>7102</c:v>
                </c:pt>
                <c:pt idx="7103">
                  <c:v>7103</c:v>
                </c:pt>
                <c:pt idx="7104">
                  <c:v>7104</c:v>
                </c:pt>
                <c:pt idx="7105">
                  <c:v>7105</c:v>
                </c:pt>
                <c:pt idx="7106">
                  <c:v>7106</c:v>
                </c:pt>
                <c:pt idx="7107">
                  <c:v>7107</c:v>
                </c:pt>
                <c:pt idx="7108">
                  <c:v>7108</c:v>
                </c:pt>
                <c:pt idx="7109">
                  <c:v>7109</c:v>
                </c:pt>
                <c:pt idx="7110">
                  <c:v>7110</c:v>
                </c:pt>
                <c:pt idx="7111">
                  <c:v>7111</c:v>
                </c:pt>
                <c:pt idx="7112">
                  <c:v>7112</c:v>
                </c:pt>
                <c:pt idx="7113">
                  <c:v>7113</c:v>
                </c:pt>
                <c:pt idx="7114">
                  <c:v>7114</c:v>
                </c:pt>
                <c:pt idx="7115">
                  <c:v>7115</c:v>
                </c:pt>
                <c:pt idx="7116">
                  <c:v>7116</c:v>
                </c:pt>
                <c:pt idx="7117">
                  <c:v>7117</c:v>
                </c:pt>
                <c:pt idx="7118">
                  <c:v>7118</c:v>
                </c:pt>
                <c:pt idx="7119">
                  <c:v>7119</c:v>
                </c:pt>
                <c:pt idx="7120">
                  <c:v>7120</c:v>
                </c:pt>
                <c:pt idx="7121">
                  <c:v>7121</c:v>
                </c:pt>
                <c:pt idx="7122">
                  <c:v>7122</c:v>
                </c:pt>
                <c:pt idx="7123">
                  <c:v>7123</c:v>
                </c:pt>
                <c:pt idx="7124">
                  <c:v>7124</c:v>
                </c:pt>
                <c:pt idx="7125">
                  <c:v>7125</c:v>
                </c:pt>
                <c:pt idx="7126">
                  <c:v>7126</c:v>
                </c:pt>
                <c:pt idx="7127">
                  <c:v>7127</c:v>
                </c:pt>
                <c:pt idx="7128">
                  <c:v>7128</c:v>
                </c:pt>
                <c:pt idx="7129">
                  <c:v>7129</c:v>
                </c:pt>
                <c:pt idx="7130">
                  <c:v>7130</c:v>
                </c:pt>
                <c:pt idx="7131">
                  <c:v>7131</c:v>
                </c:pt>
                <c:pt idx="7132">
                  <c:v>7132</c:v>
                </c:pt>
                <c:pt idx="7133">
                  <c:v>7133</c:v>
                </c:pt>
                <c:pt idx="7134">
                  <c:v>7134</c:v>
                </c:pt>
                <c:pt idx="7135">
                  <c:v>7135</c:v>
                </c:pt>
                <c:pt idx="7136">
                  <c:v>7136</c:v>
                </c:pt>
                <c:pt idx="7137">
                  <c:v>7137</c:v>
                </c:pt>
                <c:pt idx="7138">
                  <c:v>7138</c:v>
                </c:pt>
                <c:pt idx="7139">
                  <c:v>7139</c:v>
                </c:pt>
                <c:pt idx="7140">
                  <c:v>7140</c:v>
                </c:pt>
                <c:pt idx="7141">
                  <c:v>7141</c:v>
                </c:pt>
                <c:pt idx="7142">
                  <c:v>7142</c:v>
                </c:pt>
                <c:pt idx="7143">
                  <c:v>7143</c:v>
                </c:pt>
                <c:pt idx="7144">
                  <c:v>7144</c:v>
                </c:pt>
                <c:pt idx="7145">
                  <c:v>7145</c:v>
                </c:pt>
                <c:pt idx="7146">
                  <c:v>7146</c:v>
                </c:pt>
                <c:pt idx="7147">
                  <c:v>7147</c:v>
                </c:pt>
                <c:pt idx="7148">
                  <c:v>7148</c:v>
                </c:pt>
                <c:pt idx="7149">
                  <c:v>7149</c:v>
                </c:pt>
                <c:pt idx="7150">
                  <c:v>7150</c:v>
                </c:pt>
                <c:pt idx="7151">
                  <c:v>7151</c:v>
                </c:pt>
                <c:pt idx="7152">
                  <c:v>7152</c:v>
                </c:pt>
                <c:pt idx="7153">
                  <c:v>7153</c:v>
                </c:pt>
                <c:pt idx="7154">
                  <c:v>7154</c:v>
                </c:pt>
                <c:pt idx="7155">
                  <c:v>7155</c:v>
                </c:pt>
                <c:pt idx="7156">
                  <c:v>7156</c:v>
                </c:pt>
                <c:pt idx="7157">
                  <c:v>7157</c:v>
                </c:pt>
                <c:pt idx="7158">
                  <c:v>7158</c:v>
                </c:pt>
                <c:pt idx="7159">
                  <c:v>7159</c:v>
                </c:pt>
                <c:pt idx="7160">
                  <c:v>7160</c:v>
                </c:pt>
                <c:pt idx="7161">
                  <c:v>7161</c:v>
                </c:pt>
                <c:pt idx="7162">
                  <c:v>7162</c:v>
                </c:pt>
                <c:pt idx="7163">
                  <c:v>7163</c:v>
                </c:pt>
                <c:pt idx="7164">
                  <c:v>7164</c:v>
                </c:pt>
                <c:pt idx="7165">
                  <c:v>7165</c:v>
                </c:pt>
                <c:pt idx="7166">
                  <c:v>7166</c:v>
                </c:pt>
                <c:pt idx="7167">
                  <c:v>7167</c:v>
                </c:pt>
                <c:pt idx="7168">
                  <c:v>7168</c:v>
                </c:pt>
                <c:pt idx="7169">
                  <c:v>7169</c:v>
                </c:pt>
                <c:pt idx="7170">
                  <c:v>7170</c:v>
                </c:pt>
                <c:pt idx="7171">
                  <c:v>7171</c:v>
                </c:pt>
                <c:pt idx="7172">
                  <c:v>7172</c:v>
                </c:pt>
                <c:pt idx="7173">
                  <c:v>7173</c:v>
                </c:pt>
                <c:pt idx="7174">
                  <c:v>7174</c:v>
                </c:pt>
                <c:pt idx="7175">
                  <c:v>7175</c:v>
                </c:pt>
                <c:pt idx="7176">
                  <c:v>7176</c:v>
                </c:pt>
                <c:pt idx="7177">
                  <c:v>7177</c:v>
                </c:pt>
                <c:pt idx="7178">
                  <c:v>7178</c:v>
                </c:pt>
                <c:pt idx="7179">
                  <c:v>7179</c:v>
                </c:pt>
                <c:pt idx="7180">
                  <c:v>7180</c:v>
                </c:pt>
                <c:pt idx="7181">
                  <c:v>7181</c:v>
                </c:pt>
                <c:pt idx="7182">
                  <c:v>7182</c:v>
                </c:pt>
                <c:pt idx="7183">
                  <c:v>7183</c:v>
                </c:pt>
                <c:pt idx="7184">
                  <c:v>7184</c:v>
                </c:pt>
                <c:pt idx="7185">
                  <c:v>7185</c:v>
                </c:pt>
                <c:pt idx="7186">
                  <c:v>7186</c:v>
                </c:pt>
                <c:pt idx="7187">
                  <c:v>7187</c:v>
                </c:pt>
                <c:pt idx="7188">
                  <c:v>7188</c:v>
                </c:pt>
                <c:pt idx="7189">
                  <c:v>7189</c:v>
                </c:pt>
                <c:pt idx="7190">
                  <c:v>7190</c:v>
                </c:pt>
                <c:pt idx="7191">
                  <c:v>7191</c:v>
                </c:pt>
                <c:pt idx="7192">
                  <c:v>7192</c:v>
                </c:pt>
                <c:pt idx="7193">
                  <c:v>7193</c:v>
                </c:pt>
                <c:pt idx="7194">
                  <c:v>7194</c:v>
                </c:pt>
                <c:pt idx="7195">
                  <c:v>7195</c:v>
                </c:pt>
                <c:pt idx="7196">
                  <c:v>7196</c:v>
                </c:pt>
                <c:pt idx="7197">
                  <c:v>7197</c:v>
                </c:pt>
                <c:pt idx="7198">
                  <c:v>7198</c:v>
                </c:pt>
                <c:pt idx="7199">
                  <c:v>7199</c:v>
                </c:pt>
                <c:pt idx="7200">
                  <c:v>7200</c:v>
                </c:pt>
                <c:pt idx="7201">
                  <c:v>7201</c:v>
                </c:pt>
                <c:pt idx="7202">
                  <c:v>7202</c:v>
                </c:pt>
                <c:pt idx="7203">
                  <c:v>7203</c:v>
                </c:pt>
                <c:pt idx="7204">
                  <c:v>7204</c:v>
                </c:pt>
                <c:pt idx="7205">
                  <c:v>7205</c:v>
                </c:pt>
                <c:pt idx="7206">
                  <c:v>7206</c:v>
                </c:pt>
                <c:pt idx="7207">
                  <c:v>7207</c:v>
                </c:pt>
                <c:pt idx="7208">
                  <c:v>7208</c:v>
                </c:pt>
                <c:pt idx="7209">
                  <c:v>7209</c:v>
                </c:pt>
                <c:pt idx="7210">
                  <c:v>7210</c:v>
                </c:pt>
                <c:pt idx="7211">
                  <c:v>7211</c:v>
                </c:pt>
                <c:pt idx="7212">
                  <c:v>7212</c:v>
                </c:pt>
                <c:pt idx="7213">
                  <c:v>7213</c:v>
                </c:pt>
                <c:pt idx="7214">
                  <c:v>7214</c:v>
                </c:pt>
                <c:pt idx="7215">
                  <c:v>7215</c:v>
                </c:pt>
                <c:pt idx="7216">
                  <c:v>7216</c:v>
                </c:pt>
                <c:pt idx="7217">
                  <c:v>7217</c:v>
                </c:pt>
                <c:pt idx="7218">
                  <c:v>7218</c:v>
                </c:pt>
                <c:pt idx="7219">
                  <c:v>7219</c:v>
                </c:pt>
                <c:pt idx="7220">
                  <c:v>7220</c:v>
                </c:pt>
                <c:pt idx="7221">
                  <c:v>7221</c:v>
                </c:pt>
                <c:pt idx="7222">
                  <c:v>7222</c:v>
                </c:pt>
                <c:pt idx="7223">
                  <c:v>7223</c:v>
                </c:pt>
                <c:pt idx="7224">
                  <c:v>7224</c:v>
                </c:pt>
                <c:pt idx="7225">
                  <c:v>7225</c:v>
                </c:pt>
                <c:pt idx="7226">
                  <c:v>7226</c:v>
                </c:pt>
                <c:pt idx="7227">
                  <c:v>7227</c:v>
                </c:pt>
                <c:pt idx="7228">
                  <c:v>7228</c:v>
                </c:pt>
                <c:pt idx="7229">
                  <c:v>7229</c:v>
                </c:pt>
                <c:pt idx="7230">
                  <c:v>7230</c:v>
                </c:pt>
                <c:pt idx="7231">
                  <c:v>7231</c:v>
                </c:pt>
                <c:pt idx="7232">
                  <c:v>7232</c:v>
                </c:pt>
                <c:pt idx="7233">
                  <c:v>7233</c:v>
                </c:pt>
                <c:pt idx="7234">
                  <c:v>7234</c:v>
                </c:pt>
                <c:pt idx="7235">
                  <c:v>7235</c:v>
                </c:pt>
                <c:pt idx="7236">
                  <c:v>7236</c:v>
                </c:pt>
                <c:pt idx="7237">
                  <c:v>7237</c:v>
                </c:pt>
                <c:pt idx="7238">
                  <c:v>7238</c:v>
                </c:pt>
                <c:pt idx="7239">
                  <c:v>7239</c:v>
                </c:pt>
                <c:pt idx="7240">
                  <c:v>7240</c:v>
                </c:pt>
                <c:pt idx="7241">
                  <c:v>7241</c:v>
                </c:pt>
                <c:pt idx="7242">
                  <c:v>7242</c:v>
                </c:pt>
                <c:pt idx="7243">
                  <c:v>7243</c:v>
                </c:pt>
                <c:pt idx="7244">
                  <c:v>7244</c:v>
                </c:pt>
                <c:pt idx="7245">
                  <c:v>7245</c:v>
                </c:pt>
                <c:pt idx="7246">
                  <c:v>7246</c:v>
                </c:pt>
                <c:pt idx="7247">
                  <c:v>7247</c:v>
                </c:pt>
                <c:pt idx="7248">
                  <c:v>7248</c:v>
                </c:pt>
                <c:pt idx="7249">
                  <c:v>7249</c:v>
                </c:pt>
                <c:pt idx="7250">
                  <c:v>7250</c:v>
                </c:pt>
                <c:pt idx="7251">
                  <c:v>7251</c:v>
                </c:pt>
                <c:pt idx="7252">
                  <c:v>7252</c:v>
                </c:pt>
                <c:pt idx="7253">
                  <c:v>7253</c:v>
                </c:pt>
                <c:pt idx="7254">
                  <c:v>7254</c:v>
                </c:pt>
                <c:pt idx="7255">
                  <c:v>7255</c:v>
                </c:pt>
                <c:pt idx="7256">
                  <c:v>7256</c:v>
                </c:pt>
                <c:pt idx="7257">
                  <c:v>7257</c:v>
                </c:pt>
                <c:pt idx="7258">
                  <c:v>7258</c:v>
                </c:pt>
                <c:pt idx="7259">
                  <c:v>7259</c:v>
                </c:pt>
                <c:pt idx="7260">
                  <c:v>7260</c:v>
                </c:pt>
                <c:pt idx="7261">
                  <c:v>7261</c:v>
                </c:pt>
                <c:pt idx="7262">
                  <c:v>7262</c:v>
                </c:pt>
                <c:pt idx="7263">
                  <c:v>7263</c:v>
                </c:pt>
                <c:pt idx="7264">
                  <c:v>7264</c:v>
                </c:pt>
                <c:pt idx="7265">
                  <c:v>7265</c:v>
                </c:pt>
                <c:pt idx="7266">
                  <c:v>7266</c:v>
                </c:pt>
                <c:pt idx="7267">
                  <c:v>7267</c:v>
                </c:pt>
                <c:pt idx="7268">
                  <c:v>7268</c:v>
                </c:pt>
                <c:pt idx="7269">
                  <c:v>7269</c:v>
                </c:pt>
                <c:pt idx="7270">
                  <c:v>7270</c:v>
                </c:pt>
                <c:pt idx="7271">
                  <c:v>7271</c:v>
                </c:pt>
                <c:pt idx="7272">
                  <c:v>7272</c:v>
                </c:pt>
                <c:pt idx="7273">
                  <c:v>7273</c:v>
                </c:pt>
                <c:pt idx="7274">
                  <c:v>7274</c:v>
                </c:pt>
                <c:pt idx="7275">
                  <c:v>7275</c:v>
                </c:pt>
                <c:pt idx="7276">
                  <c:v>7276</c:v>
                </c:pt>
                <c:pt idx="7277">
                  <c:v>7277</c:v>
                </c:pt>
                <c:pt idx="7278">
                  <c:v>7278</c:v>
                </c:pt>
                <c:pt idx="7279">
                  <c:v>7279</c:v>
                </c:pt>
                <c:pt idx="7280">
                  <c:v>7280</c:v>
                </c:pt>
                <c:pt idx="7281">
                  <c:v>7281</c:v>
                </c:pt>
                <c:pt idx="7282">
                  <c:v>7282</c:v>
                </c:pt>
                <c:pt idx="7283">
                  <c:v>7283</c:v>
                </c:pt>
                <c:pt idx="7284">
                  <c:v>7284</c:v>
                </c:pt>
                <c:pt idx="7285">
                  <c:v>7285</c:v>
                </c:pt>
                <c:pt idx="7286">
                  <c:v>7286</c:v>
                </c:pt>
                <c:pt idx="7287">
                  <c:v>7287</c:v>
                </c:pt>
                <c:pt idx="7288">
                  <c:v>7288</c:v>
                </c:pt>
                <c:pt idx="7289">
                  <c:v>7289</c:v>
                </c:pt>
                <c:pt idx="7290">
                  <c:v>7290</c:v>
                </c:pt>
                <c:pt idx="7291">
                  <c:v>7291</c:v>
                </c:pt>
                <c:pt idx="7292">
                  <c:v>7292</c:v>
                </c:pt>
                <c:pt idx="7293">
                  <c:v>7293</c:v>
                </c:pt>
                <c:pt idx="7294">
                  <c:v>7294</c:v>
                </c:pt>
                <c:pt idx="7295">
                  <c:v>7295</c:v>
                </c:pt>
                <c:pt idx="7296">
                  <c:v>7296</c:v>
                </c:pt>
                <c:pt idx="7297">
                  <c:v>7297</c:v>
                </c:pt>
                <c:pt idx="7298">
                  <c:v>7298</c:v>
                </c:pt>
                <c:pt idx="7299">
                  <c:v>7299</c:v>
                </c:pt>
                <c:pt idx="7300">
                  <c:v>7300</c:v>
                </c:pt>
                <c:pt idx="7301">
                  <c:v>7301</c:v>
                </c:pt>
                <c:pt idx="7302">
                  <c:v>7302</c:v>
                </c:pt>
                <c:pt idx="7303">
                  <c:v>7303</c:v>
                </c:pt>
                <c:pt idx="7304">
                  <c:v>7304</c:v>
                </c:pt>
                <c:pt idx="7305">
                  <c:v>7305</c:v>
                </c:pt>
                <c:pt idx="7306">
                  <c:v>7306</c:v>
                </c:pt>
                <c:pt idx="7307">
                  <c:v>7307</c:v>
                </c:pt>
                <c:pt idx="7308">
                  <c:v>7308</c:v>
                </c:pt>
                <c:pt idx="7309">
                  <c:v>7309</c:v>
                </c:pt>
                <c:pt idx="7310">
                  <c:v>7310</c:v>
                </c:pt>
                <c:pt idx="7311">
                  <c:v>7311</c:v>
                </c:pt>
                <c:pt idx="7312">
                  <c:v>7312</c:v>
                </c:pt>
                <c:pt idx="7313">
                  <c:v>7313</c:v>
                </c:pt>
                <c:pt idx="7314">
                  <c:v>7314</c:v>
                </c:pt>
                <c:pt idx="7315">
                  <c:v>7315</c:v>
                </c:pt>
                <c:pt idx="7316">
                  <c:v>7316</c:v>
                </c:pt>
                <c:pt idx="7317">
                  <c:v>7317</c:v>
                </c:pt>
                <c:pt idx="7318">
                  <c:v>7318</c:v>
                </c:pt>
                <c:pt idx="7319">
                  <c:v>7319</c:v>
                </c:pt>
                <c:pt idx="7320">
                  <c:v>7320</c:v>
                </c:pt>
                <c:pt idx="7321">
                  <c:v>7321</c:v>
                </c:pt>
                <c:pt idx="7322">
                  <c:v>7322</c:v>
                </c:pt>
                <c:pt idx="7323">
                  <c:v>7323</c:v>
                </c:pt>
                <c:pt idx="7324">
                  <c:v>7324</c:v>
                </c:pt>
                <c:pt idx="7325">
                  <c:v>7325</c:v>
                </c:pt>
                <c:pt idx="7326">
                  <c:v>7326</c:v>
                </c:pt>
                <c:pt idx="7327">
                  <c:v>7327</c:v>
                </c:pt>
                <c:pt idx="7328">
                  <c:v>7328</c:v>
                </c:pt>
                <c:pt idx="7329">
                  <c:v>7329</c:v>
                </c:pt>
                <c:pt idx="7330">
                  <c:v>7330</c:v>
                </c:pt>
                <c:pt idx="7331">
                  <c:v>7331</c:v>
                </c:pt>
                <c:pt idx="7332">
                  <c:v>7332</c:v>
                </c:pt>
                <c:pt idx="7333">
                  <c:v>7333</c:v>
                </c:pt>
                <c:pt idx="7334">
                  <c:v>7334</c:v>
                </c:pt>
                <c:pt idx="7335">
                  <c:v>7335</c:v>
                </c:pt>
                <c:pt idx="7336">
                  <c:v>7336</c:v>
                </c:pt>
                <c:pt idx="7337">
                  <c:v>7337</c:v>
                </c:pt>
                <c:pt idx="7338">
                  <c:v>7338</c:v>
                </c:pt>
                <c:pt idx="7339">
                  <c:v>7339</c:v>
                </c:pt>
                <c:pt idx="7340">
                  <c:v>7340</c:v>
                </c:pt>
                <c:pt idx="7341">
                  <c:v>7341</c:v>
                </c:pt>
                <c:pt idx="7342">
                  <c:v>7342</c:v>
                </c:pt>
                <c:pt idx="7343">
                  <c:v>7343</c:v>
                </c:pt>
                <c:pt idx="7344">
                  <c:v>7344</c:v>
                </c:pt>
                <c:pt idx="7345">
                  <c:v>7345</c:v>
                </c:pt>
                <c:pt idx="7346">
                  <c:v>7346</c:v>
                </c:pt>
                <c:pt idx="7347">
                  <c:v>7347</c:v>
                </c:pt>
                <c:pt idx="7348">
                  <c:v>7348</c:v>
                </c:pt>
                <c:pt idx="7349">
                  <c:v>7349</c:v>
                </c:pt>
                <c:pt idx="7350">
                  <c:v>7350</c:v>
                </c:pt>
                <c:pt idx="7351">
                  <c:v>7351</c:v>
                </c:pt>
                <c:pt idx="7352">
                  <c:v>7352</c:v>
                </c:pt>
                <c:pt idx="7353">
                  <c:v>7353</c:v>
                </c:pt>
                <c:pt idx="7354">
                  <c:v>7354</c:v>
                </c:pt>
                <c:pt idx="7355">
                  <c:v>7355</c:v>
                </c:pt>
                <c:pt idx="7356">
                  <c:v>7356</c:v>
                </c:pt>
                <c:pt idx="7357">
                  <c:v>7357</c:v>
                </c:pt>
                <c:pt idx="7358">
                  <c:v>7358</c:v>
                </c:pt>
                <c:pt idx="7359">
                  <c:v>7359</c:v>
                </c:pt>
                <c:pt idx="7360">
                  <c:v>7360</c:v>
                </c:pt>
                <c:pt idx="7361">
                  <c:v>7361</c:v>
                </c:pt>
                <c:pt idx="7362">
                  <c:v>7362</c:v>
                </c:pt>
                <c:pt idx="7363">
                  <c:v>7363</c:v>
                </c:pt>
                <c:pt idx="7364">
                  <c:v>7364</c:v>
                </c:pt>
                <c:pt idx="7365">
                  <c:v>7365</c:v>
                </c:pt>
                <c:pt idx="7366">
                  <c:v>7366</c:v>
                </c:pt>
                <c:pt idx="7367">
                  <c:v>7367</c:v>
                </c:pt>
                <c:pt idx="7368">
                  <c:v>7368</c:v>
                </c:pt>
                <c:pt idx="7369">
                  <c:v>7369</c:v>
                </c:pt>
                <c:pt idx="7370">
                  <c:v>7370</c:v>
                </c:pt>
                <c:pt idx="7371">
                  <c:v>7371</c:v>
                </c:pt>
                <c:pt idx="7372">
                  <c:v>7372</c:v>
                </c:pt>
                <c:pt idx="7373">
                  <c:v>7373</c:v>
                </c:pt>
                <c:pt idx="7374">
                  <c:v>7374</c:v>
                </c:pt>
                <c:pt idx="7375">
                  <c:v>7375</c:v>
                </c:pt>
                <c:pt idx="7376">
                  <c:v>7376</c:v>
                </c:pt>
                <c:pt idx="7377">
                  <c:v>7377</c:v>
                </c:pt>
                <c:pt idx="7378">
                  <c:v>7378</c:v>
                </c:pt>
                <c:pt idx="7379">
                  <c:v>7379</c:v>
                </c:pt>
                <c:pt idx="7380">
                  <c:v>7380</c:v>
                </c:pt>
                <c:pt idx="7381">
                  <c:v>7381</c:v>
                </c:pt>
                <c:pt idx="7382">
                  <c:v>7382</c:v>
                </c:pt>
                <c:pt idx="7383">
                  <c:v>7383</c:v>
                </c:pt>
                <c:pt idx="7384">
                  <c:v>7384</c:v>
                </c:pt>
                <c:pt idx="7385">
                  <c:v>7385</c:v>
                </c:pt>
                <c:pt idx="7386">
                  <c:v>7386</c:v>
                </c:pt>
                <c:pt idx="7387">
                  <c:v>7387</c:v>
                </c:pt>
                <c:pt idx="7388">
                  <c:v>7388</c:v>
                </c:pt>
                <c:pt idx="7389">
                  <c:v>7389</c:v>
                </c:pt>
                <c:pt idx="7390">
                  <c:v>7390</c:v>
                </c:pt>
                <c:pt idx="7391">
                  <c:v>7391</c:v>
                </c:pt>
                <c:pt idx="7392">
                  <c:v>7392</c:v>
                </c:pt>
                <c:pt idx="7393">
                  <c:v>7393</c:v>
                </c:pt>
                <c:pt idx="7394">
                  <c:v>7394</c:v>
                </c:pt>
                <c:pt idx="7395">
                  <c:v>7395</c:v>
                </c:pt>
                <c:pt idx="7396">
                  <c:v>7396</c:v>
                </c:pt>
                <c:pt idx="7397">
                  <c:v>7397</c:v>
                </c:pt>
                <c:pt idx="7398">
                  <c:v>7398</c:v>
                </c:pt>
                <c:pt idx="7399">
                  <c:v>7399</c:v>
                </c:pt>
                <c:pt idx="7400">
                  <c:v>7400</c:v>
                </c:pt>
                <c:pt idx="7401">
                  <c:v>7401</c:v>
                </c:pt>
                <c:pt idx="7402">
                  <c:v>7402</c:v>
                </c:pt>
                <c:pt idx="7403">
                  <c:v>7403</c:v>
                </c:pt>
                <c:pt idx="7404">
                  <c:v>7404</c:v>
                </c:pt>
                <c:pt idx="7405">
                  <c:v>7405</c:v>
                </c:pt>
                <c:pt idx="7406">
                  <c:v>7406</c:v>
                </c:pt>
                <c:pt idx="7407">
                  <c:v>7407</c:v>
                </c:pt>
                <c:pt idx="7408">
                  <c:v>7408</c:v>
                </c:pt>
                <c:pt idx="7409">
                  <c:v>7409</c:v>
                </c:pt>
                <c:pt idx="7410">
                  <c:v>7410</c:v>
                </c:pt>
                <c:pt idx="7411">
                  <c:v>7411</c:v>
                </c:pt>
                <c:pt idx="7412">
                  <c:v>7412</c:v>
                </c:pt>
                <c:pt idx="7413">
                  <c:v>7413</c:v>
                </c:pt>
                <c:pt idx="7414">
                  <c:v>7414</c:v>
                </c:pt>
                <c:pt idx="7415">
                  <c:v>7415</c:v>
                </c:pt>
                <c:pt idx="7416">
                  <c:v>7416</c:v>
                </c:pt>
                <c:pt idx="7417">
                  <c:v>7417</c:v>
                </c:pt>
                <c:pt idx="7418">
                  <c:v>7418</c:v>
                </c:pt>
                <c:pt idx="7419">
                  <c:v>7419</c:v>
                </c:pt>
                <c:pt idx="7420">
                  <c:v>7420</c:v>
                </c:pt>
                <c:pt idx="7421">
                  <c:v>7421</c:v>
                </c:pt>
                <c:pt idx="7422">
                  <c:v>7422</c:v>
                </c:pt>
                <c:pt idx="7423">
                  <c:v>7423</c:v>
                </c:pt>
                <c:pt idx="7424">
                  <c:v>7424</c:v>
                </c:pt>
                <c:pt idx="7425">
                  <c:v>7425</c:v>
                </c:pt>
                <c:pt idx="7426">
                  <c:v>7426</c:v>
                </c:pt>
                <c:pt idx="7427">
                  <c:v>7427</c:v>
                </c:pt>
                <c:pt idx="7428">
                  <c:v>7428</c:v>
                </c:pt>
                <c:pt idx="7429">
                  <c:v>7429</c:v>
                </c:pt>
                <c:pt idx="7430">
                  <c:v>7430</c:v>
                </c:pt>
                <c:pt idx="7431">
                  <c:v>7431</c:v>
                </c:pt>
                <c:pt idx="7432">
                  <c:v>7432</c:v>
                </c:pt>
                <c:pt idx="7433">
                  <c:v>7433</c:v>
                </c:pt>
                <c:pt idx="7434">
                  <c:v>7434</c:v>
                </c:pt>
                <c:pt idx="7435">
                  <c:v>7435</c:v>
                </c:pt>
                <c:pt idx="7436">
                  <c:v>7436</c:v>
                </c:pt>
                <c:pt idx="7437">
                  <c:v>7437</c:v>
                </c:pt>
                <c:pt idx="7438">
                  <c:v>7438</c:v>
                </c:pt>
                <c:pt idx="7439">
                  <c:v>7439</c:v>
                </c:pt>
                <c:pt idx="7440">
                  <c:v>7440</c:v>
                </c:pt>
                <c:pt idx="7441">
                  <c:v>7441</c:v>
                </c:pt>
                <c:pt idx="7442">
                  <c:v>7442</c:v>
                </c:pt>
                <c:pt idx="7443">
                  <c:v>7443</c:v>
                </c:pt>
                <c:pt idx="7444">
                  <c:v>7444</c:v>
                </c:pt>
                <c:pt idx="7445">
                  <c:v>7445</c:v>
                </c:pt>
                <c:pt idx="7446">
                  <c:v>7446</c:v>
                </c:pt>
                <c:pt idx="7447">
                  <c:v>7447</c:v>
                </c:pt>
                <c:pt idx="7448">
                  <c:v>7448</c:v>
                </c:pt>
                <c:pt idx="7449">
                  <c:v>7449</c:v>
                </c:pt>
                <c:pt idx="7450">
                  <c:v>7450</c:v>
                </c:pt>
                <c:pt idx="7451">
                  <c:v>7451</c:v>
                </c:pt>
                <c:pt idx="7452">
                  <c:v>7452</c:v>
                </c:pt>
                <c:pt idx="7453">
                  <c:v>7453</c:v>
                </c:pt>
                <c:pt idx="7454">
                  <c:v>7454</c:v>
                </c:pt>
                <c:pt idx="7455">
                  <c:v>7455</c:v>
                </c:pt>
                <c:pt idx="7456">
                  <c:v>7456</c:v>
                </c:pt>
                <c:pt idx="7457">
                  <c:v>7457</c:v>
                </c:pt>
                <c:pt idx="7458">
                  <c:v>7458</c:v>
                </c:pt>
                <c:pt idx="7459">
                  <c:v>7459</c:v>
                </c:pt>
                <c:pt idx="7460">
                  <c:v>7460</c:v>
                </c:pt>
                <c:pt idx="7461">
                  <c:v>7461</c:v>
                </c:pt>
                <c:pt idx="7462">
                  <c:v>7462</c:v>
                </c:pt>
                <c:pt idx="7463">
                  <c:v>7463</c:v>
                </c:pt>
                <c:pt idx="7464">
                  <c:v>7464</c:v>
                </c:pt>
                <c:pt idx="7465">
                  <c:v>7465</c:v>
                </c:pt>
                <c:pt idx="7466">
                  <c:v>7466</c:v>
                </c:pt>
                <c:pt idx="7467">
                  <c:v>7467</c:v>
                </c:pt>
                <c:pt idx="7468">
                  <c:v>7468</c:v>
                </c:pt>
                <c:pt idx="7469">
                  <c:v>7469</c:v>
                </c:pt>
                <c:pt idx="7470">
                  <c:v>7470</c:v>
                </c:pt>
                <c:pt idx="7471">
                  <c:v>7471</c:v>
                </c:pt>
                <c:pt idx="7472">
                  <c:v>7472</c:v>
                </c:pt>
                <c:pt idx="7473">
                  <c:v>7473</c:v>
                </c:pt>
                <c:pt idx="7474">
                  <c:v>7474</c:v>
                </c:pt>
                <c:pt idx="7475">
                  <c:v>7475</c:v>
                </c:pt>
                <c:pt idx="7476">
                  <c:v>7476</c:v>
                </c:pt>
                <c:pt idx="7477">
                  <c:v>7477</c:v>
                </c:pt>
                <c:pt idx="7478">
                  <c:v>7478</c:v>
                </c:pt>
                <c:pt idx="7479">
                  <c:v>7479</c:v>
                </c:pt>
                <c:pt idx="7480">
                  <c:v>7480</c:v>
                </c:pt>
                <c:pt idx="7481">
                  <c:v>7481</c:v>
                </c:pt>
                <c:pt idx="7482">
                  <c:v>7482</c:v>
                </c:pt>
                <c:pt idx="7483">
                  <c:v>7483</c:v>
                </c:pt>
                <c:pt idx="7484">
                  <c:v>7484</c:v>
                </c:pt>
                <c:pt idx="7485">
                  <c:v>7485</c:v>
                </c:pt>
                <c:pt idx="7486">
                  <c:v>7486</c:v>
                </c:pt>
                <c:pt idx="7487">
                  <c:v>7487</c:v>
                </c:pt>
                <c:pt idx="7488">
                  <c:v>7488</c:v>
                </c:pt>
                <c:pt idx="7489">
                  <c:v>7489</c:v>
                </c:pt>
                <c:pt idx="7490">
                  <c:v>7490</c:v>
                </c:pt>
                <c:pt idx="7491">
                  <c:v>7491</c:v>
                </c:pt>
                <c:pt idx="7492">
                  <c:v>7492</c:v>
                </c:pt>
                <c:pt idx="7493">
                  <c:v>7493</c:v>
                </c:pt>
                <c:pt idx="7494">
                  <c:v>7494</c:v>
                </c:pt>
                <c:pt idx="7495">
                  <c:v>7495</c:v>
                </c:pt>
                <c:pt idx="7496">
                  <c:v>7496</c:v>
                </c:pt>
                <c:pt idx="7497">
                  <c:v>7497</c:v>
                </c:pt>
                <c:pt idx="7498">
                  <c:v>7498</c:v>
                </c:pt>
                <c:pt idx="7499">
                  <c:v>7499</c:v>
                </c:pt>
                <c:pt idx="7500">
                  <c:v>7500</c:v>
                </c:pt>
                <c:pt idx="7501">
                  <c:v>7501</c:v>
                </c:pt>
                <c:pt idx="7502">
                  <c:v>7502</c:v>
                </c:pt>
                <c:pt idx="7503">
                  <c:v>7503</c:v>
                </c:pt>
                <c:pt idx="7504">
                  <c:v>7504</c:v>
                </c:pt>
                <c:pt idx="7505">
                  <c:v>7505</c:v>
                </c:pt>
                <c:pt idx="7506">
                  <c:v>7506</c:v>
                </c:pt>
                <c:pt idx="7507">
                  <c:v>7507</c:v>
                </c:pt>
                <c:pt idx="7508">
                  <c:v>7508</c:v>
                </c:pt>
                <c:pt idx="7509">
                  <c:v>7509</c:v>
                </c:pt>
                <c:pt idx="7510">
                  <c:v>7510</c:v>
                </c:pt>
                <c:pt idx="7511">
                  <c:v>7511</c:v>
                </c:pt>
                <c:pt idx="7512">
                  <c:v>7512</c:v>
                </c:pt>
                <c:pt idx="7513">
                  <c:v>7513</c:v>
                </c:pt>
                <c:pt idx="7514">
                  <c:v>7514</c:v>
                </c:pt>
                <c:pt idx="7515">
                  <c:v>7515</c:v>
                </c:pt>
                <c:pt idx="7516">
                  <c:v>7516</c:v>
                </c:pt>
                <c:pt idx="7517">
                  <c:v>7517</c:v>
                </c:pt>
                <c:pt idx="7518">
                  <c:v>7518</c:v>
                </c:pt>
                <c:pt idx="7519">
                  <c:v>7519</c:v>
                </c:pt>
                <c:pt idx="7520">
                  <c:v>7520</c:v>
                </c:pt>
                <c:pt idx="7521">
                  <c:v>7521</c:v>
                </c:pt>
                <c:pt idx="7522">
                  <c:v>7522</c:v>
                </c:pt>
                <c:pt idx="7523">
                  <c:v>7523</c:v>
                </c:pt>
                <c:pt idx="7524">
                  <c:v>7524</c:v>
                </c:pt>
                <c:pt idx="7525">
                  <c:v>7525</c:v>
                </c:pt>
                <c:pt idx="7526">
                  <c:v>7526</c:v>
                </c:pt>
                <c:pt idx="7527">
                  <c:v>7527</c:v>
                </c:pt>
                <c:pt idx="7528">
                  <c:v>7528</c:v>
                </c:pt>
                <c:pt idx="7529">
                  <c:v>7529</c:v>
                </c:pt>
                <c:pt idx="7530">
                  <c:v>7530</c:v>
                </c:pt>
                <c:pt idx="7531">
                  <c:v>7531</c:v>
                </c:pt>
                <c:pt idx="7532">
                  <c:v>7532</c:v>
                </c:pt>
                <c:pt idx="7533">
                  <c:v>7533</c:v>
                </c:pt>
                <c:pt idx="7534">
                  <c:v>7534</c:v>
                </c:pt>
                <c:pt idx="7535">
                  <c:v>7535</c:v>
                </c:pt>
                <c:pt idx="7536">
                  <c:v>7536</c:v>
                </c:pt>
                <c:pt idx="7537">
                  <c:v>7537</c:v>
                </c:pt>
                <c:pt idx="7538">
                  <c:v>7538</c:v>
                </c:pt>
                <c:pt idx="7539">
                  <c:v>7539</c:v>
                </c:pt>
                <c:pt idx="7540">
                  <c:v>7540</c:v>
                </c:pt>
                <c:pt idx="7541">
                  <c:v>7541</c:v>
                </c:pt>
                <c:pt idx="7542">
                  <c:v>7542</c:v>
                </c:pt>
                <c:pt idx="7543">
                  <c:v>7543</c:v>
                </c:pt>
                <c:pt idx="7544">
                  <c:v>7544</c:v>
                </c:pt>
                <c:pt idx="7545">
                  <c:v>7545</c:v>
                </c:pt>
                <c:pt idx="7546">
                  <c:v>7546</c:v>
                </c:pt>
                <c:pt idx="7547">
                  <c:v>7547</c:v>
                </c:pt>
                <c:pt idx="7548">
                  <c:v>7548</c:v>
                </c:pt>
                <c:pt idx="7549">
                  <c:v>7549</c:v>
                </c:pt>
                <c:pt idx="7550">
                  <c:v>7550</c:v>
                </c:pt>
                <c:pt idx="7551">
                  <c:v>7551</c:v>
                </c:pt>
                <c:pt idx="7552">
                  <c:v>7552</c:v>
                </c:pt>
                <c:pt idx="7553">
                  <c:v>7553</c:v>
                </c:pt>
                <c:pt idx="7554">
                  <c:v>7554</c:v>
                </c:pt>
                <c:pt idx="7555">
                  <c:v>7555</c:v>
                </c:pt>
                <c:pt idx="7556">
                  <c:v>7556</c:v>
                </c:pt>
                <c:pt idx="7557">
                  <c:v>7557</c:v>
                </c:pt>
                <c:pt idx="7558">
                  <c:v>7558</c:v>
                </c:pt>
                <c:pt idx="7559">
                  <c:v>7559</c:v>
                </c:pt>
                <c:pt idx="7560">
                  <c:v>7560</c:v>
                </c:pt>
                <c:pt idx="7561">
                  <c:v>7561</c:v>
                </c:pt>
                <c:pt idx="7562">
                  <c:v>7562</c:v>
                </c:pt>
                <c:pt idx="7563">
                  <c:v>7563</c:v>
                </c:pt>
                <c:pt idx="7564">
                  <c:v>7564</c:v>
                </c:pt>
                <c:pt idx="7565">
                  <c:v>7565</c:v>
                </c:pt>
                <c:pt idx="7566">
                  <c:v>7566</c:v>
                </c:pt>
                <c:pt idx="7567">
                  <c:v>7567</c:v>
                </c:pt>
                <c:pt idx="7568">
                  <c:v>7568</c:v>
                </c:pt>
                <c:pt idx="7569">
                  <c:v>7569</c:v>
                </c:pt>
                <c:pt idx="7570">
                  <c:v>7570</c:v>
                </c:pt>
                <c:pt idx="7571">
                  <c:v>7571</c:v>
                </c:pt>
                <c:pt idx="7572">
                  <c:v>7572</c:v>
                </c:pt>
                <c:pt idx="7573">
                  <c:v>7573</c:v>
                </c:pt>
                <c:pt idx="7574">
                  <c:v>7574</c:v>
                </c:pt>
                <c:pt idx="7575">
                  <c:v>7575</c:v>
                </c:pt>
                <c:pt idx="7576">
                  <c:v>7576</c:v>
                </c:pt>
                <c:pt idx="7577">
                  <c:v>7577</c:v>
                </c:pt>
                <c:pt idx="7578">
                  <c:v>7578</c:v>
                </c:pt>
                <c:pt idx="7579">
                  <c:v>7579</c:v>
                </c:pt>
                <c:pt idx="7580">
                  <c:v>7580</c:v>
                </c:pt>
                <c:pt idx="7581">
                  <c:v>7581</c:v>
                </c:pt>
                <c:pt idx="7582">
                  <c:v>7582</c:v>
                </c:pt>
                <c:pt idx="7583">
                  <c:v>7583</c:v>
                </c:pt>
                <c:pt idx="7584">
                  <c:v>7584</c:v>
                </c:pt>
                <c:pt idx="7585">
                  <c:v>7585</c:v>
                </c:pt>
                <c:pt idx="7586">
                  <c:v>7586</c:v>
                </c:pt>
                <c:pt idx="7587">
                  <c:v>7587</c:v>
                </c:pt>
                <c:pt idx="7588">
                  <c:v>7588</c:v>
                </c:pt>
                <c:pt idx="7589">
                  <c:v>7589</c:v>
                </c:pt>
                <c:pt idx="7590">
                  <c:v>7590</c:v>
                </c:pt>
                <c:pt idx="7591">
                  <c:v>7591</c:v>
                </c:pt>
                <c:pt idx="7592">
                  <c:v>7592</c:v>
                </c:pt>
                <c:pt idx="7593">
                  <c:v>7593</c:v>
                </c:pt>
                <c:pt idx="7594">
                  <c:v>7594</c:v>
                </c:pt>
                <c:pt idx="7595">
                  <c:v>7595</c:v>
                </c:pt>
                <c:pt idx="7596">
                  <c:v>7596</c:v>
                </c:pt>
                <c:pt idx="7597">
                  <c:v>7597</c:v>
                </c:pt>
                <c:pt idx="7598">
                  <c:v>7598</c:v>
                </c:pt>
                <c:pt idx="7599">
                  <c:v>7599</c:v>
                </c:pt>
                <c:pt idx="7600">
                  <c:v>7600</c:v>
                </c:pt>
                <c:pt idx="7601">
                  <c:v>7601</c:v>
                </c:pt>
                <c:pt idx="7602">
                  <c:v>7602</c:v>
                </c:pt>
                <c:pt idx="7603">
                  <c:v>7603</c:v>
                </c:pt>
                <c:pt idx="7604">
                  <c:v>7604</c:v>
                </c:pt>
                <c:pt idx="7605">
                  <c:v>7605</c:v>
                </c:pt>
                <c:pt idx="7606">
                  <c:v>7606</c:v>
                </c:pt>
                <c:pt idx="7607">
                  <c:v>7607</c:v>
                </c:pt>
                <c:pt idx="7608">
                  <c:v>7608</c:v>
                </c:pt>
                <c:pt idx="7609">
                  <c:v>7609</c:v>
                </c:pt>
                <c:pt idx="7610">
                  <c:v>7610</c:v>
                </c:pt>
                <c:pt idx="7611">
                  <c:v>7611</c:v>
                </c:pt>
                <c:pt idx="7612">
                  <c:v>7612</c:v>
                </c:pt>
                <c:pt idx="7613">
                  <c:v>7613</c:v>
                </c:pt>
                <c:pt idx="7614">
                  <c:v>7614</c:v>
                </c:pt>
                <c:pt idx="7615">
                  <c:v>7615</c:v>
                </c:pt>
                <c:pt idx="7616">
                  <c:v>7616</c:v>
                </c:pt>
                <c:pt idx="7617">
                  <c:v>7617</c:v>
                </c:pt>
                <c:pt idx="7618">
                  <c:v>7618</c:v>
                </c:pt>
                <c:pt idx="7619">
                  <c:v>7619</c:v>
                </c:pt>
                <c:pt idx="7620">
                  <c:v>7620</c:v>
                </c:pt>
                <c:pt idx="7621">
                  <c:v>7621</c:v>
                </c:pt>
                <c:pt idx="7622">
                  <c:v>7622</c:v>
                </c:pt>
                <c:pt idx="7623">
                  <c:v>7623</c:v>
                </c:pt>
                <c:pt idx="7624">
                  <c:v>7624</c:v>
                </c:pt>
                <c:pt idx="7625">
                  <c:v>7625</c:v>
                </c:pt>
                <c:pt idx="7626">
                  <c:v>7626</c:v>
                </c:pt>
                <c:pt idx="7627">
                  <c:v>7627</c:v>
                </c:pt>
                <c:pt idx="7628">
                  <c:v>7628</c:v>
                </c:pt>
                <c:pt idx="7629">
                  <c:v>7629</c:v>
                </c:pt>
                <c:pt idx="7630">
                  <c:v>7630</c:v>
                </c:pt>
                <c:pt idx="7631">
                  <c:v>7631</c:v>
                </c:pt>
                <c:pt idx="7632">
                  <c:v>7632</c:v>
                </c:pt>
                <c:pt idx="7633">
                  <c:v>7633</c:v>
                </c:pt>
                <c:pt idx="7634">
                  <c:v>7634</c:v>
                </c:pt>
                <c:pt idx="7635">
                  <c:v>7635</c:v>
                </c:pt>
                <c:pt idx="7636">
                  <c:v>7636</c:v>
                </c:pt>
                <c:pt idx="7637">
                  <c:v>7637</c:v>
                </c:pt>
                <c:pt idx="7638">
                  <c:v>7638</c:v>
                </c:pt>
                <c:pt idx="7639">
                  <c:v>7639</c:v>
                </c:pt>
                <c:pt idx="7640">
                  <c:v>7640</c:v>
                </c:pt>
                <c:pt idx="7641">
                  <c:v>7641</c:v>
                </c:pt>
                <c:pt idx="7642">
                  <c:v>7642</c:v>
                </c:pt>
                <c:pt idx="7643">
                  <c:v>7643</c:v>
                </c:pt>
                <c:pt idx="7644">
                  <c:v>7644</c:v>
                </c:pt>
                <c:pt idx="7645">
                  <c:v>7645</c:v>
                </c:pt>
                <c:pt idx="7646">
                  <c:v>7646</c:v>
                </c:pt>
                <c:pt idx="7647">
                  <c:v>7647</c:v>
                </c:pt>
                <c:pt idx="7648">
                  <c:v>7648</c:v>
                </c:pt>
                <c:pt idx="7649">
                  <c:v>7649</c:v>
                </c:pt>
                <c:pt idx="7650">
                  <c:v>7650</c:v>
                </c:pt>
                <c:pt idx="7651">
                  <c:v>7651</c:v>
                </c:pt>
                <c:pt idx="7652">
                  <c:v>7652</c:v>
                </c:pt>
                <c:pt idx="7653">
                  <c:v>7653</c:v>
                </c:pt>
                <c:pt idx="7654">
                  <c:v>7654</c:v>
                </c:pt>
                <c:pt idx="7655">
                  <c:v>7655</c:v>
                </c:pt>
                <c:pt idx="7656">
                  <c:v>7656</c:v>
                </c:pt>
                <c:pt idx="7657">
                  <c:v>7657</c:v>
                </c:pt>
                <c:pt idx="7658">
                  <c:v>7658</c:v>
                </c:pt>
                <c:pt idx="7659">
                  <c:v>7659</c:v>
                </c:pt>
                <c:pt idx="7660">
                  <c:v>7660</c:v>
                </c:pt>
                <c:pt idx="7661">
                  <c:v>7661</c:v>
                </c:pt>
                <c:pt idx="7662">
                  <c:v>7662</c:v>
                </c:pt>
                <c:pt idx="7663">
                  <c:v>7663</c:v>
                </c:pt>
                <c:pt idx="7664">
                  <c:v>7664</c:v>
                </c:pt>
                <c:pt idx="7665">
                  <c:v>7665</c:v>
                </c:pt>
                <c:pt idx="7666">
                  <c:v>7666</c:v>
                </c:pt>
                <c:pt idx="7667">
                  <c:v>7667</c:v>
                </c:pt>
                <c:pt idx="7668">
                  <c:v>7668</c:v>
                </c:pt>
                <c:pt idx="7669">
                  <c:v>7669</c:v>
                </c:pt>
                <c:pt idx="7670">
                  <c:v>7670</c:v>
                </c:pt>
                <c:pt idx="7671">
                  <c:v>7671</c:v>
                </c:pt>
                <c:pt idx="7672">
                  <c:v>7672</c:v>
                </c:pt>
                <c:pt idx="7673">
                  <c:v>7673</c:v>
                </c:pt>
                <c:pt idx="7674">
                  <c:v>7674</c:v>
                </c:pt>
                <c:pt idx="7675">
                  <c:v>7675</c:v>
                </c:pt>
                <c:pt idx="7676">
                  <c:v>7676</c:v>
                </c:pt>
                <c:pt idx="7677">
                  <c:v>7677</c:v>
                </c:pt>
                <c:pt idx="7678">
                  <c:v>7678</c:v>
                </c:pt>
                <c:pt idx="7679">
                  <c:v>7679</c:v>
                </c:pt>
                <c:pt idx="7680">
                  <c:v>7680</c:v>
                </c:pt>
                <c:pt idx="7681">
                  <c:v>7681</c:v>
                </c:pt>
                <c:pt idx="7682">
                  <c:v>7682</c:v>
                </c:pt>
                <c:pt idx="7683">
                  <c:v>7683</c:v>
                </c:pt>
                <c:pt idx="7684">
                  <c:v>7684</c:v>
                </c:pt>
                <c:pt idx="7685">
                  <c:v>7685</c:v>
                </c:pt>
                <c:pt idx="7686">
                  <c:v>7686</c:v>
                </c:pt>
                <c:pt idx="7687">
                  <c:v>7687</c:v>
                </c:pt>
                <c:pt idx="7688">
                  <c:v>7688</c:v>
                </c:pt>
                <c:pt idx="7689">
                  <c:v>7689</c:v>
                </c:pt>
                <c:pt idx="7690">
                  <c:v>7690</c:v>
                </c:pt>
                <c:pt idx="7691">
                  <c:v>7691</c:v>
                </c:pt>
                <c:pt idx="7692">
                  <c:v>7692</c:v>
                </c:pt>
                <c:pt idx="7693">
                  <c:v>7693</c:v>
                </c:pt>
                <c:pt idx="7694">
                  <c:v>7694</c:v>
                </c:pt>
                <c:pt idx="7695">
                  <c:v>7695</c:v>
                </c:pt>
                <c:pt idx="7696">
                  <c:v>7696</c:v>
                </c:pt>
                <c:pt idx="7697">
                  <c:v>7697</c:v>
                </c:pt>
                <c:pt idx="7698">
                  <c:v>7698</c:v>
                </c:pt>
                <c:pt idx="7699">
                  <c:v>7699</c:v>
                </c:pt>
                <c:pt idx="7700">
                  <c:v>7700</c:v>
                </c:pt>
                <c:pt idx="7701">
                  <c:v>7701</c:v>
                </c:pt>
                <c:pt idx="7702">
                  <c:v>7702</c:v>
                </c:pt>
                <c:pt idx="7703">
                  <c:v>7703</c:v>
                </c:pt>
                <c:pt idx="7704">
                  <c:v>7704</c:v>
                </c:pt>
                <c:pt idx="7705">
                  <c:v>7705</c:v>
                </c:pt>
                <c:pt idx="7706">
                  <c:v>7706</c:v>
                </c:pt>
                <c:pt idx="7707">
                  <c:v>7707</c:v>
                </c:pt>
                <c:pt idx="7708">
                  <c:v>7708</c:v>
                </c:pt>
                <c:pt idx="7709">
                  <c:v>7709</c:v>
                </c:pt>
                <c:pt idx="7710">
                  <c:v>7710</c:v>
                </c:pt>
                <c:pt idx="7711">
                  <c:v>7711</c:v>
                </c:pt>
                <c:pt idx="7712">
                  <c:v>7712</c:v>
                </c:pt>
                <c:pt idx="7713">
                  <c:v>7713</c:v>
                </c:pt>
                <c:pt idx="7714">
                  <c:v>7714</c:v>
                </c:pt>
                <c:pt idx="7715">
                  <c:v>7715</c:v>
                </c:pt>
                <c:pt idx="7716">
                  <c:v>7716</c:v>
                </c:pt>
                <c:pt idx="7717">
                  <c:v>7717</c:v>
                </c:pt>
                <c:pt idx="7718">
                  <c:v>7718</c:v>
                </c:pt>
                <c:pt idx="7719">
                  <c:v>7719</c:v>
                </c:pt>
                <c:pt idx="7720">
                  <c:v>7720</c:v>
                </c:pt>
                <c:pt idx="7721">
                  <c:v>7721</c:v>
                </c:pt>
                <c:pt idx="7722">
                  <c:v>7722</c:v>
                </c:pt>
                <c:pt idx="7723">
                  <c:v>7723</c:v>
                </c:pt>
                <c:pt idx="7724">
                  <c:v>7724</c:v>
                </c:pt>
                <c:pt idx="7725">
                  <c:v>7725</c:v>
                </c:pt>
                <c:pt idx="7726">
                  <c:v>7726</c:v>
                </c:pt>
                <c:pt idx="7727">
                  <c:v>7727</c:v>
                </c:pt>
                <c:pt idx="7728">
                  <c:v>7728</c:v>
                </c:pt>
                <c:pt idx="7729">
                  <c:v>7729</c:v>
                </c:pt>
                <c:pt idx="7730">
                  <c:v>7730</c:v>
                </c:pt>
                <c:pt idx="7731">
                  <c:v>7731</c:v>
                </c:pt>
                <c:pt idx="7732">
                  <c:v>7732</c:v>
                </c:pt>
                <c:pt idx="7733">
                  <c:v>7733</c:v>
                </c:pt>
                <c:pt idx="7734">
                  <c:v>7734</c:v>
                </c:pt>
                <c:pt idx="7735">
                  <c:v>7735</c:v>
                </c:pt>
                <c:pt idx="7736">
                  <c:v>7736</c:v>
                </c:pt>
                <c:pt idx="7737">
                  <c:v>7737</c:v>
                </c:pt>
                <c:pt idx="7738">
                  <c:v>7738</c:v>
                </c:pt>
                <c:pt idx="7739">
                  <c:v>7739</c:v>
                </c:pt>
                <c:pt idx="7740">
                  <c:v>7740</c:v>
                </c:pt>
                <c:pt idx="7741">
                  <c:v>7741</c:v>
                </c:pt>
                <c:pt idx="7742">
                  <c:v>7742</c:v>
                </c:pt>
                <c:pt idx="7743">
                  <c:v>7743</c:v>
                </c:pt>
                <c:pt idx="7744">
                  <c:v>7744</c:v>
                </c:pt>
                <c:pt idx="7745">
                  <c:v>7745</c:v>
                </c:pt>
                <c:pt idx="7746">
                  <c:v>7746</c:v>
                </c:pt>
                <c:pt idx="7747">
                  <c:v>7747</c:v>
                </c:pt>
                <c:pt idx="7748">
                  <c:v>7748</c:v>
                </c:pt>
                <c:pt idx="7749">
                  <c:v>7749</c:v>
                </c:pt>
                <c:pt idx="7750">
                  <c:v>7750</c:v>
                </c:pt>
                <c:pt idx="7751">
                  <c:v>7751</c:v>
                </c:pt>
                <c:pt idx="7752">
                  <c:v>7752</c:v>
                </c:pt>
                <c:pt idx="7753">
                  <c:v>7753</c:v>
                </c:pt>
                <c:pt idx="7754">
                  <c:v>7754</c:v>
                </c:pt>
                <c:pt idx="7755">
                  <c:v>7755</c:v>
                </c:pt>
                <c:pt idx="7756">
                  <c:v>7756</c:v>
                </c:pt>
                <c:pt idx="7757">
                  <c:v>7757</c:v>
                </c:pt>
                <c:pt idx="7758">
                  <c:v>7758</c:v>
                </c:pt>
                <c:pt idx="7759">
                  <c:v>7759</c:v>
                </c:pt>
                <c:pt idx="7760">
                  <c:v>7760</c:v>
                </c:pt>
                <c:pt idx="7761">
                  <c:v>7761</c:v>
                </c:pt>
                <c:pt idx="7762">
                  <c:v>7762</c:v>
                </c:pt>
                <c:pt idx="7763">
                  <c:v>7763</c:v>
                </c:pt>
                <c:pt idx="7764">
                  <c:v>7764</c:v>
                </c:pt>
                <c:pt idx="7765">
                  <c:v>7765</c:v>
                </c:pt>
                <c:pt idx="7766">
                  <c:v>7766</c:v>
                </c:pt>
                <c:pt idx="7767">
                  <c:v>7767</c:v>
                </c:pt>
                <c:pt idx="7768">
                  <c:v>7768</c:v>
                </c:pt>
                <c:pt idx="7769">
                  <c:v>7769</c:v>
                </c:pt>
                <c:pt idx="7770">
                  <c:v>7770</c:v>
                </c:pt>
                <c:pt idx="7771">
                  <c:v>7771</c:v>
                </c:pt>
                <c:pt idx="7772">
                  <c:v>7772</c:v>
                </c:pt>
                <c:pt idx="7773">
                  <c:v>7773</c:v>
                </c:pt>
                <c:pt idx="7774">
                  <c:v>7774</c:v>
                </c:pt>
                <c:pt idx="7775">
                  <c:v>7775</c:v>
                </c:pt>
                <c:pt idx="7776">
                  <c:v>7776</c:v>
                </c:pt>
                <c:pt idx="7777">
                  <c:v>7777</c:v>
                </c:pt>
                <c:pt idx="7778">
                  <c:v>7778</c:v>
                </c:pt>
                <c:pt idx="7779">
                  <c:v>7779</c:v>
                </c:pt>
                <c:pt idx="7780">
                  <c:v>7780</c:v>
                </c:pt>
                <c:pt idx="7781">
                  <c:v>7781</c:v>
                </c:pt>
                <c:pt idx="7782">
                  <c:v>7782</c:v>
                </c:pt>
                <c:pt idx="7783">
                  <c:v>7783</c:v>
                </c:pt>
                <c:pt idx="7784">
                  <c:v>7784</c:v>
                </c:pt>
                <c:pt idx="7785">
                  <c:v>7785</c:v>
                </c:pt>
                <c:pt idx="7786">
                  <c:v>7786</c:v>
                </c:pt>
                <c:pt idx="7787">
                  <c:v>7787</c:v>
                </c:pt>
                <c:pt idx="7788">
                  <c:v>7788</c:v>
                </c:pt>
                <c:pt idx="7789">
                  <c:v>7789</c:v>
                </c:pt>
                <c:pt idx="7790">
                  <c:v>7790</c:v>
                </c:pt>
                <c:pt idx="7791">
                  <c:v>7791</c:v>
                </c:pt>
                <c:pt idx="7792">
                  <c:v>7792</c:v>
                </c:pt>
                <c:pt idx="7793">
                  <c:v>7793</c:v>
                </c:pt>
                <c:pt idx="7794">
                  <c:v>7794</c:v>
                </c:pt>
                <c:pt idx="7795">
                  <c:v>7795</c:v>
                </c:pt>
                <c:pt idx="7796">
                  <c:v>7796</c:v>
                </c:pt>
                <c:pt idx="7797">
                  <c:v>7797</c:v>
                </c:pt>
                <c:pt idx="7798">
                  <c:v>7798</c:v>
                </c:pt>
                <c:pt idx="7799">
                  <c:v>7799</c:v>
                </c:pt>
                <c:pt idx="7800">
                  <c:v>7800</c:v>
                </c:pt>
                <c:pt idx="7801">
                  <c:v>7801</c:v>
                </c:pt>
                <c:pt idx="7802">
                  <c:v>7802</c:v>
                </c:pt>
                <c:pt idx="7803">
                  <c:v>7803</c:v>
                </c:pt>
                <c:pt idx="7804">
                  <c:v>7804</c:v>
                </c:pt>
                <c:pt idx="7805">
                  <c:v>7805</c:v>
                </c:pt>
                <c:pt idx="7806">
                  <c:v>7806</c:v>
                </c:pt>
                <c:pt idx="7807">
                  <c:v>7807</c:v>
                </c:pt>
                <c:pt idx="7808">
                  <c:v>7808</c:v>
                </c:pt>
                <c:pt idx="7809">
                  <c:v>7809</c:v>
                </c:pt>
                <c:pt idx="7810">
                  <c:v>7810</c:v>
                </c:pt>
                <c:pt idx="7811">
                  <c:v>7811</c:v>
                </c:pt>
                <c:pt idx="7812">
                  <c:v>7812</c:v>
                </c:pt>
                <c:pt idx="7813">
                  <c:v>7813</c:v>
                </c:pt>
                <c:pt idx="7814">
                  <c:v>7814</c:v>
                </c:pt>
                <c:pt idx="7815">
                  <c:v>7815</c:v>
                </c:pt>
                <c:pt idx="7816">
                  <c:v>7816</c:v>
                </c:pt>
                <c:pt idx="7817">
                  <c:v>7817</c:v>
                </c:pt>
                <c:pt idx="7818">
                  <c:v>7818</c:v>
                </c:pt>
                <c:pt idx="7819">
                  <c:v>7819</c:v>
                </c:pt>
                <c:pt idx="7820">
                  <c:v>7820</c:v>
                </c:pt>
                <c:pt idx="7821">
                  <c:v>7821</c:v>
                </c:pt>
                <c:pt idx="7822">
                  <c:v>7822</c:v>
                </c:pt>
                <c:pt idx="7823">
                  <c:v>7823</c:v>
                </c:pt>
                <c:pt idx="7824">
                  <c:v>7824</c:v>
                </c:pt>
                <c:pt idx="7825">
                  <c:v>7825</c:v>
                </c:pt>
                <c:pt idx="7826">
                  <c:v>7826</c:v>
                </c:pt>
                <c:pt idx="7827">
                  <c:v>7827</c:v>
                </c:pt>
                <c:pt idx="7828">
                  <c:v>7828</c:v>
                </c:pt>
                <c:pt idx="7829">
                  <c:v>7829</c:v>
                </c:pt>
                <c:pt idx="7830">
                  <c:v>7830</c:v>
                </c:pt>
                <c:pt idx="7831">
                  <c:v>7831</c:v>
                </c:pt>
                <c:pt idx="7832">
                  <c:v>7832</c:v>
                </c:pt>
                <c:pt idx="7833">
                  <c:v>7833</c:v>
                </c:pt>
                <c:pt idx="7834">
                  <c:v>7834</c:v>
                </c:pt>
                <c:pt idx="7835">
                  <c:v>7835</c:v>
                </c:pt>
                <c:pt idx="7836">
                  <c:v>7836</c:v>
                </c:pt>
                <c:pt idx="7837">
                  <c:v>7837</c:v>
                </c:pt>
                <c:pt idx="7838">
                  <c:v>7838</c:v>
                </c:pt>
                <c:pt idx="7839">
                  <c:v>7839</c:v>
                </c:pt>
                <c:pt idx="7840">
                  <c:v>7840</c:v>
                </c:pt>
                <c:pt idx="7841">
                  <c:v>7841</c:v>
                </c:pt>
                <c:pt idx="7842">
                  <c:v>7842</c:v>
                </c:pt>
                <c:pt idx="7843">
                  <c:v>7843</c:v>
                </c:pt>
                <c:pt idx="7844">
                  <c:v>7844</c:v>
                </c:pt>
                <c:pt idx="7845">
                  <c:v>7845</c:v>
                </c:pt>
                <c:pt idx="7846">
                  <c:v>7846</c:v>
                </c:pt>
                <c:pt idx="7847">
                  <c:v>7847</c:v>
                </c:pt>
                <c:pt idx="7848">
                  <c:v>7848</c:v>
                </c:pt>
                <c:pt idx="7849">
                  <c:v>7849</c:v>
                </c:pt>
                <c:pt idx="7850">
                  <c:v>7850</c:v>
                </c:pt>
                <c:pt idx="7851">
                  <c:v>7851</c:v>
                </c:pt>
                <c:pt idx="7852">
                  <c:v>7852</c:v>
                </c:pt>
                <c:pt idx="7853">
                  <c:v>7853</c:v>
                </c:pt>
                <c:pt idx="7854">
                  <c:v>7854</c:v>
                </c:pt>
                <c:pt idx="7855">
                  <c:v>7855</c:v>
                </c:pt>
                <c:pt idx="7856">
                  <c:v>7856</c:v>
                </c:pt>
                <c:pt idx="7857">
                  <c:v>7857</c:v>
                </c:pt>
                <c:pt idx="7858">
                  <c:v>7858</c:v>
                </c:pt>
                <c:pt idx="7859">
                  <c:v>7859</c:v>
                </c:pt>
                <c:pt idx="7860">
                  <c:v>7860</c:v>
                </c:pt>
                <c:pt idx="7861">
                  <c:v>7861</c:v>
                </c:pt>
                <c:pt idx="7862">
                  <c:v>7862</c:v>
                </c:pt>
                <c:pt idx="7863">
                  <c:v>7863</c:v>
                </c:pt>
                <c:pt idx="7864">
                  <c:v>7864</c:v>
                </c:pt>
                <c:pt idx="7865">
                  <c:v>7865</c:v>
                </c:pt>
                <c:pt idx="7866">
                  <c:v>7866</c:v>
                </c:pt>
                <c:pt idx="7867">
                  <c:v>7867</c:v>
                </c:pt>
                <c:pt idx="7868">
                  <c:v>7868</c:v>
                </c:pt>
                <c:pt idx="7869">
                  <c:v>7869</c:v>
                </c:pt>
                <c:pt idx="7870">
                  <c:v>7870</c:v>
                </c:pt>
                <c:pt idx="7871">
                  <c:v>7871</c:v>
                </c:pt>
                <c:pt idx="7872">
                  <c:v>7872</c:v>
                </c:pt>
                <c:pt idx="7873">
                  <c:v>7873</c:v>
                </c:pt>
                <c:pt idx="7874">
                  <c:v>7874</c:v>
                </c:pt>
                <c:pt idx="7875">
                  <c:v>7875</c:v>
                </c:pt>
                <c:pt idx="7876">
                  <c:v>7876</c:v>
                </c:pt>
                <c:pt idx="7877">
                  <c:v>7877</c:v>
                </c:pt>
                <c:pt idx="7878">
                  <c:v>7878</c:v>
                </c:pt>
                <c:pt idx="7879">
                  <c:v>7879</c:v>
                </c:pt>
                <c:pt idx="7880">
                  <c:v>7880</c:v>
                </c:pt>
                <c:pt idx="7881">
                  <c:v>7881</c:v>
                </c:pt>
                <c:pt idx="7882">
                  <c:v>7882</c:v>
                </c:pt>
                <c:pt idx="7883">
                  <c:v>7883</c:v>
                </c:pt>
                <c:pt idx="7884">
                  <c:v>7884</c:v>
                </c:pt>
                <c:pt idx="7885">
                  <c:v>7885</c:v>
                </c:pt>
                <c:pt idx="7886">
                  <c:v>7886</c:v>
                </c:pt>
                <c:pt idx="7887">
                  <c:v>7887</c:v>
                </c:pt>
                <c:pt idx="7888">
                  <c:v>7888</c:v>
                </c:pt>
                <c:pt idx="7889">
                  <c:v>7889</c:v>
                </c:pt>
                <c:pt idx="7890">
                  <c:v>7890</c:v>
                </c:pt>
                <c:pt idx="7891">
                  <c:v>7891</c:v>
                </c:pt>
                <c:pt idx="7892">
                  <c:v>7892</c:v>
                </c:pt>
                <c:pt idx="7893">
                  <c:v>7893</c:v>
                </c:pt>
                <c:pt idx="7894">
                  <c:v>7894</c:v>
                </c:pt>
                <c:pt idx="7895">
                  <c:v>7895</c:v>
                </c:pt>
                <c:pt idx="7896">
                  <c:v>7896</c:v>
                </c:pt>
                <c:pt idx="7897">
                  <c:v>7897</c:v>
                </c:pt>
                <c:pt idx="7898">
                  <c:v>7898</c:v>
                </c:pt>
                <c:pt idx="7899">
                  <c:v>7899</c:v>
                </c:pt>
                <c:pt idx="7900">
                  <c:v>7900</c:v>
                </c:pt>
                <c:pt idx="7901">
                  <c:v>7901</c:v>
                </c:pt>
                <c:pt idx="7902">
                  <c:v>7902</c:v>
                </c:pt>
                <c:pt idx="7903">
                  <c:v>7903</c:v>
                </c:pt>
                <c:pt idx="7904">
                  <c:v>7904</c:v>
                </c:pt>
                <c:pt idx="7905">
                  <c:v>7905</c:v>
                </c:pt>
                <c:pt idx="7906">
                  <c:v>7906</c:v>
                </c:pt>
                <c:pt idx="7907">
                  <c:v>7907</c:v>
                </c:pt>
                <c:pt idx="7908">
                  <c:v>7908</c:v>
                </c:pt>
                <c:pt idx="7909">
                  <c:v>7909</c:v>
                </c:pt>
                <c:pt idx="7910">
                  <c:v>7910</c:v>
                </c:pt>
                <c:pt idx="7911">
                  <c:v>7911</c:v>
                </c:pt>
                <c:pt idx="7912">
                  <c:v>7912</c:v>
                </c:pt>
                <c:pt idx="7913">
                  <c:v>7913</c:v>
                </c:pt>
                <c:pt idx="7914">
                  <c:v>7914</c:v>
                </c:pt>
                <c:pt idx="7915">
                  <c:v>7915</c:v>
                </c:pt>
                <c:pt idx="7916">
                  <c:v>7916</c:v>
                </c:pt>
                <c:pt idx="7917">
                  <c:v>7917</c:v>
                </c:pt>
                <c:pt idx="7918">
                  <c:v>7918</c:v>
                </c:pt>
                <c:pt idx="7919">
                  <c:v>7919</c:v>
                </c:pt>
                <c:pt idx="7920">
                  <c:v>7920</c:v>
                </c:pt>
                <c:pt idx="7921">
                  <c:v>7921</c:v>
                </c:pt>
                <c:pt idx="7922">
                  <c:v>7922</c:v>
                </c:pt>
                <c:pt idx="7923">
                  <c:v>7923</c:v>
                </c:pt>
                <c:pt idx="7924">
                  <c:v>7924</c:v>
                </c:pt>
                <c:pt idx="7925">
                  <c:v>7925</c:v>
                </c:pt>
                <c:pt idx="7926">
                  <c:v>7926</c:v>
                </c:pt>
                <c:pt idx="7927">
                  <c:v>7927</c:v>
                </c:pt>
                <c:pt idx="7928">
                  <c:v>7928</c:v>
                </c:pt>
                <c:pt idx="7929">
                  <c:v>7929</c:v>
                </c:pt>
                <c:pt idx="7930">
                  <c:v>7930</c:v>
                </c:pt>
                <c:pt idx="7931">
                  <c:v>7931</c:v>
                </c:pt>
                <c:pt idx="7932">
                  <c:v>7932</c:v>
                </c:pt>
                <c:pt idx="7933">
                  <c:v>7933</c:v>
                </c:pt>
                <c:pt idx="7934">
                  <c:v>7934</c:v>
                </c:pt>
                <c:pt idx="7935">
                  <c:v>7935</c:v>
                </c:pt>
                <c:pt idx="7936">
                  <c:v>7936</c:v>
                </c:pt>
                <c:pt idx="7937">
                  <c:v>7937</c:v>
                </c:pt>
                <c:pt idx="7938">
                  <c:v>7938</c:v>
                </c:pt>
                <c:pt idx="7939">
                  <c:v>7939</c:v>
                </c:pt>
                <c:pt idx="7940">
                  <c:v>7940</c:v>
                </c:pt>
                <c:pt idx="7941">
                  <c:v>7941</c:v>
                </c:pt>
                <c:pt idx="7942">
                  <c:v>7942</c:v>
                </c:pt>
                <c:pt idx="7943">
                  <c:v>7943</c:v>
                </c:pt>
                <c:pt idx="7944">
                  <c:v>7944</c:v>
                </c:pt>
                <c:pt idx="7945">
                  <c:v>7945</c:v>
                </c:pt>
                <c:pt idx="7946">
                  <c:v>7946</c:v>
                </c:pt>
                <c:pt idx="7947">
                  <c:v>7947</c:v>
                </c:pt>
                <c:pt idx="7948">
                  <c:v>7948</c:v>
                </c:pt>
                <c:pt idx="7949">
                  <c:v>7949</c:v>
                </c:pt>
                <c:pt idx="7950">
                  <c:v>7950</c:v>
                </c:pt>
                <c:pt idx="7951">
                  <c:v>7951</c:v>
                </c:pt>
                <c:pt idx="7952">
                  <c:v>7952</c:v>
                </c:pt>
                <c:pt idx="7953">
                  <c:v>7953</c:v>
                </c:pt>
                <c:pt idx="7954">
                  <c:v>7954</c:v>
                </c:pt>
                <c:pt idx="7955">
                  <c:v>7955</c:v>
                </c:pt>
                <c:pt idx="7956">
                  <c:v>7956</c:v>
                </c:pt>
                <c:pt idx="7957">
                  <c:v>7957</c:v>
                </c:pt>
                <c:pt idx="7958">
                  <c:v>7958</c:v>
                </c:pt>
                <c:pt idx="7959">
                  <c:v>7959</c:v>
                </c:pt>
                <c:pt idx="7960">
                  <c:v>7960</c:v>
                </c:pt>
                <c:pt idx="7961">
                  <c:v>7961</c:v>
                </c:pt>
                <c:pt idx="7962">
                  <c:v>7962</c:v>
                </c:pt>
                <c:pt idx="7963">
                  <c:v>7963</c:v>
                </c:pt>
                <c:pt idx="7964">
                  <c:v>7964</c:v>
                </c:pt>
                <c:pt idx="7965">
                  <c:v>7965</c:v>
                </c:pt>
                <c:pt idx="7966">
                  <c:v>7966</c:v>
                </c:pt>
                <c:pt idx="7967">
                  <c:v>7967</c:v>
                </c:pt>
                <c:pt idx="7968">
                  <c:v>7968</c:v>
                </c:pt>
                <c:pt idx="7969">
                  <c:v>7969</c:v>
                </c:pt>
                <c:pt idx="7970">
                  <c:v>7970</c:v>
                </c:pt>
                <c:pt idx="7971">
                  <c:v>7971</c:v>
                </c:pt>
                <c:pt idx="7972">
                  <c:v>7972</c:v>
                </c:pt>
                <c:pt idx="7973">
                  <c:v>7973</c:v>
                </c:pt>
                <c:pt idx="7974">
                  <c:v>7974</c:v>
                </c:pt>
                <c:pt idx="7975">
                  <c:v>7975</c:v>
                </c:pt>
                <c:pt idx="7976">
                  <c:v>7976</c:v>
                </c:pt>
                <c:pt idx="7977">
                  <c:v>7977</c:v>
                </c:pt>
                <c:pt idx="7978">
                  <c:v>7978</c:v>
                </c:pt>
                <c:pt idx="7979">
                  <c:v>7979</c:v>
                </c:pt>
                <c:pt idx="7980">
                  <c:v>7980</c:v>
                </c:pt>
                <c:pt idx="7981">
                  <c:v>7981</c:v>
                </c:pt>
                <c:pt idx="7982">
                  <c:v>7982</c:v>
                </c:pt>
                <c:pt idx="7983">
                  <c:v>7983</c:v>
                </c:pt>
                <c:pt idx="7984">
                  <c:v>7984</c:v>
                </c:pt>
                <c:pt idx="7985">
                  <c:v>7985</c:v>
                </c:pt>
                <c:pt idx="7986">
                  <c:v>7986</c:v>
                </c:pt>
                <c:pt idx="7987">
                  <c:v>7987</c:v>
                </c:pt>
                <c:pt idx="7988">
                  <c:v>7988</c:v>
                </c:pt>
                <c:pt idx="7989">
                  <c:v>7989</c:v>
                </c:pt>
                <c:pt idx="7990">
                  <c:v>7990</c:v>
                </c:pt>
                <c:pt idx="7991">
                  <c:v>7991</c:v>
                </c:pt>
                <c:pt idx="7992">
                  <c:v>7992</c:v>
                </c:pt>
                <c:pt idx="7993">
                  <c:v>7993</c:v>
                </c:pt>
                <c:pt idx="7994">
                  <c:v>7994</c:v>
                </c:pt>
                <c:pt idx="7995">
                  <c:v>7995</c:v>
                </c:pt>
                <c:pt idx="7996">
                  <c:v>7996</c:v>
                </c:pt>
                <c:pt idx="7997">
                  <c:v>7997</c:v>
                </c:pt>
                <c:pt idx="7998">
                  <c:v>7998</c:v>
                </c:pt>
                <c:pt idx="7999">
                  <c:v>7999</c:v>
                </c:pt>
                <c:pt idx="8000">
                  <c:v>8000</c:v>
                </c:pt>
                <c:pt idx="8001">
                  <c:v>8001</c:v>
                </c:pt>
                <c:pt idx="8002">
                  <c:v>8002</c:v>
                </c:pt>
                <c:pt idx="8003">
                  <c:v>8003</c:v>
                </c:pt>
                <c:pt idx="8004">
                  <c:v>8004</c:v>
                </c:pt>
                <c:pt idx="8005">
                  <c:v>8005</c:v>
                </c:pt>
                <c:pt idx="8006">
                  <c:v>8006</c:v>
                </c:pt>
                <c:pt idx="8007">
                  <c:v>8007</c:v>
                </c:pt>
                <c:pt idx="8008">
                  <c:v>8008</c:v>
                </c:pt>
                <c:pt idx="8009">
                  <c:v>8009</c:v>
                </c:pt>
                <c:pt idx="8010">
                  <c:v>8010</c:v>
                </c:pt>
                <c:pt idx="8011">
                  <c:v>8011</c:v>
                </c:pt>
                <c:pt idx="8012">
                  <c:v>8012</c:v>
                </c:pt>
                <c:pt idx="8013">
                  <c:v>8013</c:v>
                </c:pt>
                <c:pt idx="8014">
                  <c:v>8014</c:v>
                </c:pt>
                <c:pt idx="8015">
                  <c:v>8015</c:v>
                </c:pt>
                <c:pt idx="8016">
                  <c:v>8016</c:v>
                </c:pt>
                <c:pt idx="8017">
                  <c:v>8017</c:v>
                </c:pt>
                <c:pt idx="8018">
                  <c:v>8018</c:v>
                </c:pt>
                <c:pt idx="8019">
                  <c:v>8019</c:v>
                </c:pt>
                <c:pt idx="8020">
                  <c:v>8020</c:v>
                </c:pt>
                <c:pt idx="8021">
                  <c:v>8021</c:v>
                </c:pt>
                <c:pt idx="8022">
                  <c:v>8022</c:v>
                </c:pt>
                <c:pt idx="8023">
                  <c:v>8023</c:v>
                </c:pt>
                <c:pt idx="8024">
                  <c:v>8024</c:v>
                </c:pt>
                <c:pt idx="8025">
                  <c:v>8025</c:v>
                </c:pt>
                <c:pt idx="8026">
                  <c:v>8026</c:v>
                </c:pt>
                <c:pt idx="8027">
                  <c:v>8027</c:v>
                </c:pt>
                <c:pt idx="8028">
                  <c:v>8028</c:v>
                </c:pt>
                <c:pt idx="8029">
                  <c:v>8029</c:v>
                </c:pt>
                <c:pt idx="8030">
                  <c:v>8030</c:v>
                </c:pt>
                <c:pt idx="8031">
                  <c:v>8031</c:v>
                </c:pt>
                <c:pt idx="8032">
                  <c:v>8032</c:v>
                </c:pt>
                <c:pt idx="8033">
                  <c:v>8033</c:v>
                </c:pt>
                <c:pt idx="8034">
                  <c:v>8034</c:v>
                </c:pt>
                <c:pt idx="8035">
                  <c:v>8035</c:v>
                </c:pt>
                <c:pt idx="8036">
                  <c:v>8036</c:v>
                </c:pt>
                <c:pt idx="8037">
                  <c:v>8037</c:v>
                </c:pt>
                <c:pt idx="8038">
                  <c:v>8038</c:v>
                </c:pt>
                <c:pt idx="8039">
                  <c:v>8039</c:v>
                </c:pt>
                <c:pt idx="8040">
                  <c:v>8040</c:v>
                </c:pt>
                <c:pt idx="8041">
                  <c:v>8041</c:v>
                </c:pt>
                <c:pt idx="8042">
                  <c:v>8042</c:v>
                </c:pt>
                <c:pt idx="8043">
                  <c:v>8043</c:v>
                </c:pt>
                <c:pt idx="8044">
                  <c:v>8044</c:v>
                </c:pt>
                <c:pt idx="8045">
                  <c:v>8045</c:v>
                </c:pt>
                <c:pt idx="8046">
                  <c:v>8046</c:v>
                </c:pt>
                <c:pt idx="8047">
                  <c:v>8047</c:v>
                </c:pt>
                <c:pt idx="8048">
                  <c:v>8048</c:v>
                </c:pt>
                <c:pt idx="8049">
                  <c:v>8049</c:v>
                </c:pt>
                <c:pt idx="8050">
                  <c:v>8050</c:v>
                </c:pt>
                <c:pt idx="8051">
                  <c:v>8051</c:v>
                </c:pt>
                <c:pt idx="8052">
                  <c:v>8052</c:v>
                </c:pt>
                <c:pt idx="8053">
                  <c:v>8053</c:v>
                </c:pt>
                <c:pt idx="8054">
                  <c:v>8054</c:v>
                </c:pt>
                <c:pt idx="8055">
                  <c:v>8055</c:v>
                </c:pt>
                <c:pt idx="8056">
                  <c:v>8056</c:v>
                </c:pt>
                <c:pt idx="8057">
                  <c:v>8057</c:v>
                </c:pt>
                <c:pt idx="8058">
                  <c:v>8058</c:v>
                </c:pt>
                <c:pt idx="8059">
                  <c:v>8059</c:v>
                </c:pt>
                <c:pt idx="8060">
                  <c:v>8060</c:v>
                </c:pt>
                <c:pt idx="8061">
                  <c:v>8061</c:v>
                </c:pt>
                <c:pt idx="8062">
                  <c:v>8062</c:v>
                </c:pt>
                <c:pt idx="8063">
                  <c:v>8063</c:v>
                </c:pt>
                <c:pt idx="8064">
                  <c:v>8064</c:v>
                </c:pt>
                <c:pt idx="8065">
                  <c:v>8065</c:v>
                </c:pt>
                <c:pt idx="8066">
                  <c:v>8066</c:v>
                </c:pt>
                <c:pt idx="8067">
                  <c:v>8067</c:v>
                </c:pt>
                <c:pt idx="8068">
                  <c:v>8068</c:v>
                </c:pt>
                <c:pt idx="8069">
                  <c:v>8069</c:v>
                </c:pt>
                <c:pt idx="8070">
                  <c:v>8070</c:v>
                </c:pt>
                <c:pt idx="8071">
                  <c:v>8071</c:v>
                </c:pt>
                <c:pt idx="8072">
                  <c:v>8072</c:v>
                </c:pt>
                <c:pt idx="8073">
                  <c:v>8073</c:v>
                </c:pt>
                <c:pt idx="8074">
                  <c:v>8074</c:v>
                </c:pt>
                <c:pt idx="8075">
                  <c:v>8075</c:v>
                </c:pt>
                <c:pt idx="8076">
                  <c:v>8076</c:v>
                </c:pt>
                <c:pt idx="8077">
                  <c:v>8077</c:v>
                </c:pt>
                <c:pt idx="8078">
                  <c:v>8078</c:v>
                </c:pt>
                <c:pt idx="8079">
                  <c:v>8079</c:v>
                </c:pt>
                <c:pt idx="8080">
                  <c:v>8080</c:v>
                </c:pt>
                <c:pt idx="8081">
                  <c:v>8081</c:v>
                </c:pt>
                <c:pt idx="8082">
                  <c:v>8082</c:v>
                </c:pt>
                <c:pt idx="8083">
                  <c:v>8083</c:v>
                </c:pt>
                <c:pt idx="8084">
                  <c:v>8084</c:v>
                </c:pt>
                <c:pt idx="8085">
                  <c:v>8085</c:v>
                </c:pt>
                <c:pt idx="8086">
                  <c:v>8086</c:v>
                </c:pt>
                <c:pt idx="8087">
                  <c:v>8087</c:v>
                </c:pt>
                <c:pt idx="8088">
                  <c:v>8088</c:v>
                </c:pt>
                <c:pt idx="8089">
                  <c:v>8089</c:v>
                </c:pt>
                <c:pt idx="8090">
                  <c:v>8090</c:v>
                </c:pt>
                <c:pt idx="8091">
                  <c:v>8091</c:v>
                </c:pt>
                <c:pt idx="8092">
                  <c:v>8092</c:v>
                </c:pt>
                <c:pt idx="8093">
                  <c:v>8093</c:v>
                </c:pt>
                <c:pt idx="8094">
                  <c:v>8094</c:v>
                </c:pt>
                <c:pt idx="8095">
                  <c:v>8095</c:v>
                </c:pt>
                <c:pt idx="8096">
                  <c:v>8096</c:v>
                </c:pt>
                <c:pt idx="8097">
                  <c:v>8097</c:v>
                </c:pt>
                <c:pt idx="8098">
                  <c:v>8098</c:v>
                </c:pt>
                <c:pt idx="8099">
                  <c:v>8099</c:v>
                </c:pt>
                <c:pt idx="8100">
                  <c:v>8100</c:v>
                </c:pt>
                <c:pt idx="8101">
                  <c:v>8101</c:v>
                </c:pt>
                <c:pt idx="8102">
                  <c:v>8102</c:v>
                </c:pt>
                <c:pt idx="8103">
                  <c:v>8103</c:v>
                </c:pt>
                <c:pt idx="8104">
                  <c:v>8104</c:v>
                </c:pt>
                <c:pt idx="8105">
                  <c:v>8105</c:v>
                </c:pt>
                <c:pt idx="8106">
                  <c:v>8106</c:v>
                </c:pt>
                <c:pt idx="8107">
                  <c:v>8107</c:v>
                </c:pt>
                <c:pt idx="8108">
                  <c:v>8108</c:v>
                </c:pt>
                <c:pt idx="8109">
                  <c:v>8109</c:v>
                </c:pt>
                <c:pt idx="8110">
                  <c:v>8110</c:v>
                </c:pt>
                <c:pt idx="8111">
                  <c:v>8111</c:v>
                </c:pt>
                <c:pt idx="8112">
                  <c:v>8112</c:v>
                </c:pt>
                <c:pt idx="8113">
                  <c:v>8113</c:v>
                </c:pt>
                <c:pt idx="8114">
                  <c:v>8114</c:v>
                </c:pt>
                <c:pt idx="8115">
                  <c:v>8115</c:v>
                </c:pt>
                <c:pt idx="8116">
                  <c:v>8116</c:v>
                </c:pt>
                <c:pt idx="8117">
                  <c:v>8117</c:v>
                </c:pt>
                <c:pt idx="8118">
                  <c:v>8118</c:v>
                </c:pt>
                <c:pt idx="8119">
                  <c:v>8119</c:v>
                </c:pt>
                <c:pt idx="8120">
                  <c:v>8120</c:v>
                </c:pt>
                <c:pt idx="8121">
                  <c:v>8121</c:v>
                </c:pt>
                <c:pt idx="8122">
                  <c:v>8122</c:v>
                </c:pt>
                <c:pt idx="8123">
                  <c:v>8123</c:v>
                </c:pt>
                <c:pt idx="8124">
                  <c:v>8124</c:v>
                </c:pt>
                <c:pt idx="8125">
                  <c:v>8125</c:v>
                </c:pt>
                <c:pt idx="8126">
                  <c:v>8126</c:v>
                </c:pt>
                <c:pt idx="8127">
                  <c:v>8127</c:v>
                </c:pt>
                <c:pt idx="8128">
                  <c:v>8128</c:v>
                </c:pt>
                <c:pt idx="8129">
                  <c:v>8129</c:v>
                </c:pt>
                <c:pt idx="8130">
                  <c:v>8130</c:v>
                </c:pt>
                <c:pt idx="8131">
                  <c:v>8131</c:v>
                </c:pt>
                <c:pt idx="8132">
                  <c:v>8132</c:v>
                </c:pt>
                <c:pt idx="8133">
                  <c:v>8133</c:v>
                </c:pt>
                <c:pt idx="8134">
                  <c:v>8134</c:v>
                </c:pt>
                <c:pt idx="8135">
                  <c:v>8135</c:v>
                </c:pt>
                <c:pt idx="8136">
                  <c:v>8136</c:v>
                </c:pt>
                <c:pt idx="8137">
                  <c:v>8137</c:v>
                </c:pt>
                <c:pt idx="8138">
                  <c:v>8138</c:v>
                </c:pt>
                <c:pt idx="8139">
                  <c:v>8139</c:v>
                </c:pt>
                <c:pt idx="8140">
                  <c:v>8140</c:v>
                </c:pt>
                <c:pt idx="8141">
                  <c:v>8141</c:v>
                </c:pt>
                <c:pt idx="8142">
                  <c:v>8142</c:v>
                </c:pt>
                <c:pt idx="8143">
                  <c:v>8143</c:v>
                </c:pt>
                <c:pt idx="8144">
                  <c:v>8144</c:v>
                </c:pt>
                <c:pt idx="8145">
                  <c:v>8145</c:v>
                </c:pt>
                <c:pt idx="8146">
                  <c:v>8146</c:v>
                </c:pt>
                <c:pt idx="8147">
                  <c:v>8147</c:v>
                </c:pt>
                <c:pt idx="8148">
                  <c:v>8148</c:v>
                </c:pt>
                <c:pt idx="8149">
                  <c:v>8149</c:v>
                </c:pt>
                <c:pt idx="8150">
                  <c:v>8150</c:v>
                </c:pt>
                <c:pt idx="8151">
                  <c:v>8151</c:v>
                </c:pt>
                <c:pt idx="8152">
                  <c:v>8152</c:v>
                </c:pt>
                <c:pt idx="8153">
                  <c:v>8153</c:v>
                </c:pt>
                <c:pt idx="8154">
                  <c:v>8154</c:v>
                </c:pt>
                <c:pt idx="8155">
                  <c:v>8155</c:v>
                </c:pt>
                <c:pt idx="8156">
                  <c:v>8156</c:v>
                </c:pt>
                <c:pt idx="8157">
                  <c:v>8157</c:v>
                </c:pt>
                <c:pt idx="8158">
                  <c:v>8158</c:v>
                </c:pt>
                <c:pt idx="8159">
                  <c:v>8159</c:v>
                </c:pt>
                <c:pt idx="8160">
                  <c:v>8160</c:v>
                </c:pt>
                <c:pt idx="8161">
                  <c:v>8161</c:v>
                </c:pt>
                <c:pt idx="8162">
                  <c:v>8162</c:v>
                </c:pt>
                <c:pt idx="8163">
                  <c:v>8163</c:v>
                </c:pt>
                <c:pt idx="8164">
                  <c:v>8164</c:v>
                </c:pt>
                <c:pt idx="8165">
                  <c:v>8165</c:v>
                </c:pt>
                <c:pt idx="8166">
                  <c:v>8166</c:v>
                </c:pt>
                <c:pt idx="8167">
                  <c:v>8167</c:v>
                </c:pt>
                <c:pt idx="8168">
                  <c:v>8168</c:v>
                </c:pt>
                <c:pt idx="8169">
                  <c:v>8169</c:v>
                </c:pt>
                <c:pt idx="8170">
                  <c:v>8170</c:v>
                </c:pt>
                <c:pt idx="8171">
                  <c:v>8171</c:v>
                </c:pt>
                <c:pt idx="8172">
                  <c:v>8172</c:v>
                </c:pt>
                <c:pt idx="8173">
                  <c:v>8173</c:v>
                </c:pt>
                <c:pt idx="8174">
                  <c:v>8174</c:v>
                </c:pt>
                <c:pt idx="8175">
                  <c:v>8175</c:v>
                </c:pt>
                <c:pt idx="8176">
                  <c:v>8176</c:v>
                </c:pt>
                <c:pt idx="8177">
                  <c:v>8177</c:v>
                </c:pt>
                <c:pt idx="8178">
                  <c:v>8178</c:v>
                </c:pt>
                <c:pt idx="8179">
                  <c:v>8179</c:v>
                </c:pt>
                <c:pt idx="8180">
                  <c:v>8180</c:v>
                </c:pt>
                <c:pt idx="8181">
                  <c:v>8181</c:v>
                </c:pt>
                <c:pt idx="8182">
                  <c:v>8182</c:v>
                </c:pt>
                <c:pt idx="8183">
                  <c:v>8183</c:v>
                </c:pt>
                <c:pt idx="8184">
                  <c:v>8184</c:v>
                </c:pt>
                <c:pt idx="8185">
                  <c:v>8185</c:v>
                </c:pt>
                <c:pt idx="8186">
                  <c:v>8186</c:v>
                </c:pt>
                <c:pt idx="8187">
                  <c:v>8187</c:v>
                </c:pt>
                <c:pt idx="8188">
                  <c:v>8188</c:v>
                </c:pt>
                <c:pt idx="8189">
                  <c:v>8189</c:v>
                </c:pt>
                <c:pt idx="8190">
                  <c:v>8190</c:v>
                </c:pt>
                <c:pt idx="8191">
                  <c:v>8191</c:v>
                </c:pt>
                <c:pt idx="8192">
                  <c:v>8192</c:v>
                </c:pt>
                <c:pt idx="8193">
                  <c:v>8193</c:v>
                </c:pt>
                <c:pt idx="8194">
                  <c:v>8194</c:v>
                </c:pt>
                <c:pt idx="8195">
                  <c:v>8195</c:v>
                </c:pt>
                <c:pt idx="8196">
                  <c:v>8196</c:v>
                </c:pt>
                <c:pt idx="8197">
                  <c:v>8197</c:v>
                </c:pt>
                <c:pt idx="8198">
                  <c:v>8198</c:v>
                </c:pt>
                <c:pt idx="8199">
                  <c:v>8199</c:v>
                </c:pt>
                <c:pt idx="8200">
                  <c:v>8200</c:v>
                </c:pt>
                <c:pt idx="8201">
                  <c:v>8201</c:v>
                </c:pt>
                <c:pt idx="8202">
                  <c:v>8202</c:v>
                </c:pt>
                <c:pt idx="8203">
                  <c:v>8203</c:v>
                </c:pt>
                <c:pt idx="8204">
                  <c:v>8204</c:v>
                </c:pt>
                <c:pt idx="8205">
                  <c:v>8205</c:v>
                </c:pt>
                <c:pt idx="8206">
                  <c:v>8206</c:v>
                </c:pt>
                <c:pt idx="8207">
                  <c:v>8207</c:v>
                </c:pt>
                <c:pt idx="8208">
                  <c:v>8208</c:v>
                </c:pt>
                <c:pt idx="8209">
                  <c:v>8209</c:v>
                </c:pt>
                <c:pt idx="8210">
                  <c:v>8210</c:v>
                </c:pt>
                <c:pt idx="8211">
                  <c:v>8211</c:v>
                </c:pt>
                <c:pt idx="8212">
                  <c:v>8212</c:v>
                </c:pt>
                <c:pt idx="8213">
                  <c:v>8213</c:v>
                </c:pt>
                <c:pt idx="8214">
                  <c:v>8214</c:v>
                </c:pt>
                <c:pt idx="8215">
                  <c:v>8215</c:v>
                </c:pt>
                <c:pt idx="8216">
                  <c:v>8216</c:v>
                </c:pt>
                <c:pt idx="8217">
                  <c:v>8217</c:v>
                </c:pt>
                <c:pt idx="8218">
                  <c:v>8218</c:v>
                </c:pt>
                <c:pt idx="8219">
                  <c:v>8219</c:v>
                </c:pt>
                <c:pt idx="8220">
                  <c:v>8220</c:v>
                </c:pt>
                <c:pt idx="8221">
                  <c:v>8221</c:v>
                </c:pt>
                <c:pt idx="8222">
                  <c:v>8222</c:v>
                </c:pt>
                <c:pt idx="8223">
                  <c:v>8223</c:v>
                </c:pt>
                <c:pt idx="8224">
                  <c:v>8224</c:v>
                </c:pt>
                <c:pt idx="8225">
                  <c:v>8225</c:v>
                </c:pt>
                <c:pt idx="8226">
                  <c:v>8226</c:v>
                </c:pt>
                <c:pt idx="8227">
                  <c:v>8227</c:v>
                </c:pt>
                <c:pt idx="8228">
                  <c:v>8228</c:v>
                </c:pt>
                <c:pt idx="8229">
                  <c:v>8229</c:v>
                </c:pt>
                <c:pt idx="8230">
                  <c:v>8230</c:v>
                </c:pt>
                <c:pt idx="8231">
                  <c:v>8231</c:v>
                </c:pt>
                <c:pt idx="8232">
                  <c:v>8232</c:v>
                </c:pt>
                <c:pt idx="8233">
                  <c:v>8233</c:v>
                </c:pt>
                <c:pt idx="8234">
                  <c:v>8234</c:v>
                </c:pt>
                <c:pt idx="8235">
                  <c:v>8235</c:v>
                </c:pt>
                <c:pt idx="8236">
                  <c:v>8236</c:v>
                </c:pt>
                <c:pt idx="8237">
                  <c:v>8237</c:v>
                </c:pt>
                <c:pt idx="8238">
                  <c:v>8238</c:v>
                </c:pt>
                <c:pt idx="8239">
                  <c:v>8239</c:v>
                </c:pt>
                <c:pt idx="8240">
                  <c:v>8240</c:v>
                </c:pt>
                <c:pt idx="8241">
                  <c:v>8241</c:v>
                </c:pt>
                <c:pt idx="8242">
                  <c:v>8242</c:v>
                </c:pt>
                <c:pt idx="8243">
                  <c:v>8243</c:v>
                </c:pt>
                <c:pt idx="8244">
                  <c:v>8244</c:v>
                </c:pt>
                <c:pt idx="8245">
                  <c:v>8245</c:v>
                </c:pt>
                <c:pt idx="8246">
                  <c:v>8246</c:v>
                </c:pt>
                <c:pt idx="8247">
                  <c:v>8247</c:v>
                </c:pt>
                <c:pt idx="8248">
                  <c:v>8248</c:v>
                </c:pt>
                <c:pt idx="8249">
                  <c:v>8249</c:v>
                </c:pt>
                <c:pt idx="8250">
                  <c:v>8250</c:v>
                </c:pt>
                <c:pt idx="8251">
                  <c:v>8251</c:v>
                </c:pt>
                <c:pt idx="8252">
                  <c:v>8252</c:v>
                </c:pt>
                <c:pt idx="8253">
                  <c:v>8253</c:v>
                </c:pt>
                <c:pt idx="8254">
                  <c:v>8254</c:v>
                </c:pt>
                <c:pt idx="8255">
                  <c:v>8255</c:v>
                </c:pt>
                <c:pt idx="8256">
                  <c:v>8256</c:v>
                </c:pt>
                <c:pt idx="8257">
                  <c:v>8257</c:v>
                </c:pt>
                <c:pt idx="8258">
                  <c:v>8258</c:v>
                </c:pt>
                <c:pt idx="8259">
                  <c:v>8259</c:v>
                </c:pt>
                <c:pt idx="8260">
                  <c:v>8260</c:v>
                </c:pt>
                <c:pt idx="8261">
                  <c:v>8261</c:v>
                </c:pt>
                <c:pt idx="8262">
                  <c:v>8262</c:v>
                </c:pt>
                <c:pt idx="8263">
                  <c:v>8263</c:v>
                </c:pt>
                <c:pt idx="8264">
                  <c:v>8264</c:v>
                </c:pt>
                <c:pt idx="8265">
                  <c:v>8265</c:v>
                </c:pt>
                <c:pt idx="8266">
                  <c:v>8266</c:v>
                </c:pt>
                <c:pt idx="8267">
                  <c:v>8267</c:v>
                </c:pt>
                <c:pt idx="8268">
                  <c:v>8268</c:v>
                </c:pt>
                <c:pt idx="8269">
                  <c:v>8269</c:v>
                </c:pt>
                <c:pt idx="8270">
                  <c:v>8270</c:v>
                </c:pt>
                <c:pt idx="8271">
                  <c:v>8271</c:v>
                </c:pt>
                <c:pt idx="8272">
                  <c:v>8272</c:v>
                </c:pt>
                <c:pt idx="8273">
                  <c:v>8273</c:v>
                </c:pt>
                <c:pt idx="8274">
                  <c:v>8274</c:v>
                </c:pt>
                <c:pt idx="8275">
                  <c:v>8275</c:v>
                </c:pt>
                <c:pt idx="8276">
                  <c:v>8276</c:v>
                </c:pt>
                <c:pt idx="8277">
                  <c:v>8277</c:v>
                </c:pt>
                <c:pt idx="8278">
                  <c:v>8278</c:v>
                </c:pt>
                <c:pt idx="8279">
                  <c:v>8279</c:v>
                </c:pt>
                <c:pt idx="8280">
                  <c:v>8280</c:v>
                </c:pt>
                <c:pt idx="8281">
                  <c:v>8281</c:v>
                </c:pt>
                <c:pt idx="8282">
                  <c:v>8282</c:v>
                </c:pt>
                <c:pt idx="8283">
                  <c:v>8283</c:v>
                </c:pt>
                <c:pt idx="8284">
                  <c:v>8284</c:v>
                </c:pt>
                <c:pt idx="8285">
                  <c:v>8285</c:v>
                </c:pt>
                <c:pt idx="8286">
                  <c:v>8286</c:v>
                </c:pt>
                <c:pt idx="8287">
                  <c:v>8287</c:v>
                </c:pt>
                <c:pt idx="8288">
                  <c:v>8288</c:v>
                </c:pt>
                <c:pt idx="8289">
                  <c:v>8289</c:v>
                </c:pt>
                <c:pt idx="8290">
                  <c:v>8290</c:v>
                </c:pt>
                <c:pt idx="8291">
                  <c:v>8291</c:v>
                </c:pt>
                <c:pt idx="8292">
                  <c:v>8292</c:v>
                </c:pt>
                <c:pt idx="8293">
                  <c:v>8293</c:v>
                </c:pt>
                <c:pt idx="8294">
                  <c:v>8294</c:v>
                </c:pt>
                <c:pt idx="8295">
                  <c:v>8295</c:v>
                </c:pt>
                <c:pt idx="8296">
                  <c:v>8296</c:v>
                </c:pt>
                <c:pt idx="8297">
                  <c:v>8297</c:v>
                </c:pt>
                <c:pt idx="8298">
                  <c:v>8298</c:v>
                </c:pt>
                <c:pt idx="8299">
                  <c:v>8299</c:v>
                </c:pt>
                <c:pt idx="8300">
                  <c:v>8300</c:v>
                </c:pt>
                <c:pt idx="8301">
                  <c:v>8301</c:v>
                </c:pt>
                <c:pt idx="8302">
                  <c:v>8302</c:v>
                </c:pt>
                <c:pt idx="8303">
                  <c:v>8303</c:v>
                </c:pt>
                <c:pt idx="8304">
                  <c:v>8304</c:v>
                </c:pt>
                <c:pt idx="8305">
                  <c:v>8305</c:v>
                </c:pt>
                <c:pt idx="8306">
                  <c:v>8306</c:v>
                </c:pt>
                <c:pt idx="8307">
                  <c:v>8307</c:v>
                </c:pt>
                <c:pt idx="8308">
                  <c:v>8308</c:v>
                </c:pt>
                <c:pt idx="8309">
                  <c:v>8309</c:v>
                </c:pt>
                <c:pt idx="8310">
                  <c:v>8310</c:v>
                </c:pt>
                <c:pt idx="8311">
                  <c:v>8311</c:v>
                </c:pt>
                <c:pt idx="8312">
                  <c:v>8312</c:v>
                </c:pt>
                <c:pt idx="8313">
                  <c:v>8313</c:v>
                </c:pt>
                <c:pt idx="8314">
                  <c:v>8314</c:v>
                </c:pt>
                <c:pt idx="8315">
                  <c:v>8315</c:v>
                </c:pt>
                <c:pt idx="8316">
                  <c:v>8316</c:v>
                </c:pt>
                <c:pt idx="8317">
                  <c:v>8317</c:v>
                </c:pt>
                <c:pt idx="8318">
                  <c:v>8318</c:v>
                </c:pt>
                <c:pt idx="8319">
                  <c:v>8319</c:v>
                </c:pt>
                <c:pt idx="8320">
                  <c:v>8320</c:v>
                </c:pt>
                <c:pt idx="8321">
                  <c:v>8321</c:v>
                </c:pt>
                <c:pt idx="8322">
                  <c:v>8322</c:v>
                </c:pt>
                <c:pt idx="8323">
                  <c:v>8323</c:v>
                </c:pt>
                <c:pt idx="8324">
                  <c:v>8324</c:v>
                </c:pt>
                <c:pt idx="8325">
                  <c:v>8325</c:v>
                </c:pt>
                <c:pt idx="8326">
                  <c:v>8326</c:v>
                </c:pt>
                <c:pt idx="8327">
                  <c:v>8327</c:v>
                </c:pt>
                <c:pt idx="8328">
                  <c:v>8328</c:v>
                </c:pt>
                <c:pt idx="8329">
                  <c:v>8329</c:v>
                </c:pt>
                <c:pt idx="8330">
                  <c:v>8330</c:v>
                </c:pt>
                <c:pt idx="8331">
                  <c:v>8331</c:v>
                </c:pt>
                <c:pt idx="8332">
                  <c:v>8332</c:v>
                </c:pt>
                <c:pt idx="8333">
                  <c:v>8333</c:v>
                </c:pt>
                <c:pt idx="8334">
                  <c:v>8334</c:v>
                </c:pt>
                <c:pt idx="8335">
                  <c:v>8335</c:v>
                </c:pt>
                <c:pt idx="8336">
                  <c:v>8336</c:v>
                </c:pt>
                <c:pt idx="8337">
                  <c:v>8337</c:v>
                </c:pt>
                <c:pt idx="8338">
                  <c:v>8338</c:v>
                </c:pt>
                <c:pt idx="8339">
                  <c:v>8339</c:v>
                </c:pt>
                <c:pt idx="8340">
                  <c:v>8340</c:v>
                </c:pt>
                <c:pt idx="8341">
                  <c:v>8341</c:v>
                </c:pt>
                <c:pt idx="8342">
                  <c:v>8342</c:v>
                </c:pt>
                <c:pt idx="8343">
                  <c:v>8343</c:v>
                </c:pt>
                <c:pt idx="8344">
                  <c:v>8344</c:v>
                </c:pt>
                <c:pt idx="8345">
                  <c:v>8345</c:v>
                </c:pt>
                <c:pt idx="8346">
                  <c:v>8346</c:v>
                </c:pt>
                <c:pt idx="8347">
                  <c:v>8347</c:v>
                </c:pt>
                <c:pt idx="8348">
                  <c:v>8348</c:v>
                </c:pt>
                <c:pt idx="8349">
                  <c:v>8349</c:v>
                </c:pt>
                <c:pt idx="8350">
                  <c:v>8350</c:v>
                </c:pt>
                <c:pt idx="8351">
                  <c:v>8351</c:v>
                </c:pt>
                <c:pt idx="8352">
                  <c:v>8352</c:v>
                </c:pt>
                <c:pt idx="8353">
                  <c:v>8353</c:v>
                </c:pt>
                <c:pt idx="8354">
                  <c:v>8354</c:v>
                </c:pt>
                <c:pt idx="8355">
                  <c:v>8355</c:v>
                </c:pt>
                <c:pt idx="8356">
                  <c:v>8356</c:v>
                </c:pt>
                <c:pt idx="8357">
                  <c:v>8357</c:v>
                </c:pt>
                <c:pt idx="8358">
                  <c:v>8358</c:v>
                </c:pt>
                <c:pt idx="8359">
                  <c:v>8359</c:v>
                </c:pt>
                <c:pt idx="8360">
                  <c:v>8360</c:v>
                </c:pt>
                <c:pt idx="8361">
                  <c:v>8361</c:v>
                </c:pt>
                <c:pt idx="8362">
                  <c:v>8362</c:v>
                </c:pt>
                <c:pt idx="8363">
                  <c:v>8363</c:v>
                </c:pt>
                <c:pt idx="8364">
                  <c:v>8364</c:v>
                </c:pt>
                <c:pt idx="8365">
                  <c:v>8365</c:v>
                </c:pt>
                <c:pt idx="8366">
                  <c:v>8366</c:v>
                </c:pt>
                <c:pt idx="8367">
                  <c:v>8367</c:v>
                </c:pt>
                <c:pt idx="8368">
                  <c:v>8368</c:v>
                </c:pt>
                <c:pt idx="8369">
                  <c:v>8369</c:v>
                </c:pt>
                <c:pt idx="8370">
                  <c:v>8370</c:v>
                </c:pt>
                <c:pt idx="8371">
                  <c:v>8371</c:v>
                </c:pt>
                <c:pt idx="8372">
                  <c:v>8372</c:v>
                </c:pt>
                <c:pt idx="8373">
                  <c:v>8373</c:v>
                </c:pt>
                <c:pt idx="8374">
                  <c:v>8374</c:v>
                </c:pt>
                <c:pt idx="8375">
                  <c:v>8375</c:v>
                </c:pt>
                <c:pt idx="8376">
                  <c:v>8376</c:v>
                </c:pt>
                <c:pt idx="8377">
                  <c:v>8377</c:v>
                </c:pt>
                <c:pt idx="8378">
                  <c:v>8378</c:v>
                </c:pt>
                <c:pt idx="8379">
                  <c:v>8379</c:v>
                </c:pt>
                <c:pt idx="8380">
                  <c:v>8380</c:v>
                </c:pt>
                <c:pt idx="8381">
                  <c:v>8381</c:v>
                </c:pt>
                <c:pt idx="8382">
                  <c:v>8382</c:v>
                </c:pt>
                <c:pt idx="8383">
                  <c:v>8383</c:v>
                </c:pt>
                <c:pt idx="8384">
                  <c:v>8384</c:v>
                </c:pt>
                <c:pt idx="8385">
                  <c:v>8385</c:v>
                </c:pt>
                <c:pt idx="8386">
                  <c:v>8386</c:v>
                </c:pt>
                <c:pt idx="8387">
                  <c:v>8387</c:v>
                </c:pt>
                <c:pt idx="8388">
                  <c:v>8388</c:v>
                </c:pt>
                <c:pt idx="8389">
                  <c:v>8389</c:v>
                </c:pt>
                <c:pt idx="8390">
                  <c:v>8390</c:v>
                </c:pt>
                <c:pt idx="8391">
                  <c:v>8391</c:v>
                </c:pt>
                <c:pt idx="8392">
                  <c:v>8392</c:v>
                </c:pt>
                <c:pt idx="8393">
                  <c:v>8393</c:v>
                </c:pt>
                <c:pt idx="8394">
                  <c:v>8394</c:v>
                </c:pt>
                <c:pt idx="8395">
                  <c:v>8395</c:v>
                </c:pt>
                <c:pt idx="8396">
                  <c:v>8396</c:v>
                </c:pt>
                <c:pt idx="8397">
                  <c:v>8397</c:v>
                </c:pt>
                <c:pt idx="8398">
                  <c:v>8398</c:v>
                </c:pt>
                <c:pt idx="8399">
                  <c:v>8399</c:v>
                </c:pt>
                <c:pt idx="8400">
                  <c:v>8400</c:v>
                </c:pt>
                <c:pt idx="8401">
                  <c:v>8401</c:v>
                </c:pt>
                <c:pt idx="8402">
                  <c:v>8402</c:v>
                </c:pt>
                <c:pt idx="8403">
                  <c:v>8403</c:v>
                </c:pt>
                <c:pt idx="8404">
                  <c:v>8404</c:v>
                </c:pt>
                <c:pt idx="8405">
                  <c:v>8405</c:v>
                </c:pt>
                <c:pt idx="8406">
                  <c:v>8406</c:v>
                </c:pt>
                <c:pt idx="8407">
                  <c:v>8407</c:v>
                </c:pt>
                <c:pt idx="8408">
                  <c:v>8408</c:v>
                </c:pt>
                <c:pt idx="8409">
                  <c:v>8409</c:v>
                </c:pt>
                <c:pt idx="8410">
                  <c:v>8410</c:v>
                </c:pt>
                <c:pt idx="8411">
                  <c:v>8411</c:v>
                </c:pt>
                <c:pt idx="8412">
                  <c:v>8412</c:v>
                </c:pt>
                <c:pt idx="8413">
                  <c:v>8413</c:v>
                </c:pt>
                <c:pt idx="8414">
                  <c:v>8414</c:v>
                </c:pt>
                <c:pt idx="8415">
                  <c:v>8415</c:v>
                </c:pt>
                <c:pt idx="8416">
                  <c:v>8416</c:v>
                </c:pt>
                <c:pt idx="8417">
                  <c:v>8417</c:v>
                </c:pt>
                <c:pt idx="8418">
                  <c:v>8418</c:v>
                </c:pt>
                <c:pt idx="8419">
                  <c:v>8419</c:v>
                </c:pt>
                <c:pt idx="8420">
                  <c:v>8420</c:v>
                </c:pt>
                <c:pt idx="8421">
                  <c:v>8421</c:v>
                </c:pt>
                <c:pt idx="8422">
                  <c:v>8422</c:v>
                </c:pt>
                <c:pt idx="8423">
                  <c:v>8423</c:v>
                </c:pt>
                <c:pt idx="8424">
                  <c:v>8424</c:v>
                </c:pt>
                <c:pt idx="8425">
                  <c:v>8425</c:v>
                </c:pt>
                <c:pt idx="8426">
                  <c:v>8426</c:v>
                </c:pt>
                <c:pt idx="8427">
                  <c:v>8427</c:v>
                </c:pt>
                <c:pt idx="8428">
                  <c:v>8428</c:v>
                </c:pt>
                <c:pt idx="8429">
                  <c:v>8429</c:v>
                </c:pt>
                <c:pt idx="8430">
                  <c:v>8430</c:v>
                </c:pt>
                <c:pt idx="8431">
                  <c:v>8431</c:v>
                </c:pt>
                <c:pt idx="8432">
                  <c:v>8432</c:v>
                </c:pt>
                <c:pt idx="8433">
                  <c:v>8433</c:v>
                </c:pt>
                <c:pt idx="8434">
                  <c:v>8434</c:v>
                </c:pt>
                <c:pt idx="8435">
                  <c:v>8435</c:v>
                </c:pt>
                <c:pt idx="8436">
                  <c:v>8436</c:v>
                </c:pt>
                <c:pt idx="8437">
                  <c:v>8437</c:v>
                </c:pt>
                <c:pt idx="8438">
                  <c:v>8438</c:v>
                </c:pt>
                <c:pt idx="8439">
                  <c:v>8439</c:v>
                </c:pt>
                <c:pt idx="8440">
                  <c:v>8440</c:v>
                </c:pt>
                <c:pt idx="8441">
                  <c:v>8441</c:v>
                </c:pt>
                <c:pt idx="8442">
                  <c:v>8442</c:v>
                </c:pt>
                <c:pt idx="8443">
                  <c:v>8443</c:v>
                </c:pt>
                <c:pt idx="8444">
                  <c:v>8444</c:v>
                </c:pt>
                <c:pt idx="8445">
                  <c:v>8445</c:v>
                </c:pt>
                <c:pt idx="8446">
                  <c:v>8446</c:v>
                </c:pt>
                <c:pt idx="8447">
                  <c:v>8447</c:v>
                </c:pt>
                <c:pt idx="8448">
                  <c:v>8448</c:v>
                </c:pt>
                <c:pt idx="8449">
                  <c:v>8449</c:v>
                </c:pt>
                <c:pt idx="8450">
                  <c:v>8450</c:v>
                </c:pt>
                <c:pt idx="8451">
                  <c:v>8451</c:v>
                </c:pt>
                <c:pt idx="8452">
                  <c:v>8452</c:v>
                </c:pt>
                <c:pt idx="8453">
                  <c:v>8453</c:v>
                </c:pt>
                <c:pt idx="8454">
                  <c:v>8454</c:v>
                </c:pt>
                <c:pt idx="8455">
                  <c:v>8455</c:v>
                </c:pt>
                <c:pt idx="8456">
                  <c:v>8456</c:v>
                </c:pt>
                <c:pt idx="8457">
                  <c:v>8457</c:v>
                </c:pt>
                <c:pt idx="8458">
                  <c:v>8458</c:v>
                </c:pt>
                <c:pt idx="8459">
                  <c:v>8459</c:v>
                </c:pt>
                <c:pt idx="8460">
                  <c:v>8460</c:v>
                </c:pt>
                <c:pt idx="8461">
                  <c:v>8461</c:v>
                </c:pt>
                <c:pt idx="8462">
                  <c:v>8462</c:v>
                </c:pt>
                <c:pt idx="8463">
                  <c:v>8463</c:v>
                </c:pt>
                <c:pt idx="8464">
                  <c:v>8464</c:v>
                </c:pt>
                <c:pt idx="8465">
                  <c:v>8465</c:v>
                </c:pt>
                <c:pt idx="8466">
                  <c:v>8466</c:v>
                </c:pt>
                <c:pt idx="8467">
                  <c:v>8467</c:v>
                </c:pt>
                <c:pt idx="8468">
                  <c:v>8468</c:v>
                </c:pt>
                <c:pt idx="8469">
                  <c:v>8469</c:v>
                </c:pt>
                <c:pt idx="8470">
                  <c:v>8470</c:v>
                </c:pt>
                <c:pt idx="8471">
                  <c:v>8471</c:v>
                </c:pt>
                <c:pt idx="8472">
                  <c:v>8472</c:v>
                </c:pt>
                <c:pt idx="8473">
                  <c:v>8473</c:v>
                </c:pt>
                <c:pt idx="8474">
                  <c:v>8474</c:v>
                </c:pt>
                <c:pt idx="8475">
                  <c:v>8475</c:v>
                </c:pt>
                <c:pt idx="8476">
                  <c:v>8476</c:v>
                </c:pt>
                <c:pt idx="8477">
                  <c:v>8477</c:v>
                </c:pt>
                <c:pt idx="8478">
                  <c:v>8478</c:v>
                </c:pt>
                <c:pt idx="8479">
                  <c:v>8479</c:v>
                </c:pt>
                <c:pt idx="8480">
                  <c:v>8480</c:v>
                </c:pt>
                <c:pt idx="8481">
                  <c:v>8481</c:v>
                </c:pt>
                <c:pt idx="8482">
                  <c:v>8482</c:v>
                </c:pt>
                <c:pt idx="8483">
                  <c:v>8483</c:v>
                </c:pt>
                <c:pt idx="8484">
                  <c:v>8484</c:v>
                </c:pt>
                <c:pt idx="8485">
                  <c:v>8485</c:v>
                </c:pt>
                <c:pt idx="8486">
                  <c:v>8486</c:v>
                </c:pt>
                <c:pt idx="8487">
                  <c:v>8487</c:v>
                </c:pt>
                <c:pt idx="8488">
                  <c:v>8488</c:v>
                </c:pt>
                <c:pt idx="8489">
                  <c:v>8489</c:v>
                </c:pt>
                <c:pt idx="8490">
                  <c:v>8490</c:v>
                </c:pt>
                <c:pt idx="8491">
                  <c:v>8491</c:v>
                </c:pt>
                <c:pt idx="8492">
                  <c:v>8492</c:v>
                </c:pt>
                <c:pt idx="8493">
                  <c:v>8493</c:v>
                </c:pt>
                <c:pt idx="8494">
                  <c:v>8494</c:v>
                </c:pt>
                <c:pt idx="8495">
                  <c:v>8495</c:v>
                </c:pt>
                <c:pt idx="8496">
                  <c:v>8496</c:v>
                </c:pt>
                <c:pt idx="8497">
                  <c:v>8497</c:v>
                </c:pt>
                <c:pt idx="8498">
                  <c:v>8498</c:v>
                </c:pt>
                <c:pt idx="8499">
                  <c:v>8499</c:v>
                </c:pt>
                <c:pt idx="8500">
                  <c:v>8500</c:v>
                </c:pt>
                <c:pt idx="8501">
                  <c:v>8501</c:v>
                </c:pt>
                <c:pt idx="8502">
                  <c:v>8502</c:v>
                </c:pt>
                <c:pt idx="8503">
                  <c:v>8503</c:v>
                </c:pt>
                <c:pt idx="8504">
                  <c:v>8504</c:v>
                </c:pt>
                <c:pt idx="8505">
                  <c:v>8505</c:v>
                </c:pt>
                <c:pt idx="8506">
                  <c:v>8506</c:v>
                </c:pt>
                <c:pt idx="8507">
                  <c:v>8507</c:v>
                </c:pt>
                <c:pt idx="8508">
                  <c:v>8508</c:v>
                </c:pt>
                <c:pt idx="8509">
                  <c:v>8509</c:v>
                </c:pt>
                <c:pt idx="8510">
                  <c:v>8510</c:v>
                </c:pt>
                <c:pt idx="8511">
                  <c:v>8511</c:v>
                </c:pt>
                <c:pt idx="8512">
                  <c:v>8512</c:v>
                </c:pt>
                <c:pt idx="8513">
                  <c:v>8513</c:v>
                </c:pt>
                <c:pt idx="8514">
                  <c:v>8514</c:v>
                </c:pt>
                <c:pt idx="8515">
                  <c:v>8515</c:v>
                </c:pt>
                <c:pt idx="8516">
                  <c:v>8516</c:v>
                </c:pt>
                <c:pt idx="8517">
                  <c:v>8517</c:v>
                </c:pt>
                <c:pt idx="8518">
                  <c:v>8518</c:v>
                </c:pt>
                <c:pt idx="8519">
                  <c:v>8519</c:v>
                </c:pt>
                <c:pt idx="8520">
                  <c:v>8520</c:v>
                </c:pt>
                <c:pt idx="8521">
                  <c:v>8521</c:v>
                </c:pt>
                <c:pt idx="8522">
                  <c:v>8522</c:v>
                </c:pt>
                <c:pt idx="8523">
                  <c:v>8523</c:v>
                </c:pt>
                <c:pt idx="8524">
                  <c:v>8524</c:v>
                </c:pt>
                <c:pt idx="8525">
                  <c:v>8525</c:v>
                </c:pt>
                <c:pt idx="8526">
                  <c:v>8526</c:v>
                </c:pt>
                <c:pt idx="8527">
                  <c:v>8527</c:v>
                </c:pt>
                <c:pt idx="8528">
                  <c:v>8528</c:v>
                </c:pt>
                <c:pt idx="8529">
                  <c:v>8529</c:v>
                </c:pt>
                <c:pt idx="8530">
                  <c:v>8530</c:v>
                </c:pt>
                <c:pt idx="8531">
                  <c:v>8531</c:v>
                </c:pt>
                <c:pt idx="8532">
                  <c:v>8532</c:v>
                </c:pt>
                <c:pt idx="8533">
                  <c:v>8533</c:v>
                </c:pt>
                <c:pt idx="8534">
                  <c:v>8534</c:v>
                </c:pt>
                <c:pt idx="8535">
                  <c:v>8535</c:v>
                </c:pt>
                <c:pt idx="8536">
                  <c:v>8536</c:v>
                </c:pt>
                <c:pt idx="8537">
                  <c:v>8537</c:v>
                </c:pt>
                <c:pt idx="8538">
                  <c:v>8538</c:v>
                </c:pt>
                <c:pt idx="8539">
                  <c:v>8539</c:v>
                </c:pt>
                <c:pt idx="8540">
                  <c:v>8540</c:v>
                </c:pt>
                <c:pt idx="8541">
                  <c:v>8541</c:v>
                </c:pt>
                <c:pt idx="8542">
                  <c:v>8542</c:v>
                </c:pt>
                <c:pt idx="8543">
                  <c:v>8543</c:v>
                </c:pt>
                <c:pt idx="8544">
                  <c:v>8544</c:v>
                </c:pt>
                <c:pt idx="8545">
                  <c:v>8545</c:v>
                </c:pt>
                <c:pt idx="8546">
                  <c:v>8546</c:v>
                </c:pt>
                <c:pt idx="8547">
                  <c:v>8547</c:v>
                </c:pt>
                <c:pt idx="8548">
                  <c:v>8548</c:v>
                </c:pt>
                <c:pt idx="8549">
                  <c:v>8549</c:v>
                </c:pt>
                <c:pt idx="8550">
                  <c:v>8550</c:v>
                </c:pt>
                <c:pt idx="8551">
                  <c:v>8551</c:v>
                </c:pt>
                <c:pt idx="8552">
                  <c:v>8552</c:v>
                </c:pt>
                <c:pt idx="8553">
                  <c:v>8553</c:v>
                </c:pt>
                <c:pt idx="8554">
                  <c:v>8554</c:v>
                </c:pt>
                <c:pt idx="8555">
                  <c:v>8555</c:v>
                </c:pt>
                <c:pt idx="8556">
                  <c:v>8556</c:v>
                </c:pt>
                <c:pt idx="8557">
                  <c:v>8557</c:v>
                </c:pt>
                <c:pt idx="8558">
                  <c:v>8558</c:v>
                </c:pt>
                <c:pt idx="8559">
                  <c:v>8559</c:v>
                </c:pt>
                <c:pt idx="8560">
                  <c:v>8560</c:v>
                </c:pt>
                <c:pt idx="8561">
                  <c:v>8561</c:v>
                </c:pt>
                <c:pt idx="8562">
                  <c:v>8562</c:v>
                </c:pt>
                <c:pt idx="8563">
                  <c:v>8563</c:v>
                </c:pt>
                <c:pt idx="8564">
                  <c:v>8564</c:v>
                </c:pt>
                <c:pt idx="8565">
                  <c:v>8565</c:v>
                </c:pt>
                <c:pt idx="8566">
                  <c:v>8566</c:v>
                </c:pt>
                <c:pt idx="8567">
                  <c:v>8567</c:v>
                </c:pt>
                <c:pt idx="8568">
                  <c:v>8568</c:v>
                </c:pt>
                <c:pt idx="8569">
                  <c:v>8569</c:v>
                </c:pt>
                <c:pt idx="8570">
                  <c:v>8570</c:v>
                </c:pt>
                <c:pt idx="8571">
                  <c:v>8571</c:v>
                </c:pt>
                <c:pt idx="8572">
                  <c:v>8572</c:v>
                </c:pt>
                <c:pt idx="8573">
                  <c:v>8573</c:v>
                </c:pt>
                <c:pt idx="8574">
                  <c:v>8574</c:v>
                </c:pt>
                <c:pt idx="8575">
                  <c:v>8575</c:v>
                </c:pt>
                <c:pt idx="8576">
                  <c:v>8576</c:v>
                </c:pt>
                <c:pt idx="8577">
                  <c:v>8577</c:v>
                </c:pt>
                <c:pt idx="8578">
                  <c:v>8578</c:v>
                </c:pt>
                <c:pt idx="8579">
                  <c:v>8579</c:v>
                </c:pt>
                <c:pt idx="8580">
                  <c:v>8580</c:v>
                </c:pt>
                <c:pt idx="8581">
                  <c:v>8581</c:v>
                </c:pt>
                <c:pt idx="8582">
                  <c:v>8582</c:v>
                </c:pt>
                <c:pt idx="8583">
                  <c:v>8583</c:v>
                </c:pt>
                <c:pt idx="8584">
                  <c:v>8584</c:v>
                </c:pt>
                <c:pt idx="8585">
                  <c:v>8585</c:v>
                </c:pt>
                <c:pt idx="8586">
                  <c:v>8586</c:v>
                </c:pt>
                <c:pt idx="8587">
                  <c:v>8587</c:v>
                </c:pt>
                <c:pt idx="8588">
                  <c:v>8588</c:v>
                </c:pt>
                <c:pt idx="8589">
                  <c:v>8589</c:v>
                </c:pt>
                <c:pt idx="8590">
                  <c:v>8590</c:v>
                </c:pt>
                <c:pt idx="8591">
                  <c:v>8591</c:v>
                </c:pt>
                <c:pt idx="8592">
                  <c:v>8592</c:v>
                </c:pt>
                <c:pt idx="8593">
                  <c:v>8593</c:v>
                </c:pt>
                <c:pt idx="8594">
                  <c:v>8594</c:v>
                </c:pt>
                <c:pt idx="8595">
                  <c:v>8595</c:v>
                </c:pt>
                <c:pt idx="8596">
                  <c:v>8596</c:v>
                </c:pt>
                <c:pt idx="8597">
                  <c:v>8597</c:v>
                </c:pt>
                <c:pt idx="8598">
                  <c:v>8598</c:v>
                </c:pt>
                <c:pt idx="8599">
                  <c:v>8599</c:v>
                </c:pt>
                <c:pt idx="8600">
                  <c:v>8600</c:v>
                </c:pt>
                <c:pt idx="8601">
                  <c:v>8601</c:v>
                </c:pt>
                <c:pt idx="8602">
                  <c:v>8602</c:v>
                </c:pt>
                <c:pt idx="8603">
                  <c:v>8603</c:v>
                </c:pt>
                <c:pt idx="8604">
                  <c:v>8604</c:v>
                </c:pt>
                <c:pt idx="8605">
                  <c:v>8605</c:v>
                </c:pt>
                <c:pt idx="8606">
                  <c:v>8606</c:v>
                </c:pt>
                <c:pt idx="8607">
                  <c:v>8607</c:v>
                </c:pt>
                <c:pt idx="8608">
                  <c:v>8608</c:v>
                </c:pt>
                <c:pt idx="8609">
                  <c:v>8609</c:v>
                </c:pt>
                <c:pt idx="8610">
                  <c:v>8610</c:v>
                </c:pt>
                <c:pt idx="8611">
                  <c:v>8611</c:v>
                </c:pt>
                <c:pt idx="8612">
                  <c:v>8612</c:v>
                </c:pt>
                <c:pt idx="8613">
                  <c:v>8613</c:v>
                </c:pt>
                <c:pt idx="8614">
                  <c:v>8614</c:v>
                </c:pt>
                <c:pt idx="8615">
                  <c:v>8615</c:v>
                </c:pt>
                <c:pt idx="8616">
                  <c:v>8616</c:v>
                </c:pt>
                <c:pt idx="8617">
                  <c:v>8617</c:v>
                </c:pt>
                <c:pt idx="8618">
                  <c:v>8618</c:v>
                </c:pt>
                <c:pt idx="8619">
                  <c:v>8619</c:v>
                </c:pt>
                <c:pt idx="8620">
                  <c:v>8620</c:v>
                </c:pt>
                <c:pt idx="8621">
                  <c:v>8621</c:v>
                </c:pt>
                <c:pt idx="8622">
                  <c:v>8622</c:v>
                </c:pt>
                <c:pt idx="8623">
                  <c:v>8623</c:v>
                </c:pt>
                <c:pt idx="8624">
                  <c:v>8624</c:v>
                </c:pt>
                <c:pt idx="8625">
                  <c:v>8625</c:v>
                </c:pt>
                <c:pt idx="8626">
                  <c:v>8626</c:v>
                </c:pt>
                <c:pt idx="8627">
                  <c:v>8627</c:v>
                </c:pt>
                <c:pt idx="8628">
                  <c:v>8628</c:v>
                </c:pt>
                <c:pt idx="8629">
                  <c:v>8629</c:v>
                </c:pt>
                <c:pt idx="8630">
                  <c:v>8630</c:v>
                </c:pt>
                <c:pt idx="8631">
                  <c:v>8631</c:v>
                </c:pt>
                <c:pt idx="8632">
                  <c:v>8632</c:v>
                </c:pt>
                <c:pt idx="8633">
                  <c:v>8633</c:v>
                </c:pt>
                <c:pt idx="8634">
                  <c:v>8634</c:v>
                </c:pt>
                <c:pt idx="8635">
                  <c:v>8635</c:v>
                </c:pt>
                <c:pt idx="8636">
                  <c:v>8636</c:v>
                </c:pt>
                <c:pt idx="8637">
                  <c:v>8637</c:v>
                </c:pt>
                <c:pt idx="8638">
                  <c:v>8638</c:v>
                </c:pt>
                <c:pt idx="8639">
                  <c:v>8639</c:v>
                </c:pt>
                <c:pt idx="8640">
                  <c:v>8640</c:v>
                </c:pt>
                <c:pt idx="8641">
                  <c:v>8641</c:v>
                </c:pt>
                <c:pt idx="8642">
                  <c:v>8642</c:v>
                </c:pt>
                <c:pt idx="8643">
                  <c:v>8643</c:v>
                </c:pt>
                <c:pt idx="8644">
                  <c:v>8644</c:v>
                </c:pt>
                <c:pt idx="8645">
                  <c:v>8645</c:v>
                </c:pt>
                <c:pt idx="8646">
                  <c:v>8646</c:v>
                </c:pt>
                <c:pt idx="8647">
                  <c:v>8647</c:v>
                </c:pt>
                <c:pt idx="8648">
                  <c:v>8648</c:v>
                </c:pt>
                <c:pt idx="8649">
                  <c:v>8649</c:v>
                </c:pt>
                <c:pt idx="8650">
                  <c:v>8650</c:v>
                </c:pt>
                <c:pt idx="8651">
                  <c:v>8651</c:v>
                </c:pt>
                <c:pt idx="8652">
                  <c:v>8652</c:v>
                </c:pt>
                <c:pt idx="8653">
                  <c:v>8653</c:v>
                </c:pt>
                <c:pt idx="8654">
                  <c:v>8654</c:v>
                </c:pt>
                <c:pt idx="8655">
                  <c:v>8655</c:v>
                </c:pt>
                <c:pt idx="8656">
                  <c:v>8656</c:v>
                </c:pt>
                <c:pt idx="8657">
                  <c:v>8657</c:v>
                </c:pt>
                <c:pt idx="8658">
                  <c:v>8658</c:v>
                </c:pt>
                <c:pt idx="8659">
                  <c:v>8659</c:v>
                </c:pt>
                <c:pt idx="8660">
                  <c:v>8660</c:v>
                </c:pt>
                <c:pt idx="8661">
                  <c:v>8661</c:v>
                </c:pt>
                <c:pt idx="8662">
                  <c:v>8662</c:v>
                </c:pt>
                <c:pt idx="8663">
                  <c:v>8663</c:v>
                </c:pt>
                <c:pt idx="8664">
                  <c:v>8664</c:v>
                </c:pt>
                <c:pt idx="8665">
                  <c:v>8665</c:v>
                </c:pt>
                <c:pt idx="8666">
                  <c:v>8666</c:v>
                </c:pt>
                <c:pt idx="8667">
                  <c:v>8667</c:v>
                </c:pt>
                <c:pt idx="8668">
                  <c:v>8668</c:v>
                </c:pt>
                <c:pt idx="8669">
                  <c:v>8669</c:v>
                </c:pt>
                <c:pt idx="8670">
                  <c:v>8670</c:v>
                </c:pt>
                <c:pt idx="8671">
                  <c:v>8671</c:v>
                </c:pt>
                <c:pt idx="8672">
                  <c:v>8672</c:v>
                </c:pt>
                <c:pt idx="8673">
                  <c:v>8673</c:v>
                </c:pt>
                <c:pt idx="8674">
                  <c:v>8674</c:v>
                </c:pt>
                <c:pt idx="8675">
                  <c:v>8675</c:v>
                </c:pt>
                <c:pt idx="8676">
                  <c:v>8676</c:v>
                </c:pt>
                <c:pt idx="8677">
                  <c:v>8677</c:v>
                </c:pt>
                <c:pt idx="8678">
                  <c:v>8678</c:v>
                </c:pt>
                <c:pt idx="8679">
                  <c:v>8679</c:v>
                </c:pt>
                <c:pt idx="8680">
                  <c:v>8680</c:v>
                </c:pt>
                <c:pt idx="8681">
                  <c:v>8681</c:v>
                </c:pt>
                <c:pt idx="8682">
                  <c:v>8682</c:v>
                </c:pt>
                <c:pt idx="8683">
                  <c:v>8683</c:v>
                </c:pt>
                <c:pt idx="8684">
                  <c:v>8684</c:v>
                </c:pt>
                <c:pt idx="8685">
                  <c:v>8685</c:v>
                </c:pt>
                <c:pt idx="8686">
                  <c:v>8686</c:v>
                </c:pt>
                <c:pt idx="8687">
                  <c:v>8687</c:v>
                </c:pt>
                <c:pt idx="8688">
                  <c:v>8688</c:v>
                </c:pt>
                <c:pt idx="8689">
                  <c:v>8689</c:v>
                </c:pt>
                <c:pt idx="8690">
                  <c:v>8690</c:v>
                </c:pt>
                <c:pt idx="8691">
                  <c:v>8691</c:v>
                </c:pt>
                <c:pt idx="8692">
                  <c:v>8692</c:v>
                </c:pt>
                <c:pt idx="8693">
                  <c:v>8693</c:v>
                </c:pt>
                <c:pt idx="8694">
                  <c:v>8694</c:v>
                </c:pt>
                <c:pt idx="8695">
                  <c:v>8695</c:v>
                </c:pt>
                <c:pt idx="8696">
                  <c:v>8696</c:v>
                </c:pt>
                <c:pt idx="8697">
                  <c:v>8697</c:v>
                </c:pt>
                <c:pt idx="8698">
                  <c:v>8698</c:v>
                </c:pt>
                <c:pt idx="8699">
                  <c:v>8699</c:v>
                </c:pt>
                <c:pt idx="8700">
                  <c:v>8700</c:v>
                </c:pt>
                <c:pt idx="8701">
                  <c:v>8701</c:v>
                </c:pt>
                <c:pt idx="8702">
                  <c:v>8702</c:v>
                </c:pt>
                <c:pt idx="8703">
                  <c:v>8703</c:v>
                </c:pt>
                <c:pt idx="8704">
                  <c:v>8704</c:v>
                </c:pt>
                <c:pt idx="8705">
                  <c:v>8705</c:v>
                </c:pt>
                <c:pt idx="8706">
                  <c:v>8706</c:v>
                </c:pt>
                <c:pt idx="8707">
                  <c:v>8707</c:v>
                </c:pt>
                <c:pt idx="8708">
                  <c:v>8708</c:v>
                </c:pt>
                <c:pt idx="8709">
                  <c:v>8709</c:v>
                </c:pt>
                <c:pt idx="8710">
                  <c:v>8710</c:v>
                </c:pt>
                <c:pt idx="8711">
                  <c:v>8711</c:v>
                </c:pt>
                <c:pt idx="8712">
                  <c:v>8712</c:v>
                </c:pt>
                <c:pt idx="8713">
                  <c:v>8713</c:v>
                </c:pt>
                <c:pt idx="8714">
                  <c:v>8714</c:v>
                </c:pt>
                <c:pt idx="8715">
                  <c:v>8715</c:v>
                </c:pt>
                <c:pt idx="8716">
                  <c:v>8716</c:v>
                </c:pt>
                <c:pt idx="8717">
                  <c:v>8717</c:v>
                </c:pt>
                <c:pt idx="8718">
                  <c:v>8718</c:v>
                </c:pt>
                <c:pt idx="8719">
                  <c:v>8719</c:v>
                </c:pt>
                <c:pt idx="8720">
                  <c:v>8720</c:v>
                </c:pt>
                <c:pt idx="8721">
                  <c:v>8721</c:v>
                </c:pt>
                <c:pt idx="8722">
                  <c:v>8722</c:v>
                </c:pt>
                <c:pt idx="8723">
                  <c:v>8723</c:v>
                </c:pt>
                <c:pt idx="8724">
                  <c:v>8724</c:v>
                </c:pt>
                <c:pt idx="8725">
                  <c:v>8725</c:v>
                </c:pt>
                <c:pt idx="8726">
                  <c:v>8726</c:v>
                </c:pt>
                <c:pt idx="8727">
                  <c:v>8727</c:v>
                </c:pt>
                <c:pt idx="8728">
                  <c:v>8728</c:v>
                </c:pt>
                <c:pt idx="8729">
                  <c:v>8729</c:v>
                </c:pt>
                <c:pt idx="8730">
                  <c:v>8730</c:v>
                </c:pt>
                <c:pt idx="8731">
                  <c:v>8731</c:v>
                </c:pt>
                <c:pt idx="8732">
                  <c:v>8732</c:v>
                </c:pt>
                <c:pt idx="8733">
                  <c:v>8733</c:v>
                </c:pt>
                <c:pt idx="8734">
                  <c:v>8734</c:v>
                </c:pt>
                <c:pt idx="8735">
                  <c:v>8735</c:v>
                </c:pt>
                <c:pt idx="8736">
                  <c:v>8736</c:v>
                </c:pt>
                <c:pt idx="8737">
                  <c:v>8737</c:v>
                </c:pt>
                <c:pt idx="8738">
                  <c:v>8738</c:v>
                </c:pt>
                <c:pt idx="8739">
                  <c:v>8739</c:v>
                </c:pt>
                <c:pt idx="8740">
                  <c:v>8740</c:v>
                </c:pt>
                <c:pt idx="8741">
                  <c:v>8741</c:v>
                </c:pt>
                <c:pt idx="8742">
                  <c:v>8742</c:v>
                </c:pt>
                <c:pt idx="8743">
                  <c:v>8743</c:v>
                </c:pt>
                <c:pt idx="8744">
                  <c:v>8744</c:v>
                </c:pt>
                <c:pt idx="8745">
                  <c:v>8745</c:v>
                </c:pt>
                <c:pt idx="8746">
                  <c:v>8746</c:v>
                </c:pt>
                <c:pt idx="8747">
                  <c:v>8747</c:v>
                </c:pt>
                <c:pt idx="8748">
                  <c:v>8748</c:v>
                </c:pt>
                <c:pt idx="8749">
                  <c:v>8749</c:v>
                </c:pt>
                <c:pt idx="8750">
                  <c:v>8750</c:v>
                </c:pt>
                <c:pt idx="8751">
                  <c:v>8751</c:v>
                </c:pt>
                <c:pt idx="8752">
                  <c:v>8752</c:v>
                </c:pt>
                <c:pt idx="8753">
                  <c:v>8753</c:v>
                </c:pt>
                <c:pt idx="8754">
                  <c:v>8754</c:v>
                </c:pt>
                <c:pt idx="8755">
                  <c:v>8755</c:v>
                </c:pt>
                <c:pt idx="8756">
                  <c:v>8756</c:v>
                </c:pt>
                <c:pt idx="8757">
                  <c:v>8757</c:v>
                </c:pt>
                <c:pt idx="8758">
                  <c:v>8758</c:v>
                </c:pt>
                <c:pt idx="8759">
                  <c:v>8759</c:v>
                </c:pt>
                <c:pt idx="8760">
                  <c:v>8760</c:v>
                </c:pt>
                <c:pt idx="8761">
                  <c:v>8761</c:v>
                </c:pt>
                <c:pt idx="8762">
                  <c:v>8762</c:v>
                </c:pt>
                <c:pt idx="8763">
                  <c:v>8763</c:v>
                </c:pt>
                <c:pt idx="8764">
                  <c:v>8764</c:v>
                </c:pt>
                <c:pt idx="8765">
                  <c:v>8765</c:v>
                </c:pt>
                <c:pt idx="8766">
                  <c:v>8766</c:v>
                </c:pt>
                <c:pt idx="8767">
                  <c:v>8767</c:v>
                </c:pt>
                <c:pt idx="8768">
                  <c:v>8768</c:v>
                </c:pt>
                <c:pt idx="8769">
                  <c:v>8769</c:v>
                </c:pt>
                <c:pt idx="8770">
                  <c:v>8770</c:v>
                </c:pt>
                <c:pt idx="8771">
                  <c:v>8771</c:v>
                </c:pt>
                <c:pt idx="8772">
                  <c:v>8772</c:v>
                </c:pt>
                <c:pt idx="8773">
                  <c:v>8773</c:v>
                </c:pt>
                <c:pt idx="8774">
                  <c:v>8774</c:v>
                </c:pt>
                <c:pt idx="8775">
                  <c:v>8775</c:v>
                </c:pt>
                <c:pt idx="8776">
                  <c:v>8776</c:v>
                </c:pt>
                <c:pt idx="8777">
                  <c:v>8777</c:v>
                </c:pt>
                <c:pt idx="8778">
                  <c:v>8778</c:v>
                </c:pt>
                <c:pt idx="8779">
                  <c:v>8779</c:v>
                </c:pt>
                <c:pt idx="8780">
                  <c:v>8780</c:v>
                </c:pt>
                <c:pt idx="8781">
                  <c:v>8781</c:v>
                </c:pt>
                <c:pt idx="8782">
                  <c:v>8782</c:v>
                </c:pt>
                <c:pt idx="8783">
                  <c:v>8783</c:v>
                </c:pt>
                <c:pt idx="8784">
                  <c:v>8784</c:v>
                </c:pt>
                <c:pt idx="8785">
                  <c:v>8785</c:v>
                </c:pt>
                <c:pt idx="8786">
                  <c:v>8786</c:v>
                </c:pt>
                <c:pt idx="8787">
                  <c:v>8787</c:v>
                </c:pt>
                <c:pt idx="8788">
                  <c:v>8788</c:v>
                </c:pt>
                <c:pt idx="8789">
                  <c:v>8789</c:v>
                </c:pt>
                <c:pt idx="8790">
                  <c:v>8790</c:v>
                </c:pt>
                <c:pt idx="8791">
                  <c:v>8791</c:v>
                </c:pt>
                <c:pt idx="8792">
                  <c:v>8792</c:v>
                </c:pt>
                <c:pt idx="8793">
                  <c:v>8793</c:v>
                </c:pt>
                <c:pt idx="8794">
                  <c:v>8794</c:v>
                </c:pt>
                <c:pt idx="8795">
                  <c:v>8795</c:v>
                </c:pt>
                <c:pt idx="8796">
                  <c:v>8796</c:v>
                </c:pt>
                <c:pt idx="8797">
                  <c:v>8797</c:v>
                </c:pt>
                <c:pt idx="8798">
                  <c:v>8798</c:v>
                </c:pt>
                <c:pt idx="8799">
                  <c:v>8799</c:v>
                </c:pt>
                <c:pt idx="8800">
                  <c:v>8800</c:v>
                </c:pt>
                <c:pt idx="8801">
                  <c:v>8801</c:v>
                </c:pt>
                <c:pt idx="8802">
                  <c:v>8802</c:v>
                </c:pt>
                <c:pt idx="8803">
                  <c:v>8803</c:v>
                </c:pt>
                <c:pt idx="8804">
                  <c:v>8804</c:v>
                </c:pt>
                <c:pt idx="8805">
                  <c:v>8805</c:v>
                </c:pt>
                <c:pt idx="8806">
                  <c:v>8806</c:v>
                </c:pt>
                <c:pt idx="8807">
                  <c:v>8807</c:v>
                </c:pt>
                <c:pt idx="8808">
                  <c:v>8808</c:v>
                </c:pt>
                <c:pt idx="8809">
                  <c:v>8809</c:v>
                </c:pt>
                <c:pt idx="8810">
                  <c:v>8810</c:v>
                </c:pt>
                <c:pt idx="8811">
                  <c:v>8811</c:v>
                </c:pt>
                <c:pt idx="8812">
                  <c:v>8812</c:v>
                </c:pt>
                <c:pt idx="8813">
                  <c:v>8813</c:v>
                </c:pt>
                <c:pt idx="8814">
                  <c:v>8814</c:v>
                </c:pt>
                <c:pt idx="8815">
                  <c:v>8815</c:v>
                </c:pt>
                <c:pt idx="8816">
                  <c:v>8816</c:v>
                </c:pt>
                <c:pt idx="8817">
                  <c:v>8817</c:v>
                </c:pt>
                <c:pt idx="8818">
                  <c:v>8818</c:v>
                </c:pt>
                <c:pt idx="8819">
                  <c:v>8819</c:v>
                </c:pt>
                <c:pt idx="8820">
                  <c:v>8820</c:v>
                </c:pt>
                <c:pt idx="8821">
                  <c:v>8821</c:v>
                </c:pt>
                <c:pt idx="8822">
                  <c:v>8822</c:v>
                </c:pt>
                <c:pt idx="8823">
                  <c:v>8823</c:v>
                </c:pt>
                <c:pt idx="8824">
                  <c:v>8824</c:v>
                </c:pt>
                <c:pt idx="8825">
                  <c:v>8825</c:v>
                </c:pt>
                <c:pt idx="8826">
                  <c:v>8826</c:v>
                </c:pt>
                <c:pt idx="8827">
                  <c:v>8827</c:v>
                </c:pt>
                <c:pt idx="8828">
                  <c:v>8828</c:v>
                </c:pt>
                <c:pt idx="8829">
                  <c:v>8829</c:v>
                </c:pt>
                <c:pt idx="8830">
                  <c:v>8830</c:v>
                </c:pt>
                <c:pt idx="8831">
                  <c:v>8831</c:v>
                </c:pt>
                <c:pt idx="8832">
                  <c:v>8832</c:v>
                </c:pt>
                <c:pt idx="8833">
                  <c:v>8833</c:v>
                </c:pt>
                <c:pt idx="8834">
                  <c:v>8834</c:v>
                </c:pt>
                <c:pt idx="8835">
                  <c:v>8835</c:v>
                </c:pt>
                <c:pt idx="8836">
                  <c:v>8836</c:v>
                </c:pt>
                <c:pt idx="8837">
                  <c:v>8837</c:v>
                </c:pt>
                <c:pt idx="8838">
                  <c:v>8838</c:v>
                </c:pt>
                <c:pt idx="8839">
                  <c:v>8839</c:v>
                </c:pt>
                <c:pt idx="8840">
                  <c:v>8840</c:v>
                </c:pt>
                <c:pt idx="8841">
                  <c:v>8841</c:v>
                </c:pt>
                <c:pt idx="8842">
                  <c:v>8842</c:v>
                </c:pt>
                <c:pt idx="8843">
                  <c:v>8843</c:v>
                </c:pt>
                <c:pt idx="8844">
                  <c:v>8844</c:v>
                </c:pt>
                <c:pt idx="8845">
                  <c:v>8845</c:v>
                </c:pt>
                <c:pt idx="8846">
                  <c:v>8846</c:v>
                </c:pt>
                <c:pt idx="8847">
                  <c:v>8847</c:v>
                </c:pt>
                <c:pt idx="8848">
                  <c:v>8848</c:v>
                </c:pt>
                <c:pt idx="8849">
                  <c:v>8849</c:v>
                </c:pt>
                <c:pt idx="8850">
                  <c:v>8850</c:v>
                </c:pt>
                <c:pt idx="8851">
                  <c:v>8851</c:v>
                </c:pt>
                <c:pt idx="8852">
                  <c:v>8852</c:v>
                </c:pt>
                <c:pt idx="8853">
                  <c:v>8853</c:v>
                </c:pt>
                <c:pt idx="8854">
                  <c:v>8854</c:v>
                </c:pt>
                <c:pt idx="8855">
                  <c:v>8855</c:v>
                </c:pt>
                <c:pt idx="8856">
                  <c:v>8856</c:v>
                </c:pt>
                <c:pt idx="8857">
                  <c:v>8857</c:v>
                </c:pt>
                <c:pt idx="8858">
                  <c:v>8858</c:v>
                </c:pt>
                <c:pt idx="8859">
                  <c:v>8859</c:v>
                </c:pt>
                <c:pt idx="8860">
                  <c:v>8860</c:v>
                </c:pt>
                <c:pt idx="8861">
                  <c:v>8861</c:v>
                </c:pt>
                <c:pt idx="8862">
                  <c:v>8862</c:v>
                </c:pt>
                <c:pt idx="8863">
                  <c:v>8863</c:v>
                </c:pt>
                <c:pt idx="8864">
                  <c:v>8864</c:v>
                </c:pt>
                <c:pt idx="8865">
                  <c:v>8865</c:v>
                </c:pt>
                <c:pt idx="8866">
                  <c:v>8866</c:v>
                </c:pt>
                <c:pt idx="8867">
                  <c:v>8867</c:v>
                </c:pt>
                <c:pt idx="8868">
                  <c:v>8868</c:v>
                </c:pt>
                <c:pt idx="8869">
                  <c:v>8869</c:v>
                </c:pt>
                <c:pt idx="8870">
                  <c:v>8870</c:v>
                </c:pt>
                <c:pt idx="8871">
                  <c:v>8871</c:v>
                </c:pt>
                <c:pt idx="8872">
                  <c:v>8872</c:v>
                </c:pt>
                <c:pt idx="8873">
                  <c:v>8873</c:v>
                </c:pt>
                <c:pt idx="8874">
                  <c:v>8874</c:v>
                </c:pt>
                <c:pt idx="8875">
                  <c:v>8875</c:v>
                </c:pt>
                <c:pt idx="8876">
                  <c:v>8876</c:v>
                </c:pt>
                <c:pt idx="8877">
                  <c:v>8877</c:v>
                </c:pt>
                <c:pt idx="8878">
                  <c:v>8878</c:v>
                </c:pt>
                <c:pt idx="8879">
                  <c:v>8879</c:v>
                </c:pt>
                <c:pt idx="8880">
                  <c:v>8880</c:v>
                </c:pt>
                <c:pt idx="8881">
                  <c:v>8881</c:v>
                </c:pt>
                <c:pt idx="8882">
                  <c:v>8882</c:v>
                </c:pt>
                <c:pt idx="8883">
                  <c:v>8883</c:v>
                </c:pt>
                <c:pt idx="8884">
                  <c:v>8884</c:v>
                </c:pt>
                <c:pt idx="8885">
                  <c:v>8885</c:v>
                </c:pt>
                <c:pt idx="8886">
                  <c:v>8886</c:v>
                </c:pt>
                <c:pt idx="8887">
                  <c:v>8887</c:v>
                </c:pt>
                <c:pt idx="8888">
                  <c:v>8888</c:v>
                </c:pt>
                <c:pt idx="8889">
                  <c:v>8889</c:v>
                </c:pt>
                <c:pt idx="8890">
                  <c:v>8890</c:v>
                </c:pt>
                <c:pt idx="8891">
                  <c:v>8891</c:v>
                </c:pt>
                <c:pt idx="8892">
                  <c:v>8892</c:v>
                </c:pt>
                <c:pt idx="8893">
                  <c:v>8893</c:v>
                </c:pt>
                <c:pt idx="8894">
                  <c:v>8894</c:v>
                </c:pt>
                <c:pt idx="8895">
                  <c:v>8895</c:v>
                </c:pt>
                <c:pt idx="8896">
                  <c:v>8896</c:v>
                </c:pt>
                <c:pt idx="8897">
                  <c:v>8897</c:v>
                </c:pt>
                <c:pt idx="8898">
                  <c:v>8898</c:v>
                </c:pt>
                <c:pt idx="8899">
                  <c:v>8899</c:v>
                </c:pt>
                <c:pt idx="8900">
                  <c:v>8900</c:v>
                </c:pt>
                <c:pt idx="8901">
                  <c:v>8901</c:v>
                </c:pt>
                <c:pt idx="8902">
                  <c:v>8902</c:v>
                </c:pt>
                <c:pt idx="8903">
                  <c:v>8903</c:v>
                </c:pt>
                <c:pt idx="8904">
                  <c:v>8904</c:v>
                </c:pt>
                <c:pt idx="8905">
                  <c:v>8905</c:v>
                </c:pt>
                <c:pt idx="8906">
                  <c:v>8906</c:v>
                </c:pt>
                <c:pt idx="8907">
                  <c:v>8907</c:v>
                </c:pt>
                <c:pt idx="8908">
                  <c:v>8908</c:v>
                </c:pt>
                <c:pt idx="8909">
                  <c:v>8909</c:v>
                </c:pt>
                <c:pt idx="8910">
                  <c:v>8910</c:v>
                </c:pt>
                <c:pt idx="8911">
                  <c:v>8911</c:v>
                </c:pt>
                <c:pt idx="8912">
                  <c:v>8912</c:v>
                </c:pt>
                <c:pt idx="8913">
                  <c:v>8913</c:v>
                </c:pt>
                <c:pt idx="8914">
                  <c:v>8914</c:v>
                </c:pt>
                <c:pt idx="8915">
                  <c:v>8915</c:v>
                </c:pt>
                <c:pt idx="8916">
                  <c:v>8916</c:v>
                </c:pt>
                <c:pt idx="8917">
                  <c:v>8917</c:v>
                </c:pt>
                <c:pt idx="8918">
                  <c:v>8918</c:v>
                </c:pt>
                <c:pt idx="8919">
                  <c:v>8919</c:v>
                </c:pt>
                <c:pt idx="8920">
                  <c:v>8920</c:v>
                </c:pt>
                <c:pt idx="8921">
                  <c:v>8921</c:v>
                </c:pt>
                <c:pt idx="8922">
                  <c:v>8922</c:v>
                </c:pt>
                <c:pt idx="8923">
                  <c:v>8923</c:v>
                </c:pt>
                <c:pt idx="8924">
                  <c:v>8924</c:v>
                </c:pt>
                <c:pt idx="8925">
                  <c:v>8925</c:v>
                </c:pt>
                <c:pt idx="8926">
                  <c:v>8926</c:v>
                </c:pt>
                <c:pt idx="8927">
                  <c:v>8927</c:v>
                </c:pt>
                <c:pt idx="8928">
                  <c:v>8928</c:v>
                </c:pt>
                <c:pt idx="8929">
                  <c:v>8929</c:v>
                </c:pt>
                <c:pt idx="8930">
                  <c:v>8930</c:v>
                </c:pt>
                <c:pt idx="8931">
                  <c:v>8931</c:v>
                </c:pt>
                <c:pt idx="8932">
                  <c:v>8932</c:v>
                </c:pt>
                <c:pt idx="8933">
                  <c:v>8933</c:v>
                </c:pt>
                <c:pt idx="8934">
                  <c:v>8934</c:v>
                </c:pt>
                <c:pt idx="8935">
                  <c:v>8935</c:v>
                </c:pt>
                <c:pt idx="8936">
                  <c:v>8936</c:v>
                </c:pt>
                <c:pt idx="8937">
                  <c:v>8937</c:v>
                </c:pt>
                <c:pt idx="8938">
                  <c:v>8938</c:v>
                </c:pt>
                <c:pt idx="8939">
                  <c:v>8939</c:v>
                </c:pt>
                <c:pt idx="8940">
                  <c:v>8940</c:v>
                </c:pt>
                <c:pt idx="8941">
                  <c:v>8941</c:v>
                </c:pt>
                <c:pt idx="8942">
                  <c:v>8942</c:v>
                </c:pt>
                <c:pt idx="8943">
                  <c:v>8943</c:v>
                </c:pt>
                <c:pt idx="8944">
                  <c:v>8944</c:v>
                </c:pt>
                <c:pt idx="8945">
                  <c:v>8945</c:v>
                </c:pt>
                <c:pt idx="8946">
                  <c:v>8946</c:v>
                </c:pt>
                <c:pt idx="8947">
                  <c:v>8947</c:v>
                </c:pt>
                <c:pt idx="8948">
                  <c:v>8948</c:v>
                </c:pt>
                <c:pt idx="8949">
                  <c:v>8949</c:v>
                </c:pt>
                <c:pt idx="8950">
                  <c:v>8950</c:v>
                </c:pt>
                <c:pt idx="8951">
                  <c:v>8951</c:v>
                </c:pt>
                <c:pt idx="8952">
                  <c:v>8952</c:v>
                </c:pt>
                <c:pt idx="8953">
                  <c:v>8953</c:v>
                </c:pt>
                <c:pt idx="8954">
                  <c:v>8954</c:v>
                </c:pt>
                <c:pt idx="8955">
                  <c:v>8955</c:v>
                </c:pt>
                <c:pt idx="8956">
                  <c:v>8956</c:v>
                </c:pt>
                <c:pt idx="8957">
                  <c:v>8957</c:v>
                </c:pt>
                <c:pt idx="8958">
                  <c:v>8958</c:v>
                </c:pt>
                <c:pt idx="8959">
                  <c:v>8959</c:v>
                </c:pt>
                <c:pt idx="8960">
                  <c:v>8960</c:v>
                </c:pt>
                <c:pt idx="8961">
                  <c:v>8961</c:v>
                </c:pt>
                <c:pt idx="8962">
                  <c:v>8962</c:v>
                </c:pt>
                <c:pt idx="8963">
                  <c:v>8963</c:v>
                </c:pt>
                <c:pt idx="8964">
                  <c:v>8964</c:v>
                </c:pt>
                <c:pt idx="8965">
                  <c:v>8965</c:v>
                </c:pt>
                <c:pt idx="8966">
                  <c:v>8966</c:v>
                </c:pt>
                <c:pt idx="8967">
                  <c:v>8967</c:v>
                </c:pt>
                <c:pt idx="8968">
                  <c:v>8968</c:v>
                </c:pt>
                <c:pt idx="8969">
                  <c:v>8969</c:v>
                </c:pt>
                <c:pt idx="8970">
                  <c:v>8970</c:v>
                </c:pt>
                <c:pt idx="8971">
                  <c:v>8971</c:v>
                </c:pt>
                <c:pt idx="8972">
                  <c:v>8972</c:v>
                </c:pt>
                <c:pt idx="8973">
                  <c:v>8973</c:v>
                </c:pt>
                <c:pt idx="8974">
                  <c:v>8974</c:v>
                </c:pt>
                <c:pt idx="8975">
                  <c:v>8975</c:v>
                </c:pt>
                <c:pt idx="8976">
                  <c:v>8976</c:v>
                </c:pt>
                <c:pt idx="8977">
                  <c:v>8977</c:v>
                </c:pt>
                <c:pt idx="8978">
                  <c:v>8978</c:v>
                </c:pt>
                <c:pt idx="8979">
                  <c:v>8979</c:v>
                </c:pt>
                <c:pt idx="8980">
                  <c:v>8980</c:v>
                </c:pt>
                <c:pt idx="8981">
                  <c:v>8981</c:v>
                </c:pt>
                <c:pt idx="8982">
                  <c:v>8982</c:v>
                </c:pt>
                <c:pt idx="8983">
                  <c:v>8983</c:v>
                </c:pt>
                <c:pt idx="8984">
                  <c:v>8984</c:v>
                </c:pt>
                <c:pt idx="8985">
                  <c:v>8985</c:v>
                </c:pt>
                <c:pt idx="8986">
                  <c:v>8986</c:v>
                </c:pt>
                <c:pt idx="8987">
                  <c:v>8987</c:v>
                </c:pt>
                <c:pt idx="8988">
                  <c:v>8988</c:v>
                </c:pt>
                <c:pt idx="8989">
                  <c:v>8989</c:v>
                </c:pt>
                <c:pt idx="8990">
                  <c:v>8990</c:v>
                </c:pt>
                <c:pt idx="8991">
                  <c:v>8991</c:v>
                </c:pt>
                <c:pt idx="8992">
                  <c:v>8992</c:v>
                </c:pt>
                <c:pt idx="8993">
                  <c:v>8993</c:v>
                </c:pt>
                <c:pt idx="8994">
                  <c:v>8994</c:v>
                </c:pt>
                <c:pt idx="8995">
                  <c:v>8995</c:v>
                </c:pt>
                <c:pt idx="8996">
                  <c:v>8996</c:v>
                </c:pt>
                <c:pt idx="8997">
                  <c:v>8997</c:v>
                </c:pt>
                <c:pt idx="8998">
                  <c:v>8998</c:v>
                </c:pt>
                <c:pt idx="8999">
                  <c:v>8999</c:v>
                </c:pt>
                <c:pt idx="9000">
                  <c:v>9000</c:v>
                </c:pt>
                <c:pt idx="9001">
                  <c:v>9001</c:v>
                </c:pt>
                <c:pt idx="9002">
                  <c:v>9002</c:v>
                </c:pt>
                <c:pt idx="9003">
                  <c:v>9003</c:v>
                </c:pt>
                <c:pt idx="9004">
                  <c:v>9004</c:v>
                </c:pt>
                <c:pt idx="9005">
                  <c:v>9005</c:v>
                </c:pt>
                <c:pt idx="9006">
                  <c:v>9006</c:v>
                </c:pt>
                <c:pt idx="9007">
                  <c:v>9007</c:v>
                </c:pt>
                <c:pt idx="9008">
                  <c:v>9008</c:v>
                </c:pt>
                <c:pt idx="9009">
                  <c:v>9009</c:v>
                </c:pt>
                <c:pt idx="9010">
                  <c:v>9010</c:v>
                </c:pt>
                <c:pt idx="9011">
                  <c:v>9011</c:v>
                </c:pt>
                <c:pt idx="9012">
                  <c:v>9012</c:v>
                </c:pt>
                <c:pt idx="9013">
                  <c:v>9013</c:v>
                </c:pt>
                <c:pt idx="9014">
                  <c:v>9014</c:v>
                </c:pt>
                <c:pt idx="9015">
                  <c:v>9015</c:v>
                </c:pt>
                <c:pt idx="9016">
                  <c:v>9016</c:v>
                </c:pt>
                <c:pt idx="9017">
                  <c:v>9017</c:v>
                </c:pt>
                <c:pt idx="9018">
                  <c:v>9018</c:v>
                </c:pt>
                <c:pt idx="9019">
                  <c:v>9019</c:v>
                </c:pt>
                <c:pt idx="9020">
                  <c:v>9020</c:v>
                </c:pt>
                <c:pt idx="9021">
                  <c:v>9021</c:v>
                </c:pt>
                <c:pt idx="9022">
                  <c:v>9022</c:v>
                </c:pt>
                <c:pt idx="9023">
                  <c:v>9023</c:v>
                </c:pt>
                <c:pt idx="9024">
                  <c:v>9024</c:v>
                </c:pt>
                <c:pt idx="9025">
                  <c:v>9025</c:v>
                </c:pt>
                <c:pt idx="9026">
                  <c:v>9026</c:v>
                </c:pt>
                <c:pt idx="9027">
                  <c:v>9027</c:v>
                </c:pt>
                <c:pt idx="9028">
                  <c:v>9028</c:v>
                </c:pt>
                <c:pt idx="9029">
                  <c:v>9029</c:v>
                </c:pt>
                <c:pt idx="9030">
                  <c:v>9030</c:v>
                </c:pt>
                <c:pt idx="9031">
                  <c:v>9031</c:v>
                </c:pt>
                <c:pt idx="9032">
                  <c:v>9032</c:v>
                </c:pt>
                <c:pt idx="9033">
                  <c:v>9033</c:v>
                </c:pt>
                <c:pt idx="9034">
                  <c:v>9034</c:v>
                </c:pt>
                <c:pt idx="9035">
                  <c:v>9035</c:v>
                </c:pt>
                <c:pt idx="9036">
                  <c:v>9036</c:v>
                </c:pt>
                <c:pt idx="9037">
                  <c:v>9037</c:v>
                </c:pt>
                <c:pt idx="9038">
                  <c:v>9038</c:v>
                </c:pt>
                <c:pt idx="9039">
                  <c:v>9039</c:v>
                </c:pt>
                <c:pt idx="9040">
                  <c:v>9040</c:v>
                </c:pt>
                <c:pt idx="9041">
                  <c:v>9041</c:v>
                </c:pt>
                <c:pt idx="9042">
                  <c:v>9042</c:v>
                </c:pt>
                <c:pt idx="9043">
                  <c:v>9043</c:v>
                </c:pt>
                <c:pt idx="9044">
                  <c:v>9044</c:v>
                </c:pt>
                <c:pt idx="9045">
                  <c:v>9045</c:v>
                </c:pt>
                <c:pt idx="9046">
                  <c:v>9046</c:v>
                </c:pt>
                <c:pt idx="9047">
                  <c:v>9047</c:v>
                </c:pt>
                <c:pt idx="9048">
                  <c:v>9048</c:v>
                </c:pt>
                <c:pt idx="9049">
                  <c:v>9049</c:v>
                </c:pt>
                <c:pt idx="9050">
                  <c:v>9050</c:v>
                </c:pt>
                <c:pt idx="9051">
                  <c:v>9051</c:v>
                </c:pt>
                <c:pt idx="9052">
                  <c:v>9052</c:v>
                </c:pt>
                <c:pt idx="9053">
                  <c:v>9053</c:v>
                </c:pt>
                <c:pt idx="9054">
                  <c:v>9054</c:v>
                </c:pt>
                <c:pt idx="9055">
                  <c:v>9055</c:v>
                </c:pt>
                <c:pt idx="9056">
                  <c:v>9056</c:v>
                </c:pt>
                <c:pt idx="9057">
                  <c:v>9057</c:v>
                </c:pt>
                <c:pt idx="9058">
                  <c:v>9058</c:v>
                </c:pt>
                <c:pt idx="9059">
                  <c:v>9059</c:v>
                </c:pt>
                <c:pt idx="9060">
                  <c:v>9060</c:v>
                </c:pt>
                <c:pt idx="9061">
                  <c:v>9061</c:v>
                </c:pt>
                <c:pt idx="9062">
                  <c:v>9062</c:v>
                </c:pt>
                <c:pt idx="9063">
                  <c:v>9063</c:v>
                </c:pt>
                <c:pt idx="9064">
                  <c:v>9064</c:v>
                </c:pt>
                <c:pt idx="9065">
                  <c:v>9065</c:v>
                </c:pt>
                <c:pt idx="9066">
                  <c:v>9066</c:v>
                </c:pt>
                <c:pt idx="9067">
                  <c:v>9067</c:v>
                </c:pt>
                <c:pt idx="9068">
                  <c:v>9068</c:v>
                </c:pt>
                <c:pt idx="9069">
                  <c:v>9069</c:v>
                </c:pt>
                <c:pt idx="9070">
                  <c:v>9070</c:v>
                </c:pt>
                <c:pt idx="9071">
                  <c:v>9071</c:v>
                </c:pt>
                <c:pt idx="9072">
                  <c:v>9072</c:v>
                </c:pt>
                <c:pt idx="9073">
                  <c:v>9073</c:v>
                </c:pt>
                <c:pt idx="9074">
                  <c:v>9074</c:v>
                </c:pt>
                <c:pt idx="9075">
                  <c:v>9075</c:v>
                </c:pt>
                <c:pt idx="9076">
                  <c:v>9076</c:v>
                </c:pt>
                <c:pt idx="9077">
                  <c:v>9077</c:v>
                </c:pt>
                <c:pt idx="9078">
                  <c:v>9078</c:v>
                </c:pt>
                <c:pt idx="9079">
                  <c:v>9079</c:v>
                </c:pt>
                <c:pt idx="9080">
                  <c:v>9080</c:v>
                </c:pt>
                <c:pt idx="9081">
                  <c:v>9081</c:v>
                </c:pt>
                <c:pt idx="9082">
                  <c:v>9082</c:v>
                </c:pt>
                <c:pt idx="9083">
                  <c:v>9083</c:v>
                </c:pt>
                <c:pt idx="9084">
                  <c:v>9084</c:v>
                </c:pt>
                <c:pt idx="9085">
                  <c:v>9085</c:v>
                </c:pt>
                <c:pt idx="9086">
                  <c:v>9086</c:v>
                </c:pt>
                <c:pt idx="9087">
                  <c:v>9087</c:v>
                </c:pt>
                <c:pt idx="9088">
                  <c:v>9088</c:v>
                </c:pt>
                <c:pt idx="9089">
                  <c:v>9089</c:v>
                </c:pt>
                <c:pt idx="9090">
                  <c:v>9090</c:v>
                </c:pt>
                <c:pt idx="9091">
                  <c:v>9091</c:v>
                </c:pt>
                <c:pt idx="9092">
                  <c:v>9092</c:v>
                </c:pt>
                <c:pt idx="9093">
                  <c:v>9093</c:v>
                </c:pt>
                <c:pt idx="9094">
                  <c:v>9094</c:v>
                </c:pt>
                <c:pt idx="9095">
                  <c:v>9095</c:v>
                </c:pt>
                <c:pt idx="9096">
                  <c:v>9096</c:v>
                </c:pt>
                <c:pt idx="9097">
                  <c:v>9097</c:v>
                </c:pt>
                <c:pt idx="9098">
                  <c:v>9098</c:v>
                </c:pt>
                <c:pt idx="9099">
                  <c:v>9099</c:v>
                </c:pt>
                <c:pt idx="9100">
                  <c:v>9100</c:v>
                </c:pt>
                <c:pt idx="9101">
                  <c:v>9101</c:v>
                </c:pt>
                <c:pt idx="9102">
                  <c:v>9102</c:v>
                </c:pt>
                <c:pt idx="9103">
                  <c:v>9103</c:v>
                </c:pt>
                <c:pt idx="9104">
                  <c:v>9104</c:v>
                </c:pt>
                <c:pt idx="9105">
                  <c:v>9105</c:v>
                </c:pt>
                <c:pt idx="9106">
                  <c:v>9106</c:v>
                </c:pt>
                <c:pt idx="9107">
                  <c:v>9107</c:v>
                </c:pt>
                <c:pt idx="9108">
                  <c:v>9108</c:v>
                </c:pt>
                <c:pt idx="9109">
                  <c:v>9109</c:v>
                </c:pt>
                <c:pt idx="9110">
                  <c:v>9110</c:v>
                </c:pt>
                <c:pt idx="9111">
                  <c:v>9111</c:v>
                </c:pt>
                <c:pt idx="9112">
                  <c:v>9112</c:v>
                </c:pt>
                <c:pt idx="9113">
                  <c:v>9113</c:v>
                </c:pt>
                <c:pt idx="9114">
                  <c:v>9114</c:v>
                </c:pt>
                <c:pt idx="9115">
                  <c:v>9115</c:v>
                </c:pt>
                <c:pt idx="9116">
                  <c:v>9116</c:v>
                </c:pt>
                <c:pt idx="9117">
                  <c:v>9117</c:v>
                </c:pt>
                <c:pt idx="9118">
                  <c:v>9118</c:v>
                </c:pt>
                <c:pt idx="9119">
                  <c:v>9119</c:v>
                </c:pt>
                <c:pt idx="9120">
                  <c:v>9120</c:v>
                </c:pt>
                <c:pt idx="9121">
                  <c:v>9121</c:v>
                </c:pt>
                <c:pt idx="9122">
                  <c:v>9122</c:v>
                </c:pt>
                <c:pt idx="9123">
                  <c:v>9123</c:v>
                </c:pt>
                <c:pt idx="9124">
                  <c:v>9124</c:v>
                </c:pt>
                <c:pt idx="9125">
                  <c:v>9125</c:v>
                </c:pt>
                <c:pt idx="9126">
                  <c:v>9126</c:v>
                </c:pt>
                <c:pt idx="9127">
                  <c:v>9127</c:v>
                </c:pt>
                <c:pt idx="9128">
                  <c:v>9128</c:v>
                </c:pt>
                <c:pt idx="9129">
                  <c:v>9129</c:v>
                </c:pt>
                <c:pt idx="9130">
                  <c:v>9130</c:v>
                </c:pt>
                <c:pt idx="9131">
                  <c:v>9131</c:v>
                </c:pt>
                <c:pt idx="9132">
                  <c:v>9132</c:v>
                </c:pt>
                <c:pt idx="9133">
                  <c:v>9133</c:v>
                </c:pt>
                <c:pt idx="9134">
                  <c:v>9134</c:v>
                </c:pt>
                <c:pt idx="9135">
                  <c:v>9135</c:v>
                </c:pt>
                <c:pt idx="9136">
                  <c:v>9136</c:v>
                </c:pt>
                <c:pt idx="9137">
                  <c:v>9137</c:v>
                </c:pt>
                <c:pt idx="9138">
                  <c:v>9138</c:v>
                </c:pt>
                <c:pt idx="9139">
                  <c:v>9139</c:v>
                </c:pt>
                <c:pt idx="9140">
                  <c:v>9140</c:v>
                </c:pt>
                <c:pt idx="9141">
                  <c:v>9141</c:v>
                </c:pt>
                <c:pt idx="9142">
                  <c:v>9142</c:v>
                </c:pt>
                <c:pt idx="9143">
                  <c:v>9143</c:v>
                </c:pt>
                <c:pt idx="9144">
                  <c:v>9144</c:v>
                </c:pt>
                <c:pt idx="9145">
                  <c:v>9145</c:v>
                </c:pt>
                <c:pt idx="9146">
                  <c:v>9146</c:v>
                </c:pt>
                <c:pt idx="9147">
                  <c:v>9147</c:v>
                </c:pt>
                <c:pt idx="9148">
                  <c:v>9148</c:v>
                </c:pt>
                <c:pt idx="9149">
                  <c:v>9149</c:v>
                </c:pt>
                <c:pt idx="9150">
                  <c:v>9150</c:v>
                </c:pt>
                <c:pt idx="9151">
                  <c:v>9151</c:v>
                </c:pt>
                <c:pt idx="9152">
                  <c:v>9152</c:v>
                </c:pt>
                <c:pt idx="9153">
                  <c:v>9153</c:v>
                </c:pt>
                <c:pt idx="9154">
                  <c:v>9154</c:v>
                </c:pt>
                <c:pt idx="9155">
                  <c:v>9155</c:v>
                </c:pt>
                <c:pt idx="9156">
                  <c:v>9156</c:v>
                </c:pt>
                <c:pt idx="9157">
                  <c:v>9157</c:v>
                </c:pt>
                <c:pt idx="9158">
                  <c:v>9158</c:v>
                </c:pt>
                <c:pt idx="9159">
                  <c:v>9159</c:v>
                </c:pt>
                <c:pt idx="9160">
                  <c:v>9160</c:v>
                </c:pt>
                <c:pt idx="9161">
                  <c:v>9161</c:v>
                </c:pt>
                <c:pt idx="9162">
                  <c:v>9162</c:v>
                </c:pt>
                <c:pt idx="9163">
                  <c:v>9163</c:v>
                </c:pt>
                <c:pt idx="9164">
                  <c:v>9164</c:v>
                </c:pt>
                <c:pt idx="9165">
                  <c:v>9165</c:v>
                </c:pt>
                <c:pt idx="9166">
                  <c:v>9166</c:v>
                </c:pt>
                <c:pt idx="9167">
                  <c:v>9167</c:v>
                </c:pt>
                <c:pt idx="9168">
                  <c:v>9168</c:v>
                </c:pt>
                <c:pt idx="9169">
                  <c:v>9169</c:v>
                </c:pt>
                <c:pt idx="9170">
                  <c:v>9170</c:v>
                </c:pt>
                <c:pt idx="9171">
                  <c:v>9171</c:v>
                </c:pt>
                <c:pt idx="9172">
                  <c:v>9172</c:v>
                </c:pt>
                <c:pt idx="9173">
                  <c:v>9173</c:v>
                </c:pt>
                <c:pt idx="9174">
                  <c:v>9174</c:v>
                </c:pt>
                <c:pt idx="9175">
                  <c:v>9175</c:v>
                </c:pt>
                <c:pt idx="9176">
                  <c:v>9176</c:v>
                </c:pt>
                <c:pt idx="9177">
                  <c:v>9177</c:v>
                </c:pt>
                <c:pt idx="9178">
                  <c:v>9178</c:v>
                </c:pt>
                <c:pt idx="9179">
                  <c:v>9179</c:v>
                </c:pt>
                <c:pt idx="9180">
                  <c:v>9180</c:v>
                </c:pt>
                <c:pt idx="9181">
                  <c:v>9181</c:v>
                </c:pt>
                <c:pt idx="9182">
                  <c:v>9182</c:v>
                </c:pt>
                <c:pt idx="9183">
                  <c:v>9183</c:v>
                </c:pt>
                <c:pt idx="9184">
                  <c:v>9184</c:v>
                </c:pt>
                <c:pt idx="9185">
                  <c:v>9185</c:v>
                </c:pt>
                <c:pt idx="9186">
                  <c:v>9186</c:v>
                </c:pt>
                <c:pt idx="9187">
                  <c:v>9187</c:v>
                </c:pt>
                <c:pt idx="9188">
                  <c:v>9188</c:v>
                </c:pt>
                <c:pt idx="9189">
                  <c:v>9189</c:v>
                </c:pt>
                <c:pt idx="9190">
                  <c:v>9190</c:v>
                </c:pt>
                <c:pt idx="9191">
                  <c:v>9191</c:v>
                </c:pt>
                <c:pt idx="9192">
                  <c:v>9192</c:v>
                </c:pt>
                <c:pt idx="9193">
                  <c:v>9193</c:v>
                </c:pt>
                <c:pt idx="9194">
                  <c:v>9194</c:v>
                </c:pt>
                <c:pt idx="9195">
                  <c:v>9195</c:v>
                </c:pt>
                <c:pt idx="9196">
                  <c:v>9196</c:v>
                </c:pt>
                <c:pt idx="9197">
                  <c:v>9197</c:v>
                </c:pt>
                <c:pt idx="9198">
                  <c:v>9198</c:v>
                </c:pt>
                <c:pt idx="9199">
                  <c:v>9199</c:v>
                </c:pt>
                <c:pt idx="9200">
                  <c:v>9200</c:v>
                </c:pt>
                <c:pt idx="9201">
                  <c:v>9201</c:v>
                </c:pt>
                <c:pt idx="9202">
                  <c:v>9202</c:v>
                </c:pt>
                <c:pt idx="9203">
                  <c:v>9203</c:v>
                </c:pt>
                <c:pt idx="9204">
                  <c:v>9204</c:v>
                </c:pt>
                <c:pt idx="9205">
                  <c:v>9205</c:v>
                </c:pt>
                <c:pt idx="9206">
                  <c:v>9206</c:v>
                </c:pt>
                <c:pt idx="9207">
                  <c:v>9207</c:v>
                </c:pt>
                <c:pt idx="9208">
                  <c:v>9208</c:v>
                </c:pt>
                <c:pt idx="9209">
                  <c:v>9209</c:v>
                </c:pt>
                <c:pt idx="9210">
                  <c:v>9210</c:v>
                </c:pt>
                <c:pt idx="9211">
                  <c:v>9211</c:v>
                </c:pt>
                <c:pt idx="9212">
                  <c:v>9212</c:v>
                </c:pt>
                <c:pt idx="9213">
                  <c:v>9213</c:v>
                </c:pt>
                <c:pt idx="9214">
                  <c:v>9214</c:v>
                </c:pt>
                <c:pt idx="9215">
                  <c:v>9215</c:v>
                </c:pt>
                <c:pt idx="9216">
                  <c:v>9216</c:v>
                </c:pt>
                <c:pt idx="9217">
                  <c:v>9217</c:v>
                </c:pt>
                <c:pt idx="9218">
                  <c:v>9218</c:v>
                </c:pt>
                <c:pt idx="9219">
                  <c:v>9219</c:v>
                </c:pt>
                <c:pt idx="9220">
                  <c:v>9220</c:v>
                </c:pt>
                <c:pt idx="9221">
                  <c:v>9221</c:v>
                </c:pt>
                <c:pt idx="9222">
                  <c:v>9222</c:v>
                </c:pt>
                <c:pt idx="9223">
                  <c:v>9223</c:v>
                </c:pt>
                <c:pt idx="9224">
                  <c:v>9224</c:v>
                </c:pt>
                <c:pt idx="9225">
                  <c:v>9225</c:v>
                </c:pt>
                <c:pt idx="9226">
                  <c:v>9226</c:v>
                </c:pt>
                <c:pt idx="9227">
                  <c:v>9227</c:v>
                </c:pt>
                <c:pt idx="9228">
                  <c:v>9228</c:v>
                </c:pt>
                <c:pt idx="9229">
                  <c:v>9229</c:v>
                </c:pt>
                <c:pt idx="9230">
                  <c:v>9230</c:v>
                </c:pt>
                <c:pt idx="9231">
                  <c:v>9231</c:v>
                </c:pt>
                <c:pt idx="9232">
                  <c:v>9232</c:v>
                </c:pt>
                <c:pt idx="9233">
                  <c:v>9233</c:v>
                </c:pt>
                <c:pt idx="9234">
                  <c:v>9234</c:v>
                </c:pt>
                <c:pt idx="9235">
                  <c:v>9235</c:v>
                </c:pt>
                <c:pt idx="9236">
                  <c:v>9236</c:v>
                </c:pt>
                <c:pt idx="9237">
                  <c:v>9237</c:v>
                </c:pt>
                <c:pt idx="9238">
                  <c:v>9238</c:v>
                </c:pt>
                <c:pt idx="9239">
                  <c:v>9239</c:v>
                </c:pt>
                <c:pt idx="9240">
                  <c:v>9240</c:v>
                </c:pt>
                <c:pt idx="9241">
                  <c:v>9241</c:v>
                </c:pt>
                <c:pt idx="9242">
                  <c:v>9242</c:v>
                </c:pt>
                <c:pt idx="9243">
                  <c:v>9243</c:v>
                </c:pt>
                <c:pt idx="9244">
                  <c:v>9244</c:v>
                </c:pt>
                <c:pt idx="9245">
                  <c:v>9245</c:v>
                </c:pt>
                <c:pt idx="9246">
                  <c:v>9246</c:v>
                </c:pt>
                <c:pt idx="9247">
                  <c:v>9247</c:v>
                </c:pt>
                <c:pt idx="9248">
                  <c:v>9248</c:v>
                </c:pt>
                <c:pt idx="9249">
                  <c:v>9249</c:v>
                </c:pt>
                <c:pt idx="9250">
                  <c:v>9250</c:v>
                </c:pt>
                <c:pt idx="9251">
                  <c:v>9251</c:v>
                </c:pt>
                <c:pt idx="9252">
                  <c:v>9252</c:v>
                </c:pt>
                <c:pt idx="9253">
                  <c:v>9253</c:v>
                </c:pt>
                <c:pt idx="9254">
                  <c:v>9254</c:v>
                </c:pt>
                <c:pt idx="9255">
                  <c:v>9255</c:v>
                </c:pt>
                <c:pt idx="9256">
                  <c:v>9256</c:v>
                </c:pt>
                <c:pt idx="9257">
                  <c:v>9257</c:v>
                </c:pt>
                <c:pt idx="9258">
                  <c:v>9258</c:v>
                </c:pt>
                <c:pt idx="9259">
                  <c:v>9259</c:v>
                </c:pt>
                <c:pt idx="9260">
                  <c:v>9260</c:v>
                </c:pt>
                <c:pt idx="9261">
                  <c:v>9261</c:v>
                </c:pt>
                <c:pt idx="9262">
                  <c:v>9262</c:v>
                </c:pt>
                <c:pt idx="9263">
                  <c:v>9263</c:v>
                </c:pt>
                <c:pt idx="9264">
                  <c:v>9264</c:v>
                </c:pt>
                <c:pt idx="9265">
                  <c:v>9265</c:v>
                </c:pt>
                <c:pt idx="9266">
                  <c:v>9266</c:v>
                </c:pt>
                <c:pt idx="9267">
                  <c:v>9267</c:v>
                </c:pt>
                <c:pt idx="9268">
                  <c:v>9268</c:v>
                </c:pt>
                <c:pt idx="9269">
                  <c:v>9269</c:v>
                </c:pt>
                <c:pt idx="9270">
                  <c:v>9270</c:v>
                </c:pt>
                <c:pt idx="9271">
                  <c:v>9271</c:v>
                </c:pt>
                <c:pt idx="9272">
                  <c:v>9272</c:v>
                </c:pt>
                <c:pt idx="9273">
                  <c:v>9273</c:v>
                </c:pt>
                <c:pt idx="9274">
                  <c:v>9274</c:v>
                </c:pt>
                <c:pt idx="9275">
                  <c:v>9275</c:v>
                </c:pt>
                <c:pt idx="9276">
                  <c:v>9276</c:v>
                </c:pt>
                <c:pt idx="9277">
                  <c:v>9277</c:v>
                </c:pt>
                <c:pt idx="9278">
                  <c:v>9278</c:v>
                </c:pt>
                <c:pt idx="9279">
                  <c:v>9279</c:v>
                </c:pt>
                <c:pt idx="9280">
                  <c:v>9280</c:v>
                </c:pt>
                <c:pt idx="9281">
                  <c:v>9281</c:v>
                </c:pt>
                <c:pt idx="9282">
                  <c:v>9282</c:v>
                </c:pt>
                <c:pt idx="9283">
                  <c:v>9283</c:v>
                </c:pt>
                <c:pt idx="9284">
                  <c:v>9284</c:v>
                </c:pt>
                <c:pt idx="9285">
                  <c:v>9285</c:v>
                </c:pt>
                <c:pt idx="9286">
                  <c:v>9286</c:v>
                </c:pt>
                <c:pt idx="9287">
                  <c:v>9287</c:v>
                </c:pt>
                <c:pt idx="9288">
                  <c:v>9288</c:v>
                </c:pt>
                <c:pt idx="9289">
                  <c:v>9289</c:v>
                </c:pt>
                <c:pt idx="9290">
                  <c:v>9290</c:v>
                </c:pt>
                <c:pt idx="9291">
                  <c:v>9291</c:v>
                </c:pt>
                <c:pt idx="9292">
                  <c:v>9292</c:v>
                </c:pt>
                <c:pt idx="9293">
                  <c:v>9293</c:v>
                </c:pt>
                <c:pt idx="9294">
                  <c:v>9294</c:v>
                </c:pt>
                <c:pt idx="9295">
                  <c:v>9295</c:v>
                </c:pt>
                <c:pt idx="9296">
                  <c:v>9296</c:v>
                </c:pt>
                <c:pt idx="9297">
                  <c:v>9297</c:v>
                </c:pt>
                <c:pt idx="9298">
                  <c:v>9298</c:v>
                </c:pt>
                <c:pt idx="9299">
                  <c:v>9299</c:v>
                </c:pt>
                <c:pt idx="9300">
                  <c:v>9300</c:v>
                </c:pt>
                <c:pt idx="9301">
                  <c:v>9301</c:v>
                </c:pt>
                <c:pt idx="9302">
                  <c:v>9302</c:v>
                </c:pt>
                <c:pt idx="9303">
                  <c:v>9303</c:v>
                </c:pt>
                <c:pt idx="9304">
                  <c:v>9304</c:v>
                </c:pt>
                <c:pt idx="9305">
                  <c:v>9305</c:v>
                </c:pt>
                <c:pt idx="9306">
                  <c:v>9306</c:v>
                </c:pt>
                <c:pt idx="9307">
                  <c:v>9307</c:v>
                </c:pt>
                <c:pt idx="9308">
                  <c:v>9308</c:v>
                </c:pt>
                <c:pt idx="9309">
                  <c:v>9309</c:v>
                </c:pt>
                <c:pt idx="9310">
                  <c:v>9310</c:v>
                </c:pt>
                <c:pt idx="9311">
                  <c:v>9311</c:v>
                </c:pt>
                <c:pt idx="9312">
                  <c:v>9312</c:v>
                </c:pt>
                <c:pt idx="9313">
                  <c:v>9313</c:v>
                </c:pt>
                <c:pt idx="9314">
                  <c:v>9314</c:v>
                </c:pt>
                <c:pt idx="9315">
                  <c:v>9315</c:v>
                </c:pt>
                <c:pt idx="9316">
                  <c:v>9316</c:v>
                </c:pt>
                <c:pt idx="9317">
                  <c:v>9317</c:v>
                </c:pt>
                <c:pt idx="9318">
                  <c:v>9318</c:v>
                </c:pt>
                <c:pt idx="9319">
                  <c:v>9319</c:v>
                </c:pt>
                <c:pt idx="9320">
                  <c:v>9320</c:v>
                </c:pt>
                <c:pt idx="9321">
                  <c:v>9321</c:v>
                </c:pt>
                <c:pt idx="9322">
                  <c:v>9322</c:v>
                </c:pt>
                <c:pt idx="9323">
                  <c:v>9323</c:v>
                </c:pt>
                <c:pt idx="9324">
                  <c:v>9324</c:v>
                </c:pt>
                <c:pt idx="9325">
                  <c:v>9325</c:v>
                </c:pt>
                <c:pt idx="9326">
                  <c:v>9326</c:v>
                </c:pt>
                <c:pt idx="9327">
                  <c:v>9327</c:v>
                </c:pt>
                <c:pt idx="9328">
                  <c:v>9328</c:v>
                </c:pt>
                <c:pt idx="9329">
                  <c:v>9329</c:v>
                </c:pt>
                <c:pt idx="9330">
                  <c:v>9330</c:v>
                </c:pt>
                <c:pt idx="9331">
                  <c:v>9331</c:v>
                </c:pt>
                <c:pt idx="9332">
                  <c:v>9332</c:v>
                </c:pt>
                <c:pt idx="9333">
                  <c:v>9333</c:v>
                </c:pt>
                <c:pt idx="9334">
                  <c:v>9334</c:v>
                </c:pt>
                <c:pt idx="9335">
                  <c:v>9335</c:v>
                </c:pt>
                <c:pt idx="9336">
                  <c:v>9336</c:v>
                </c:pt>
                <c:pt idx="9337">
                  <c:v>9337</c:v>
                </c:pt>
                <c:pt idx="9338">
                  <c:v>9338</c:v>
                </c:pt>
                <c:pt idx="9339">
                  <c:v>9339</c:v>
                </c:pt>
                <c:pt idx="9340">
                  <c:v>9340</c:v>
                </c:pt>
                <c:pt idx="9341">
                  <c:v>9341</c:v>
                </c:pt>
                <c:pt idx="9342">
                  <c:v>9342</c:v>
                </c:pt>
                <c:pt idx="9343">
                  <c:v>9343</c:v>
                </c:pt>
                <c:pt idx="9344">
                  <c:v>9344</c:v>
                </c:pt>
                <c:pt idx="9345">
                  <c:v>9345</c:v>
                </c:pt>
                <c:pt idx="9346">
                  <c:v>9346</c:v>
                </c:pt>
                <c:pt idx="9347">
                  <c:v>9347</c:v>
                </c:pt>
                <c:pt idx="9348">
                  <c:v>9348</c:v>
                </c:pt>
                <c:pt idx="9349">
                  <c:v>9349</c:v>
                </c:pt>
                <c:pt idx="9350">
                  <c:v>9350</c:v>
                </c:pt>
                <c:pt idx="9351">
                  <c:v>9351</c:v>
                </c:pt>
                <c:pt idx="9352">
                  <c:v>9352</c:v>
                </c:pt>
                <c:pt idx="9353">
                  <c:v>9353</c:v>
                </c:pt>
                <c:pt idx="9354">
                  <c:v>9354</c:v>
                </c:pt>
                <c:pt idx="9355">
                  <c:v>9355</c:v>
                </c:pt>
                <c:pt idx="9356">
                  <c:v>9356</c:v>
                </c:pt>
                <c:pt idx="9357">
                  <c:v>9357</c:v>
                </c:pt>
                <c:pt idx="9358">
                  <c:v>9358</c:v>
                </c:pt>
                <c:pt idx="9359">
                  <c:v>9359</c:v>
                </c:pt>
                <c:pt idx="9360">
                  <c:v>9360</c:v>
                </c:pt>
                <c:pt idx="9361">
                  <c:v>9361</c:v>
                </c:pt>
                <c:pt idx="9362">
                  <c:v>9362</c:v>
                </c:pt>
                <c:pt idx="9363">
                  <c:v>9363</c:v>
                </c:pt>
                <c:pt idx="9364">
                  <c:v>9364</c:v>
                </c:pt>
                <c:pt idx="9365">
                  <c:v>9365</c:v>
                </c:pt>
                <c:pt idx="9366">
                  <c:v>9366</c:v>
                </c:pt>
                <c:pt idx="9367">
                  <c:v>9367</c:v>
                </c:pt>
                <c:pt idx="9368">
                  <c:v>9368</c:v>
                </c:pt>
                <c:pt idx="9369">
                  <c:v>9369</c:v>
                </c:pt>
                <c:pt idx="9370">
                  <c:v>9370</c:v>
                </c:pt>
                <c:pt idx="9371">
                  <c:v>9371</c:v>
                </c:pt>
                <c:pt idx="9372">
                  <c:v>9372</c:v>
                </c:pt>
                <c:pt idx="9373">
                  <c:v>9373</c:v>
                </c:pt>
                <c:pt idx="9374">
                  <c:v>9374</c:v>
                </c:pt>
                <c:pt idx="9375">
                  <c:v>9375</c:v>
                </c:pt>
                <c:pt idx="9376">
                  <c:v>9376</c:v>
                </c:pt>
                <c:pt idx="9377">
                  <c:v>9377</c:v>
                </c:pt>
                <c:pt idx="9378">
                  <c:v>9378</c:v>
                </c:pt>
                <c:pt idx="9379">
                  <c:v>9379</c:v>
                </c:pt>
                <c:pt idx="9380">
                  <c:v>9380</c:v>
                </c:pt>
                <c:pt idx="9381">
                  <c:v>9381</c:v>
                </c:pt>
                <c:pt idx="9382">
                  <c:v>9382</c:v>
                </c:pt>
                <c:pt idx="9383">
                  <c:v>9383</c:v>
                </c:pt>
                <c:pt idx="9384">
                  <c:v>9384</c:v>
                </c:pt>
                <c:pt idx="9385">
                  <c:v>9385</c:v>
                </c:pt>
                <c:pt idx="9386">
                  <c:v>9386</c:v>
                </c:pt>
                <c:pt idx="9387">
                  <c:v>9387</c:v>
                </c:pt>
                <c:pt idx="9388">
                  <c:v>9388</c:v>
                </c:pt>
                <c:pt idx="9389">
                  <c:v>9389</c:v>
                </c:pt>
                <c:pt idx="9390">
                  <c:v>9390</c:v>
                </c:pt>
                <c:pt idx="9391">
                  <c:v>9391</c:v>
                </c:pt>
                <c:pt idx="9392">
                  <c:v>9392</c:v>
                </c:pt>
                <c:pt idx="9393">
                  <c:v>9393</c:v>
                </c:pt>
                <c:pt idx="9394">
                  <c:v>9394</c:v>
                </c:pt>
                <c:pt idx="9395">
                  <c:v>9395</c:v>
                </c:pt>
                <c:pt idx="9396">
                  <c:v>9396</c:v>
                </c:pt>
                <c:pt idx="9397">
                  <c:v>9397</c:v>
                </c:pt>
                <c:pt idx="9398">
                  <c:v>9398</c:v>
                </c:pt>
                <c:pt idx="9399">
                  <c:v>9399</c:v>
                </c:pt>
                <c:pt idx="9400">
                  <c:v>9400</c:v>
                </c:pt>
                <c:pt idx="9401">
                  <c:v>9401</c:v>
                </c:pt>
                <c:pt idx="9402">
                  <c:v>9402</c:v>
                </c:pt>
                <c:pt idx="9403">
                  <c:v>9403</c:v>
                </c:pt>
                <c:pt idx="9404">
                  <c:v>9404</c:v>
                </c:pt>
                <c:pt idx="9405">
                  <c:v>9405</c:v>
                </c:pt>
                <c:pt idx="9406">
                  <c:v>9406</c:v>
                </c:pt>
                <c:pt idx="9407">
                  <c:v>9407</c:v>
                </c:pt>
                <c:pt idx="9408">
                  <c:v>9408</c:v>
                </c:pt>
                <c:pt idx="9409">
                  <c:v>9409</c:v>
                </c:pt>
                <c:pt idx="9410">
                  <c:v>9410</c:v>
                </c:pt>
                <c:pt idx="9411">
                  <c:v>9411</c:v>
                </c:pt>
                <c:pt idx="9412">
                  <c:v>9412</c:v>
                </c:pt>
                <c:pt idx="9413">
                  <c:v>9413</c:v>
                </c:pt>
                <c:pt idx="9414">
                  <c:v>9414</c:v>
                </c:pt>
                <c:pt idx="9415">
                  <c:v>9415</c:v>
                </c:pt>
                <c:pt idx="9416">
                  <c:v>9416</c:v>
                </c:pt>
                <c:pt idx="9417">
                  <c:v>9417</c:v>
                </c:pt>
                <c:pt idx="9418">
                  <c:v>9418</c:v>
                </c:pt>
                <c:pt idx="9419">
                  <c:v>9419</c:v>
                </c:pt>
                <c:pt idx="9420">
                  <c:v>9420</c:v>
                </c:pt>
                <c:pt idx="9421">
                  <c:v>9421</c:v>
                </c:pt>
                <c:pt idx="9422">
                  <c:v>9422</c:v>
                </c:pt>
                <c:pt idx="9423">
                  <c:v>9423</c:v>
                </c:pt>
                <c:pt idx="9424">
                  <c:v>9424</c:v>
                </c:pt>
                <c:pt idx="9425">
                  <c:v>9425</c:v>
                </c:pt>
                <c:pt idx="9426">
                  <c:v>9426</c:v>
                </c:pt>
                <c:pt idx="9427">
                  <c:v>9427</c:v>
                </c:pt>
                <c:pt idx="9428">
                  <c:v>9428</c:v>
                </c:pt>
                <c:pt idx="9429">
                  <c:v>9429</c:v>
                </c:pt>
                <c:pt idx="9430">
                  <c:v>9430</c:v>
                </c:pt>
                <c:pt idx="9431">
                  <c:v>9431</c:v>
                </c:pt>
                <c:pt idx="9432">
                  <c:v>9432</c:v>
                </c:pt>
                <c:pt idx="9433">
                  <c:v>9433</c:v>
                </c:pt>
                <c:pt idx="9434">
                  <c:v>9434</c:v>
                </c:pt>
                <c:pt idx="9435">
                  <c:v>9435</c:v>
                </c:pt>
                <c:pt idx="9436">
                  <c:v>9436</c:v>
                </c:pt>
                <c:pt idx="9437">
                  <c:v>9437</c:v>
                </c:pt>
                <c:pt idx="9438">
                  <c:v>9438</c:v>
                </c:pt>
                <c:pt idx="9439">
                  <c:v>9439</c:v>
                </c:pt>
                <c:pt idx="9440">
                  <c:v>9440</c:v>
                </c:pt>
                <c:pt idx="9441">
                  <c:v>9441</c:v>
                </c:pt>
                <c:pt idx="9442">
                  <c:v>9442</c:v>
                </c:pt>
                <c:pt idx="9443">
                  <c:v>9443</c:v>
                </c:pt>
                <c:pt idx="9444">
                  <c:v>9444</c:v>
                </c:pt>
                <c:pt idx="9445">
                  <c:v>9445</c:v>
                </c:pt>
                <c:pt idx="9446">
                  <c:v>9446</c:v>
                </c:pt>
                <c:pt idx="9447">
                  <c:v>9447</c:v>
                </c:pt>
                <c:pt idx="9448">
                  <c:v>9448</c:v>
                </c:pt>
                <c:pt idx="9449">
                  <c:v>9449</c:v>
                </c:pt>
                <c:pt idx="9450">
                  <c:v>9450</c:v>
                </c:pt>
                <c:pt idx="9451">
                  <c:v>9451</c:v>
                </c:pt>
                <c:pt idx="9452">
                  <c:v>9452</c:v>
                </c:pt>
                <c:pt idx="9453">
                  <c:v>9453</c:v>
                </c:pt>
                <c:pt idx="9454">
                  <c:v>9454</c:v>
                </c:pt>
                <c:pt idx="9455">
                  <c:v>9455</c:v>
                </c:pt>
                <c:pt idx="9456">
                  <c:v>9456</c:v>
                </c:pt>
                <c:pt idx="9457">
                  <c:v>9457</c:v>
                </c:pt>
                <c:pt idx="9458">
                  <c:v>9458</c:v>
                </c:pt>
                <c:pt idx="9459">
                  <c:v>9459</c:v>
                </c:pt>
                <c:pt idx="9460">
                  <c:v>9460</c:v>
                </c:pt>
                <c:pt idx="9461">
                  <c:v>9461</c:v>
                </c:pt>
                <c:pt idx="9462">
                  <c:v>9462</c:v>
                </c:pt>
                <c:pt idx="9463">
                  <c:v>9463</c:v>
                </c:pt>
                <c:pt idx="9464">
                  <c:v>9464</c:v>
                </c:pt>
                <c:pt idx="9465">
                  <c:v>9465</c:v>
                </c:pt>
                <c:pt idx="9466">
                  <c:v>9466</c:v>
                </c:pt>
                <c:pt idx="9467">
                  <c:v>9467</c:v>
                </c:pt>
                <c:pt idx="9468">
                  <c:v>9468</c:v>
                </c:pt>
                <c:pt idx="9469">
                  <c:v>9469</c:v>
                </c:pt>
                <c:pt idx="9470">
                  <c:v>9470</c:v>
                </c:pt>
                <c:pt idx="9471">
                  <c:v>9471</c:v>
                </c:pt>
                <c:pt idx="9472">
                  <c:v>9472</c:v>
                </c:pt>
                <c:pt idx="9473">
                  <c:v>9473</c:v>
                </c:pt>
                <c:pt idx="9474">
                  <c:v>9474</c:v>
                </c:pt>
                <c:pt idx="9475">
                  <c:v>9475</c:v>
                </c:pt>
                <c:pt idx="9476">
                  <c:v>9476</c:v>
                </c:pt>
                <c:pt idx="9477">
                  <c:v>9477</c:v>
                </c:pt>
                <c:pt idx="9478">
                  <c:v>9478</c:v>
                </c:pt>
                <c:pt idx="9479">
                  <c:v>9479</c:v>
                </c:pt>
                <c:pt idx="9480">
                  <c:v>9480</c:v>
                </c:pt>
                <c:pt idx="9481">
                  <c:v>9481</c:v>
                </c:pt>
                <c:pt idx="9482">
                  <c:v>9482</c:v>
                </c:pt>
                <c:pt idx="9483">
                  <c:v>9483</c:v>
                </c:pt>
                <c:pt idx="9484">
                  <c:v>9484</c:v>
                </c:pt>
                <c:pt idx="9485">
                  <c:v>9485</c:v>
                </c:pt>
                <c:pt idx="9486">
                  <c:v>9486</c:v>
                </c:pt>
                <c:pt idx="9487">
                  <c:v>9487</c:v>
                </c:pt>
                <c:pt idx="9488">
                  <c:v>9488</c:v>
                </c:pt>
                <c:pt idx="9489">
                  <c:v>9489</c:v>
                </c:pt>
                <c:pt idx="9490">
                  <c:v>9490</c:v>
                </c:pt>
                <c:pt idx="9491">
                  <c:v>9491</c:v>
                </c:pt>
                <c:pt idx="9492">
                  <c:v>9492</c:v>
                </c:pt>
                <c:pt idx="9493">
                  <c:v>9493</c:v>
                </c:pt>
                <c:pt idx="9494">
                  <c:v>9494</c:v>
                </c:pt>
                <c:pt idx="9495">
                  <c:v>9495</c:v>
                </c:pt>
                <c:pt idx="9496">
                  <c:v>9496</c:v>
                </c:pt>
                <c:pt idx="9497">
                  <c:v>9497</c:v>
                </c:pt>
                <c:pt idx="9498">
                  <c:v>9498</c:v>
                </c:pt>
                <c:pt idx="9499">
                  <c:v>9499</c:v>
                </c:pt>
                <c:pt idx="9500">
                  <c:v>9500</c:v>
                </c:pt>
                <c:pt idx="9501">
                  <c:v>9501</c:v>
                </c:pt>
                <c:pt idx="9502">
                  <c:v>9502</c:v>
                </c:pt>
                <c:pt idx="9503">
                  <c:v>9503</c:v>
                </c:pt>
                <c:pt idx="9504">
                  <c:v>9504</c:v>
                </c:pt>
                <c:pt idx="9505">
                  <c:v>9505</c:v>
                </c:pt>
                <c:pt idx="9506">
                  <c:v>9506</c:v>
                </c:pt>
                <c:pt idx="9507">
                  <c:v>9507</c:v>
                </c:pt>
                <c:pt idx="9508">
                  <c:v>9508</c:v>
                </c:pt>
                <c:pt idx="9509">
                  <c:v>9509</c:v>
                </c:pt>
                <c:pt idx="9510">
                  <c:v>9510</c:v>
                </c:pt>
                <c:pt idx="9511">
                  <c:v>9511</c:v>
                </c:pt>
                <c:pt idx="9512">
                  <c:v>9512</c:v>
                </c:pt>
                <c:pt idx="9513">
                  <c:v>9513</c:v>
                </c:pt>
                <c:pt idx="9514">
                  <c:v>9514</c:v>
                </c:pt>
                <c:pt idx="9515">
                  <c:v>9515</c:v>
                </c:pt>
                <c:pt idx="9516">
                  <c:v>9516</c:v>
                </c:pt>
                <c:pt idx="9517">
                  <c:v>9517</c:v>
                </c:pt>
                <c:pt idx="9518">
                  <c:v>9518</c:v>
                </c:pt>
                <c:pt idx="9519">
                  <c:v>9519</c:v>
                </c:pt>
                <c:pt idx="9520">
                  <c:v>9520</c:v>
                </c:pt>
                <c:pt idx="9521">
                  <c:v>9521</c:v>
                </c:pt>
                <c:pt idx="9522">
                  <c:v>9522</c:v>
                </c:pt>
                <c:pt idx="9523">
                  <c:v>9523</c:v>
                </c:pt>
                <c:pt idx="9524">
                  <c:v>9524</c:v>
                </c:pt>
                <c:pt idx="9525">
                  <c:v>9525</c:v>
                </c:pt>
                <c:pt idx="9526">
                  <c:v>9526</c:v>
                </c:pt>
                <c:pt idx="9527">
                  <c:v>9527</c:v>
                </c:pt>
                <c:pt idx="9528">
                  <c:v>9528</c:v>
                </c:pt>
                <c:pt idx="9529">
                  <c:v>9529</c:v>
                </c:pt>
                <c:pt idx="9530">
                  <c:v>9530</c:v>
                </c:pt>
                <c:pt idx="9531">
                  <c:v>9531</c:v>
                </c:pt>
                <c:pt idx="9532">
                  <c:v>9532</c:v>
                </c:pt>
                <c:pt idx="9533">
                  <c:v>9533</c:v>
                </c:pt>
                <c:pt idx="9534">
                  <c:v>9534</c:v>
                </c:pt>
                <c:pt idx="9535">
                  <c:v>9535</c:v>
                </c:pt>
                <c:pt idx="9536">
                  <c:v>9536</c:v>
                </c:pt>
                <c:pt idx="9537">
                  <c:v>9537</c:v>
                </c:pt>
                <c:pt idx="9538">
                  <c:v>9538</c:v>
                </c:pt>
                <c:pt idx="9539">
                  <c:v>9539</c:v>
                </c:pt>
                <c:pt idx="9540">
                  <c:v>9540</c:v>
                </c:pt>
                <c:pt idx="9541">
                  <c:v>9541</c:v>
                </c:pt>
                <c:pt idx="9542">
                  <c:v>9542</c:v>
                </c:pt>
                <c:pt idx="9543">
                  <c:v>9543</c:v>
                </c:pt>
                <c:pt idx="9544">
                  <c:v>9544</c:v>
                </c:pt>
                <c:pt idx="9545">
                  <c:v>9545</c:v>
                </c:pt>
                <c:pt idx="9546">
                  <c:v>9546</c:v>
                </c:pt>
                <c:pt idx="9547">
                  <c:v>9547</c:v>
                </c:pt>
                <c:pt idx="9548">
                  <c:v>9548</c:v>
                </c:pt>
                <c:pt idx="9549">
                  <c:v>9549</c:v>
                </c:pt>
                <c:pt idx="9550">
                  <c:v>9550</c:v>
                </c:pt>
                <c:pt idx="9551">
                  <c:v>9551</c:v>
                </c:pt>
                <c:pt idx="9552">
                  <c:v>9552</c:v>
                </c:pt>
                <c:pt idx="9553">
                  <c:v>9553</c:v>
                </c:pt>
                <c:pt idx="9554">
                  <c:v>9554</c:v>
                </c:pt>
                <c:pt idx="9555">
                  <c:v>9555</c:v>
                </c:pt>
                <c:pt idx="9556">
                  <c:v>9556</c:v>
                </c:pt>
                <c:pt idx="9557">
                  <c:v>9557</c:v>
                </c:pt>
                <c:pt idx="9558">
                  <c:v>9558</c:v>
                </c:pt>
                <c:pt idx="9559">
                  <c:v>9559</c:v>
                </c:pt>
                <c:pt idx="9560">
                  <c:v>9560</c:v>
                </c:pt>
                <c:pt idx="9561">
                  <c:v>9561</c:v>
                </c:pt>
                <c:pt idx="9562">
                  <c:v>9562</c:v>
                </c:pt>
                <c:pt idx="9563">
                  <c:v>9563</c:v>
                </c:pt>
                <c:pt idx="9564">
                  <c:v>9564</c:v>
                </c:pt>
                <c:pt idx="9565">
                  <c:v>9565</c:v>
                </c:pt>
                <c:pt idx="9566">
                  <c:v>9566</c:v>
                </c:pt>
                <c:pt idx="9567">
                  <c:v>9567</c:v>
                </c:pt>
                <c:pt idx="9568">
                  <c:v>9568</c:v>
                </c:pt>
                <c:pt idx="9569">
                  <c:v>9569</c:v>
                </c:pt>
                <c:pt idx="9570">
                  <c:v>9570</c:v>
                </c:pt>
                <c:pt idx="9571">
                  <c:v>9571</c:v>
                </c:pt>
                <c:pt idx="9572">
                  <c:v>9572</c:v>
                </c:pt>
                <c:pt idx="9573">
                  <c:v>9573</c:v>
                </c:pt>
                <c:pt idx="9574">
                  <c:v>9574</c:v>
                </c:pt>
                <c:pt idx="9575">
                  <c:v>9575</c:v>
                </c:pt>
                <c:pt idx="9576">
                  <c:v>9576</c:v>
                </c:pt>
                <c:pt idx="9577">
                  <c:v>9577</c:v>
                </c:pt>
                <c:pt idx="9578">
                  <c:v>9578</c:v>
                </c:pt>
                <c:pt idx="9579">
                  <c:v>9579</c:v>
                </c:pt>
                <c:pt idx="9580">
                  <c:v>9580</c:v>
                </c:pt>
                <c:pt idx="9581">
                  <c:v>9581</c:v>
                </c:pt>
                <c:pt idx="9582">
                  <c:v>9582</c:v>
                </c:pt>
                <c:pt idx="9583">
                  <c:v>9583</c:v>
                </c:pt>
                <c:pt idx="9584">
                  <c:v>9584</c:v>
                </c:pt>
                <c:pt idx="9585">
                  <c:v>9585</c:v>
                </c:pt>
                <c:pt idx="9586">
                  <c:v>9586</c:v>
                </c:pt>
                <c:pt idx="9587">
                  <c:v>9587</c:v>
                </c:pt>
                <c:pt idx="9588">
                  <c:v>9588</c:v>
                </c:pt>
                <c:pt idx="9589">
                  <c:v>9589</c:v>
                </c:pt>
                <c:pt idx="9590">
                  <c:v>9590</c:v>
                </c:pt>
                <c:pt idx="9591">
                  <c:v>9591</c:v>
                </c:pt>
                <c:pt idx="9592">
                  <c:v>9592</c:v>
                </c:pt>
                <c:pt idx="9593">
                  <c:v>9593</c:v>
                </c:pt>
                <c:pt idx="9594">
                  <c:v>9594</c:v>
                </c:pt>
                <c:pt idx="9595">
                  <c:v>9595</c:v>
                </c:pt>
                <c:pt idx="9596">
                  <c:v>9596</c:v>
                </c:pt>
                <c:pt idx="9597">
                  <c:v>9597</c:v>
                </c:pt>
                <c:pt idx="9598">
                  <c:v>9598</c:v>
                </c:pt>
                <c:pt idx="9599">
                  <c:v>9599</c:v>
                </c:pt>
                <c:pt idx="9600">
                  <c:v>9600</c:v>
                </c:pt>
                <c:pt idx="9601">
                  <c:v>9601</c:v>
                </c:pt>
                <c:pt idx="9602">
                  <c:v>9602</c:v>
                </c:pt>
                <c:pt idx="9603">
                  <c:v>9603</c:v>
                </c:pt>
                <c:pt idx="9604">
                  <c:v>9604</c:v>
                </c:pt>
                <c:pt idx="9605">
                  <c:v>9605</c:v>
                </c:pt>
                <c:pt idx="9606">
                  <c:v>9606</c:v>
                </c:pt>
                <c:pt idx="9607">
                  <c:v>9607</c:v>
                </c:pt>
                <c:pt idx="9608">
                  <c:v>9608</c:v>
                </c:pt>
                <c:pt idx="9609">
                  <c:v>9609</c:v>
                </c:pt>
                <c:pt idx="9610">
                  <c:v>9610</c:v>
                </c:pt>
                <c:pt idx="9611">
                  <c:v>9611</c:v>
                </c:pt>
                <c:pt idx="9612">
                  <c:v>9612</c:v>
                </c:pt>
                <c:pt idx="9613">
                  <c:v>9613</c:v>
                </c:pt>
                <c:pt idx="9614">
                  <c:v>9614</c:v>
                </c:pt>
                <c:pt idx="9615">
                  <c:v>9615</c:v>
                </c:pt>
                <c:pt idx="9616">
                  <c:v>9616</c:v>
                </c:pt>
                <c:pt idx="9617">
                  <c:v>9617</c:v>
                </c:pt>
                <c:pt idx="9618">
                  <c:v>9618</c:v>
                </c:pt>
                <c:pt idx="9619">
                  <c:v>9619</c:v>
                </c:pt>
                <c:pt idx="9620">
                  <c:v>9620</c:v>
                </c:pt>
                <c:pt idx="9621">
                  <c:v>9621</c:v>
                </c:pt>
                <c:pt idx="9622">
                  <c:v>9622</c:v>
                </c:pt>
                <c:pt idx="9623">
                  <c:v>9623</c:v>
                </c:pt>
                <c:pt idx="9624">
                  <c:v>9624</c:v>
                </c:pt>
                <c:pt idx="9625">
                  <c:v>9625</c:v>
                </c:pt>
                <c:pt idx="9626">
                  <c:v>9626</c:v>
                </c:pt>
                <c:pt idx="9627">
                  <c:v>9627</c:v>
                </c:pt>
                <c:pt idx="9628">
                  <c:v>9628</c:v>
                </c:pt>
                <c:pt idx="9629">
                  <c:v>9629</c:v>
                </c:pt>
                <c:pt idx="9630">
                  <c:v>9630</c:v>
                </c:pt>
                <c:pt idx="9631">
                  <c:v>9631</c:v>
                </c:pt>
                <c:pt idx="9632">
                  <c:v>9632</c:v>
                </c:pt>
                <c:pt idx="9633">
                  <c:v>9633</c:v>
                </c:pt>
                <c:pt idx="9634">
                  <c:v>9634</c:v>
                </c:pt>
                <c:pt idx="9635">
                  <c:v>9635</c:v>
                </c:pt>
                <c:pt idx="9636">
                  <c:v>9636</c:v>
                </c:pt>
                <c:pt idx="9637">
                  <c:v>9637</c:v>
                </c:pt>
                <c:pt idx="9638">
                  <c:v>9638</c:v>
                </c:pt>
                <c:pt idx="9639">
                  <c:v>9639</c:v>
                </c:pt>
                <c:pt idx="9640">
                  <c:v>9640</c:v>
                </c:pt>
                <c:pt idx="9641">
                  <c:v>9641</c:v>
                </c:pt>
                <c:pt idx="9642">
                  <c:v>9642</c:v>
                </c:pt>
                <c:pt idx="9643">
                  <c:v>9643</c:v>
                </c:pt>
                <c:pt idx="9644">
                  <c:v>9644</c:v>
                </c:pt>
                <c:pt idx="9645">
                  <c:v>9645</c:v>
                </c:pt>
                <c:pt idx="9646">
                  <c:v>9646</c:v>
                </c:pt>
                <c:pt idx="9647">
                  <c:v>9647</c:v>
                </c:pt>
                <c:pt idx="9648">
                  <c:v>9648</c:v>
                </c:pt>
                <c:pt idx="9649">
                  <c:v>9649</c:v>
                </c:pt>
                <c:pt idx="9650">
                  <c:v>9650</c:v>
                </c:pt>
                <c:pt idx="9651">
                  <c:v>9651</c:v>
                </c:pt>
                <c:pt idx="9652">
                  <c:v>9652</c:v>
                </c:pt>
                <c:pt idx="9653">
                  <c:v>9653</c:v>
                </c:pt>
                <c:pt idx="9654">
                  <c:v>9654</c:v>
                </c:pt>
                <c:pt idx="9655">
                  <c:v>9655</c:v>
                </c:pt>
                <c:pt idx="9656">
                  <c:v>9656</c:v>
                </c:pt>
                <c:pt idx="9657">
                  <c:v>9657</c:v>
                </c:pt>
                <c:pt idx="9658">
                  <c:v>9658</c:v>
                </c:pt>
                <c:pt idx="9659">
                  <c:v>9659</c:v>
                </c:pt>
                <c:pt idx="9660">
                  <c:v>9660</c:v>
                </c:pt>
                <c:pt idx="9661">
                  <c:v>9661</c:v>
                </c:pt>
                <c:pt idx="9662">
                  <c:v>9662</c:v>
                </c:pt>
                <c:pt idx="9663">
                  <c:v>9663</c:v>
                </c:pt>
                <c:pt idx="9664">
                  <c:v>9664</c:v>
                </c:pt>
                <c:pt idx="9665">
                  <c:v>9665</c:v>
                </c:pt>
                <c:pt idx="9666">
                  <c:v>9666</c:v>
                </c:pt>
                <c:pt idx="9667">
                  <c:v>9667</c:v>
                </c:pt>
                <c:pt idx="9668">
                  <c:v>9668</c:v>
                </c:pt>
                <c:pt idx="9669">
                  <c:v>9669</c:v>
                </c:pt>
                <c:pt idx="9670">
                  <c:v>9670</c:v>
                </c:pt>
                <c:pt idx="9671">
                  <c:v>9671</c:v>
                </c:pt>
                <c:pt idx="9672">
                  <c:v>9672</c:v>
                </c:pt>
                <c:pt idx="9673">
                  <c:v>9673</c:v>
                </c:pt>
                <c:pt idx="9674">
                  <c:v>9674</c:v>
                </c:pt>
                <c:pt idx="9675">
                  <c:v>9675</c:v>
                </c:pt>
                <c:pt idx="9676">
                  <c:v>9676</c:v>
                </c:pt>
                <c:pt idx="9677">
                  <c:v>9677</c:v>
                </c:pt>
                <c:pt idx="9678">
                  <c:v>9678</c:v>
                </c:pt>
                <c:pt idx="9679">
                  <c:v>9679</c:v>
                </c:pt>
                <c:pt idx="9680">
                  <c:v>9680</c:v>
                </c:pt>
                <c:pt idx="9681">
                  <c:v>9681</c:v>
                </c:pt>
                <c:pt idx="9682">
                  <c:v>9682</c:v>
                </c:pt>
                <c:pt idx="9683">
                  <c:v>9683</c:v>
                </c:pt>
                <c:pt idx="9684">
                  <c:v>9684</c:v>
                </c:pt>
                <c:pt idx="9685">
                  <c:v>9685</c:v>
                </c:pt>
                <c:pt idx="9686">
                  <c:v>9686</c:v>
                </c:pt>
                <c:pt idx="9687">
                  <c:v>9687</c:v>
                </c:pt>
                <c:pt idx="9688">
                  <c:v>9688</c:v>
                </c:pt>
                <c:pt idx="9689">
                  <c:v>9689</c:v>
                </c:pt>
                <c:pt idx="9690">
                  <c:v>9690</c:v>
                </c:pt>
                <c:pt idx="9691">
                  <c:v>9691</c:v>
                </c:pt>
                <c:pt idx="9692">
                  <c:v>9692</c:v>
                </c:pt>
                <c:pt idx="9693">
                  <c:v>9693</c:v>
                </c:pt>
                <c:pt idx="9694">
                  <c:v>9694</c:v>
                </c:pt>
                <c:pt idx="9695">
                  <c:v>9695</c:v>
                </c:pt>
                <c:pt idx="9696">
                  <c:v>9696</c:v>
                </c:pt>
                <c:pt idx="9697">
                  <c:v>9697</c:v>
                </c:pt>
                <c:pt idx="9698">
                  <c:v>9698</c:v>
                </c:pt>
                <c:pt idx="9699">
                  <c:v>9699</c:v>
                </c:pt>
                <c:pt idx="9700">
                  <c:v>9700</c:v>
                </c:pt>
                <c:pt idx="9701">
                  <c:v>9701</c:v>
                </c:pt>
                <c:pt idx="9702">
                  <c:v>9702</c:v>
                </c:pt>
                <c:pt idx="9703">
                  <c:v>9703</c:v>
                </c:pt>
                <c:pt idx="9704">
                  <c:v>9704</c:v>
                </c:pt>
                <c:pt idx="9705">
                  <c:v>9705</c:v>
                </c:pt>
                <c:pt idx="9706">
                  <c:v>9706</c:v>
                </c:pt>
                <c:pt idx="9707">
                  <c:v>9707</c:v>
                </c:pt>
                <c:pt idx="9708">
                  <c:v>9708</c:v>
                </c:pt>
                <c:pt idx="9709">
                  <c:v>9709</c:v>
                </c:pt>
                <c:pt idx="9710">
                  <c:v>9710</c:v>
                </c:pt>
                <c:pt idx="9711">
                  <c:v>9711</c:v>
                </c:pt>
                <c:pt idx="9712">
                  <c:v>9712</c:v>
                </c:pt>
                <c:pt idx="9713">
                  <c:v>9713</c:v>
                </c:pt>
                <c:pt idx="9714">
                  <c:v>9714</c:v>
                </c:pt>
                <c:pt idx="9715">
                  <c:v>9715</c:v>
                </c:pt>
                <c:pt idx="9716">
                  <c:v>9716</c:v>
                </c:pt>
                <c:pt idx="9717">
                  <c:v>9717</c:v>
                </c:pt>
                <c:pt idx="9718">
                  <c:v>9718</c:v>
                </c:pt>
                <c:pt idx="9719">
                  <c:v>9719</c:v>
                </c:pt>
                <c:pt idx="9720">
                  <c:v>9720</c:v>
                </c:pt>
                <c:pt idx="9721">
                  <c:v>9721</c:v>
                </c:pt>
                <c:pt idx="9722">
                  <c:v>9722</c:v>
                </c:pt>
                <c:pt idx="9723">
                  <c:v>9723</c:v>
                </c:pt>
                <c:pt idx="9724">
                  <c:v>9724</c:v>
                </c:pt>
                <c:pt idx="9725">
                  <c:v>9725</c:v>
                </c:pt>
                <c:pt idx="9726">
                  <c:v>9726</c:v>
                </c:pt>
                <c:pt idx="9727">
                  <c:v>9727</c:v>
                </c:pt>
                <c:pt idx="9728">
                  <c:v>9728</c:v>
                </c:pt>
                <c:pt idx="9729">
                  <c:v>9729</c:v>
                </c:pt>
                <c:pt idx="9730">
                  <c:v>9730</c:v>
                </c:pt>
                <c:pt idx="9731">
                  <c:v>9731</c:v>
                </c:pt>
                <c:pt idx="9732">
                  <c:v>9732</c:v>
                </c:pt>
                <c:pt idx="9733">
                  <c:v>9733</c:v>
                </c:pt>
                <c:pt idx="9734">
                  <c:v>9734</c:v>
                </c:pt>
                <c:pt idx="9735">
                  <c:v>9735</c:v>
                </c:pt>
                <c:pt idx="9736">
                  <c:v>9736</c:v>
                </c:pt>
                <c:pt idx="9737">
                  <c:v>9737</c:v>
                </c:pt>
                <c:pt idx="9738">
                  <c:v>9738</c:v>
                </c:pt>
                <c:pt idx="9739">
                  <c:v>9739</c:v>
                </c:pt>
                <c:pt idx="9740">
                  <c:v>9740</c:v>
                </c:pt>
                <c:pt idx="9741">
                  <c:v>9741</c:v>
                </c:pt>
                <c:pt idx="9742">
                  <c:v>9742</c:v>
                </c:pt>
                <c:pt idx="9743">
                  <c:v>9743</c:v>
                </c:pt>
                <c:pt idx="9744">
                  <c:v>9744</c:v>
                </c:pt>
                <c:pt idx="9745">
                  <c:v>9745</c:v>
                </c:pt>
                <c:pt idx="9746">
                  <c:v>9746</c:v>
                </c:pt>
                <c:pt idx="9747">
                  <c:v>9747</c:v>
                </c:pt>
                <c:pt idx="9748">
                  <c:v>9748</c:v>
                </c:pt>
                <c:pt idx="9749">
                  <c:v>9749</c:v>
                </c:pt>
                <c:pt idx="9750">
                  <c:v>9750</c:v>
                </c:pt>
                <c:pt idx="9751">
                  <c:v>9751</c:v>
                </c:pt>
                <c:pt idx="9752">
                  <c:v>9752</c:v>
                </c:pt>
                <c:pt idx="9753">
                  <c:v>9753</c:v>
                </c:pt>
                <c:pt idx="9754">
                  <c:v>9754</c:v>
                </c:pt>
                <c:pt idx="9755">
                  <c:v>9755</c:v>
                </c:pt>
                <c:pt idx="9756">
                  <c:v>9756</c:v>
                </c:pt>
                <c:pt idx="9757">
                  <c:v>9757</c:v>
                </c:pt>
                <c:pt idx="9758">
                  <c:v>9758</c:v>
                </c:pt>
                <c:pt idx="9759">
                  <c:v>9759</c:v>
                </c:pt>
                <c:pt idx="9760">
                  <c:v>9760</c:v>
                </c:pt>
                <c:pt idx="9761">
                  <c:v>9761</c:v>
                </c:pt>
                <c:pt idx="9762">
                  <c:v>9762</c:v>
                </c:pt>
                <c:pt idx="9763">
                  <c:v>9763</c:v>
                </c:pt>
                <c:pt idx="9764">
                  <c:v>9764</c:v>
                </c:pt>
                <c:pt idx="9765">
                  <c:v>9765</c:v>
                </c:pt>
                <c:pt idx="9766">
                  <c:v>9766</c:v>
                </c:pt>
                <c:pt idx="9767">
                  <c:v>9767</c:v>
                </c:pt>
                <c:pt idx="9768">
                  <c:v>9768</c:v>
                </c:pt>
                <c:pt idx="9769">
                  <c:v>9769</c:v>
                </c:pt>
                <c:pt idx="9770">
                  <c:v>9770</c:v>
                </c:pt>
                <c:pt idx="9771">
                  <c:v>9771</c:v>
                </c:pt>
                <c:pt idx="9772">
                  <c:v>9772</c:v>
                </c:pt>
                <c:pt idx="9773">
                  <c:v>9773</c:v>
                </c:pt>
                <c:pt idx="9774">
                  <c:v>9774</c:v>
                </c:pt>
                <c:pt idx="9775">
                  <c:v>9775</c:v>
                </c:pt>
                <c:pt idx="9776">
                  <c:v>9776</c:v>
                </c:pt>
                <c:pt idx="9777">
                  <c:v>9777</c:v>
                </c:pt>
                <c:pt idx="9778">
                  <c:v>9778</c:v>
                </c:pt>
                <c:pt idx="9779">
                  <c:v>9779</c:v>
                </c:pt>
                <c:pt idx="9780">
                  <c:v>9780</c:v>
                </c:pt>
                <c:pt idx="9781">
                  <c:v>9781</c:v>
                </c:pt>
                <c:pt idx="9782">
                  <c:v>9782</c:v>
                </c:pt>
                <c:pt idx="9783">
                  <c:v>9783</c:v>
                </c:pt>
                <c:pt idx="9784">
                  <c:v>9784</c:v>
                </c:pt>
                <c:pt idx="9785">
                  <c:v>9785</c:v>
                </c:pt>
                <c:pt idx="9786">
                  <c:v>9786</c:v>
                </c:pt>
                <c:pt idx="9787">
                  <c:v>9787</c:v>
                </c:pt>
                <c:pt idx="9788">
                  <c:v>9788</c:v>
                </c:pt>
                <c:pt idx="9789">
                  <c:v>9789</c:v>
                </c:pt>
                <c:pt idx="9790">
                  <c:v>9790</c:v>
                </c:pt>
                <c:pt idx="9791">
                  <c:v>9791</c:v>
                </c:pt>
                <c:pt idx="9792">
                  <c:v>9792</c:v>
                </c:pt>
                <c:pt idx="9793">
                  <c:v>9793</c:v>
                </c:pt>
                <c:pt idx="9794">
                  <c:v>9794</c:v>
                </c:pt>
                <c:pt idx="9795">
                  <c:v>9795</c:v>
                </c:pt>
                <c:pt idx="9796">
                  <c:v>9796</c:v>
                </c:pt>
                <c:pt idx="9797">
                  <c:v>9797</c:v>
                </c:pt>
                <c:pt idx="9798">
                  <c:v>9798</c:v>
                </c:pt>
                <c:pt idx="9799">
                  <c:v>9799</c:v>
                </c:pt>
                <c:pt idx="9800">
                  <c:v>9800</c:v>
                </c:pt>
                <c:pt idx="9801">
                  <c:v>9801</c:v>
                </c:pt>
                <c:pt idx="9802">
                  <c:v>9802</c:v>
                </c:pt>
                <c:pt idx="9803">
                  <c:v>9803</c:v>
                </c:pt>
                <c:pt idx="9804">
                  <c:v>9804</c:v>
                </c:pt>
                <c:pt idx="9805">
                  <c:v>9805</c:v>
                </c:pt>
                <c:pt idx="9806">
                  <c:v>9806</c:v>
                </c:pt>
                <c:pt idx="9807">
                  <c:v>9807</c:v>
                </c:pt>
                <c:pt idx="9808">
                  <c:v>9808</c:v>
                </c:pt>
                <c:pt idx="9809">
                  <c:v>9809</c:v>
                </c:pt>
                <c:pt idx="9810">
                  <c:v>9810</c:v>
                </c:pt>
                <c:pt idx="9811">
                  <c:v>9811</c:v>
                </c:pt>
                <c:pt idx="9812">
                  <c:v>9812</c:v>
                </c:pt>
                <c:pt idx="9813">
                  <c:v>9813</c:v>
                </c:pt>
                <c:pt idx="9814">
                  <c:v>9814</c:v>
                </c:pt>
                <c:pt idx="9815">
                  <c:v>9815</c:v>
                </c:pt>
                <c:pt idx="9816">
                  <c:v>9816</c:v>
                </c:pt>
                <c:pt idx="9817">
                  <c:v>9817</c:v>
                </c:pt>
                <c:pt idx="9818">
                  <c:v>9818</c:v>
                </c:pt>
                <c:pt idx="9819">
                  <c:v>9819</c:v>
                </c:pt>
                <c:pt idx="9820">
                  <c:v>9820</c:v>
                </c:pt>
                <c:pt idx="9821">
                  <c:v>9821</c:v>
                </c:pt>
                <c:pt idx="9822">
                  <c:v>9822</c:v>
                </c:pt>
                <c:pt idx="9823">
                  <c:v>9823</c:v>
                </c:pt>
                <c:pt idx="9824">
                  <c:v>9824</c:v>
                </c:pt>
                <c:pt idx="9825">
                  <c:v>9825</c:v>
                </c:pt>
                <c:pt idx="9826">
                  <c:v>9826</c:v>
                </c:pt>
                <c:pt idx="9827">
                  <c:v>9827</c:v>
                </c:pt>
                <c:pt idx="9828">
                  <c:v>9828</c:v>
                </c:pt>
                <c:pt idx="9829">
                  <c:v>9829</c:v>
                </c:pt>
                <c:pt idx="9830">
                  <c:v>9830</c:v>
                </c:pt>
                <c:pt idx="9831">
                  <c:v>9831</c:v>
                </c:pt>
                <c:pt idx="9832">
                  <c:v>9832</c:v>
                </c:pt>
                <c:pt idx="9833">
                  <c:v>9833</c:v>
                </c:pt>
                <c:pt idx="9834">
                  <c:v>9834</c:v>
                </c:pt>
                <c:pt idx="9835">
                  <c:v>9835</c:v>
                </c:pt>
                <c:pt idx="9836">
                  <c:v>9836</c:v>
                </c:pt>
                <c:pt idx="9837">
                  <c:v>9837</c:v>
                </c:pt>
                <c:pt idx="9838">
                  <c:v>9838</c:v>
                </c:pt>
                <c:pt idx="9839">
                  <c:v>9839</c:v>
                </c:pt>
                <c:pt idx="9840">
                  <c:v>9840</c:v>
                </c:pt>
                <c:pt idx="9841">
                  <c:v>9841</c:v>
                </c:pt>
                <c:pt idx="9842">
                  <c:v>9842</c:v>
                </c:pt>
                <c:pt idx="9843">
                  <c:v>9843</c:v>
                </c:pt>
                <c:pt idx="9844">
                  <c:v>9844</c:v>
                </c:pt>
                <c:pt idx="9845">
                  <c:v>9845</c:v>
                </c:pt>
                <c:pt idx="9846">
                  <c:v>9846</c:v>
                </c:pt>
                <c:pt idx="9847">
                  <c:v>9847</c:v>
                </c:pt>
                <c:pt idx="9848">
                  <c:v>9848</c:v>
                </c:pt>
                <c:pt idx="9849">
                  <c:v>9849</c:v>
                </c:pt>
                <c:pt idx="9850">
                  <c:v>9850</c:v>
                </c:pt>
                <c:pt idx="9851">
                  <c:v>9851</c:v>
                </c:pt>
                <c:pt idx="9852">
                  <c:v>9852</c:v>
                </c:pt>
                <c:pt idx="9853">
                  <c:v>9853</c:v>
                </c:pt>
                <c:pt idx="9854">
                  <c:v>9854</c:v>
                </c:pt>
                <c:pt idx="9855">
                  <c:v>9855</c:v>
                </c:pt>
                <c:pt idx="9856">
                  <c:v>9856</c:v>
                </c:pt>
                <c:pt idx="9857">
                  <c:v>9857</c:v>
                </c:pt>
                <c:pt idx="9858">
                  <c:v>9858</c:v>
                </c:pt>
                <c:pt idx="9859">
                  <c:v>9859</c:v>
                </c:pt>
                <c:pt idx="9860">
                  <c:v>9860</c:v>
                </c:pt>
                <c:pt idx="9861">
                  <c:v>9861</c:v>
                </c:pt>
                <c:pt idx="9862">
                  <c:v>9862</c:v>
                </c:pt>
                <c:pt idx="9863">
                  <c:v>9863</c:v>
                </c:pt>
                <c:pt idx="9864">
                  <c:v>9864</c:v>
                </c:pt>
                <c:pt idx="9865">
                  <c:v>9865</c:v>
                </c:pt>
                <c:pt idx="9866">
                  <c:v>9866</c:v>
                </c:pt>
                <c:pt idx="9867">
                  <c:v>9867</c:v>
                </c:pt>
                <c:pt idx="9868">
                  <c:v>9868</c:v>
                </c:pt>
                <c:pt idx="9869">
                  <c:v>9869</c:v>
                </c:pt>
                <c:pt idx="9870">
                  <c:v>9870</c:v>
                </c:pt>
                <c:pt idx="9871">
                  <c:v>9871</c:v>
                </c:pt>
                <c:pt idx="9872">
                  <c:v>9872</c:v>
                </c:pt>
                <c:pt idx="9873">
                  <c:v>9873</c:v>
                </c:pt>
                <c:pt idx="9874">
                  <c:v>9874</c:v>
                </c:pt>
                <c:pt idx="9875">
                  <c:v>9875</c:v>
                </c:pt>
                <c:pt idx="9876">
                  <c:v>9876</c:v>
                </c:pt>
                <c:pt idx="9877">
                  <c:v>9877</c:v>
                </c:pt>
                <c:pt idx="9878">
                  <c:v>9878</c:v>
                </c:pt>
                <c:pt idx="9879">
                  <c:v>9879</c:v>
                </c:pt>
                <c:pt idx="9880">
                  <c:v>9880</c:v>
                </c:pt>
                <c:pt idx="9881">
                  <c:v>9881</c:v>
                </c:pt>
                <c:pt idx="9882">
                  <c:v>9882</c:v>
                </c:pt>
                <c:pt idx="9883">
                  <c:v>9883</c:v>
                </c:pt>
                <c:pt idx="9884">
                  <c:v>9884</c:v>
                </c:pt>
                <c:pt idx="9885">
                  <c:v>9885</c:v>
                </c:pt>
                <c:pt idx="9886">
                  <c:v>9886</c:v>
                </c:pt>
                <c:pt idx="9887">
                  <c:v>9887</c:v>
                </c:pt>
                <c:pt idx="9888">
                  <c:v>9888</c:v>
                </c:pt>
                <c:pt idx="9889">
                  <c:v>9889</c:v>
                </c:pt>
                <c:pt idx="9890">
                  <c:v>9890</c:v>
                </c:pt>
                <c:pt idx="9891">
                  <c:v>9891</c:v>
                </c:pt>
                <c:pt idx="9892">
                  <c:v>9892</c:v>
                </c:pt>
                <c:pt idx="9893">
                  <c:v>9893</c:v>
                </c:pt>
                <c:pt idx="9894">
                  <c:v>9894</c:v>
                </c:pt>
                <c:pt idx="9895">
                  <c:v>9895</c:v>
                </c:pt>
                <c:pt idx="9896">
                  <c:v>9896</c:v>
                </c:pt>
                <c:pt idx="9897">
                  <c:v>9897</c:v>
                </c:pt>
                <c:pt idx="9898">
                  <c:v>9898</c:v>
                </c:pt>
                <c:pt idx="9899">
                  <c:v>9899</c:v>
                </c:pt>
                <c:pt idx="9900">
                  <c:v>9900</c:v>
                </c:pt>
                <c:pt idx="9901">
                  <c:v>9901</c:v>
                </c:pt>
                <c:pt idx="9902">
                  <c:v>9902</c:v>
                </c:pt>
                <c:pt idx="9903">
                  <c:v>9903</c:v>
                </c:pt>
                <c:pt idx="9904">
                  <c:v>9904</c:v>
                </c:pt>
                <c:pt idx="9905">
                  <c:v>9905</c:v>
                </c:pt>
                <c:pt idx="9906">
                  <c:v>9906</c:v>
                </c:pt>
                <c:pt idx="9907">
                  <c:v>9907</c:v>
                </c:pt>
                <c:pt idx="9908">
                  <c:v>9908</c:v>
                </c:pt>
                <c:pt idx="9909">
                  <c:v>9909</c:v>
                </c:pt>
                <c:pt idx="9910">
                  <c:v>9910</c:v>
                </c:pt>
                <c:pt idx="9911">
                  <c:v>9911</c:v>
                </c:pt>
                <c:pt idx="9912">
                  <c:v>9912</c:v>
                </c:pt>
                <c:pt idx="9913">
                  <c:v>9913</c:v>
                </c:pt>
                <c:pt idx="9914">
                  <c:v>9914</c:v>
                </c:pt>
                <c:pt idx="9915">
                  <c:v>9915</c:v>
                </c:pt>
                <c:pt idx="9916">
                  <c:v>9916</c:v>
                </c:pt>
                <c:pt idx="9917">
                  <c:v>9917</c:v>
                </c:pt>
                <c:pt idx="9918">
                  <c:v>9918</c:v>
                </c:pt>
                <c:pt idx="9919">
                  <c:v>9919</c:v>
                </c:pt>
                <c:pt idx="9920">
                  <c:v>9920</c:v>
                </c:pt>
                <c:pt idx="9921">
                  <c:v>9921</c:v>
                </c:pt>
                <c:pt idx="9922">
                  <c:v>9922</c:v>
                </c:pt>
                <c:pt idx="9923">
                  <c:v>9923</c:v>
                </c:pt>
                <c:pt idx="9924">
                  <c:v>9924</c:v>
                </c:pt>
                <c:pt idx="9925">
                  <c:v>9925</c:v>
                </c:pt>
                <c:pt idx="9926">
                  <c:v>9926</c:v>
                </c:pt>
                <c:pt idx="9927">
                  <c:v>9927</c:v>
                </c:pt>
                <c:pt idx="9928">
                  <c:v>9928</c:v>
                </c:pt>
                <c:pt idx="9929">
                  <c:v>9929</c:v>
                </c:pt>
                <c:pt idx="9930">
                  <c:v>9930</c:v>
                </c:pt>
                <c:pt idx="9931">
                  <c:v>9931</c:v>
                </c:pt>
                <c:pt idx="9932">
                  <c:v>9932</c:v>
                </c:pt>
                <c:pt idx="9933">
                  <c:v>9933</c:v>
                </c:pt>
                <c:pt idx="9934">
                  <c:v>9934</c:v>
                </c:pt>
                <c:pt idx="9935">
                  <c:v>9935</c:v>
                </c:pt>
                <c:pt idx="9936">
                  <c:v>9936</c:v>
                </c:pt>
                <c:pt idx="9937">
                  <c:v>9937</c:v>
                </c:pt>
                <c:pt idx="9938">
                  <c:v>9938</c:v>
                </c:pt>
                <c:pt idx="9939">
                  <c:v>9939</c:v>
                </c:pt>
                <c:pt idx="9940">
                  <c:v>9940</c:v>
                </c:pt>
                <c:pt idx="9941">
                  <c:v>9941</c:v>
                </c:pt>
                <c:pt idx="9942">
                  <c:v>9942</c:v>
                </c:pt>
                <c:pt idx="9943">
                  <c:v>9943</c:v>
                </c:pt>
                <c:pt idx="9944">
                  <c:v>9944</c:v>
                </c:pt>
                <c:pt idx="9945">
                  <c:v>9945</c:v>
                </c:pt>
                <c:pt idx="9946">
                  <c:v>9946</c:v>
                </c:pt>
                <c:pt idx="9947">
                  <c:v>9947</c:v>
                </c:pt>
                <c:pt idx="9948">
                  <c:v>9948</c:v>
                </c:pt>
                <c:pt idx="9949">
                  <c:v>9949</c:v>
                </c:pt>
                <c:pt idx="9950">
                  <c:v>9950</c:v>
                </c:pt>
                <c:pt idx="9951">
                  <c:v>9951</c:v>
                </c:pt>
                <c:pt idx="9952">
                  <c:v>9952</c:v>
                </c:pt>
                <c:pt idx="9953">
                  <c:v>9953</c:v>
                </c:pt>
                <c:pt idx="9954">
                  <c:v>9954</c:v>
                </c:pt>
                <c:pt idx="9955">
                  <c:v>9955</c:v>
                </c:pt>
                <c:pt idx="9956">
                  <c:v>9956</c:v>
                </c:pt>
                <c:pt idx="9957">
                  <c:v>9957</c:v>
                </c:pt>
                <c:pt idx="9958">
                  <c:v>9958</c:v>
                </c:pt>
                <c:pt idx="9959">
                  <c:v>9959</c:v>
                </c:pt>
                <c:pt idx="9960">
                  <c:v>9960</c:v>
                </c:pt>
                <c:pt idx="9961">
                  <c:v>9961</c:v>
                </c:pt>
                <c:pt idx="9962">
                  <c:v>9962</c:v>
                </c:pt>
                <c:pt idx="9963">
                  <c:v>9963</c:v>
                </c:pt>
                <c:pt idx="9964">
                  <c:v>9964</c:v>
                </c:pt>
                <c:pt idx="9965">
                  <c:v>9965</c:v>
                </c:pt>
                <c:pt idx="9966">
                  <c:v>9966</c:v>
                </c:pt>
                <c:pt idx="9967">
                  <c:v>9967</c:v>
                </c:pt>
                <c:pt idx="9968">
                  <c:v>9968</c:v>
                </c:pt>
                <c:pt idx="9969">
                  <c:v>9969</c:v>
                </c:pt>
                <c:pt idx="9970">
                  <c:v>9970</c:v>
                </c:pt>
                <c:pt idx="9971">
                  <c:v>9971</c:v>
                </c:pt>
                <c:pt idx="9972">
                  <c:v>9972</c:v>
                </c:pt>
                <c:pt idx="9973">
                  <c:v>9973</c:v>
                </c:pt>
                <c:pt idx="9974">
                  <c:v>9974</c:v>
                </c:pt>
                <c:pt idx="9975">
                  <c:v>9975</c:v>
                </c:pt>
                <c:pt idx="9976">
                  <c:v>9976</c:v>
                </c:pt>
                <c:pt idx="9977">
                  <c:v>9977</c:v>
                </c:pt>
                <c:pt idx="9978">
                  <c:v>9978</c:v>
                </c:pt>
                <c:pt idx="9979">
                  <c:v>9979</c:v>
                </c:pt>
                <c:pt idx="9980">
                  <c:v>9980</c:v>
                </c:pt>
                <c:pt idx="9981">
                  <c:v>9981</c:v>
                </c:pt>
                <c:pt idx="9982">
                  <c:v>9982</c:v>
                </c:pt>
                <c:pt idx="9983">
                  <c:v>9983</c:v>
                </c:pt>
                <c:pt idx="9984">
                  <c:v>9984</c:v>
                </c:pt>
                <c:pt idx="9985">
                  <c:v>9985</c:v>
                </c:pt>
                <c:pt idx="9986">
                  <c:v>9986</c:v>
                </c:pt>
                <c:pt idx="9987">
                  <c:v>9987</c:v>
                </c:pt>
                <c:pt idx="9988">
                  <c:v>9988</c:v>
                </c:pt>
                <c:pt idx="9989">
                  <c:v>9989</c:v>
                </c:pt>
                <c:pt idx="9990">
                  <c:v>9990</c:v>
                </c:pt>
                <c:pt idx="9991">
                  <c:v>9991</c:v>
                </c:pt>
                <c:pt idx="9992">
                  <c:v>9992</c:v>
                </c:pt>
                <c:pt idx="9993">
                  <c:v>9993</c:v>
                </c:pt>
                <c:pt idx="9994">
                  <c:v>9994</c:v>
                </c:pt>
                <c:pt idx="9995">
                  <c:v>9995</c:v>
                </c:pt>
                <c:pt idx="9996">
                  <c:v>9996</c:v>
                </c:pt>
                <c:pt idx="9997">
                  <c:v>9997</c:v>
                </c:pt>
                <c:pt idx="9998">
                  <c:v>9998</c:v>
                </c:pt>
                <c:pt idx="9999">
                  <c:v>9999</c:v>
                </c:pt>
                <c:pt idx="10000">
                  <c:v>10000</c:v>
                </c:pt>
                <c:pt idx="10001">
                  <c:v>10001</c:v>
                </c:pt>
                <c:pt idx="10002">
                  <c:v>10002</c:v>
                </c:pt>
                <c:pt idx="10003">
                  <c:v>10003</c:v>
                </c:pt>
                <c:pt idx="10004">
                  <c:v>10004</c:v>
                </c:pt>
                <c:pt idx="10005">
                  <c:v>10005</c:v>
                </c:pt>
                <c:pt idx="10006">
                  <c:v>10006</c:v>
                </c:pt>
                <c:pt idx="10007">
                  <c:v>10007</c:v>
                </c:pt>
                <c:pt idx="10008">
                  <c:v>10008</c:v>
                </c:pt>
                <c:pt idx="10009">
                  <c:v>10009</c:v>
                </c:pt>
                <c:pt idx="10010">
                  <c:v>10010</c:v>
                </c:pt>
                <c:pt idx="10011">
                  <c:v>10011</c:v>
                </c:pt>
                <c:pt idx="10012">
                  <c:v>10012</c:v>
                </c:pt>
                <c:pt idx="10013">
                  <c:v>10013</c:v>
                </c:pt>
                <c:pt idx="10014">
                  <c:v>10014</c:v>
                </c:pt>
                <c:pt idx="10015">
                  <c:v>10015</c:v>
                </c:pt>
                <c:pt idx="10016">
                  <c:v>10016</c:v>
                </c:pt>
                <c:pt idx="10017">
                  <c:v>10017</c:v>
                </c:pt>
                <c:pt idx="10018">
                  <c:v>10018</c:v>
                </c:pt>
                <c:pt idx="10019">
                  <c:v>10019</c:v>
                </c:pt>
                <c:pt idx="10020">
                  <c:v>10020</c:v>
                </c:pt>
                <c:pt idx="10021">
                  <c:v>10021</c:v>
                </c:pt>
                <c:pt idx="10022">
                  <c:v>10022</c:v>
                </c:pt>
                <c:pt idx="10023">
                  <c:v>10023</c:v>
                </c:pt>
                <c:pt idx="10024">
                  <c:v>10024</c:v>
                </c:pt>
                <c:pt idx="10025">
                  <c:v>10025</c:v>
                </c:pt>
                <c:pt idx="10026">
                  <c:v>10026</c:v>
                </c:pt>
                <c:pt idx="10027">
                  <c:v>10027</c:v>
                </c:pt>
                <c:pt idx="10028">
                  <c:v>10028</c:v>
                </c:pt>
                <c:pt idx="10029">
                  <c:v>10029</c:v>
                </c:pt>
                <c:pt idx="10030">
                  <c:v>10030</c:v>
                </c:pt>
                <c:pt idx="10031">
                  <c:v>10031</c:v>
                </c:pt>
                <c:pt idx="10032">
                  <c:v>10032</c:v>
                </c:pt>
                <c:pt idx="10033">
                  <c:v>10033</c:v>
                </c:pt>
                <c:pt idx="10034">
                  <c:v>10034</c:v>
                </c:pt>
                <c:pt idx="10035">
                  <c:v>10035</c:v>
                </c:pt>
                <c:pt idx="10036">
                  <c:v>10036</c:v>
                </c:pt>
                <c:pt idx="10037">
                  <c:v>10037</c:v>
                </c:pt>
                <c:pt idx="10038">
                  <c:v>10038</c:v>
                </c:pt>
                <c:pt idx="10039">
                  <c:v>10039</c:v>
                </c:pt>
                <c:pt idx="10040">
                  <c:v>10040</c:v>
                </c:pt>
                <c:pt idx="10041">
                  <c:v>10041</c:v>
                </c:pt>
                <c:pt idx="10042">
                  <c:v>10042</c:v>
                </c:pt>
                <c:pt idx="10043">
                  <c:v>10043</c:v>
                </c:pt>
                <c:pt idx="10044">
                  <c:v>10044</c:v>
                </c:pt>
                <c:pt idx="10045">
                  <c:v>10045</c:v>
                </c:pt>
                <c:pt idx="10046">
                  <c:v>10046</c:v>
                </c:pt>
                <c:pt idx="10047">
                  <c:v>10047</c:v>
                </c:pt>
                <c:pt idx="10048">
                  <c:v>10048</c:v>
                </c:pt>
                <c:pt idx="10049">
                  <c:v>10049</c:v>
                </c:pt>
                <c:pt idx="10050">
                  <c:v>10050</c:v>
                </c:pt>
                <c:pt idx="10051">
                  <c:v>10051</c:v>
                </c:pt>
                <c:pt idx="10052">
                  <c:v>10052</c:v>
                </c:pt>
                <c:pt idx="10053">
                  <c:v>10053</c:v>
                </c:pt>
                <c:pt idx="10054">
                  <c:v>10054</c:v>
                </c:pt>
                <c:pt idx="10055">
                  <c:v>10055</c:v>
                </c:pt>
                <c:pt idx="10056">
                  <c:v>10056</c:v>
                </c:pt>
                <c:pt idx="10057">
                  <c:v>10057</c:v>
                </c:pt>
                <c:pt idx="10058">
                  <c:v>10058</c:v>
                </c:pt>
                <c:pt idx="10059">
                  <c:v>10059</c:v>
                </c:pt>
                <c:pt idx="10060">
                  <c:v>10060</c:v>
                </c:pt>
                <c:pt idx="10061">
                  <c:v>10061</c:v>
                </c:pt>
                <c:pt idx="10062">
                  <c:v>10062</c:v>
                </c:pt>
                <c:pt idx="10063">
                  <c:v>10063</c:v>
                </c:pt>
                <c:pt idx="10064">
                  <c:v>10064</c:v>
                </c:pt>
                <c:pt idx="10065">
                  <c:v>10065</c:v>
                </c:pt>
                <c:pt idx="10066">
                  <c:v>10066</c:v>
                </c:pt>
                <c:pt idx="10067">
                  <c:v>10067</c:v>
                </c:pt>
                <c:pt idx="10068">
                  <c:v>10068</c:v>
                </c:pt>
                <c:pt idx="10069">
                  <c:v>10069</c:v>
                </c:pt>
                <c:pt idx="10070">
                  <c:v>10070</c:v>
                </c:pt>
                <c:pt idx="10071">
                  <c:v>10071</c:v>
                </c:pt>
                <c:pt idx="10072">
                  <c:v>10072</c:v>
                </c:pt>
                <c:pt idx="10073">
                  <c:v>10073</c:v>
                </c:pt>
                <c:pt idx="10074">
                  <c:v>10074</c:v>
                </c:pt>
                <c:pt idx="10075">
                  <c:v>10075</c:v>
                </c:pt>
                <c:pt idx="10076">
                  <c:v>10076</c:v>
                </c:pt>
                <c:pt idx="10077">
                  <c:v>10077</c:v>
                </c:pt>
                <c:pt idx="10078">
                  <c:v>10078</c:v>
                </c:pt>
                <c:pt idx="10079">
                  <c:v>10079</c:v>
                </c:pt>
                <c:pt idx="10080">
                  <c:v>10080</c:v>
                </c:pt>
                <c:pt idx="10081">
                  <c:v>10081</c:v>
                </c:pt>
                <c:pt idx="10082">
                  <c:v>10082</c:v>
                </c:pt>
                <c:pt idx="10083">
                  <c:v>10083</c:v>
                </c:pt>
                <c:pt idx="10084">
                  <c:v>10084</c:v>
                </c:pt>
                <c:pt idx="10085">
                  <c:v>10085</c:v>
                </c:pt>
                <c:pt idx="10086">
                  <c:v>10086</c:v>
                </c:pt>
                <c:pt idx="10087">
                  <c:v>10087</c:v>
                </c:pt>
                <c:pt idx="10088">
                  <c:v>10088</c:v>
                </c:pt>
                <c:pt idx="10089">
                  <c:v>10089</c:v>
                </c:pt>
                <c:pt idx="10090">
                  <c:v>10090</c:v>
                </c:pt>
                <c:pt idx="10091">
                  <c:v>10091</c:v>
                </c:pt>
                <c:pt idx="10092">
                  <c:v>10092</c:v>
                </c:pt>
                <c:pt idx="10093">
                  <c:v>10093</c:v>
                </c:pt>
                <c:pt idx="10094">
                  <c:v>10094</c:v>
                </c:pt>
                <c:pt idx="10095">
                  <c:v>10095</c:v>
                </c:pt>
                <c:pt idx="10096">
                  <c:v>10096</c:v>
                </c:pt>
                <c:pt idx="10097">
                  <c:v>10097</c:v>
                </c:pt>
                <c:pt idx="10098">
                  <c:v>10098</c:v>
                </c:pt>
                <c:pt idx="10099">
                  <c:v>10099</c:v>
                </c:pt>
                <c:pt idx="10100">
                  <c:v>10100</c:v>
                </c:pt>
                <c:pt idx="10101">
                  <c:v>10101</c:v>
                </c:pt>
                <c:pt idx="10102">
                  <c:v>10102</c:v>
                </c:pt>
                <c:pt idx="10103">
                  <c:v>10103</c:v>
                </c:pt>
                <c:pt idx="10104">
                  <c:v>10104</c:v>
                </c:pt>
                <c:pt idx="10105">
                  <c:v>10105</c:v>
                </c:pt>
                <c:pt idx="10106">
                  <c:v>10106</c:v>
                </c:pt>
                <c:pt idx="10107">
                  <c:v>10107</c:v>
                </c:pt>
                <c:pt idx="10108">
                  <c:v>10108</c:v>
                </c:pt>
                <c:pt idx="10109">
                  <c:v>10109</c:v>
                </c:pt>
                <c:pt idx="10110">
                  <c:v>10110</c:v>
                </c:pt>
                <c:pt idx="10111">
                  <c:v>10111</c:v>
                </c:pt>
                <c:pt idx="10112">
                  <c:v>10112</c:v>
                </c:pt>
                <c:pt idx="10113">
                  <c:v>10113</c:v>
                </c:pt>
                <c:pt idx="10114">
                  <c:v>10114</c:v>
                </c:pt>
                <c:pt idx="10115">
                  <c:v>10115</c:v>
                </c:pt>
                <c:pt idx="10116">
                  <c:v>10116</c:v>
                </c:pt>
                <c:pt idx="10117">
                  <c:v>10117</c:v>
                </c:pt>
                <c:pt idx="10118">
                  <c:v>10118</c:v>
                </c:pt>
                <c:pt idx="10119">
                  <c:v>10119</c:v>
                </c:pt>
                <c:pt idx="10120">
                  <c:v>10120</c:v>
                </c:pt>
                <c:pt idx="10121">
                  <c:v>10121</c:v>
                </c:pt>
                <c:pt idx="10122">
                  <c:v>10122</c:v>
                </c:pt>
                <c:pt idx="10123">
                  <c:v>10123</c:v>
                </c:pt>
                <c:pt idx="10124">
                  <c:v>10124</c:v>
                </c:pt>
                <c:pt idx="10125">
                  <c:v>10125</c:v>
                </c:pt>
                <c:pt idx="10126">
                  <c:v>10126</c:v>
                </c:pt>
                <c:pt idx="10127">
                  <c:v>10127</c:v>
                </c:pt>
                <c:pt idx="10128">
                  <c:v>10128</c:v>
                </c:pt>
                <c:pt idx="10129">
                  <c:v>10129</c:v>
                </c:pt>
                <c:pt idx="10130">
                  <c:v>10130</c:v>
                </c:pt>
                <c:pt idx="10131">
                  <c:v>10131</c:v>
                </c:pt>
                <c:pt idx="10132">
                  <c:v>10132</c:v>
                </c:pt>
                <c:pt idx="10133">
                  <c:v>10133</c:v>
                </c:pt>
                <c:pt idx="10134">
                  <c:v>10134</c:v>
                </c:pt>
                <c:pt idx="10135">
                  <c:v>10135</c:v>
                </c:pt>
                <c:pt idx="10136">
                  <c:v>10136</c:v>
                </c:pt>
                <c:pt idx="10137">
                  <c:v>10137</c:v>
                </c:pt>
                <c:pt idx="10138">
                  <c:v>10138</c:v>
                </c:pt>
                <c:pt idx="10139">
                  <c:v>10139</c:v>
                </c:pt>
                <c:pt idx="10140">
                  <c:v>10140</c:v>
                </c:pt>
                <c:pt idx="10141">
                  <c:v>10141</c:v>
                </c:pt>
                <c:pt idx="10142">
                  <c:v>10142</c:v>
                </c:pt>
                <c:pt idx="10143">
                  <c:v>10143</c:v>
                </c:pt>
                <c:pt idx="10144">
                  <c:v>10144</c:v>
                </c:pt>
                <c:pt idx="10145">
                  <c:v>10145</c:v>
                </c:pt>
                <c:pt idx="10146">
                  <c:v>10146</c:v>
                </c:pt>
                <c:pt idx="10147">
                  <c:v>10147</c:v>
                </c:pt>
                <c:pt idx="10148">
                  <c:v>10148</c:v>
                </c:pt>
                <c:pt idx="10149">
                  <c:v>10149</c:v>
                </c:pt>
                <c:pt idx="10150">
                  <c:v>10150</c:v>
                </c:pt>
                <c:pt idx="10151">
                  <c:v>10151</c:v>
                </c:pt>
                <c:pt idx="10152">
                  <c:v>10152</c:v>
                </c:pt>
                <c:pt idx="10153">
                  <c:v>10153</c:v>
                </c:pt>
                <c:pt idx="10154">
                  <c:v>10154</c:v>
                </c:pt>
                <c:pt idx="10155">
                  <c:v>10155</c:v>
                </c:pt>
                <c:pt idx="10156">
                  <c:v>10156</c:v>
                </c:pt>
                <c:pt idx="10157">
                  <c:v>10157</c:v>
                </c:pt>
                <c:pt idx="10158">
                  <c:v>10158</c:v>
                </c:pt>
                <c:pt idx="10159">
                  <c:v>10159</c:v>
                </c:pt>
                <c:pt idx="10160">
                  <c:v>10160</c:v>
                </c:pt>
                <c:pt idx="10161">
                  <c:v>10161</c:v>
                </c:pt>
                <c:pt idx="10162">
                  <c:v>10162</c:v>
                </c:pt>
                <c:pt idx="10163">
                  <c:v>10163</c:v>
                </c:pt>
                <c:pt idx="10164">
                  <c:v>10164</c:v>
                </c:pt>
                <c:pt idx="10165">
                  <c:v>10165</c:v>
                </c:pt>
                <c:pt idx="10166">
                  <c:v>10166</c:v>
                </c:pt>
                <c:pt idx="10167">
                  <c:v>10167</c:v>
                </c:pt>
                <c:pt idx="10168">
                  <c:v>10168</c:v>
                </c:pt>
                <c:pt idx="10169">
                  <c:v>10169</c:v>
                </c:pt>
                <c:pt idx="10170">
                  <c:v>10170</c:v>
                </c:pt>
                <c:pt idx="10171">
                  <c:v>10171</c:v>
                </c:pt>
                <c:pt idx="10172">
                  <c:v>10172</c:v>
                </c:pt>
                <c:pt idx="10173">
                  <c:v>10173</c:v>
                </c:pt>
                <c:pt idx="10174">
                  <c:v>10174</c:v>
                </c:pt>
                <c:pt idx="10175">
                  <c:v>10175</c:v>
                </c:pt>
                <c:pt idx="10176">
                  <c:v>10176</c:v>
                </c:pt>
                <c:pt idx="10177">
                  <c:v>10177</c:v>
                </c:pt>
                <c:pt idx="10178">
                  <c:v>10178</c:v>
                </c:pt>
                <c:pt idx="10179">
                  <c:v>10179</c:v>
                </c:pt>
                <c:pt idx="10180">
                  <c:v>10180</c:v>
                </c:pt>
                <c:pt idx="10181">
                  <c:v>10181</c:v>
                </c:pt>
                <c:pt idx="10182">
                  <c:v>10182</c:v>
                </c:pt>
                <c:pt idx="10183">
                  <c:v>10183</c:v>
                </c:pt>
                <c:pt idx="10184">
                  <c:v>10184</c:v>
                </c:pt>
                <c:pt idx="10185">
                  <c:v>10185</c:v>
                </c:pt>
                <c:pt idx="10186">
                  <c:v>10186</c:v>
                </c:pt>
                <c:pt idx="10187">
                  <c:v>10187</c:v>
                </c:pt>
                <c:pt idx="10188">
                  <c:v>10188</c:v>
                </c:pt>
                <c:pt idx="10189">
                  <c:v>10189</c:v>
                </c:pt>
                <c:pt idx="10190">
                  <c:v>10190</c:v>
                </c:pt>
                <c:pt idx="10191">
                  <c:v>10191</c:v>
                </c:pt>
                <c:pt idx="10192">
                  <c:v>10192</c:v>
                </c:pt>
                <c:pt idx="10193">
                  <c:v>10193</c:v>
                </c:pt>
                <c:pt idx="10194">
                  <c:v>10194</c:v>
                </c:pt>
                <c:pt idx="10195">
                  <c:v>10195</c:v>
                </c:pt>
                <c:pt idx="10196">
                  <c:v>10196</c:v>
                </c:pt>
                <c:pt idx="10197">
                  <c:v>10197</c:v>
                </c:pt>
                <c:pt idx="10198">
                  <c:v>10198</c:v>
                </c:pt>
                <c:pt idx="10199">
                  <c:v>10199</c:v>
                </c:pt>
                <c:pt idx="10200">
                  <c:v>10200</c:v>
                </c:pt>
                <c:pt idx="10201">
                  <c:v>10201</c:v>
                </c:pt>
                <c:pt idx="10202">
                  <c:v>10202</c:v>
                </c:pt>
                <c:pt idx="10203">
                  <c:v>10203</c:v>
                </c:pt>
                <c:pt idx="10204">
                  <c:v>10204</c:v>
                </c:pt>
                <c:pt idx="10205">
                  <c:v>10205</c:v>
                </c:pt>
                <c:pt idx="10206">
                  <c:v>10206</c:v>
                </c:pt>
                <c:pt idx="10207">
                  <c:v>10207</c:v>
                </c:pt>
                <c:pt idx="10208">
                  <c:v>10208</c:v>
                </c:pt>
                <c:pt idx="10209">
                  <c:v>10209</c:v>
                </c:pt>
                <c:pt idx="10210">
                  <c:v>10210</c:v>
                </c:pt>
                <c:pt idx="10211">
                  <c:v>10211</c:v>
                </c:pt>
                <c:pt idx="10212">
                  <c:v>10212</c:v>
                </c:pt>
                <c:pt idx="10213">
                  <c:v>10213</c:v>
                </c:pt>
                <c:pt idx="10214">
                  <c:v>10214</c:v>
                </c:pt>
                <c:pt idx="10215">
                  <c:v>10215</c:v>
                </c:pt>
                <c:pt idx="10216">
                  <c:v>10216</c:v>
                </c:pt>
                <c:pt idx="10217">
                  <c:v>10217</c:v>
                </c:pt>
                <c:pt idx="10218">
                  <c:v>10218</c:v>
                </c:pt>
                <c:pt idx="10219">
                  <c:v>10219</c:v>
                </c:pt>
                <c:pt idx="10220">
                  <c:v>10220</c:v>
                </c:pt>
                <c:pt idx="10221">
                  <c:v>10221</c:v>
                </c:pt>
                <c:pt idx="10222">
                  <c:v>10222</c:v>
                </c:pt>
                <c:pt idx="10223">
                  <c:v>10223</c:v>
                </c:pt>
                <c:pt idx="10224">
                  <c:v>10224</c:v>
                </c:pt>
                <c:pt idx="10225">
                  <c:v>10225</c:v>
                </c:pt>
                <c:pt idx="10226">
                  <c:v>10226</c:v>
                </c:pt>
                <c:pt idx="10227">
                  <c:v>10227</c:v>
                </c:pt>
                <c:pt idx="10228">
                  <c:v>10228</c:v>
                </c:pt>
                <c:pt idx="10229">
                  <c:v>10229</c:v>
                </c:pt>
                <c:pt idx="10230">
                  <c:v>10230</c:v>
                </c:pt>
                <c:pt idx="10231">
                  <c:v>10231</c:v>
                </c:pt>
                <c:pt idx="10232">
                  <c:v>10232</c:v>
                </c:pt>
                <c:pt idx="10233">
                  <c:v>10233</c:v>
                </c:pt>
                <c:pt idx="10234">
                  <c:v>10234</c:v>
                </c:pt>
                <c:pt idx="10235">
                  <c:v>10235</c:v>
                </c:pt>
                <c:pt idx="10236">
                  <c:v>10236</c:v>
                </c:pt>
                <c:pt idx="10237">
                  <c:v>10237</c:v>
                </c:pt>
                <c:pt idx="10238">
                  <c:v>10238</c:v>
                </c:pt>
                <c:pt idx="10239">
                  <c:v>10239</c:v>
                </c:pt>
                <c:pt idx="10240">
                  <c:v>10240</c:v>
                </c:pt>
                <c:pt idx="10241">
                  <c:v>10241</c:v>
                </c:pt>
                <c:pt idx="10242">
                  <c:v>10242</c:v>
                </c:pt>
                <c:pt idx="10243">
                  <c:v>10243</c:v>
                </c:pt>
                <c:pt idx="10244">
                  <c:v>10244</c:v>
                </c:pt>
                <c:pt idx="10245">
                  <c:v>10245</c:v>
                </c:pt>
                <c:pt idx="10246">
                  <c:v>10246</c:v>
                </c:pt>
                <c:pt idx="10247">
                  <c:v>10247</c:v>
                </c:pt>
                <c:pt idx="10248">
                  <c:v>10248</c:v>
                </c:pt>
                <c:pt idx="10249">
                  <c:v>10249</c:v>
                </c:pt>
                <c:pt idx="10250">
                  <c:v>10250</c:v>
                </c:pt>
                <c:pt idx="10251">
                  <c:v>10251</c:v>
                </c:pt>
                <c:pt idx="10252">
                  <c:v>10252</c:v>
                </c:pt>
                <c:pt idx="10253">
                  <c:v>10253</c:v>
                </c:pt>
                <c:pt idx="10254">
                  <c:v>10254</c:v>
                </c:pt>
                <c:pt idx="10255">
                  <c:v>10255</c:v>
                </c:pt>
                <c:pt idx="10256">
                  <c:v>10256</c:v>
                </c:pt>
                <c:pt idx="10257">
                  <c:v>10257</c:v>
                </c:pt>
                <c:pt idx="10258">
                  <c:v>10258</c:v>
                </c:pt>
                <c:pt idx="10259">
                  <c:v>10259</c:v>
                </c:pt>
                <c:pt idx="10260">
                  <c:v>10260</c:v>
                </c:pt>
                <c:pt idx="10261">
                  <c:v>10261</c:v>
                </c:pt>
                <c:pt idx="10262">
                  <c:v>10262</c:v>
                </c:pt>
                <c:pt idx="10263">
                  <c:v>10263</c:v>
                </c:pt>
                <c:pt idx="10264">
                  <c:v>10264</c:v>
                </c:pt>
                <c:pt idx="10265">
                  <c:v>10265</c:v>
                </c:pt>
                <c:pt idx="10266">
                  <c:v>10266</c:v>
                </c:pt>
                <c:pt idx="10267">
                  <c:v>10267</c:v>
                </c:pt>
                <c:pt idx="10268">
                  <c:v>10268</c:v>
                </c:pt>
                <c:pt idx="10269">
                  <c:v>10269</c:v>
                </c:pt>
                <c:pt idx="10270">
                  <c:v>10270</c:v>
                </c:pt>
                <c:pt idx="10271">
                  <c:v>10271</c:v>
                </c:pt>
                <c:pt idx="10272">
                  <c:v>10272</c:v>
                </c:pt>
                <c:pt idx="10273">
                  <c:v>10273</c:v>
                </c:pt>
                <c:pt idx="10274">
                  <c:v>10274</c:v>
                </c:pt>
                <c:pt idx="10275">
                  <c:v>10275</c:v>
                </c:pt>
                <c:pt idx="10276">
                  <c:v>10276</c:v>
                </c:pt>
                <c:pt idx="10277">
                  <c:v>10277</c:v>
                </c:pt>
                <c:pt idx="10278">
                  <c:v>10278</c:v>
                </c:pt>
                <c:pt idx="10279">
                  <c:v>10279</c:v>
                </c:pt>
                <c:pt idx="10280">
                  <c:v>10280</c:v>
                </c:pt>
                <c:pt idx="10281">
                  <c:v>10281</c:v>
                </c:pt>
                <c:pt idx="10282">
                  <c:v>10282</c:v>
                </c:pt>
                <c:pt idx="10283">
                  <c:v>10283</c:v>
                </c:pt>
                <c:pt idx="10284">
                  <c:v>10284</c:v>
                </c:pt>
                <c:pt idx="10285">
                  <c:v>10285</c:v>
                </c:pt>
                <c:pt idx="10286">
                  <c:v>10286</c:v>
                </c:pt>
                <c:pt idx="10287">
                  <c:v>10287</c:v>
                </c:pt>
                <c:pt idx="10288">
                  <c:v>10288</c:v>
                </c:pt>
                <c:pt idx="10289">
                  <c:v>10289</c:v>
                </c:pt>
                <c:pt idx="10290">
                  <c:v>10290</c:v>
                </c:pt>
                <c:pt idx="10291">
                  <c:v>10291</c:v>
                </c:pt>
                <c:pt idx="10292">
                  <c:v>10292</c:v>
                </c:pt>
                <c:pt idx="10293">
                  <c:v>10293</c:v>
                </c:pt>
                <c:pt idx="10294">
                  <c:v>10294</c:v>
                </c:pt>
                <c:pt idx="10295">
                  <c:v>10295</c:v>
                </c:pt>
                <c:pt idx="10296">
                  <c:v>10296</c:v>
                </c:pt>
                <c:pt idx="10297">
                  <c:v>10297</c:v>
                </c:pt>
                <c:pt idx="10298">
                  <c:v>10298</c:v>
                </c:pt>
                <c:pt idx="10299">
                  <c:v>10299</c:v>
                </c:pt>
                <c:pt idx="10300">
                  <c:v>10300</c:v>
                </c:pt>
                <c:pt idx="10301">
                  <c:v>10301</c:v>
                </c:pt>
                <c:pt idx="10302">
                  <c:v>10302</c:v>
                </c:pt>
                <c:pt idx="10303">
                  <c:v>10303</c:v>
                </c:pt>
                <c:pt idx="10304">
                  <c:v>10304</c:v>
                </c:pt>
                <c:pt idx="10305">
                  <c:v>10305</c:v>
                </c:pt>
                <c:pt idx="10306">
                  <c:v>10306</c:v>
                </c:pt>
                <c:pt idx="10307">
                  <c:v>10307</c:v>
                </c:pt>
                <c:pt idx="10308">
                  <c:v>10308</c:v>
                </c:pt>
                <c:pt idx="10309">
                  <c:v>10309</c:v>
                </c:pt>
                <c:pt idx="10310">
                  <c:v>10310</c:v>
                </c:pt>
                <c:pt idx="10311">
                  <c:v>10311</c:v>
                </c:pt>
                <c:pt idx="10312">
                  <c:v>10312</c:v>
                </c:pt>
                <c:pt idx="10313">
                  <c:v>10313</c:v>
                </c:pt>
                <c:pt idx="10314">
                  <c:v>10314</c:v>
                </c:pt>
                <c:pt idx="10315">
                  <c:v>10315</c:v>
                </c:pt>
                <c:pt idx="10316">
                  <c:v>10316</c:v>
                </c:pt>
                <c:pt idx="10317">
                  <c:v>10317</c:v>
                </c:pt>
                <c:pt idx="10318">
                  <c:v>10318</c:v>
                </c:pt>
                <c:pt idx="10319">
                  <c:v>10319</c:v>
                </c:pt>
                <c:pt idx="10320">
                  <c:v>10320</c:v>
                </c:pt>
                <c:pt idx="10321">
                  <c:v>10321</c:v>
                </c:pt>
                <c:pt idx="10322">
                  <c:v>10322</c:v>
                </c:pt>
                <c:pt idx="10323">
                  <c:v>10323</c:v>
                </c:pt>
                <c:pt idx="10324">
                  <c:v>10324</c:v>
                </c:pt>
                <c:pt idx="10325">
                  <c:v>10325</c:v>
                </c:pt>
                <c:pt idx="10326">
                  <c:v>10326</c:v>
                </c:pt>
                <c:pt idx="10327">
                  <c:v>10327</c:v>
                </c:pt>
                <c:pt idx="10328">
                  <c:v>10328</c:v>
                </c:pt>
                <c:pt idx="10329">
                  <c:v>10329</c:v>
                </c:pt>
                <c:pt idx="10330">
                  <c:v>10330</c:v>
                </c:pt>
                <c:pt idx="10331">
                  <c:v>10331</c:v>
                </c:pt>
                <c:pt idx="10332">
                  <c:v>10332</c:v>
                </c:pt>
                <c:pt idx="10333">
                  <c:v>10333</c:v>
                </c:pt>
                <c:pt idx="10334">
                  <c:v>10334</c:v>
                </c:pt>
                <c:pt idx="10335">
                  <c:v>10335</c:v>
                </c:pt>
                <c:pt idx="10336">
                  <c:v>10336</c:v>
                </c:pt>
                <c:pt idx="10337">
                  <c:v>10337</c:v>
                </c:pt>
                <c:pt idx="10338">
                  <c:v>10338</c:v>
                </c:pt>
                <c:pt idx="10339">
                  <c:v>10339</c:v>
                </c:pt>
                <c:pt idx="10340">
                  <c:v>10340</c:v>
                </c:pt>
                <c:pt idx="10341">
                  <c:v>10341</c:v>
                </c:pt>
                <c:pt idx="10342">
                  <c:v>10342</c:v>
                </c:pt>
                <c:pt idx="10343">
                  <c:v>10343</c:v>
                </c:pt>
                <c:pt idx="10344">
                  <c:v>10344</c:v>
                </c:pt>
                <c:pt idx="10345">
                  <c:v>10345</c:v>
                </c:pt>
                <c:pt idx="10346">
                  <c:v>10346</c:v>
                </c:pt>
                <c:pt idx="10347">
                  <c:v>10347</c:v>
                </c:pt>
                <c:pt idx="10348">
                  <c:v>10348</c:v>
                </c:pt>
                <c:pt idx="10349">
                  <c:v>10349</c:v>
                </c:pt>
                <c:pt idx="10350">
                  <c:v>10350</c:v>
                </c:pt>
                <c:pt idx="10351">
                  <c:v>10351</c:v>
                </c:pt>
                <c:pt idx="10352">
                  <c:v>10352</c:v>
                </c:pt>
                <c:pt idx="10353">
                  <c:v>10353</c:v>
                </c:pt>
                <c:pt idx="10354">
                  <c:v>10354</c:v>
                </c:pt>
                <c:pt idx="10355">
                  <c:v>10355</c:v>
                </c:pt>
                <c:pt idx="10356">
                  <c:v>10356</c:v>
                </c:pt>
                <c:pt idx="10357">
                  <c:v>10357</c:v>
                </c:pt>
                <c:pt idx="10358">
                  <c:v>10358</c:v>
                </c:pt>
                <c:pt idx="10359">
                  <c:v>10359</c:v>
                </c:pt>
                <c:pt idx="10360">
                  <c:v>10360</c:v>
                </c:pt>
                <c:pt idx="10361">
                  <c:v>10361</c:v>
                </c:pt>
                <c:pt idx="10362">
                  <c:v>10362</c:v>
                </c:pt>
                <c:pt idx="10363">
                  <c:v>10363</c:v>
                </c:pt>
                <c:pt idx="10364">
                  <c:v>10364</c:v>
                </c:pt>
                <c:pt idx="10365">
                  <c:v>10365</c:v>
                </c:pt>
                <c:pt idx="10366">
                  <c:v>10366</c:v>
                </c:pt>
                <c:pt idx="10367">
                  <c:v>10367</c:v>
                </c:pt>
                <c:pt idx="10368">
                  <c:v>10368</c:v>
                </c:pt>
                <c:pt idx="10369">
                  <c:v>10369</c:v>
                </c:pt>
                <c:pt idx="10370">
                  <c:v>10370</c:v>
                </c:pt>
                <c:pt idx="10371">
                  <c:v>10371</c:v>
                </c:pt>
                <c:pt idx="10372">
                  <c:v>10372</c:v>
                </c:pt>
                <c:pt idx="10373">
                  <c:v>10373</c:v>
                </c:pt>
                <c:pt idx="10374">
                  <c:v>10374</c:v>
                </c:pt>
                <c:pt idx="10375">
                  <c:v>10375</c:v>
                </c:pt>
                <c:pt idx="10376">
                  <c:v>10376</c:v>
                </c:pt>
                <c:pt idx="10377">
                  <c:v>10377</c:v>
                </c:pt>
                <c:pt idx="10378">
                  <c:v>10378</c:v>
                </c:pt>
                <c:pt idx="10379">
                  <c:v>10379</c:v>
                </c:pt>
                <c:pt idx="10380">
                  <c:v>10380</c:v>
                </c:pt>
                <c:pt idx="10381">
                  <c:v>10381</c:v>
                </c:pt>
                <c:pt idx="10382">
                  <c:v>10382</c:v>
                </c:pt>
                <c:pt idx="10383">
                  <c:v>10383</c:v>
                </c:pt>
                <c:pt idx="10384">
                  <c:v>10384</c:v>
                </c:pt>
                <c:pt idx="10385">
                  <c:v>10385</c:v>
                </c:pt>
                <c:pt idx="10386">
                  <c:v>10386</c:v>
                </c:pt>
                <c:pt idx="10387">
                  <c:v>10387</c:v>
                </c:pt>
                <c:pt idx="10388">
                  <c:v>10388</c:v>
                </c:pt>
                <c:pt idx="10389">
                  <c:v>10389</c:v>
                </c:pt>
                <c:pt idx="10390">
                  <c:v>10390</c:v>
                </c:pt>
                <c:pt idx="10391">
                  <c:v>10391</c:v>
                </c:pt>
                <c:pt idx="10392">
                  <c:v>10392</c:v>
                </c:pt>
                <c:pt idx="10393">
                  <c:v>10393</c:v>
                </c:pt>
                <c:pt idx="10394">
                  <c:v>10394</c:v>
                </c:pt>
                <c:pt idx="10395">
                  <c:v>10395</c:v>
                </c:pt>
                <c:pt idx="10396">
                  <c:v>10396</c:v>
                </c:pt>
                <c:pt idx="10397">
                  <c:v>10397</c:v>
                </c:pt>
                <c:pt idx="10398">
                  <c:v>10398</c:v>
                </c:pt>
                <c:pt idx="10399">
                  <c:v>10399</c:v>
                </c:pt>
                <c:pt idx="10400">
                  <c:v>10400</c:v>
                </c:pt>
                <c:pt idx="10401">
                  <c:v>10401</c:v>
                </c:pt>
                <c:pt idx="10402">
                  <c:v>10402</c:v>
                </c:pt>
                <c:pt idx="10403">
                  <c:v>10403</c:v>
                </c:pt>
                <c:pt idx="10404">
                  <c:v>10404</c:v>
                </c:pt>
                <c:pt idx="10405">
                  <c:v>10405</c:v>
                </c:pt>
                <c:pt idx="10406">
                  <c:v>10406</c:v>
                </c:pt>
                <c:pt idx="10407">
                  <c:v>10407</c:v>
                </c:pt>
                <c:pt idx="10408">
                  <c:v>10408</c:v>
                </c:pt>
                <c:pt idx="10409">
                  <c:v>10409</c:v>
                </c:pt>
                <c:pt idx="10410">
                  <c:v>10410</c:v>
                </c:pt>
                <c:pt idx="10411">
                  <c:v>10411</c:v>
                </c:pt>
                <c:pt idx="10412">
                  <c:v>10412</c:v>
                </c:pt>
                <c:pt idx="10413">
                  <c:v>10413</c:v>
                </c:pt>
                <c:pt idx="10414">
                  <c:v>10414</c:v>
                </c:pt>
                <c:pt idx="10415">
                  <c:v>10415</c:v>
                </c:pt>
                <c:pt idx="10416">
                  <c:v>10416</c:v>
                </c:pt>
                <c:pt idx="10417">
                  <c:v>10417</c:v>
                </c:pt>
                <c:pt idx="10418">
                  <c:v>10418</c:v>
                </c:pt>
                <c:pt idx="10419">
                  <c:v>10419</c:v>
                </c:pt>
                <c:pt idx="10420">
                  <c:v>10420</c:v>
                </c:pt>
                <c:pt idx="10421">
                  <c:v>10421</c:v>
                </c:pt>
                <c:pt idx="10422">
                  <c:v>10422</c:v>
                </c:pt>
                <c:pt idx="10423">
                  <c:v>10423</c:v>
                </c:pt>
                <c:pt idx="10424">
                  <c:v>10424</c:v>
                </c:pt>
                <c:pt idx="10425">
                  <c:v>10425</c:v>
                </c:pt>
                <c:pt idx="10426">
                  <c:v>10426</c:v>
                </c:pt>
                <c:pt idx="10427">
                  <c:v>10427</c:v>
                </c:pt>
                <c:pt idx="10428">
                  <c:v>10428</c:v>
                </c:pt>
                <c:pt idx="10429">
                  <c:v>10429</c:v>
                </c:pt>
                <c:pt idx="10430">
                  <c:v>10430</c:v>
                </c:pt>
                <c:pt idx="10431">
                  <c:v>10431</c:v>
                </c:pt>
                <c:pt idx="10432">
                  <c:v>10432</c:v>
                </c:pt>
                <c:pt idx="10433">
                  <c:v>10433</c:v>
                </c:pt>
                <c:pt idx="10434">
                  <c:v>10434</c:v>
                </c:pt>
                <c:pt idx="10435">
                  <c:v>10435</c:v>
                </c:pt>
                <c:pt idx="10436">
                  <c:v>10436</c:v>
                </c:pt>
                <c:pt idx="10437">
                  <c:v>10437</c:v>
                </c:pt>
                <c:pt idx="10438">
                  <c:v>10438</c:v>
                </c:pt>
                <c:pt idx="10439">
                  <c:v>10439</c:v>
                </c:pt>
                <c:pt idx="10440">
                  <c:v>10440</c:v>
                </c:pt>
                <c:pt idx="10441">
                  <c:v>10441</c:v>
                </c:pt>
                <c:pt idx="10442">
                  <c:v>10442</c:v>
                </c:pt>
                <c:pt idx="10443">
                  <c:v>10443</c:v>
                </c:pt>
                <c:pt idx="10444">
                  <c:v>10444</c:v>
                </c:pt>
                <c:pt idx="10445">
                  <c:v>10445</c:v>
                </c:pt>
                <c:pt idx="10446">
                  <c:v>10446</c:v>
                </c:pt>
                <c:pt idx="10447">
                  <c:v>10447</c:v>
                </c:pt>
                <c:pt idx="10448">
                  <c:v>10448</c:v>
                </c:pt>
                <c:pt idx="10449">
                  <c:v>10449</c:v>
                </c:pt>
                <c:pt idx="10450">
                  <c:v>10450</c:v>
                </c:pt>
                <c:pt idx="10451">
                  <c:v>10451</c:v>
                </c:pt>
                <c:pt idx="10452">
                  <c:v>10452</c:v>
                </c:pt>
                <c:pt idx="10453">
                  <c:v>10453</c:v>
                </c:pt>
                <c:pt idx="10454">
                  <c:v>10454</c:v>
                </c:pt>
                <c:pt idx="10455">
                  <c:v>10455</c:v>
                </c:pt>
                <c:pt idx="10456">
                  <c:v>10456</c:v>
                </c:pt>
                <c:pt idx="10457">
                  <c:v>10457</c:v>
                </c:pt>
                <c:pt idx="10458">
                  <c:v>10458</c:v>
                </c:pt>
                <c:pt idx="10459">
                  <c:v>10459</c:v>
                </c:pt>
                <c:pt idx="10460">
                  <c:v>10460</c:v>
                </c:pt>
                <c:pt idx="10461">
                  <c:v>10461</c:v>
                </c:pt>
                <c:pt idx="10462">
                  <c:v>10462</c:v>
                </c:pt>
                <c:pt idx="10463">
                  <c:v>10463</c:v>
                </c:pt>
                <c:pt idx="10464">
                  <c:v>10464</c:v>
                </c:pt>
                <c:pt idx="10465">
                  <c:v>10465</c:v>
                </c:pt>
                <c:pt idx="10466">
                  <c:v>10466</c:v>
                </c:pt>
                <c:pt idx="10467">
                  <c:v>10467</c:v>
                </c:pt>
                <c:pt idx="10468">
                  <c:v>10468</c:v>
                </c:pt>
                <c:pt idx="10469">
                  <c:v>10469</c:v>
                </c:pt>
                <c:pt idx="10470">
                  <c:v>10470</c:v>
                </c:pt>
                <c:pt idx="10471">
                  <c:v>10471</c:v>
                </c:pt>
                <c:pt idx="10472">
                  <c:v>10472</c:v>
                </c:pt>
                <c:pt idx="10473">
                  <c:v>10473</c:v>
                </c:pt>
                <c:pt idx="10474">
                  <c:v>10474</c:v>
                </c:pt>
                <c:pt idx="10475">
                  <c:v>10475</c:v>
                </c:pt>
                <c:pt idx="10476">
                  <c:v>10476</c:v>
                </c:pt>
                <c:pt idx="10477">
                  <c:v>10477</c:v>
                </c:pt>
                <c:pt idx="10478">
                  <c:v>10478</c:v>
                </c:pt>
                <c:pt idx="10479">
                  <c:v>10479</c:v>
                </c:pt>
                <c:pt idx="10480">
                  <c:v>10480</c:v>
                </c:pt>
                <c:pt idx="10481">
                  <c:v>10481</c:v>
                </c:pt>
                <c:pt idx="10482">
                  <c:v>10482</c:v>
                </c:pt>
                <c:pt idx="10483">
                  <c:v>10483</c:v>
                </c:pt>
                <c:pt idx="10484">
                  <c:v>10484</c:v>
                </c:pt>
                <c:pt idx="10485">
                  <c:v>10485</c:v>
                </c:pt>
                <c:pt idx="10486">
                  <c:v>10486</c:v>
                </c:pt>
                <c:pt idx="10487">
                  <c:v>10487</c:v>
                </c:pt>
                <c:pt idx="10488">
                  <c:v>10488</c:v>
                </c:pt>
                <c:pt idx="10489">
                  <c:v>10489</c:v>
                </c:pt>
                <c:pt idx="10490">
                  <c:v>10490</c:v>
                </c:pt>
                <c:pt idx="10491">
                  <c:v>10491</c:v>
                </c:pt>
                <c:pt idx="10492">
                  <c:v>10492</c:v>
                </c:pt>
                <c:pt idx="10493">
                  <c:v>10493</c:v>
                </c:pt>
                <c:pt idx="10494">
                  <c:v>10494</c:v>
                </c:pt>
                <c:pt idx="10495">
                  <c:v>10495</c:v>
                </c:pt>
                <c:pt idx="10496">
                  <c:v>10496</c:v>
                </c:pt>
                <c:pt idx="10497">
                  <c:v>10497</c:v>
                </c:pt>
                <c:pt idx="10498">
                  <c:v>10498</c:v>
                </c:pt>
                <c:pt idx="10499">
                  <c:v>10499</c:v>
                </c:pt>
                <c:pt idx="10500">
                  <c:v>10500</c:v>
                </c:pt>
                <c:pt idx="10501">
                  <c:v>10501</c:v>
                </c:pt>
                <c:pt idx="10502">
                  <c:v>10502</c:v>
                </c:pt>
                <c:pt idx="10503">
                  <c:v>10503</c:v>
                </c:pt>
                <c:pt idx="10504">
                  <c:v>10504</c:v>
                </c:pt>
                <c:pt idx="10505">
                  <c:v>10505</c:v>
                </c:pt>
                <c:pt idx="10506">
                  <c:v>10506</c:v>
                </c:pt>
                <c:pt idx="10507">
                  <c:v>10507</c:v>
                </c:pt>
                <c:pt idx="10508">
                  <c:v>10508</c:v>
                </c:pt>
                <c:pt idx="10509">
                  <c:v>10509</c:v>
                </c:pt>
                <c:pt idx="10510">
                  <c:v>10510</c:v>
                </c:pt>
                <c:pt idx="10511">
                  <c:v>10511</c:v>
                </c:pt>
                <c:pt idx="10512">
                  <c:v>10512</c:v>
                </c:pt>
                <c:pt idx="10513">
                  <c:v>10513</c:v>
                </c:pt>
                <c:pt idx="10514">
                  <c:v>10514</c:v>
                </c:pt>
                <c:pt idx="10515">
                  <c:v>10515</c:v>
                </c:pt>
                <c:pt idx="10516">
                  <c:v>10516</c:v>
                </c:pt>
                <c:pt idx="10517">
                  <c:v>10517</c:v>
                </c:pt>
                <c:pt idx="10518">
                  <c:v>10518</c:v>
                </c:pt>
                <c:pt idx="10519">
                  <c:v>10519</c:v>
                </c:pt>
                <c:pt idx="10520">
                  <c:v>10520</c:v>
                </c:pt>
                <c:pt idx="10521">
                  <c:v>10521</c:v>
                </c:pt>
                <c:pt idx="10522">
                  <c:v>10522</c:v>
                </c:pt>
                <c:pt idx="10523">
                  <c:v>10523</c:v>
                </c:pt>
                <c:pt idx="10524">
                  <c:v>10524</c:v>
                </c:pt>
                <c:pt idx="10525">
                  <c:v>10525</c:v>
                </c:pt>
                <c:pt idx="10526">
                  <c:v>10526</c:v>
                </c:pt>
                <c:pt idx="10527">
                  <c:v>10527</c:v>
                </c:pt>
                <c:pt idx="10528">
                  <c:v>10528</c:v>
                </c:pt>
                <c:pt idx="10529">
                  <c:v>10529</c:v>
                </c:pt>
                <c:pt idx="10530">
                  <c:v>10530</c:v>
                </c:pt>
                <c:pt idx="10531">
                  <c:v>10531</c:v>
                </c:pt>
                <c:pt idx="10532">
                  <c:v>10532</c:v>
                </c:pt>
                <c:pt idx="10533">
                  <c:v>10533</c:v>
                </c:pt>
                <c:pt idx="10534">
                  <c:v>10534</c:v>
                </c:pt>
                <c:pt idx="10535">
                  <c:v>10535</c:v>
                </c:pt>
                <c:pt idx="10536">
                  <c:v>10536</c:v>
                </c:pt>
                <c:pt idx="10537">
                  <c:v>10537</c:v>
                </c:pt>
                <c:pt idx="10538">
                  <c:v>10538</c:v>
                </c:pt>
                <c:pt idx="10539">
                  <c:v>10539</c:v>
                </c:pt>
                <c:pt idx="10540">
                  <c:v>10540</c:v>
                </c:pt>
                <c:pt idx="10541">
                  <c:v>10541</c:v>
                </c:pt>
                <c:pt idx="10542">
                  <c:v>10542</c:v>
                </c:pt>
                <c:pt idx="10543">
                  <c:v>10543</c:v>
                </c:pt>
                <c:pt idx="10544">
                  <c:v>10544</c:v>
                </c:pt>
                <c:pt idx="10545">
                  <c:v>10545</c:v>
                </c:pt>
                <c:pt idx="10546">
                  <c:v>10546</c:v>
                </c:pt>
                <c:pt idx="10547">
                  <c:v>10547</c:v>
                </c:pt>
                <c:pt idx="10548">
                  <c:v>10548</c:v>
                </c:pt>
                <c:pt idx="10549">
                  <c:v>10549</c:v>
                </c:pt>
                <c:pt idx="10550">
                  <c:v>10550</c:v>
                </c:pt>
                <c:pt idx="10551">
                  <c:v>10551</c:v>
                </c:pt>
                <c:pt idx="10552">
                  <c:v>10552</c:v>
                </c:pt>
                <c:pt idx="10553">
                  <c:v>10553</c:v>
                </c:pt>
                <c:pt idx="10554">
                  <c:v>10554</c:v>
                </c:pt>
                <c:pt idx="10555">
                  <c:v>10555</c:v>
                </c:pt>
                <c:pt idx="10556">
                  <c:v>10556</c:v>
                </c:pt>
                <c:pt idx="10557">
                  <c:v>10557</c:v>
                </c:pt>
                <c:pt idx="10558">
                  <c:v>10558</c:v>
                </c:pt>
                <c:pt idx="10559">
                  <c:v>10559</c:v>
                </c:pt>
                <c:pt idx="10560">
                  <c:v>10560</c:v>
                </c:pt>
                <c:pt idx="10561">
                  <c:v>10561</c:v>
                </c:pt>
                <c:pt idx="10562">
                  <c:v>10562</c:v>
                </c:pt>
                <c:pt idx="10563">
                  <c:v>10563</c:v>
                </c:pt>
                <c:pt idx="10564">
                  <c:v>10564</c:v>
                </c:pt>
                <c:pt idx="10565">
                  <c:v>10565</c:v>
                </c:pt>
                <c:pt idx="10566">
                  <c:v>10566</c:v>
                </c:pt>
                <c:pt idx="10567">
                  <c:v>10567</c:v>
                </c:pt>
                <c:pt idx="10568">
                  <c:v>10568</c:v>
                </c:pt>
                <c:pt idx="10569">
                  <c:v>10569</c:v>
                </c:pt>
                <c:pt idx="10570">
                  <c:v>10570</c:v>
                </c:pt>
                <c:pt idx="10571">
                  <c:v>10571</c:v>
                </c:pt>
                <c:pt idx="10572">
                  <c:v>10572</c:v>
                </c:pt>
                <c:pt idx="10573">
                  <c:v>10573</c:v>
                </c:pt>
                <c:pt idx="10574">
                  <c:v>10574</c:v>
                </c:pt>
                <c:pt idx="10575">
                  <c:v>10575</c:v>
                </c:pt>
                <c:pt idx="10576">
                  <c:v>10576</c:v>
                </c:pt>
                <c:pt idx="10577">
                  <c:v>10577</c:v>
                </c:pt>
                <c:pt idx="10578">
                  <c:v>10578</c:v>
                </c:pt>
                <c:pt idx="10579">
                  <c:v>10579</c:v>
                </c:pt>
                <c:pt idx="10580">
                  <c:v>10580</c:v>
                </c:pt>
                <c:pt idx="10581">
                  <c:v>10581</c:v>
                </c:pt>
                <c:pt idx="10582">
                  <c:v>10582</c:v>
                </c:pt>
                <c:pt idx="10583">
                  <c:v>10583</c:v>
                </c:pt>
                <c:pt idx="10584">
                  <c:v>10584</c:v>
                </c:pt>
                <c:pt idx="10585">
                  <c:v>10585</c:v>
                </c:pt>
                <c:pt idx="10586">
                  <c:v>10586</c:v>
                </c:pt>
                <c:pt idx="10587">
                  <c:v>10587</c:v>
                </c:pt>
                <c:pt idx="10588">
                  <c:v>10588</c:v>
                </c:pt>
                <c:pt idx="10589">
                  <c:v>10589</c:v>
                </c:pt>
                <c:pt idx="10590">
                  <c:v>10590</c:v>
                </c:pt>
                <c:pt idx="10591">
                  <c:v>10591</c:v>
                </c:pt>
                <c:pt idx="10592">
                  <c:v>10592</c:v>
                </c:pt>
                <c:pt idx="10593">
                  <c:v>10593</c:v>
                </c:pt>
                <c:pt idx="10594">
                  <c:v>10594</c:v>
                </c:pt>
                <c:pt idx="10595">
                  <c:v>10595</c:v>
                </c:pt>
                <c:pt idx="10596">
                  <c:v>10596</c:v>
                </c:pt>
                <c:pt idx="10597">
                  <c:v>10597</c:v>
                </c:pt>
                <c:pt idx="10598">
                  <c:v>10598</c:v>
                </c:pt>
                <c:pt idx="10599">
                  <c:v>10599</c:v>
                </c:pt>
                <c:pt idx="10600">
                  <c:v>10600</c:v>
                </c:pt>
                <c:pt idx="10601">
                  <c:v>10601</c:v>
                </c:pt>
                <c:pt idx="10602">
                  <c:v>10602</c:v>
                </c:pt>
                <c:pt idx="10603">
                  <c:v>10603</c:v>
                </c:pt>
                <c:pt idx="10604">
                  <c:v>10604</c:v>
                </c:pt>
                <c:pt idx="10605">
                  <c:v>10605</c:v>
                </c:pt>
                <c:pt idx="10606">
                  <c:v>10606</c:v>
                </c:pt>
                <c:pt idx="10607">
                  <c:v>10607</c:v>
                </c:pt>
                <c:pt idx="10608">
                  <c:v>10608</c:v>
                </c:pt>
                <c:pt idx="10609">
                  <c:v>10609</c:v>
                </c:pt>
                <c:pt idx="10610">
                  <c:v>10610</c:v>
                </c:pt>
                <c:pt idx="10611">
                  <c:v>10611</c:v>
                </c:pt>
                <c:pt idx="10612">
                  <c:v>10612</c:v>
                </c:pt>
                <c:pt idx="10613">
                  <c:v>10613</c:v>
                </c:pt>
                <c:pt idx="10614">
                  <c:v>10614</c:v>
                </c:pt>
                <c:pt idx="10615">
                  <c:v>10615</c:v>
                </c:pt>
                <c:pt idx="10616">
                  <c:v>10616</c:v>
                </c:pt>
                <c:pt idx="10617">
                  <c:v>10617</c:v>
                </c:pt>
                <c:pt idx="10618">
                  <c:v>10618</c:v>
                </c:pt>
                <c:pt idx="10619">
                  <c:v>10619</c:v>
                </c:pt>
                <c:pt idx="10620">
                  <c:v>10620</c:v>
                </c:pt>
                <c:pt idx="10621">
                  <c:v>10621</c:v>
                </c:pt>
                <c:pt idx="10622">
                  <c:v>10622</c:v>
                </c:pt>
                <c:pt idx="10623">
                  <c:v>10623</c:v>
                </c:pt>
                <c:pt idx="10624">
                  <c:v>10624</c:v>
                </c:pt>
                <c:pt idx="10625">
                  <c:v>10625</c:v>
                </c:pt>
                <c:pt idx="10626">
                  <c:v>10626</c:v>
                </c:pt>
                <c:pt idx="10627">
                  <c:v>10627</c:v>
                </c:pt>
                <c:pt idx="10628">
                  <c:v>10628</c:v>
                </c:pt>
                <c:pt idx="10629">
                  <c:v>10629</c:v>
                </c:pt>
                <c:pt idx="10630">
                  <c:v>10630</c:v>
                </c:pt>
                <c:pt idx="10631">
                  <c:v>10631</c:v>
                </c:pt>
                <c:pt idx="10632">
                  <c:v>10632</c:v>
                </c:pt>
                <c:pt idx="10633">
                  <c:v>10633</c:v>
                </c:pt>
                <c:pt idx="10634">
                  <c:v>10634</c:v>
                </c:pt>
                <c:pt idx="10635">
                  <c:v>10635</c:v>
                </c:pt>
                <c:pt idx="10636">
                  <c:v>10636</c:v>
                </c:pt>
                <c:pt idx="10637">
                  <c:v>10637</c:v>
                </c:pt>
                <c:pt idx="10638">
                  <c:v>10638</c:v>
                </c:pt>
                <c:pt idx="10639">
                  <c:v>10639</c:v>
                </c:pt>
                <c:pt idx="10640">
                  <c:v>10640</c:v>
                </c:pt>
                <c:pt idx="10641">
                  <c:v>10641</c:v>
                </c:pt>
                <c:pt idx="10642">
                  <c:v>10642</c:v>
                </c:pt>
                <c:pt idx="10643">
                  <c:v>10643</c:v>
                </c:pt>
                <c:pt idx="10644">
                  <c:v>10644</c:v>
                </c:pt>
                <c:pt idx="10645">
                  <c:v>10645</c:v>
                </c:pt>
                <c:pt idx="10646">
                  <c:v>10646</c:v>
                </c:pt>
                <c:pt idx="10647">
                  <c:v>10647</c:v>
                </c:pt>
                <c:pt idx="10648">
                  <c:v>10648</c:v>
                </c:pt>
                <c:pt idx="10649">
                  <c:v>10649</c:v>
                </c:pt>
                <c:pt idx="10650">
                  <c:v>10650</c:v>
                </c:pt>
                <c:pt idx="10651">
                  <c:v>10651</c:v>
                </c:pt>
                <c:pt idx="10652">
                  <c:v>10652</c:v>
                </c:pt>
                <c:pt idx="10653">
                  <c:v>10653</c:v>
                </c:pt>
                <c:pt idx="10654">
                  <c:v>10654</c:v>
                </c:pt>
                <c:pt idx="10655">
                  <c:v>10655</c:v>
                </c:pt>
                <c:pt idx="10656">
                  <c:v>10656</c:v>
                </c:pt>
                <c:pt idx="10657">
                  <c:v>10657</c:v>
                </c:pt>
                <c:pt idx="10658">
                  <c:v>10658</c:v>
                </c:pt>
                <c:pt idx="10659">
                  <c:v>10659</c:v>
                </c:pt>
                <c:pt idx="10660">
                  <c:v>10660</c:v>
                </c:pt>
                <c:pt idx="10661">
                  <c:v>10661</c:v>
                </c:pt>
                <c:pt idx="10662">
                  <c:v>10662</c:v>
                </c:pt>
                <c:pt idx="10663">
                  <c:v>10663</c:v>
                </c:pt>
                <c:pt idx="10664">
                  <c:v>10664</c:v>
                </c:pt>
                <c:pt idx="10665">
                  <c:v>10665</c:v>
                </c:pt>
                <c:pt idx="10666">
                  <c:v>10666</c:v>
                </c:pt>
                <c:pt idx="10667">
                  <c:v>10667</c:v>
                </c:pt>
                <c:pt idx="10668">
                  <c:v>10668</c:v>
                </c:pt>
                <c:pt idx="10669">
                  <c:v>10669</c:v>
                </c:pt>
                <c:pt idx="10670">
                  <c:v>10670</c:v>
                </c:pt>
                <c:pt idx="10671">
                  <c:v>10671</c:v>
                </c:pt>
                <c:pt idx="10672">
                  <c:v>10672</c:v>
                </c:pt>
                <c:pt idx="10673">
                  <c:v>10673</c:v>
                </c:pt>
                <c:pt idx="10674">
                  <c:v>10674</c:v>
                </c:pt>
                <c:pt idx="10675">
                  <c:v>10675</c:v>
                </c:pt>
                <c:pt idx="10676">
                  <c:v>10676</c:v>
                </c:pt>
                <c:pt idx="10677">
                  <c:v>10677</c:v>
                </c:pt>
                <c:pt idx="10678">
                  <c:v>10678</c:v>
                </c:pt>
                <c:pt idx="10679">
                  <c:v>10679</c:v>
                </c:pt>
                <c:pt idx="10680">
                  <c:v>10680</c:v>
                </c:pt>
                <c:pt idx="10681">
                  <c:v>10681</c:v>
                </c:pt>
                <c:pt idx="10682">
                  <c:v>10682</c:v>
                </c:pt>
                <c:pt idx="10683">
                  <c:v>10683</c:v>
                </c:pt>
                <c:pt idx="10684">
                  <c:v>10684</c:v>
                </c:pt>
                <c:pt idx="10685">
                  <c:v>10685</c:v>
                </c:pt>
                <c:pt idx="10686">
                  <c:v>10686</c:v>
                </c:pt>
                <c:pt idx="10687">
                  <c:v>10687</c:v>
                </c:pt>
                <c:pt idx="10688">
                  <c:v>10688</c:v>
                </c:pt>
                <c:pt idx="10689">
                  <c:v>10689</c:v>
                </c:pt>
                <c:pt idx="10690">
                  <c:v>10690</c:v>
                </c:pt>
                <c:pt idx="10691">
                  <c:v>10691</c:v>
                </c:pt>
                <c:pt idx="10692">
                  <c:v>10692</c:v>
                </c:pt>
                <c:pt idx="10693">
                  <c:v>10693</c:v>
                </c:pt>
                <c:pt idx="10694">
                  <c:v>10694</c:v>
                </c:pt>
                <c:pt idx="10695">
                  <c:v>10695</c:v>
                </c:pt>
                <c:pt idx="10696">
                  <c:v>10696</c:v>
                </c:pt>
                <c:pt idx="10697">
                  <c:v>10697</c:v>
                </c:pt>
                <c:pt idx="10698">
                  <c:v>10698</c:v>
                </c:pt>
                <c:pt idx="10699">
                  <c:v>10699</c:v>
                </c:pt>
                <c:pt idx="10700">
                  <c:v>10700</c:v>
                </c:pt>
                <c:pt idx="10701">
                  <c:v>10701</c:v>
                </c:pt>
                <c:pt idx="10702">
                  <c:v>10702</c:v>
                </c:pt>
                <c:pt idx="10703">
                  <c:v>10703</c:v>
                </c:pt>
                <c:pt idx="10704">
                  <c:v>10704</c:v>
                </c:pt>
                <c:pt idx="10705">
                  <c:v>10705</c:v>
                </c:pt>
                <c:pt idx="10706">
                  <c:v>10706</c:v>
                </c:pt>
                <c:pt idx="10707">
                  <c:v>10707</c:v>
                </c:pt>
                <c:pt idx="10708">
                  <c:v>10708</c:v>
                </c:pt>
                <c:pt idx="10709">
                  <c:v>10709</c:v>
                </c:pt>
                <c:pt idx="10710">
                  <c:v>10710</c:v>
                </c:pt>
                <c:pt idx="10711">
                  <c:v>10711</c:v>
                </c:pt>
                <c:pt idx="10712">
                  <c:v>10712</c:v>
                </c:pt>
                <c:pt idx="10713">
                  <c:v>10713</c:v>
                </c:pt>
                <c:pt idx="10714">
                  <c:v>10714</c:v>
                </c:pt>
                <c:pt idx="10715">
                  <c:v>10715</c:v>
                </c:pt>
                <c:pt idx="10716">
                  <c:v>10716</c:v>
                </c:pt>
                <c:pt idx="10717">
                  <c:v>10717</c:v>
                </c:pt>
                <c:pt idx="10718">
                  <c:v>10718</c:v>
                </c:pt>
                <c:pt idx="10719">
                  <c:v>10719</c:v>
                </c:pt>
                <c:pt idx="10720">
                  <c:v>10720</c:v>
                </c:pt>
                <c:pt idx="10721">
                  <c:v>10721</c:v>
                </c:pt>
                <c:pt idx="10722">
                  <c:v>10722</c:v>
                </c:pt>
                <c:pt idx="10723">
                  <c:v>10723</c:v>
                </c:pt>
                <c:pt idx="10724">
                  <c:v>10724</c:v>
                </c:pt>
                <c:pt idx="10725">
                  <c:v>10725</c:v>
                </c:pt>
                <c:pt idx="10726">
                  <c:v>10726</c:v>
                </c:pt>
                <c:pt idx="10727">
                  <c:v>10727</c:v>
                </c:pt>
                <c:pt idx="10728">
                  <c:v>10728</c:v>
                </c:pt>
                <c:pt idx="10729">
                  <c:v>10729</c:v>
                </c:pt>
                <c:pt idx="10730">
                  <c:v>10730</c:v>
                </c:pt>
                <c:pt idx="10731">
                  <c:v>10731</c:v>
                </c:pt>
                <c:pt idx="10732">
                  <c:v>10732</c:v>
                </c:pt>
                <c:pt idx="10733">
                  <c:v>10733</c:v>
                </c:pt>
                <c:pt idx="10734">
                  <c:v>10734</c:v>
                </c:pt>
                <c:pt idx="10735">
                  <c:v>10735</c:v>
                </c:pt>
                <c:pt idx="10736">
                  <c:v>10736</c:v>
                </c:pt>
                <c:pt idx="10737">
                  <c:v>10737</c:v>
                </c:pt>
                <c:pt idx="10738">
                  <c:v>10738</c:v>
                </c:pt>
                <c:pt idx="10739">
                  <c:v>10739</c:v>
                </c:pt>
                <c:pt idx="10740">
                  <c:v>10740</c:v>
                </c:pt>
                <c:pt idx="10741">
                  <c:v>10741</c:v>
                </c:pt>
                <c:pt idx="10742">
                  <c:v>10742</c:v>
                </c:pt>
                <c:pt idx="10743">
                  <c:v>10743</c:v>
                </c:pt>
                <c:pt idx="10744">
                  <c:v>10744</c:v>
                </c:pt>
                <c:pt idx="10745">
                  <c:v>10745</c:v>
                </c:pt>
                <c:pt idx="10746">
                  <c:v>10746</c:v>
                </c:pt>
                <c:pt idx="10747">
                  <c:v>10747</c:v>
                </c:pt>
                <c:pt idx="10748">
                  <c:v>10748</c:v>
                </c:pt>
                <c:pt idx="10749">
                  <c:v>10749</c:v>
                </c:pt>
                <c:pt idx="10750">
                  <c:v>10750</c:v>
                </c:pt>
                <c:pt idx="10751">
                  <c:v>10751</c:v>
                </c:pt>
                <c:pt idx="10752">
                  <c:v>10752</c:v>
                </c:pt>
                <c:pt idx="10753">
                  <c:v>10753</c:v>
                </c:pt>
                <c:pt idx="10754">
                  <c:v>10754</c:v>
                </c:pt>
                <c:pt idx="10755">
                  <c:v>10755</c:v>
                </c:pt>
                <c:pt idx="10756">
                  <c:v>10756</c:v>
                </c:pt>
                <c:pt idx="10757">
                  <c:v>10757</c:v>
                </c:pt>
                <c:pt idx="10758">
                  <c:v>10758</c:v>
                </c:pt>
                <c:pt idx="10759">
                  <c:v>10759</c:v>
                </c:pt>
                <c:pt idx="10760">
                  <c:v>10760</c:v>
                </c:pt>
                <c:pt idx="10761">
                  <c:v>10761</c:v>
                </c:pt>
                <c:pt idx="10762">
                  <c:v>10762</c:v>
                </c:pt>
                <c:pt idx="10763">
                  <c:v>10763</c:v>
                </c:pt>
                <c:pt idx="10764">
                  <c:v>10764</c:v>
                </c:pt>
                <c:pt idx="10765">
                  <c:v>10765</c:v>
                </c:pt>
                <c:pt idx="10766">
                  <c:v>10766</c:v>
                </c:pt>
                <c:pt idx="10767">
                  <c:v>10767</c:v>
                </c:pt>
                <c:pt idx="10768">
                  <c:v>10768</c:v>
                </c:pt>
                <c:pt idx="10769">
                  <c:v>10769</c:v>
                </c:pt>
                <c:pt idx="10770">
                  <c:v>10770</c:v>
                </c:pt>
                <c:pt idx="10771">
                  <c:v>10771</c:v>
                </c:pt>
                <c:pt idx="10772">
                  <c:v>10772</c:v>
                </c:pt>
                <c:pt idx="10773">
                  <c:v>10773</c:v>
                </c:pt>
              </c:numCache>
            </c:numRef>
          </c:cat>
          <c:val>
            <c:numRef>
              <c:f>[BigBalloon_EbuenJ.xlsx]Sheet1!$E$3:$E$10820</c:f>
              <c:numCache>
                <c:formatCode>General</c:formatCode>
                <c:ptCount val="10818"/>
                <c:pt idx="0">
                  <c:v>0</c:v>
                </c:pt>
                <c:pt idx="1">
                  <c:v>0.96577201875000185</c:v>
                </c:pt>
                <c:pt idx="2">
                  <c:v>1.8154371668792866</c:v>
                </c:pt>
                <c:pt idx="3">
                  <c:v>2.3709378949117146</c:v>
                </c:pt>
                <c:pt idx="4">
                  <c:v>2.6369500335600136</c:v>
                </c:pt>
                <c:pt idx="5">
                  <c:v>2.7371315466735093</c:v>
                </c:pt>
                <c:pt idx="6">
                  <c:v>2.7702936614473601</c:v>
                </c:pt>
                <c:pt idx="7">
                  <c:v>2.7807205380035867</c:v>
                </c:pt>
                <c:pt idx="8">
                  <c:v>2.7839423935234078</c:v>
                </c:pt>
                <c:pt idx="9">
                  <c:v>2.7849324576059442</c:v>
                </c:pt>
                <c:pt idx="10">
                  <c:v>2.7852361814732416</c:v>
                </c:pt>
                <c:pt idx="11">
                  <c:v>2.7853293065135731</c:v>
                </c:pt>
                <c:pt idx="12">
                  <c:v>2.7853578550631068</c:v>
                </c:pt>
                <c:pt idx="13">
                  <c:v>2.7853666065160998</c:v>
                </c:pt>
                <c:pt idx="14">
                  <c:v>2.7853692892012334</c:v>
                </c:pt>
                <c:pt idx="15">
                  <c:v>2.7853701115522322</c:v>
                </c:pt>
                <c:pt idx="16">
                  <c:v>2.7853703636355625</c:v>
                </c:pt>
                <c:pt idx="17">
                  <c:v>2.7853704409091087</c:v>
                </c:pt>
                <c:pt idx="18">
                  <c:v>2.7853704645965141</c:v>
                </c:pt>
                <c:pt idx="19">
                  <c:v>2.7853704718576431</c:v>
                </c:pt>
                <c:pt idx="20">
                  <c:v>2.7853704740834666</c:v>
                </c:pt>
                <c:pt idx="21">
                  <c:v>2.7853704747657697</c:v>
                </c:pt>
                <c:pt idx="22">
                  <c:v>2.7853704749749228</c:v>
                </c:pt>
                <c:pt idx="23">
                  <c:v>2.7853704750390365</c:v>
                </c:pt>
                <c:pt idx="24">
                  <c:v>2.7853704750586901</c:v>
                </c:pt>
                <c:pt idx="25">
                  <c:v>2.7853704750647146</c:v>
                </c:pt>
                <c:pt idx="26">
                  <c:v>2.7853704750665611</c:v>
                </c:pt>
                <c:pt idx="27">
                  <c:v>2.7853704750671273</c:v>
                </c:pt>
                <c:pt idx="28">
                  <c:v>2.785370475067301</c:v>
                </c:pt>
                <c:pt idx="29">
                  <c:v>2.7853704750673542</c:v>
                </c:pt>
                <c:pt idx="30">
                  <c:v>2.7853704750673702</c:v>
                </c:pt>
                <c:pt idx="31">
                  <c:v>2.7853704750673751</c:v>
                </c:pt>
                <c:pt idx="32">
                  <c:v>2.7853704750673769</c:v>
                </c:pt>
                <c:pt idx="33">
                  <c:v>2.7853704750673773</c:v>
                </c:pt>
                <c:pt idx="34">
                  <c:v>2.7853704750673773</c:v>
                </c:pt>
                <c:pt idx="35">
                  <c:v>2.7853704750673773</c:v>
                </c:pt>
                <c:pt idx="36">
                  <c:v>2.7853704750673773</c:v>
                </c:pt>
                <c:pt idx="37">
                  <c:v>2.7853704750673773</c:v>
                </c:pt>
                <c:pt idx="38">
                  <c:v>2.7853704750673773</c:v>
                </c:pt>
                <c:pt idx="39">
                  <c:v>2.7853704750673773</c:v>
                </c:pt>
                <c:pt idx="40">
                  <c:v>2.7853704750673773</c:v>
                </c:pt>
                <c:pt idx="41">
                  <c:v>2.7853704750673773</c:v>
                </c:pt>
                <c:pt idx="42">
                  <c:v>2.7853704750673773</c:v>
                </c:pt>
                <c:pt idx="43">
                  <c:v>2.7853704750673773</c:v>
                </c:pt>
                <c:pt idx="44">
                  <c:v>2.7853704750673773</c:v>
                </c:pt>
                <c:pt idx="45">
                  <c:v>2.7853704750673773</c:v>
                </c:pt>
                <c:pt idx="46">
                  <c:v>2.7853704750673773</c:v>
                </c:pt>
                <c:pt idx="47">
                  <c:v>2.7853704750673773</c:v>
                </c:pt>
                <c:pt idx="48">
                  <c:v>2.7853704750673773</c:v>
                </c:pt>
                <c:pt idx="49">
                  <c:v>2.7853704750673773</c:v>
                </c:pt>
                <c:pt idx="50">
                  <c:v>2.7853704750673773</c:v>
                </c:pt>
                <c:pt idx="51">
                  <c:v>2.7853704750673773</c:v>
                </c:pt>
                <c:pt idx="52">
                  <c:v>2.7853704750673773</c:v>
                </c:pt>
                <c:pt idx="53">
                  <c:v>2.7853704750673773</c:v>
                </c:pt>
                <c:pt idx="54">
                  <c:v>2.7853704750673773</c:v>
                </c:pt>
                <c:pt idx="55">
                  <c:v>2.7853704750673773</c:v>
                </c:pt>
                <c:pt idx="56">
                  <c:v>2.7853704750673773</c:v>
                </c:pt>
                <c:pt idx="57">
                  <c:v>2.7853704750673773</c:v>
                </c:pt>
                <c:pt idx="58">
                  <c:v>2.7853704750673773</c:v>
                </c:pt>
                <c:pt idx="59">
                  <c:v>2.7853704750673773</c:v>
                </c:pt>
                <c:pt idx="60">
                  <c:v>2.7853704750673773</c:v>
                </c:pt>
                <c:pt idx="61">
                  <c:v>2.7853704750673773</c:v>
                </c:pt>
                <c:pt idx="62">
                  <c:v>2.7853704750673773</c:v>
                </c:pt>
                <c:pt idx="63">
                  <c:v>2.7853704750673773</c:v>
                </c:pt>
                <c:pt idx="64">
                  <c:v>2.7853704750673773</c:v>
                </c:pt>
                <c:pt idx="65">
                  <c:v>2.7853704750673773</c:v>
                </c:pt>
                <c:pt idx="66">
                  <c:v>2.7853704750673773</c:v>
                </c:pt>
                <c:pt idx="67">
                  <c:v>2.7853704750673773</c:v>
                </c:pt>
                <c:pt idx="68">
                  <c:v>2.7853704750673773</c:v>
                </c:pt>
                <c:pt idx="69">
                  <c:v>2.7853704750673773</c:v>
                </c:pt>
                <c:pt idx="70">
                  <c:v>2.7853704750673773</c:v>
                </c:pt>
                <c:pt idx="71">
                  <c:v>2.7853704750673773</c:v>
                </c:pt>
                <c:pt idx="72">
                  <c:v>2.7853704750673773</c:v>
                </c:pt>
                <c:pt idx="73">
                  <c:v>2.7853704750673773</c:v>
                </c:pt>
                <c:pt idx="74">
                  <c:v>2.7853704750673773</c:v>
                </c:pt>
                <c:pt idx="75">
                  <c:v>2.7853704750673773</c:v>
                </c:pt>
                <c:pt idx="76">
                  <c:v>2.7853704750673773</c:v>
                </c:pt>
                <c:pt idx="77">
                  <c:v>2.7853704750673773</c:v>
                </c:pt>
                <c:pt idx="78">
                  <c:v>2.7853704750673773</c:v>
                </c:pt>
                <c:pt idx="79">
                  <c:v>2.7853704750673773</c:v>
                </c:pt>
                <c:pt idx="80">
                  <c:v>2.7853704750673773</c:v>
                </c:pt>
                <c:pt idx="81">
                  <c:v>2.7853704750673773</c:v>
                </c:pt>
                <c:pt idx="82">
                  <c:v>2.7853704750673773</c:v>
                </c:pt>
                <c:pt idx="83">
                  <c:v>2.7853704750673773</c:v>
                </c:pt>
                <c:pt idx="84">
                  <c:v>2.7853704750673773</c:v>
                </c:pt>
                <c:pt idx="85">
                  <c:v>2.7853704750673773</c:v>
                </c:pt>
                <c:pt idx="86">
                  <c:v>2.7853704750673773</c:v>
                </c:pt>
                <c:pt idx="87">
                  <c:v>2.7853704750673773</c:v>
                </c:pt>
                <c:pt idx="88">
                  <c:v>2.7853704750673773</c:v>
                </c:pt>
                <c:pt idx="89">
                  <c:v>2.7853704750673773</c:v>
                </c:pt>
                <c:pt idx="90">
                  <c:v>2.7853704750673773</c:v>
                </c:pt>
                <c:pt idx="91">
                  <c:v>2.7853704750673773</c:v>
                </c:pt>
                <c:pt idx="92">
                  <c:v>2.7853704750673773</c:v>
                </c:pt>
                <c:pt idx="93">
                  <c:v>2.7853704750673773</c:v>
                </c:pt>
                <c:pt idx="94">
                  <c:v>2.7853704750673773</c:v>
                </c:pt>
                <c:pt idx="95">
                  <c:v>2.7853704750673773</c:v>
                </c:pt>
                <c:pt idx="96">
                  <c:v>2.7853704750673773</c:v>
                </c:pt>
                <c:pt idx="97">
                  <c:v>2.7853704750673773</c:v>
                </c:pt>
                <c:pt idx="98">
                  <c:v>2.7853704750673773</c:v>
                </c:pt>
                <c:pt idx="99">
                  <c:v>2.7853704750673773</c:v>
                </c:pt>
                <c:pt idx="100">
                  <c:v>2.7853704750673773</c:v>
                </c:pt>
                <c:pt idx="101">
                  <c:v>2.7853704750673773</c:v>
                </c:pt>
                <c:pt idx="102">
                  <c:v>2.7853704750673773</c:v>
                </c:pt>
                <c:pt idx="103">
                  <c:v>2.7853704750673773</c:v>
                </c:pt>
                <c:pt idx="104">
                  <c:v>2.7853704750673773</c:v>
                </c:pt>
                <c:pt idx="105">
                  <c:v>2.7853704750673773</c:v>
                </c:pt>
                <c:pt idx="106">
                  <c:v>2.7853704750673773</c:v>
                </c:pt>
                <c:pt idx="107">
                  <c:v>2.7853704750673773</c:v>
                </c:pt>
                <c:pt idx="108">
                  <c:v>2.7853704750673773</c:v>
                </c:pt>
                <c:pt idx="109">
                  <c:v>2.7853704750673773</c:v>
                </c:pt>
                <c:pt idx="110">
                  <c:v>2.7853704750673773</c:v>
                </c:pt>
                <c:pt idx="111">
                  <c:v>2.7853704750673773</c:v>
                </c:pt>
                <c:pt idx="112">
                  <c:v>2.7853704750673773</c:v>
                </c:pt>
                <c:pt idx="113">
                  <c:v>2.7853704750673773</c:v>
                </c:pt>
                <c:pt idx="114">
                  <c:v>2.7853704750673773</c:v>
                </c:pt>
                <c:pt idx="115">
                  <c:v>2.7853704750673773</c:v>
                </c:pt>
                <c:pt idx="116">
                  <c:v>2.7853704750673773</c:v>
                </c:pt>
                <c:pt idx="117">
                  <c:v>2.7853704750673773</c:v>
                </c:pt>
                <c:pt idx="118">
                  <c:v>2.7853704750673773</c:v>
                </c:pt>
                <c:pt idx="119">
                  <c:v>2.7853704750673773</c:v>
                </c:pt>
                <c:pt idx="120">
                  <c:v>2.7853704750673773</c:v>
                </c:pt>
                <c:pt idx="121">
                  <c:v>2.7853704750673773</c:v>
                </c:pt>
                <c:pt idx="122">
                  <c:v>2.7853704750673773</c:v>
                </c:pt>
                <c:pt idx="123">
                  <c:v>2.7853704750673773</c:v>
                </c:pt>
                <c:pt idx="124">
                  <c:v>2.7853704750673773</c:v>
                </c:pt>
                <c:pt idx="125">
                  <c:v>2.7853704750673773</c:v>
                </c:pt>
                <c:pt idx="126">
                  <c:v>2.7853704750673773</c:v>
                </c:pt>
                <c:pt idx="127">
                  <c:v>2.7853704750673773</c:v>
                </c:pt>
                <c:pt idx="128">
                  <c:v>2.7853704750673773</c:v>
                </c:pt>
                <c:pt idx="129">
                  <c:v>2.7853704750673773</c:v>
                </c:pt>
                <c:pt idx="130">
                  <c:v>2.7853704750673773</c:v>
                </c:pt>
                <c:pt idx="131">
                  <c:v>2.7853704750673773</c:v>
                </c:pt>
                <c:pt idx="132">
                  <c:v>2.7853704750673773</c:v>
                </c:pt>
                <c:pt idx="133">
                  <c:v>2.7853704750673773</c:v>
                </c:pt>
                <c:pt idx="134">
                  <c:v>2.7853704750673773</c:v>
                </c:pt>
                <c:pt idx="135">
                  <c:v>2.7853704750673773</c:v>
                </c:pt>
                <c:pt idx="136">
                  <c:v>2.7853704750673773</c:v>
                </c:pt>
                <c:pt idx="137">
                  <c:v>2.7853704750673773</c:v>
                </c:pt>
                <c:pt idx="138">
                  <c:v>2.7853704750673773</c:v>
                </c:pt>
                <c:pt idx="139">
                  <c:v>2.7853704750673773</c:v>
                </c:pt>
                <c:pt idx="140">
                  <c:v>2.7853704750673773</c:v>
                </c:pt>
                <c:pt idx="141">
                  <c:v>2.7853704750673773</c:v>
                </c:pt>
                <c:pt idx="142">
                  <c:v>2.7853704750673773</c:v>
                </c:pt>
                <c:pt idx="143">
                  <c:v>2.7853704750673773</c:v>
                </c:pt>
                <c:pt idx="144">
                  <c:v>2.7853704750673773</c:v>
                </c:pt>
                <c:pt idx="145">
                  <c:v>2.7853704750673773</c:v>
                </c:pt>
                <c:pt idx="146">
                  <c:v>2.7853704750673773</c:v>
                </c:pt>
                <c:pt idx="147">
                  <c:v>2.7853704750673773</c:v>
                </c:pt>
                <c:pt idx="148">
                  <c:v>2.7853704750673773</c:v>
                </c:pt>
                <c:pt idx="149">
                  <c:v>2.7853704750673773</c:v>
                </c:pt>
                <c:pt idx="150">
                  <c:v>2.7853704750673773</c:v>
                </c:pt>
                <c:pt idx="151">
                  <c:v>2.7853704750673773</c:v>
                </c:pt>
                <c:pt idx="152">
                  <c:v>2.7853704750673773</c:v>
                </c:pt>
                <c:pt idx="153">
                  <c:v>2.7853704750673773</c:v>
                </c:pt>
                <c:pt idx="154">
                  <c:v>2.7853704750673773</c:v>
                </c:pt>
                <c:pt idx="155">
                  <c:v>2.7853704750673773</c:v>
                </c:pt>
                <c:pt idx="156">
                  <c:v>2.7853704750673773</c:v>
                </c:pt>
                <c:pt idx="157">
                  <c:v>2.7853704750673773</c:v>
                </c:pt>
                <c:pt idx="158">
                  <c:v>2.7853704750673773</c:v>
                </c:pt>
                <c:pt idx="159">
                  <c:v>2.7853704750673773</c:v>
                </c:pt>
                <c:pt idx="160">
                  <c:v>2.7853704750673773</c:v>
                </c:pt>
                <c:pt idx="161">
                  <c:v>2.7853704750673773</c:v>
                </c:pt>
                <c:pt idx="162">
                  <c:v>2.7853704750673773</c:v>
                </c:pt>
                <c:pt idx="163">
                  <c:v>2.7853704750673773</c:v>
                </c:pt>
                <c:pt idx="164">
                  <c:v>2.7853704750673773</c:v>
                </c:pt>
                <c:pt idx="165">
                  <c:v>2.7853704750673773</c:v>
                </c:pt>
                <c:pt idx="166">
                  <c:v>2.7853704750673773</c:v>
                </c:pt>
                <c:pt idx="167">
                  <c:v>2.7853704750673773</c:v>
                </c:pt>
                <c:pt idx="168">
                  <c:v>2.7853704750673773</c:v>
                </c:pt>
                <c:pt idx="169">
                  <c:v>2.7853704750673773</c:v>
                </c:pt>
                <c:pt idx="170">
                  <c:v>2.7853704750673773</c:v>
                </c:pt>
                <c:pt idx="171">
                  <c:v>2.7853704750673773</c:v>
                </c:pt>
                <c:pt idx="172">
                  <c:v>2.7853704750673773</c:v>
                </c:pt>
                <c:pt idx="173">
                  <c:v>2.7853704750673773</c:v>
                </c:pt>
                <c:pt idx="174">
                  <c:v>2.7853704750673773</c:v>
                </c:pt>
                <c:pt idx="175">
                  <c:v>2.7853704750673773</c:v>
                </c:pt>
                <c:pt idx="176">
                  <c:v>2.7853704750673773</c:v>
                </c:pt>
                <c:pt idx="177">
                  <c:v>2.7853704750673773</c:v>
                </c:pt>
                <c:pt idx="178">
                  <c:v>2.7853704750673773</c:v>
                </c:pt>
                <c:pt idx="179">
                  <c:v>2.7853704750673773</c:v>
                </c:pt>
                <c:pt idx="180">
                  <c:v>2.7853704750673773</c:v>
                </c:pt>
                <c:pt idx="181">
                  <c:v>2.7853704750673773</c:v>
                </c:pt>
                <c:pt idx="182">
                  <c:v>2.7853704750673773</c:v>
                </c:pt>
                <c:pt idx="183">
                  <c:v>2.7853704750673773</c:v>
                </c:pt>
                <c:pt idx="184">
                  <c:v>2.7853704750673773</c:v>
                </c:pt>
                <c:pt idx="185">
                  <c:v>2.7853704750673773</c:v>
                </c:pt>
                <c:pt idx="186">
                  <c:v>2.7853704750673773</c:v>
                </c:pt>
                <c:pt idx="187">
                  <c:v>2.7853704750673773</c:v>
                </c:pt>
                <c:pt idx="188">
                  <c:v>2.7853704750673773</c:v>
                </c:pt>
                <c:pt idx="189">
                  <c:v>2.7853704750673773</c:v>
                </c:pt>
                <c:pt idx="190">
                  <c:v>2.7853704750673773</c:v>
                </c:pt>
                <c:pt idx="191">
                  <c:v>2.7853704750673773</c:v>
                </c:pt>
                <c:pt idx="192">
                  <c:v>2.7853704750673773</c:v>
                </c:pt>
                <c:pt idx="193">
                  <c:v>2.7853704750673773</c:v>
                </c:pt>
                <c:pt idx="194">
                  <c:v>2.7853704750673773</c:v>
                </c:pt>
                <c:pt idx="195">
                  <c:v>2.7853704750673773</c:v>
                </c:pt>
                <c:pt idx="196">
                  <c:v>2.7853704750673773</c:v>
                </c:pt>
                <c:pt idx="197">
                  <c:v>2.7853704750673773</c:v>
                </c:pt>
                <c:pt idx="198">
                  <c:v>2.7853704750673773</c:v>
                </c:pt>
                <c:pt idx="199">
                  <c:v>2.7853704750673773</c:v>
                </c:pt>
                <c:pt idx="200">
                  <c:v>2.7853704750673773</c:v>
                </c:pt>
                <c:pt idx="201">
                  <c:v>2.7853704750673773</c:v>
                </c:pt>
                <c:pt idx="202">
                  <c:v>2.7853704750673773</c:v>
                </c:pt>
                <c:pt idx="203">
                  <c:v>2.7853704750673773</c:v>
                </c:pt>
                <c:pt idx="204">
                  <c:v>2.7853704750673773</c:v>
                </c:pt>
                <c:pt idx="205">
                  <c:v>2.7853704750673773</c:v>
                </c:pt>
                <c:pt idx="206">
                  <c:v>2.7853704750673773</c:v>
                </c:pt>
                <c:pt idx="207">
                  <c:v>2.7853704750673773</c:v>
                </c:pt>
                <c:pt idx="208">
                  <c:v>2.7853704750673773</c:v>
                </c:pt>
                <c:pt idx="209">
                  <c:v>2.7853704750673773</c:v>
                </c:pt>
                <c:pt idx="210">
                  <c:v>2.7853704750673773</c:v>
                </c:pt>
                <c:pt idx="211">
                  <c:v>2.7853704750673773</c:v>
                </c:pt>
                <c:pt idx="212">
                  <c:v>2.7853704750673773</c:v>
                </c:pt>
                <c:pt idx="213">
                  <c:v>2.7853704750673773</c:v>
                </c:pt>
                <c:pt idx="214">
                  <c:v>2.7853704750673773</c:v>
                </c:pt>
                <c:pt idx="215">
                  <c:v>2.7853704750673773</c:v>
                </c:pt>
                <c:pt idx="216">
                  <c:v>2.7853704750673773</c:v>
                </c:pt>
                <c:pt idx="217">
                  <c:v>2.7853704750673773</c:v>
                </c:pt>
                <c:pt idx="218">
                  <c:v>2.7853704750673773</c:v>
                </c:pt>
                <c:pt idx="219">
                  <c:v>2.7853704750673773</c:v>
                </c:pt>
                <c:pt idx="220">
                  <c:v>2.7853704750673773</c:v>
                </c:pt>
                <c:pt idx="221">
                  <c:v>2.7853704750673773</c:v>
                </c:pt>
                <c:pt idx="222">
                  <c:v>2.7853704750673773</c:v>
                </c:pt>
                <c:pt idx="223">
                  <c:v>2.7853704750673773</c:v>
                </c:pt>
                <c:pt idx="224">
                  <c:v>2.7853704750673773</c:v>
                </c:pt>
                <c:pt idx="225">
                  <c:v>2.7853704750673773</c:v>
                </c:pt>
                <c:pt idx="226">
                  <c:v>2.7853704750673773</c:v>
                </c:pt>
                <c:pt idx="227">
                  <c:v>2.7853704750673773</c:v>
                </c:pt>
                <c:pt idx="228">
                  <c:v>2.7853704750673773</c:v>
                </c:pt>
                <c:pt idx="229">
                  <c:v>2.7853704750673773</c:v>
                </c:pt>
                <c:pt idx="230">
                  <c:v>2.7853704750673773</c:v>
                </c:pt>
                <c:pt idx="231">
                  <c:v>2.7853704750673773</c:v>
                </c:pt>
                <c:pt idx="232">
                  <c:v>2.7853704750673773</c:v>
                </c:pt>
                <c:pt idx="233">
                  <c:v>2.7853704750673773</c:v>
                </c:pt>
                <c:pt idx="234">
                  <c:v>2.7853704750673773</c:v>
                </c:pt>
                <c:pt idx="235">
                  <c:v>2.7853704750673773</c:v>
                </c:pt>
                <c:pt idx="236">
                  <c:v>2.7853704750673773</c:v>
                </c:pt>
                <c:pt idx="237">
                  <c:v>2.7853704750673773</c:v>
                </c:pt>
                <c:pt idx="238">
                  <c:v>2.7853704750673773</c:v>
                </c:pt>
                <c:pt idx="239">
                  <c:v>2.7853704750673773</c:v>
                </c:pt>
                <c:pt idx="240">
                  <c:v>2.7853704750673773</c:v>
                </c:pt>
                <c:pt idx="241">
                  <c:v>2.7853704750673773</c:v>
                </c:pt>
                <c:pt idx="242">
                  <c:v>2.7853704750673773</c:v>
                </c:pt>
                <c:pt idx="243">
                  <c:v>2.7853704750673773</c:v>
                </c:pt>
                <c:pt idx="244">
                  <c:v>2.7853704750673773</c:v>
                </c:pt>
                <c:pt idx="245">
                  <c:v>2.7853704750673773</c:v>
                </c:pt>
                <c:pt idx="246">
                  <c:v>2.7853704750673773</c:v>
                </c:pt>
                <c:pt idx="247">
                  <c:v>2.7853704750673773</c:v>
                </c:pt>
                <c:pt idx="248">
                  <c:v>2.7853704750673773</c:v>
                </c:pt>
                <c:pt idx="249">
                  <c:v>2.7853704750673773</c:v>
                </c:pt>
                <c:pt idx="250">
                  <c:v>2.7853704750673773</c:v>
                </c:pt>
                <c:pt idx="251">
                  <c:v>2.7853704750673773</c:v>
                </c:pt>
                <c:pt idx="252">
                  <c:v>2.7853704750673773</c:v>
                </c:pt>
                <c:pt idx="253">
                  <c:v>2.7853704750673773</c:v>
                </c:pt>
                <c:pt idx="254">
                  <c:v>2.7853704750673773</c:v>
                </c:pt>
                <c:pt idx="255">
                  <c:v>2.7853704750673773</c:v>
                </c:pt>
                <c:pt idx="256">
                  <c:v>2.7853704750673773</c:v>
                </c:pt>
                <c:pt idx="257">
                  <c:v>2.7853704750673773</c:v>
                </c:pt>
                <c:pt idx="258">
                  <c:v>2.7853704750673773</c:v>
                </c:pt>
                <c:pt idx="259">
                  <c:v>2.7853704750673773</c:v>
                </c:pt>
                <c:pt idx="260">
                  <c:v>2.7853704750673773</c:v>
                </c:pt>
                <c:pt idx="261">
                  <c:v>2.7853704750673773</c:v>
                </c:pt>
                <c:pt idx="262">
                  <c:v>2.7853704750673773</c:v>
                </c:pt>
                <c:pt idx="263">
                  <c:v>2.7853704750673773</c:v>
                </c:pt>
                <c:pt idx="264">
                  <c:v>2.7853704750673773</c:v>
                </c:pt>
                <c:pt idx="265">
                  <c:v>2.7853704750673773</c:v>
                </c:pt>
                <c:pt idx="266">
                  <c:v>2.7853704750673773</c:v>
                </c:pt>
                <c:pt idx="267">
                  <c:v>2.7853704750673773</c:v>
                </c:pt>
                <c:pt idx="268">
                  <c:v>2.7853704750673773</c:v>
                </c:pt>
                <c:pt idx="269">
                  <c:v>2.7853704750673773</c:v>
                </c:pt>
                <c:pt idx="270">
                  <c:v>2.7853704750673773</c:v>
                </c:pt>
                <c:pt idx="271">
                  <c:v>2.7853704750673773</c:v>
                </c:pt>
                <c:pt idx="272">
                  <c:v>2.7853704750673773</c:v>
                </c:pt>
                <c:pt idx="273">
                  <c:v>2.7853704750673773</c:v>
                </c:pt>
                <c:pt idx="274">
                  <c:v>2.7853704750673773</c:v>
                </c:pt>
                <c:pt idx="275">
                  <c:v>2.7853704750673773</c:v>
                </c:pt>
                <c:pt idx="276">
                  <c:v>2.7853704750673773</c:v>
                </c:pt>
                <c:pt idx="277">
                  <c:v>2.7853704750673773</c:v>
                </c:pt>
                <c:pt idx="278">
                  <c:v>2.7853704750673773</c:v>
                </c:pt>
                <c:pt idx="279">
                  <c:v>2.7853704750673773</c:v>
                </c:pt>
                <c:pt idx="280">
                  <c:v>2.7853704750673773</c:v>
                </c:pt>
                <c:pt idx="281">
                  <c:v>2.7853704750673773</c:v>
                </c:pt>
                <c:pt idx="282">
                  <c:v>2.7853704750673773</c:v>
                </c:pt>
                <c:pt idx="283">
                  <c:v>2.7853704750673773</c:v>
                </c:pt>
                <c:pt idx="284">
                  <c:v>2.7853704750673773</c:v>
                </c:pt>
                <c:pt idx="285">
                  <c:v>2.7853704750673773</c:v>
                </c:pt>
                <c:pt idx="286">
                  <c:v>2.7853704750673773</c:v>
                </c:pt>
                <c:pt idx="287">
                  <c:v>2.7853704750673773</c:v>
                </c:pt>
                <c:pt idx="288">
                  <c:v>2.7853704750673773</c:v>
                </c:pt>
                <c:pt idx="289">
                  <c:v>2.7853704750673773</c:v>
                </c:pt>
                <c:pt idx="290">
                  <c:v>2.7853704750673773</c:v>
                </c:pt>
                <c:pt idx="291">
                  <c:v>2.7853704750673773</c:v>
                </c:pt>
                <c:pt idx="292">
                  <c:v>2.7853704750673773</c:v>
                </c:pt>
                <c:pt idx="293">
                  <c:v>2.7853704750673773</c:v>
                </c:pt>
                <c:pt idx="294">
                  <c:v>2.7853704750673773</c:v>
                </c:pt>
                <c:pt idx="295">
                  <c:v>2.7853704750673773</c:v>
                </c:pt>
                <c:pt idx="296">
                  <c:v>2.7853704750673773</c:v>
                </c:pt>
                <c:pt idx="297">
                  <c:v>2.7853704750673773</c:v>
                </c:pt>
                <c:pt idx="298">
                  <c:v>2.7853704750673773</c:v>
                </c:pt>
                <c:pt idx="299">
                  <c:v>2.7853704750673773</c:v>
                </c:pt>
                <c:pt idx="300">
                  <c:v>2.7853704750673773</c:v>
                </c:pt>
                <c:pt idx="301">
                  <c:v>2.7853704750673773</c:v>
                </c:pt>
                <c:pt idx="302">
                  <c:v>2.7853704750673773</c:v>
                </c:pt>
                <c:pt idx="303">
                  <c:v>2.7853704750673773</c:v>
                </c:pt>
                <c:pt idx="304">
                  <c:v>2.7853704750673773</c:v>
                </c:pt>
                <c:pt idx="305">
                  <c:v>2.7853704750673773</c:v>
                </c:pt>
                <c:pt idx="306">
                  <c:v>2.7853704750673773</c:v>
                </c:pt>
                <c:pt idx="307">
                  <c:v>2.7853704750673773</c:v>
                </c:pt>
                <c:pt idx="308">
                  <c:v>2.7853704750673773</c:v>
                </c:pt>
                <c:pt idx="309">
                  <c:v>2.7853704750673773</c:v>
                </c:pt>
                <c:pt idx="310">
                  <c:v>2.7853704750673773</c:v>
                </c:pt>
                <c:pt idx="311">
                  <c:v>2.7853704750673773</c:v>
                </c:pt>
                <c:pt idx="312">
                  <c:v>2.7853704750673773</c:v>
                </c:pt>
                <c:pt idx="313">
                  <c:v>2.7853704750673773</c:v>
                </c:pt>
                <c:pt idx="314">
                  <c:v>2.7853704750673773</c:v>
                </c:pt>
                <c:pt idx="315">
                  <c:v>2.7853704750673773</c:v>
                </c:pt>
                <c:pt idx="316">
                  <c:v>2.7853704750673773</c:v>
                </c:pt>
                <c:pt idx="317">
                  <c:v>2.7853704750673773</c:v>
                </c:pt>
                <c:pt idx="318">
                  <c:v>2.7853704750673773</c:v>
                </c:pt>
                <c:pt idx="319">
                  <c:v>2.7853704750673773</c:v>
                </c:pt>
                <c:pt idx="320">
                  <c:v>2.7853704750673773</c:v>
                </c:pt>
                <c:pt idx="321">
                  <c:v>2.7853704750673773</c:v>
                </c:pt>
                <c:pt idx="322">
                  <c:v>2.7853704750673773</c:v>
                </c:pt>
                <c:pt idx="323">
                  <c:v>2.7853704750673773</c:v>
                </c:pt>
                <c:pt idx="324">
                  <c:v>2.7853704750673773</c:v>
                </c:pt>
                <c:pt idx="325">
                  <c:v>2.7853704750673773</c:v>
                </c:pt>
                <c:pt idx="326">
                  <c:v>2.7853704750673773</c:v>
                </c:pt>
                <c:pt idx="327">
                  <c:v>2.7853704750673773</c:v>
                </c:pt>
                <c:pt idx="328">
                  <c:v>2.7853704750673773</c:v>
                </c:pt>
                <c:pt idx="329">
                  <c:v>2.7853704750673773</c:v>
                </c:pt>
                <c:pt idx="330">
                  <c:v>2.7853704750673773</c:v>
                </c:pt>
                <c:pt idx="331">
                  <c:v>2.7853704750673773</c:v>
                </c:pt>
                <c:pt idx="332">
                  <c:v>2.7853704750673773</c:v>
                </c:pt>
                <c:pt idx="333">
                  <c:v>2.7853704750673773</c:v>
                </c:pt>
                <c:pt idx="334">
                  <c:v>2.7853704750673773</c:v>
                </c:pt>
                <c:pt idx="335">
                  <c:v>2.7853704750673773</c:v>
                </c:pt>
                <c:pt idx="336">
                  <c:v>2.7853704750673773</c:v>
                </c:pt>
                <c:pt idx="337">
                  <c:v>2.7853704750673773</c:v>
                </c:pt>
                <c:pt idx="338">
                  <c:v>2.7853704750673773</c:v>
                </c:pt>
                <c:pt idx="339">
                  <c:v>2.7853704750673773</c:v>
                </c:pt>
                <c:pt idx="340">
                  <c:v>2.7853704750673773</c:v>
                </c:pt>
                <c:pt idx="341">
                  <c:v>2.7853704750673773</c:v>
                </c:pt>
                <c:pt idx="342">
                  <c:v>2.7853704750673773</c:v>
                </c:pt>
                <c:pt idx="343">
                  <c:v>2.7853704750673773</c:v>
                </c:pt>
                <c:pt idx="344">
                  <c:v>2.7853704750673773</c:v>
                </c:pt>
                <c:pt idx="345">
                  <c:v>2.7853704750673773</c:v>
                </c:pt>
                <c:pt idx="346">
                  <c:v>2.7853704750673773</c:v>
                </c:pt>
                <c:pt idx="347">
                  <c:v>2.7853704750673773</c:v>
                </c:pt>
                <c:pt idx="348">
                  <c:v>2.7853704750673773</c:v>
                </c:pt>
                <c:pt idx="349">
                  <c:v>2.7853704750673773</c:v>
                </c:pt>
                <c:pt idx="350">
                  <c:v>2.7853704750673773</c:v>
                </c:pt>
                <c:pt idx="351">
                  <c:v>2.7853704750673773</c:v>
                </c:pt>
                <c:pt idx="352">
                  <c:v>2.7853704750673773</c:v>
                </c:pt>
                <c:pt idx="353">
                  <c:v>2.7853704750673773</c:v>
                </c:pt>
                <c:pt idx="354">
                  <c:v>2.7853704750673773</c:v>
                </c:pt>
                <c:pt idx="355">
                  <c:v>2.7853704750673773</c:v>
                </c:pt>
                <c:pt idx="356">
                  <c:v>2.7853704750673773</c:v>
                </c:pt>
                <c:pt idx="357">
                  <c:v>2.7853704750673773</c:v>
                </c:pt>
                <c:pt idx="358">
                  <c:v>2.7853704750673773</c:v>
                </c:pt>
                <c:pt idx="359">
                  <c:v>2.7853704750673773</c:v>
                </c:pt>
                <c:pt idx="360">
                  <c:v>2.7853704750673773</c:v>
                </c:pt>
                <c:pt idx="361">
                  <c:v>2.7853704750673773</c:v>
                </c:pt>
                <c:pt idx="362">
                  <c:v>2.7853704750673773</c:v>
                </c:pt>
                <c:pt idx="363">
                  <c:v>2.7853704750673773</c:v>
                </c:pt>
                <c:pt idx="364">
                  <c:v>2.7853704750673773</c:v>
                </c:pt>
                <c:pt idx="365">
                  <c:v>2.7853704750673773</c:v>
                </c:pt>
                <c:pt idx="366">
                  <c:v>2.7853704750673773</c:v>
                </c:pt>
                <c:pt idx="367">
                  <c:v>2.7853704750673773</c:v>
                </c:pt>
                <c:pt idx="368">
                  <c:v>2.7853704750673773</c:v>
                </c:pt>
                <c:pt idx="369">
                  <c:v>2.7853704750673773</c:v>
                </c:pt>
                <c:pt idx="370">
                  <c:v>2.7853704750673773</c:v>
                </c:pt>
                <c:pt idx="371">
                  <c:v>2.7853704750673773</c:v>
                </c:pt>
                <c:pt idx="372">
                  <c:v>2.7853704750673773</c:v>
                </c:pt>
                <c:pt idx="373">
                  <c:v>2.7853704750673773</c:v>
                </c:pt>
                <c:pt idx="374">
                  <c:v>2.7853704750673773</c:v>
                </c:pt>
                <c:pt idx="375">
                  <c:v>2.7853704750673773</c:v>
                </c:pt>
                <c:pt idx="376">
                  <c:v>2.7853704750673773</c:v>
                </c:pt>
                <c:pt idx="377">
                  <c:v>2.7853704750673773</c:v>
                </c:pt>
                <c:pt idx="378">
                  <c:v>2.7853704750673773</c:v>
                </c:pt>
                <c:pt idx="379">
                  <c:v>2.7853704750673773</c:v>
                </c:pt>
                <c:pt idx="380">
                  <c:v>2.7853704750673773</c:v>
                </c:pt>
                <c:pt idx="381">
                  <c:v>2.7853704750673773</c:v>
                </c:pt>
                <c:pt idx="382">
                  <c:v>2.7853704750673773</c:v>
                </c:pt>
                <c:pt idx="383">
                  <c:v>2.7853704750673773</c:v>
                </c:pt>
                <c:pt idx="384">
                  <c:v>2.7853704750673773</c:v>
                </c:pt>
                <c:pt idx="385">
                  <c:v>2.7853704750673773</c:v>
                </c:pt>
                <c:pt idx="386">
                  <c:v>2.7853704750673773</c:v>
                </c:pt>
                <c:pt idx="387">
                  <c:v>2.7853704750673773</c:v>
                </c:pt>
                <c:pt idx="388">
                  <c:v>2.7853704750673773</c:v>
                </c:pt>
                <c:pt idx="389">
                  <c:v>2.7853704750673773</c:v>
                </c:pt>
                <c:pt idx="390">
                  <c:v>2.7853704750673773</c:v>
                </c:pt>
                <c:pt idx="391">
                  <c:v>2.7853704750673773</c:v>
                </c:pt>
                <c:pt idx="392">
                  <c:v>2.7853704750673773</c:v>
                </c:pt>
                <c:pt idx="393">
                  <c:v>2.7853704750673773</c:v>
                </c:pt>
                <c:pt idx="394">
                  <c:v>2.7853704750673773</c:v>
                </c:pt>
                <c:pt idx="395">
                  <c:v>2.7853704750673773</c:v>
                </c:pt>
                <c:pt idx="396">
                  <c:v>2.7853704750673773</c:v>
                </c:pt>
                <c:pt idx="397">
                  <c:v>2.7853704750673773</c:v>
                </c:pt>
                <c:pt idx="398">
                  <c:v>2.7853704750673773</c:v>
                </c:pt>
                <c:pt idx="399">
                  <c:v>2.7853704750673773</c:v>
                </c:pt>
                <c:pt idx="400">
                  <c:v>2.7853704750673773</c:v>
                </c:pt>
                <c:pt idx="401">
                  <c:v>2.7853704750673773</c:v>
                </c:pt>
                <c:pt idx="402">
                  <c:v>2.7853704750673773</c:v>
                </c:pt>
                <c:pt idx="403">
                  <c:v>2.7853704750673773</c:v>
                </c:pt>
                <c:pt idx="404">
                  <c:v>2.7853704750673773</c:v>
                </c:pt>
                <c:pt idx="405">
                  <c:v>2.7853704750673773</c:v>
                </c:pt>
                <c:pt idx="406">
                  <c:v>2.7853704750673773</c:v>
                </c:pt>
                <c:pt idx="407">
                  <c:v>2.7853704750673773</c:v>
                </c:pt>
                <c:pt idx="408">
                  <c:v>2.7853704750673773</c:v>
                </c:pt>
                <c:pt idx="409">
                  <c:v>2.7853704750673773</c:v>
                </c:pt>
                <c:pt idx="410">
                  <c:v>2.7853704750673773</c:v>
                </c:pt>
                <c:pt idx="411">
                  <c:v>2.7853704750673773</c:v>
                </c:pt>
                <c:pt idx="412">
                  <c:v>2.7853704750673773</c:v>
                </c:pt>
                <c:pt idx="413">
                  <c:v>2.7853704750673773</c:v>
                </c:pt>
                <c:pt idx="414">
                  <c:v>2.7853704750673773</c:v>
                </c:pt>
                <c:pt idx="415">
                  <c:v>2.7853704750673773</c:v>
                </c:pt>
                <c:pt idx="416">
                  <c:v>2.7853704750673773</c:v>
                </c:pt>
                <c:pt idx="417">
                  <c:v>2.7853704750673773</c:v>
                </c:pt>
                <c:pt idx="418">
                  <c:v>2.7853704750673773</c:v>
                </c:pt>
                <c:pt idx="419">
                  <c:v>2.7853704750673773</c:v>
                </c:pt>
                <c:pt idx="420">
                  <c:v>2.7853704750673773</c:v>
                </c:pt>
                <c:pt idx="421">
                  <c:v>2.7853704750673773</c:v>
                </c:pt>
                <c:pt idx="422">
                  <c:v>2.7853704750673773</c:v>
                </c:pt>
                <c:pt idx="423">
                  <c:v>2.7853704750673773</c:v>
                </c:pt>
                <c:pt idx="424">
                  <c:v>2.7853704750673773</c:v>
                </c:pt>
                <c:pt idx="425">
                  <c:v>2.7853704750673773</c:v>
                </c:pt>
                <c:pt idx="426">
                  <c:v>2.7853704750673773</c:v>
                </c:pt>
                <c:pt idx="427">
                  <c:v>2.7853704750673773</c:v>
                </c:pt>
                <c:pt idx="428">
                  <c:v>2.7853704750673773</c:v>
                </c:pt>
                <c:pt idx="429">
                  <c:v>2.7853704750673773</c:v>
                </c:pt>
                <c:pt idx="430">
                  <c:v>2.7853704750673773</c:v>
                </c:pt>
                <c:pt idx="431">
                  <c:v>2.7853704750673773</c:v>
                </c:pt>
                <c:pt idx="432">
                  <c:v>2.7853704750673773</c:v>
                </c:pt>
                <c:pt idx="433">
                  <c:v>2.7853704750673773</c:v>
                </c:pt>
                <c:pt idx="434">
                  <c:v>2.7853704750673773</c:v>
                </c:pt>
                <c:pt idx="435">
                  <c:v>2.7853704750673773</c:v>
                </c:pt>
                <c:pt idx="436">
                  <c:v>2.7853704750673773</c:v>
                </c:pt>
                <c:pt idx="437">
                  <c:v>2.7853704750673773</c:v>
                </c:pt>
                <c:pt idx="438">
                  <c:v>2.7853704750673773</c:v>
                </c:pt>
                <c:pt idx="439">
                  <c:v>2.7853704750673773</c:v>
                </c:pt>
                <c:pt idx="440">
                  <c:v>2.7853704750673773</c:v>
                </c:pt>
                <c:pt idx="441">
                  <c:v>2.7853704750673773</c:v>
                </c:pt>
                <c:pt idx="442">
                  <c:v>2.7853704750673773</c:v>
                </c:pt>
                <c:pt idx="443">
                  <c:v>2.7853704750673773</c:v>
                </c:pt>
                <c:pt idx="444">
                  <c:v>2.7853704750673773</c:v>
                </c:pt>
                <c:pt idx="445">
                  <c:v>2.7853704750673773</c:v>
                </c:pt>
                <c:pt idx="446">
                  <c:v>2.7853704750673773</c:v>
                </c:pt>
                <c:pt idx="447">
                  <c:v>2.7853704750673773</c:v>
                </c:pt>
                <c:pt idx="448">
                  <c:v>2.7853704750673773</c:v>
                </c:pt>
                <c:pt idx="449">
                  <c:v>2.7853704750673773</c:v>
                </c:pt>
                <c:pt idx="450">
                  <c:v>2.7853704750673773</c:v>
                </c:pt>
                <c:pt idx="451">
                  <c:v>2.7853704750673773</c:v>
                </c:pt>
                <c:pt idx="452">
                  <c:v>2.7853704750673773</c:v>
                </c:pt>
                <c:pt idx="453">
                  <c:v>2.7853704750673773</c:v>
                </c:pt>
                <c:pt idx="454">
                  <c:v>2.7853704750673773</c:v>
                </c:pt>
                <c:pt idx="455">
                  <c:v>2.7853704750673773</c:v>
                </c:pt>
                <c:pt idx="456">
                  <c:v>2.7853704750673773</c:v>
                </c:pt>
                <c:pt idx="457">
                  <c:v>2.7853704750673773</c:v>
                </c:pt>
                <c:pt idx="458">
                  <c:v>2.7853704750673773</c:v>
                </c:pt>
                <c:pt idx="459">
                  <c:v>2.7853704750673773</c:v>
                </c:pt>
                <c:pt idx="460">
                  <c:v>2.7853704750673773</c:v>
                </c:pt>
                <c:pt idx="461">
                  <c:v>2.7853704750673773</c:v>
                </c:pt>
                <c:pt idx="462">
                  <c:v>2.7853704750673773</c:v>
                </c:pt>
                <c:pt idx="463">
                  <c:v>2.7853704750673773</c:v>
                </c:pt>
                <c:pt idx="464">
                  <c:v>2.7853704750673773</c:v>
                </c:pt>
                <c:pt idx="465">
                  <c:v>2.7853704750673773</c:v>
                </c:pt>
                <c:pt idx="466">
                  <c:v>2.7853704750673773</c:v>
                </c:pt>
                <c:pt idx="467">
                  <c:v>2.7853704750673773</c:v>
                </c:pt>
                <c:pt idx="468">
                  <c:v>2.7853704750673773</c:v>
                </c:pt>
                <c:pt idx="469">
                  <c:v>2.7853704750673773</c:v>
                </c:pt>
                <c:pt idx="470">
                  <c:v>2.7853704750673773</c:v>
                </c:pt>
                <c:pt idx="471">
                  <c:v>2.7853704750673773</c:v>
                </c:pt>
                <c:pt idx="472">
                  <c:v>2.7853704750673773</c:v>
                </c:pt>
                <c:pt idx="473">
                  <c:v>2.7853704750673773</c:v>
                </c:pt>
                <c:pt idx="474">
                  <c:v>2.7853704750673773</c:v>
                </c:pt>
                <c:pt idx="475">
                  <c:v>2.7853704750673773</c:v>
                </c:pt>
                <c:pt idx="476">
                  <c:v>2.7853704750673773</c:v>
                </c:pt>
                <c:pt idx="477">
                  <c:v>2.7853704750673773</c:v>
                </c:pt>
                <c:pt idx="478">
                  <c:v>2.7853704750673773</c:v>
                </c:pt>
                <c:pt idx="479">
                  <c:v>2.7853704750673773</c:v>
                </c:pt>
                <c:pt idx="480">
                  <c:v>2.7853704750673773</c:v>
                </c:pt>
                <c:pt idx="481">
                  <c:v>2.7853704750673773</c:v>
                </c:pt>
                <c:pt idx="482">
                  <c:v>2.7853704750673773</c:v>
                </c:pt>
                <c:pt idx="483">
                  <c:v>2.7853704750673773</c:v>
                </c:pt>
                <c:pt idx="484">
                  <c:v>2.7853704750673773</c:v>
                </c:pt>
                <c:pt idx="485">
                  <c:v>2.7853704750673773</c:v>
                </c:pt>
                <c:pt idx="486">
                  <c:v>2.7853704750673773</c:v>
                </c:pt>
                <c:pt idx="487">
                  <c:v>2.7853704750673773</c:v>
                </c:pt>
                <c:pt idx="488">
                  <c:v>2.7853704750673773</c:v>
                </c:pt>
                <c:pt idx="489">
                  <c:v>2.7853704750673773</c:v>
                </c:pt>
                <c:pt idx="490">
                  <c:v>2.7853704750673773</c:v>
                </c:pt>
                <c:pt idx="491">
                  <c:v>2.7853704750673773</c:v>
                </c:pt>
                <c:pt idx="492">
                  <c:v>2.7853704750673773</c:v>
                </c:pt>
                <c:pt idx="493">
                  <c:v>2.7853704750673773</c:v>
                </c:pt>
                <c:pt idx="494">
                  <c:v>2.7853704750673773</c:v>
                </c:pt>
                <c:pt idx="495">
                  <c:v>2.7853704750673773</c:v>
                </c:pt>
                <c:pt idx="496">
                  <c:v>2.7853704750673773</c:v>
                </c:pt>
                <c:pt idx="497">
                  <c:v>2.7853704750673773</c:v>
                </c:pt>
                <c:pt idx="498">
                  <c:v>2.7853704750673773</c:v>
                </c:pt>
                <c:pt idx="499">
                  <c:v>2.7853704750673773</c:v>
                </c:pt>
                <c:pt idx="500">
                  <c:v>2.7853704750673773</c:v>
                </c:pt>
                <c:pt idx="501">
                  <c:v>2.7853704750673773</c:v>
                </c:pt>
                <c:pt idx="502">
                  <c:v>2.7853704750673773</c:v>
                </c:pt>
                <c:pt idx="503">
                  <c:v>2.7853704750673773</c:v>
                </c:pt>
                <c:pt idx="504">
                  <c:v>2.7853704750673773</c:v>
                </c:pt>
                <c:pt idx="505">
                  <c:v>2.7853704750673773</c:v>
                </c:pt>
                <c:pt idx="506">
                  <c:v>2.7853704750673773</c:v>
                </c:pt>
                <c:pt idx="507">
                  <c:v>2.7853704750673773</c:v>
                </c:pt>
                <c:pt idx="508">
                  <c:v>2.7853704750673773</c:v>
                </c:pt>
                <c:pt idx="509">
                  <c:v>2.7853704750673773</c:v>
                </c:pt>
                <c:pt idx="510">
                  <c:v>2.7853704750673773</c:v>
                </c:pt>
                <c:pt idx="511">
                  <c:v>2.7853704750673773</c:v>
                </c:pt>
                <c:pt idx="512">
                  <c:v>2.7853704750673773</c:v>
                </c:pt>
                <c:pt idx="513">
                  <c:v>2.7853704750673773</c:v>
                </c:pt>
                <c:pt idx="514">
                  <c:v>2.7853704750673773</c:v>
                </c:pt>
                <c:pt idx="515">
                  <c:v>2.7853704750673773</c:v>
                </c:pt>
                <c:pt idx="516">
                  <c:v>2.7853704750673773</c:v>
                </c:pt>
                <c:pt idx="517">
                  <c:v>2.7853704750673773</c:v>
                </c:pt>
                <c:pt idx="518">
                  <c:v>2.7853704750673773</c:v>
                </c:pt>
                <c:pt idx="519">
                  <c:v>2.7853704750673773</c:v>
                </c:pt>
                <c:pt idx="520">
                  <c:v>2.7853704750673773</c:v>
                </c:pt>
                <c:pt idx="521">
                  <c:v>2.7853704750673773</c:v>
                </c:pt>
                <c:pt idx="522">
                  <c:v>2.7853704750673773</c:v>
                </c:pt>
                <c:pt idx="523">
                  <c:v>2.7853704750673773</c:v>
                </c:pt>
                <c:pt idx="524">
                  <c:v>2.7853704750673773</c:v>
                </c:pt>
                <c:pt idx="525">
                  <c:v>2.7853704750673773</c:v>
                </c:pt>
                <c:pt idx="526">
                  <c:v>2.7853704750673773</c:v>
                </c:pt>
                <c:pt idx="527">
                  <c:v>2.7853704750673773</c:v>
                </c:pt>
                <c:pt idx="528">
                  <c:v>2.7853704750673773</c:v>
                </c:pt>
                <c:pt idx="529">
                  <c:v>2.7853704750673773</c:v>
                </c:pt>
                <c:pt idx="530">
                  <c:v>2.7853704750673773</c:v>
                </c:pt>
                <c:pt idx="531">
                  <c:v>2.7853704750673773</c:v>
                </c:pt>
                <c:pt idx="532">
                  <c:v>2.7853704750673773</c:v>
                </c:pt>
                <c:pt idx="533">
                  <c:v>2.7853704750673773</c:v>
                </c:pt>
                <c:pt idx="534">
                  <c:v>2.7853704750673773</c:v>
                </c:pt>
                <c:pt idx="535">
                  <c:v>2.7853704750673773</c:v>
                </c:pt>
                <c:pt idx="536">
                  <c:v>2.7853704750673773</c:v>
                </c:pt>
                <c:pt idx="537">
                  <c:v>2.7853704750673773</c:v>
                </c:pt>
                <c:pt idx="538">
                  <c:v>2.7853704750673773</c:v>
                </c:pt>
                <c:pt idx="539">
                  <c:v>2.7853704750673773</c:v>
                </c:pt>
                <c:pt idx="540">
                  <c:v>2.7853704750673773</c:v>
                </c:pt>
                <c:pt idx="541">
                  <c:v>2.7853704750673773</c:v>
                </c:pt>
                <c:pt idx="542">
                  <c:v>2.7853704750673773</c:v>
                </c:pt>
                <c:pt idx="543">
                  <c:v>2.7853704750673773</c:v>
                </c:pt>
                <c:pt idx="544">
                  <c:v>2.7853704750673773</c:v>
                </c:pt>
                <c:pt idx="545">
                  <c:v>2.7853704750673773</c:v>
                </c:pt>
                <c:pt idx="546">
                  <c:v>2.7853704750673773</c:v>
                </c:pt>
                <c:pt idx="547">
                  <c:v>2.7853704750673773</c:v>
                </c:pt>
                <c:pt idx="548">
                  <c:v>2.7853704750673773</c:v>
                </c:pt>
                <c:pt idx="549">
                  <c:v>2.7853704750673773</c:v>
                </c:pt>
                <c:pt idx="550">
                  <c:v>2.7853704750673773</c:v>
                </c:pt>
                <c:pt idx="551">
                  <c:v>2.7853704750673773</c:v>
                </c:pt>
                <c:pt idx="552">
                  <c:v>2.7853704750673773</c:v>
                </c:pt>
                <c:pt idx="553">
                  <c:v>2.7853704750673773</c:v>
                </c:pt>
                <c:pt idx="554">
                  <c:v>2.7853704750673773</c:v>
                </c:pt>
                <c:pt idx="555">
                  <c:v>2.7853704750673773</c:v>
                </c:pt>
                <c:pt idx="556">
                  <c:v>2.7853704750673773</c:v>
                </c:pt>
                <c:pt idx="557">
                  <c:v>2.7853704750673773</c:v>
                </c:pt>
                <c:pt idx="558">
                  <c:v>2.7853704750673773</c:v>
                </c:pt>
                <c:pt idx="559">
                  <c:v>2.7853704750673773</c:v>
                </c:pt>
                <c:pt idx="560">
                  <c:v>2.7853704750673773</c:v>
                </c:pt>
                <c:pt idx="561">
                  <c:v>2.7853704750673773</c:v>
                </c:pt>
                <c:pt idx="562">
                  <c:v>2.7853704750673773</c:v>
                </c:pt>
                <c:pt idx="563">
                  <c:v>2.7853704750673773</c:v>
                </c:pt>
                <c:pt idx="564">
                  <c:v>2.7853704750673773</c:v>
                </c:pt>
                <c:pt idx="565">
                  <c:v>2.7853704750673773</c:v>
                </c:pt>
                <c:pt idx="566">
                  <c:v>2.7853704750673773</c:v>
                </c:pt>
                <c:pt idx="567">
                  <c:v>2.7853704750673773</c:v>
                </c:pt>
                <c:pt idx="568">
                  <c:v>2.7853704750673773</c:v>
                </c:pt>
                <c:pt idx="569">
                  <c:v>2.7853704750673773</c:v>
                </c:pt>
                <c:pt idx="570">
                  <c:v>2.7853704750673773</c:v>
                </c:pt>
                <c:pt idx="571">
                  <c:v>2.7853704750673773</c:v>
                </c:pt>
                <c:pt idx="572">
                  <c:v>2.7853704750673773</c:v>
                </c:pt>
                <c:pt idx="573">
                  <c:v>2.7853704750673773</c:v>
                </c:pt>
                <c:pt idx="574">
                  <c:v>2.7853704750673773</c:v>
                </c:pt>
                <c:pt idx="575">
                  <c:v>2.7853704750673773</c:v>
                </c:pt>
                <c:pt idx="576">
                  <c:v>2.7853704750673773</c:v>
                </c:pt>
                <c:pt idx="577">
                  <c:v>2.7853704750673773</c:v>
                </c:pt>
                <c:pt idx="578">
                  <c:v>2.7853704750673773</c:v>
                </c:pt>
                <c:pt idx="579">
                  <c:v>2.7853704750673773</c:v>
                </c:pt>
                <c:pt idx="580">
                  <c:v>2.7853704750673773</c:v>
                </c:pt>
                <c:pt idx="581">
                  <c:v>2.7853704750673773</c:v>
                </c:pt>
                <c:pt idx="582">
                  <c:v>2.7853704750673773</c:v>
                </c:pt>
                <c:pt idx="583">
                  <c:v>2.7853704750673773</c:v>
                </c:pt>
                <c:pt idx="584">
                  <c:v>2.7853704750673773</c:v>
                </c:pt>
                <c:pt idx="585">
                  <c:v>2.7853704750673773</c:v>
                </c:pt>
                <c:pt idx="586">
                  <c:v>2.7853704750673773</c:v>
                </c:pt>
                <c:pt idx="587">
                  <c:v>2.7853704750673773</c:v>
                </c:pt>
                <c:pt idx="588">
                  <c:v>2.7853704750673773</c:v>
                </c:pt>
                <c:pt idx="589">
                  <c:v>2.7853704750673773</c:v>
                </c:pt>
                <c:pt idx="590">
                  <c:v>2.7853704750673773</c:v>
                </c:pt>
                <c:pt idx="591">
                  <c:v>2.7853704750673773</c:v>
                </c:pt>
                <c:pt idx="592">
                  <c:v>2.7853704750673773</c:v>
                </c:pt>
                <c:pt idx="593">
                  <c:v>2.7853704750673773</c:v>
                </c:pt>
                <c:pt idx="594">
                  <c:v>2.7853704750673773</c:v>
                </c:pt>
                <c:pt idx="595">
                  <c:v>2.7853704750673773</c:v>
                </c:pt>
                <c:pt idx="596">
                  <c:v>2.7853704750673773</c:v>
                </c:pt>
                <c:pt idx="597">
                  <c:v>2.7853704750673773</c:v>
                </c:pt>
                <c:pt idx="598">
                  <c:v>2.7853704750673773</c:v>
                </c:pt>
                <c:pt idx="599">
                  <c:v>2.7853704750673773</c:v>
                </c:pt>
                <c:pt idx="600">
                  <c:v>2.7853704750673773</c:v>
                </c:pt>
                <c:pt idx="601">
                  <c:v>2.7853704750673773</c:v>
                </c:pt>
                <c:pt idx="602">
                  <c:v>2.7853704750673773</c:v>
                </c:pt>
                <c:pt idx="603">
                  <c:v>2.7853704750673773</c:v>
                </c:pt>
                <c:pt idx="604">
                  <c:v>2.7853704750673773</c:v>
                </c:pt>
                <c:pt idx="605">
                  <c:v>2.7853704750673773</c:v>
                </c:pt>
                <c:pt idx="606">
                  <c:v>2.7853704750673773</c:v>
                </c:pt>
                <c:pt idx="607">
                  <c:v>2.7853704750673773</c:v>
                </c:pt>
                <c:pt idx="608">
                  <c:v>2.7853704750673773</c:v>
                </c:pt>
                <c:pt idx="609">
                  <c:v>2.7853704750673773</c:v>
                </c:pt>
                <c:pt idx="610">
                  <c:v>2.7853704750673773</c:v>
                </c:pt>
                <c:pt idx="611">
                  <c:v>2.7853704750673773</c:v>
                </c:pt>
                <c:pt idx="612">
                  <c:v>2.7853704750673773</c:v>
                </c:pt>
                <c:pt idx="613">
                  <c:v>2.7853704750673773</c:v>
                </c:pt>
                <c:pt idx="614">
                  <c:v>2.7853704750673773</c:v>
                </c:pt>
                <c:pt idx="615">
                  <c:v>2.7853704750673773</c:v>
                </c:pt>
                <c:pt idx="616">
                  <c:v>2.7853704750673773</c:v>
                </c:pt>
                <c:pt idx="617">
                  <c:v>2.7853704750673773</c:v>
                </c:pt>
                <c:pt idx="618">
                  <c:v>2.7853704750673773</c:v>
                </c:pt>
                <c:pt idx="619">
                  <c:v>2.7853704750673773</c:v>
                </c:pt>
                <c:pt idx="620">
                  <c:v>2.7853704750673773</c:v>
                </c:pt>
                <c:pt idx="621">
                  <c:v>2.7853704750673773</c:v>
                </c:pt>
                <c:pt idx="622">
                  <c:v>2.7853704750673773</c:v>
                </c:pt>
                <c:pt idx="623">
                  <c:v>2.7853704750673773</c:v>
                </c:pt>
                <c:pt idx="624">
                  <c:v>2.7853704750673773</c:v>
                </c:pt>
                <c:pt idx="625">
                  <c:v>2.7853704750673773</c:v>
                </c:pt>
                <c:pt idx="626">
                  <c:v>2.7853704750673773</c:v>
                </c:pt>
                <c:pt idx="627">
                  <c:v>2.7853704750673773</c:v>
                </c:pt>
                <c:pt idx="628">
                  <c:v>2.7853704750673773</c:v>
                </c:pt>
                <c:pt idx="629">
                  <c:v>2.7853704750673773</c:v>
                </c:pt>
                <c:pt idx="630">
                  <c:v>2.7853704750673773</c:v>
                </c:pt>
                <c:pt idx="631">
                  <c:v>2.7853704750673773</c:v>
                </c:pt>
                <c:pt idx="632">
                  <c:v>2.7853704750673773</c:v>
                </c:pt>
                <c:pt idx="633">
                  <c:v>2.7853704750673773</c:v>
                </c:pt>
                <c:pt idx="634">
                  <c:v>2.7853704750673773</c:v>
                </c:pt>
                <c:pt idx="635">
                  <c:v>2.7853704750673773</c:v>
                </c:pt>
                <c:pt idx="636">
                  <c:v>2.7853704750673773</c:v>
                </c:pt>
                <c:pt idx="637">
                  <c:v>2.7853704750673773</c:v>
                </c:pt>
                <c:pt idx="638">
                  <c:v>2.7853704750673773</c:v>
                </c:pt>
                <c:pt idx="639">
                  <c:v>2.7853704750673773</c:v>
                </c:pt>
                <c:pt idx="640">
                  <c:v>2.7853704750673773</c:v>
                </c:pt>
                <c:pt idx="641">
                  <c:v>2.7853704750673773</c:v>
                </c:pt>
                <c:pt idx="642">
                  <c:v>2.7853704750673773</c:v>
                </c:pt>
                <c:pt idx="643">
                  <c:v>2.7853704750673773</c:v>
                </c:pt>
                <c:pt idx="644">
                  <c:v>2.7853704750673773</c:v>
                </c:pt>
                <c:pt idx="645">
                  <c:v>2.7853704750673773</c:v>
                </c:pt>
                <c:pt idx="646">
                  <c:v>2.7853704750673773</c:v>
                </c:pt>
                <c:pt idx="647">
                  <c:v>2.7853704750673773</c:v>
                </c:pt>
                <c:pt idx="648">
                  <c:v>2.7853704750673773</c:v>
                </c:pt>
                <c:pt idx="649">
                  <c:v>2.7853704750673773</c:v>
                </c:pt>
                <c:pt idx="650">
                  <c:v>2.7853704750673773</c:v>
                </c:pt>
                <c:pt idx="651">
                  <c:v>2.7853704750673773</c:v>
                </c:pt>
                <c:pt idx="652">
                  <c:v>2.7853704750673773</c:v>
                </c:pt>
                <c:pt idx="653">
                  <c:v>2.7853704750673773</c:v>
                </c:pt>
                <c:pt idx="654">
                  <c:v>2.7853704750673773</c:v>
                </c:pt>
                <c:pt idx="655">
                  <c:v>2.7853704750673773</c:v>
                </c:pt>
                <c:pt idx="656">
                  <c:v>2.7853704750673773</c:v>
                </c:pt>
                <c:pt idx="657">
                  <c:v>2.7853704750673773</c:v>
                </c:pt>
                <c:pt idx="658">
                  <c:v>2.7853704750673773</c:v>
                </c:pt>
                <c:pt idx="659">
                  <c:v>2.7853704750673773</c:v>
                </c:pt>
                <c:pt idx="660">
                  <c:v>2.7853704750673773</c:v>
                </c:pt>
                <c:pt idx="661">
                  <c:v>2.7853704750673773</c:v>
                </c:pt>
                <c:pt idx="662">
                  <c:v>2.7853704750673773</c:v>
                </c:pt>
                <c:pt idx="663">
                  <c:v>2.7853704750673773</c:v>
                </c:pt>
                <c:pt idx="664">
                  <c:v>2.7853704750673773</c:v>
                </c:pt>
                <c:pt idx="665">
                  <c:v>2.7853704750673773</c:v>
                </c:pt>
                <c:pt idx="666">
                  <c:v>2.7853704750673773</c:v>
                </c:pt>
                <c:pt idx="667">
                  <c:v>2.7853704750673773</c:v>
                </c:pt>
                <c:pt idx="668">
                  <c:v>2.7853704750673773</c:v>
                </c:pt>
                <c:pt idx="669">
                  <c:v>2.7853704750673773</c:v>
                </c:pt>
                <c:pt idx="670">
                  <c:v>2.7853704750673773</c:v>
                </c:pt>
                <c:pt idx="671">
                  <c:v>2.7853704750673773</c:v>
                </c:pt>
                <c:pt idx="672">
                  <c:v>2.7853704750673773</c:v>
                </c:pt>
                <c:pt idx="673">
                  <c:v>2.7853704750673773</c:v>
                </c:pt>
                <c:pt idx="674">
                  <c:v>2.7853704750673773</c:v>
                </c:pt>
                <c:pt idx="675">
                  <c:v>2.7853704750673773</c:v>
                </c:pt>
                <c:pt idx="676">
                  <c:v>2.7853704750673773</c:v>
                </c:pt>
                <c:pt idx="677">
                  <c:v>2.7853704750673773</c:v>
                </c:pt>
                <c:pt idx="678">
                  <c:v>2.7853704750673773</c:v>
                </c:pt>
                <c:pt idx="679">
                  <c:v>2.7853704750673773</c:v>
                </c:pt>
                <c:pt idx="680">
                  <c:v>2.7853704750673773</c:v>
                </c:pt>
                <c:pt idx="681">
                  <c:v>2.7853704750673773</c:v>
                </c:pt>
                <c:pt idx="682">
                  <c:v>2.7853704750673773</c:v>
                </c:pt>
                <c:pt idx="683">
                  <c:v>2.7853704750673773</c:v>
                </c:pt>
                <c:pt idx="684">
                  <c:v>2.7853704750673773</c:v>
                </c:pt>
                <c:pt idx="685">
                  <c:v>2.7853704750673773</c:v>
                </c:pt>
                <c:pt idx="686">
                  <c:v>2.7853704750673773</c:v>
                </c:pt>
                <c:pt idx="687">
                  <c:v>2.7853704750673773</c:v>
                </c:pt>
                <c:pt idx="688">
                  <c:v>2.7853704750673773</c:v>
                </c:pt>
                <c:pt idx="689">
                  <c:v>2.7853704750673773</c:v>
                </c:pt>
                <c:pt idx="690">
                  <c:v>2.7853704750673773</c:v>
                </c:pt>
                <c:pt idx="691">
                  <c:v>2.7853704750673773</c:v>
                </c:pt>
                <c:pt idx="692">
                  <c:v>2.7853704750673773</c:v>
                </c:pt>
                <c:pt idx="693">
                  <c:v>2.7853704750673773</c:v>
                </c:pt>
                <c:pt idx="694">
                  <c:v>2.7853704750673773</c:v>
                </c:pt>
                <c:pt idx="695">
                  <c:v>2.7853704750673773</c:v>
                </c:pt>
                <c:pt idx="696">
                  <c:v>2.7853704750673773</c:v>
                </c:pt>
                <c:pt idx="697">
                  <c:v>2.7853704750673773</c:v>
                </c:pt>
                <c:pt idx="698">
                  <c:v>2.7853704750673773</c:v>
                </c:pt>
                <c:pt idx="699">
                  <c:v>2.7853704750673773</c:v>
                </c:pt>
                <c:pt idx="700">
                  <c:v>2.7853704750673773</c:v>
                </c:pt>
                <c:pt idx="701">
                  <c:v>2.7853704750673773</c:v>
                </c:pt>
                <c:pt idx="702">
                  <c:v>2.7853704750673773</c:v>
                </c:pt>
                <c:pt idx="703">
                  <c:v>2.7853704750673773</c:v>
                </c:pt>
                <c:pt idx="704">
                  <c:v>2.7853704750673773</c:v>
                </c:pt>
                <c:pt idx="705">
                  <c:v>2.7853704750673773</c:v>
                </c:pt>
                <c:pt idx="706">
                  <c:v>2.7853704750673773</c:v>
                </c:pt>
                <c:pt idx="707">
                  <c:v>2.7853704750673773</c:v>
                </c:pt>
                <c:pt idx="708">
                  <c:v>2.7853704750673773</c:v>
                </c:pt>
                <c:pt idx="709">
                  <c:v>2.7853704750673773</c:v>
                </c:pt>
                <c:pt idx="710">
                  <c:v>2.7853704750673773</c:v>
                </c:pt>
                <c:pt idx="711">
                  <c:v>2.7853704750673773</c:v>
                </c:pt>
                <c:pt idx="712">
                  <c:v>2.7853704750673773</c:v>
                </c:pt>
                <c:pt idx="713">
                  <c:v>2.7853704750673773</c:v>
                </c:pt>
                <c:pt idx="714">
                  <c:v>2.7853704750673773</c:v>
                </c:pt>
                <c:pt idx="715">
                  <c:v>2.7853704750673773</c:v>
                </c:pt>
                <c:pt idx="716">
                  <c:v>2.7853704750673773</c:v>
                </c:pt>
                <c:pt idx="717">
                  <c:v>2.7853704750673773</c:v>
                </c:pt>
                <c:pt idx="718">
                  <c:v>2.7853704750673773</c:v>
                </c:pt>
                <c:pt idx="719">
                  <c:v>2.7853704750673773</c:v>
                </c:pt>
                <c:pt idx="720">
                  <c:v>2.7853704750673773</c:v>
                </c:pt>
                <c:pt idx="721">
                  <c:v>2.7853704750673773</c:v>
                </c:pt>
                <c:pt idx="722">
                  <c:v>2.7853704750673773</c:v>
                </c:pt>
                <c:pt idx="723">
                  <c:v>2.7853704750673773</c:v>
                </c:pt>
                <c:pt idx="724">
                  <c:v>2.7853704750673773</c:v>
                </c:pt>
                <c:pt idx="725">
                  <c:v>2.7853704750673773</c:v>
                </c:pt>
                <c:pt idx="726">
                  <c:v>2.7853704750673773</c:v>
                </c:pt>
                <c:pt idx="727">
                  <c:v>2.7853704750673773</c:v>
                </c:pt>
                <c:pt idx="728">
                  <c:v>2.7853704750673773</c:v>
                </c:pt>
                <c:pt idx="729">
                  <c:v>2.7853704750673773</c:v>
                </c:pt>
                <c:pt idx="730">
                  <c:v>2.7853704750673773</c:v>
                </c:pt>
                <c:pt idx="731">
                  <c:v>2.7853704750673773</c:v>
                </c:pt>
                <c:pt idx="732">
                  <c:v>2.7853704750673773</c:v>
                </c:pt>
                <c:pt idx="733">
                  <c:v>2.7853704750673773</c:v>
                </c:pt>
                <c:pt idx="734">
                  <c:v>2.7853704750673773</c:v>
                </c:pt>
                <c:pt idx="735">
                  <c:v>2.7853704750673773</c:v>
                </c:pt>
                <c:pt idx="736">
                  <c:v>2.7853704750673773</c:v>
                </c:pt>
                <c:pt idx="737">
                  <c:v>2.7853704750673773</c:v>
                </c:pt>
                <c:pt idx="738">
                  <c:v>2.7853704750673773</c:v>
                </c:pt>
                <c:pt idx="739">
                  <c:v>2.7853704750673773</c:v>
                </c:pt>
                <c:pt idx="740">
                  <c:v>2.7853704750673773</c:v>
                </c:pt>
                <c:pt idx="741">
                  <c:v>2.7853704750673773</c:v>
                </c:pt>
                <c:pt idx="742">
                  <c:v>2.7853704750673773</c:v>
                </c:pt>
                <c:pt idx="743">
                  <c:v>2.7853704750673773</c:v>
                </c:pt>
                <c:pt idx="744">
                  <c:v>2.7853704750673773</c:v>
                </c:pt>
                <c:pt idx="745">
                  <c:v>2.7853704750673773</c:v>
                </c:pt>
                <c:pt idx="746">
                  <c:v>2.7853704750673773</c:v>
                </c:pt>
                <c:pt idx="747">
                  <c:v>2.7853704750673773</c:v>
                </c:pt>
                <c:pt idx="748">
                  <c:v>2.7853704750673773</c:v>
                </c:pt>
                <c:pt idx="749">
                  <c:v>2.7853704750673773</c:v>
                </c:pt>
                <c:pt idx="750">
                  <c:v>2.7853704750673773</c:v>
                </c:pt>
                <c:pt idx="751">
                  <c:v>2.7853704750673773</c:v>
                </c:pt>
                <c:pt idx="752">
                  <c:v>2.7853704750673773</c:v>
                </c:pt>
                <c:pt idx="753">
                  <c:v>2.7853704750673773</c:v>
                </c:pt>
                <c:pt idx="754">
                  <c:v>2.7853704750673773</c:v>
                </c:pt>
                <c:pt idx="755">
                  <c:v>2.7853704750673773</c:v>
                </c:pt>
                <c:pt idx="756">
                  <c:v>2.7853704750673773</c:v>
                </c:pt>
                <c:pt idx="757">
                  <c:v>2.7853704750673773</c:v>
                </c:pt>
                <c:pt idx="758">
                  <c:v>2.7853704750673773</c:v>
                </c:pt>
                <c:pt idx="759">
                  <c:v>2.7853704750673773</c:v>
                </c:pt>
                <c:pt idx="760">
                  <c:v>2.7853704750673773</c:v>
                </c:pt>
                <c:pt idx="761">
                  <c:v>2.7853704750673773</c:v>
                </c:pt>
                <c:pt idx="762">
                  <c:v>2.7853704750673773</c:v>
                </c:pt>
                <c:pt idx="763">
                  <c:v>2.7853704750673773</c:v>
                </c:pt>
                <c:pt idx="764">
                  <c:v>2.7853704750673773</c:v>
                </c:pt>
                <c:pt idx="765">
                  <c:v>2.7853704750673773</c:v>
                </c:pt>
                <c:pt idx="766">
                  <c:v>2.7853704750673773</c:v>
                </c:pt>
                <c:pt idx="767">
                  <c:v>2.7853704750673773</c:v>
                </c:pt>
                <c:pt idx="768">
                  <c:v>2.7853704750673773</c:v>
                </c:pt>
                <c:pt idx="769">
                  <c:v>2.7853704750673773</c:v>
                </c:pt>
                <c:pt idx="770">
                  <c:v>2.7853704750673773</c:v>
                </c:pt>
                <c:pt idx="771">
                  <c:v>2.7853704750673773</c:v>
                </c:pt>
                <c:pt idx="772">
                  <c:v>2.7853704750673773</c:v>
                </c:pt>
                <c:pt idx="773">
                  <c:v>2.7853704750673773</c:v>
                </c:pt>
                <c:pt idx="774">
                  <c:v>2.7853704750673773</c:v>
                </c:pt>
                <c:pt idx="775">
                  <c:v>2.7853704750673773</c:v>
                </c:pt>
                <c:pt idx="776">
                  <c:v>2.7853704750673773</c:v>
                </c:pt>
                <c:pt idx="777">
                  <c:v>2.7853704750673773</c:v>
                </c:pt>
                <c:pt idx="778">
                  <c:v>2.7853704750673773</c:v>
                </c:pt>
                <c:pt idx="779">
                  <c:v>2.7853704750673773</c:v>
                </c:pt>
                <c:pt idx="780">
                  <c:v>2.7853704750673773</c:v>
                </c:pt>
                <c:pt idx="781">
                  <c:v>2.7853704750673773</c:v>
                </c:pt>
                <c:pt idx="782">
                  <c:v>2.7853704750673773</c:v>
                </c:pt>
                <c:pt idx="783">
                  <c:v>2.7853704750673773</c:v>
                </c:pt>
                <c:pt idx="784">
                  <c:v>2.7853704750673773</c:v>
                </c:pt>
                <c:pt idx="785">
                  <c:v>2.7853704750673773</c:v>
                </c:pt>
                <c:pt idx="786">
                  <c:v>2.7853704750673773</c:v>
                </c:pt>
                <c:pt idx="787">
                  <c:v>2.7853704750673773</c:v>
                </c:pt>
                <c:pt idx="788">
                  <c:v>2.7853704750673773</c:v>
                </c:pt>
                <c:pt idx="789">
                  <c:v>2.7853704750673773</c:v>
                </c:pt>
                <c:pt idx="790">
                  <c:v>2.7853704750673773</c:v>
                </c:pt>
                <c:pt idx="791">
                  <c:v>2.7853704750673773</c:v>
                </c:pt>
                <c:pt idx="792">
                  <c:v>2.7853704750673773</c:v>
                </c:pt>
                <c:pt idx="793">
                  <c:v>2.7853704750673773</c:v>
                </c:pt>
                <c:pt idx="794">
                  <c:v>2.7853704750673773</c:v>
                </c:pt>
                <c:pt idx="795">
                  <c:v>2.7853704750673773</c:v>
                </c:pt>
                <c:pt idx="796">
                  <c:v>2.7853704750673773</c:v>
                </c:pt>
                <c:pt idx="797">
                  <c:v>2.7853704750673773</c:v>
                </c:pt>
                <c:pt idx="798">
                  <c:v>2.7853704750673773</c:v>
                </c:pt>
                <c:pt idx="799">
                  <c:v>2.7853704750673773</c:v>
                </c:pt>
                <c:pt idx="800">
                  <c:v>2.7853704750673773</c:v>
                </c:pt>
                <c:pt idx="801">
                  <c:v>2.7853704750673773</c:v>
                </c:pt>
                <c:pt idx="802">
                  <c:v>2.7853704750673773</c:v>
                </c:pt>
                <c:pt idx="803">
                  <c:v>2.7853704750673773</c:v>
                </c:pt>
                <c:pt idx="804">
                  <c:v>2.7853704750673773</c:v>
                </c:pt>
                <c:pt idx="805">
                  <c:v>2.7853704750673773</c:v>
                </c:pt>
                <c:pt idx="806">
                  <c:v>2.7853704750673773</c:v>
                </c:pt>
                <c:pt idx="807">
                  <c:v>2.7853704750673773</c:v>
                </c:pt>
                <c:pt idx="808">
                  <c:v>2.7853704750673773</c:v>
                </c:pt>
                <c:pt idx="809">
                  <c:v>2.7853704750673773</c:v>
                </c:pt>
                <c:pt idx="810">
                  <c:v>2.7853704750673773</c:v>
                </c:pt>
                <c:pt idx="811">
                  <c:v>2.7853704750673773</c:v>
                </c:pt>
                <c:pt idx="812">
                  <c:v>2.7853704750673773</c:v>
                </c:pt>
                <c:pt idx="813">
                  <c:v>2.7853704750673773</c:v>
                </c:pt>
                <c:pt idx="814">
                  <c:v>2.7853704750673773</c:v>
                </c:pt>
                <c:pt idx="815">
                  <c:v>2.7853704750673773</c:v>
                </c:pt>
                <c:pt idx="816">
                  <c:v>2.7853704750673773</c:v>
                </c:pt>
                <c:pt idx="817">
                  <c:v>2.7853704750673773</c:v>
                </c:pt>
                <c:pt idx="818">
                  <c:v>2.7853704750673773</c:v>
                </c:pt>
                <c:pt idx="819">
                  <c:v>2.7853704750673773</c:v>
                </c:pt>
                <c:pt idx="820">
                  <c:v>2.7853704750673773</c:v>
                </c:pt>
                <c:pt idx="821">
                  <c:v>2.7853704750673773</c:v>
                </c:pt>
                <c:pt idx="822">
                  <c:v>2.7853704750673773</c:v>
                </c:pt>
                <c:pt idx="823">
                  <c:v>2.7853704750673773</c:v>
                </c:pt>
                <c:pt idx="824">
                  <c:v>2.7853704750673773</c:v>
                </c:pt>
                <c:pt idx="825">
                  <c:v>2.7853704750673773</c:v>
                </c:pt>
                <c:pt idx="826">
                  <c:v>2.7853704750673773</c:v>
                </c:pt>
                <c:pt idx="827">
                  <c:v>2.7853704750673773</c:v>
                </c:pt>
                <c:pt idx="828">
                  <c:v>2.7853704750673773</c:v>
                </c:pt>
                <c:pt idx="829">
                  <c:v>2.7853704750673773</c:v>
                </c:pt>
                <c:pt idx="830">
                  <c:v>2.7853704750673773</c:v>
                </c:pt>
                <c:pt idx="831">
                  <c:v>2.7853704750673773</c:v>
                </c:pt>
                <c:pt idx="832">
                  <c:v>2.7853704750673773</c:v>
                </c:pt>
                <c:pt idx="833">
                  <c:v>2.7853704750673773</c:v>
                </c:pt>
                <c:pt idx="834">
                  <c:v>2.7853704750673773</c:v>
                </c:pt>
                <c:pt idx="835">
                  <c:v>2.7853704750673773</c:v>
                </c:pt>
                <c:pt idx="836">
                  <c:v>2.7853704750673773</c:v>
                </c:pt>
                <c:pt idx="837">
                  <c:v>2.7853704750673773</c:v>
                </c:pt>
                <c:pt idx="838">
                  <c:v>2.7853704750673773</c:v>
                </c:pt>
                <c:pt idx="839">
                  <c:v>2.7853704750673773</c:v>
                </c:pt>
                <c:pt idx="840">
                  <c:v>2.7853704750673773</c:v>
                </c:pt>
                <c:pt idx="841">
                  <c:v>2.7853704750673773</c:v>
                </c:pt>
                <c:pt idx="842">
                  <c:v>2.7853704750673773</c:v>
                </c:pt>
                <c:pt idx="843">
                  <c:v>2.7853704750673773</c:v>
                </c:pt>
                <c:pt idx="844">
                  <c:v>2.7853704750673773</c:v>
                </c:pt>
                <c:pt idx="845">
                  <c:v>2.7853704750673773</c:v>
                </c:pt>
                <c:pt idx="846">
                  <c:v>2.7853704750673773</c:v>
                </c:pt>
                <c:pt idx="847">
                  <c:v>2.7853704750673773</c:v>
                </c:pt>
                <c:pt idx="848">
                  <c:v>2.7853704750673773</c:v>
                </c:pt>
                <c:pt idx="849">
                  <c:v>2.7853704750673773</c:v>
                </c:pt>
                <c:pt idx="850">
                  <c:v>2.7853704750673773</c:v>
                </c:pt>
                <c:pt idx="851">
                  <c:v>2.7853704750673773</c:v>
                </c:pt>
                <c:pt idx="852">
                  <c:v>2.7853704750673773</c:v>
                </c:pt>
                <c:pt idx="853">
                  <c:v>2.7853704750673773</c:v>
                </c:pt>
                <c:pt idx="854">
                  <c:v>2.7853704750673773</c:v>
                </c:pt>
                <c:pt idx="855">
                  <c:v>2.7853704750673773</c:v>
                </c:pt>
                <c:pt idx="856">
                  <c:v>2.7853704750673773</c:v>
                </c:pt>
                <c:pt idx="857">
                  <c:v>2.7853704750673773</c:v>
                </c:pt>
                <c:pt idx="858">
                  <c:v>2.7853704750673773</c:v>
                </c:pt>
                <c:pt idx="859">
                  <c:v>2.7853704750673773</c:v>
                </c:pt>
                <c:pt idx="860">
                  <c:v>2.7853704750673773</c:v>
                </c:pt>
                <c:pt idx="861">
                  <c:v>2.7853704750673773</c:v>
                </c:pt>
                <c:pt idx="862">
                  <c:v>2.7853704750673773</c:v>
                </c:pt>
                <c:pt idx="863">
                  <c:v>2.7853704750673773</c:v>
                </c:pt>
                <c:pt idx="864">
                  <c:v>2.7853704750673773</c:v>
                </c:pt>
                <c:pt idx="865">
                  <c:v>2.7853704750673773</c:v>
                </c:pt>
                <c:pt idx="866">
                  <c:v>2.7853704750673773</c:v>
                </c:pt>
                <c:pt idx="867">
                  <c:v>2.7853704750673773</c:v>
                </c:pt>
                <c:pt idx="868">
                  <c:v>2.7853704750673773</c:v>
                </c:pt>
                <c:pt idx="869">
                  <c:v>2.7853704750673773</c:v>
                </c:pt>
                <c:pt idx="870">
                  <c:v>2.7853704750673773</c:v>
                </c:pt>
                <c:pt idx="871">
                  <c:v>2.7853704750673773</c:v>
                </c:pt>
                <c:pt idx="872">
                  <c:v>2.7853704750673773</c:v>
                </c:pt>
                <c:pt idx="873">
                  <c:v>2.7853704750673773</c:v>
                </c:pt>
                <c:pt idx="874">
                  <c:v>2.7853704750673773</c:v>
                </c:pt>
                <c:pt idx="875">
                  <c:v>2.7853704750673773</c:v>
                </c:pt>
                <c:pt idx="876">
                  <c:v>2.7853704750673773</c:v>
                </c:pt>
                <c:pt idx="877">
                  <c:v>2.7853704750673773</c:v>
                </c:pt>
                <c:pt idx="878">
                  <c:v>2.7853704750673773</c:v>
                </c:pt>
                <c:pt idx="879">
                  <c:v>2.7853704750673773</c:v>
                </c:pt>
                <c:pt idx="880">
                  <c:v>2.7853704750673773</c:v>
                </c:pt>
                <c:pt idx="881">
                  <c:v>2.7853704750673773</c:v>
                </c:pt>
                <c:pt idx="882">
                  <c:v>2.7853704750673773</c:v>
                </c:pt>
                <c:pt idx="883">
                  <c:v>2.7853704750673773</c:v>
                </c:pt>
                <c:pt idx="884">
                  <c:v>2.7853704750673773</c:v>
                </c:pt>
                <c:pt idx="885">
                  <c:v>2.7853704750673773</c:v>
                </c:pt>
                <c:pt idx="886">
                  <c:v>2.7853704750673773</c:v>
                </c:pt>
                <c:pt idx="887">
                  <c:v>2.7853704750673773</c:v>
                </c:pt>
                <c:pt idx="888">
                  <c:v>2.7853704750673773</c:v>
                </c:pt>
                <c:pt idx="889">
                  <c:v>2.7853704750673773</c:v>
                </c:pt>
                <c:pt idx="890">
                  <c:v>2.7853704750673773</c:v>
                </c:pt>
                <c:pt idx="891">
                  <c:v>2.7853704750673773</c:v>
                </c:pt>
                <c:pt idx="892">
                  <c:v>2.7853704750673773</c:v>
                </c:pt>
                <c:pt idx="893">
                  <c:v>2.7853704750673773</c:v>
                </c:pt>
                <c:pt idx="894">
                  <c:v>2.7853704750673773</c:v>
                </c:pt>
                <c:pt idx="895">
                  <c:v>2.7853704750673773</c:v>
                </c:pt>
                <c:pt idx="896">
                  <c:v>2.7853704750673773</c:v>
                </c:pt>
                <c:pt idx="897">
                  <c:v>2.7853704750673773</c:v>
                </c:pt>
                <c:pt idx="898">
                  <c:v>2.7853704750673773</c:v>
                </c:pt>
                <c:pt idx="899">
                  <c:v>2.7853704750673773</c:v>
                </c:pt>
                <c:pt idx="900">
                  <c:v>2.7853704750673773</c:v>
                </c:pt>
                <c:pt idx="901">
                  <c:v>2.7853704750673773</c:v>
                </c:pt>
                <c:pt idx="902">
                  <c:v>2.7853704750673773</c:v>
                </c:pt>
                <c:pt idx="903">
                  <c:v>2.7853704750673773</c:v>
                </c:pt>
                <c:pt idx="904">
                  <c:v>2.7853704750673773</c:v>
                </c:pt>
                <c:pt idx="905">
                  <c:v>2.7853704750673773</c:v>
                </c:pt>
                <c:pt idx="906">
                  <c:v>2.7853704750673773</c:v>
                </c:pt>
                <c:pt idx="907">
                  <c:v>2.7853704750673773</c:v>
                </c:pt>
                <c:pt idx="908">
                  <c:v>2.7853704750673773</c:v>
                </c:pt>
                <c:pt idx="909">
                  <c:v>2.7853704750673773</c:v>
                </c:pt>
                <c:pt idx="910">
                  <c:v>2.7853704750673773</c:v>
                </c:pt>
                <c:pt idx="911">
                  <c:v>2.7853704750673773</c:v>
                </c:pt>
                <c:pt idx="912">
                  <c:v>2.7853704750673773</c:v>
                </c:pt>
                <c:pt idx="913">
                  <c:v>2.7853704750673773</c:v>
                </c:pt>
                <c:pt idx="914">
                  <c:v>2.7853704750673773</c:v>
                </c:pt>
                <c:pt idx="915">
                  <c:v>2.7853704750673773</c:v>
                </c:pt>
                <c:pt idx="916">
                  <c:v>2.7853704750673773</c:v>
                </c:pt>
                <c:pt idx="917">
                  <c:v>2.7853704750673773</c:v>
                </c:pt>
                <c:pt idx="918">
                  <c:v>2.7853704750673773</c:v>
                </c:pt>
                <c:pt idx="919">
                  <c:v>2.7853704750673773</c:v>
                </c:pt>
                <c:pt idx="920">
                  <c:v>2.7853704750673773</c:v>
                </c:pt>
                <c:pt idx="921">
                  <c:v>2.7853704750673773</c:v>
                </c:pt>
                <c:pt idx="922">
                  <c:v>2.7853704750673773</c:v>
                </c:pt>
                <c:pt idx="923">
                  <c:v>2.7853704750673773</c:v>
                </c:pt>
                <c:pt idx="924">
                  <c:v>2.7853704750673773</c:v>
                </c:pt>
                <c:pt idx="925">
                  <c:v>2.7853704750673773</c:v>
                </c:pt>
                <c:pt idx="926">
                  <c:v>2.7853704750673773</c:v>
                </c:pt>
                <c:pt idx="927">
                  <c:v>2.7853704750673773</c:v>
                </c:pt>
                <c:pt idx="928">
                  <c:v>2.7853704750673773</c:v>
                </c:pt>
                <c:pt idx="929">
                  <c:v>2.7853704750673773</c:v>
                </c:pt>
                <c:pt idx="930">
                  <c:v>2.7853704750673773</c:v>
                </c:pt>
                <c:pt idx="931">
                  <c:v>2.7853704750673773</c:v>
                </c:pt>
                <c:pt idx="932">
                  <c:v>2.7853704750673773</c:v>
                </c:pt>
                <c:pt idx="933">
                  <c:v>2.7853704750673773</c:v>
                </c:pt>
                <c:pt idx="934">
                  <c:v>2.7853704750673773</c:v>
                </c:pt>
                <c:pt idx="935">
                  <c:v>2.7853704750673773</c:v>
                </c:pt>
                <c:pt idx="936">
                  <c:v>2.7853704750673773</c:v>
                </c:pt>
                <c:pt idx="937">
                  <c:v>2.7853704750673773</c:v>
                </c:pt>
                <c:pt idx="938">
                  <c:v>2.7853704750673773</c:v>
                </c:pt>
                <c:pt idx="939">
                  <c:v>2.7853704750673773</c:v>
                </c:pt>
                <c:pt idx="940">
                  <c:v>2.7853704750673773</c:v>
                </c:pt>
                <c:pt idx="941">
                  <c:v>2.7853704750673773</c:v>
                </c:pt>
                <c:pt idx="942">
                  <c:v>2.7853704750673773</c:v>
                </c:pt>
                <c:pt idx="943">
                  <c:v>2.7853704750673773</c:v>
                </c:pt>
                <c:pt idx="944">
                  <c:v>2.7853704750673773</c:v>
                </c:pt>
                <c:pt idx="945">
                  <c:v>2.7853704750673773</c:v>
                </c:pt>
                <c:pt idx="946">
                  <c:v>2.7853704750673773</c:v>
                </c:pt>
                <c:pt idx="947">
                  <c:v>2.7853704750673773</c:v>
                </c:pt>
                <c:pt idx="948">
                  <c:v>2.7853704750673773</c:v>
                </c:pt>
                <c:pt idx="949">
                  <c:v>2.7853704750673773</c:v>
                </c:pt>
                <c:pt idx="950">
                  <c:v>2.7853704750673773</c:v>
                </c:pt>
                <c:pt idx="951">
                  <c:v>2.7853704750673773</c:v>
                </c:pt>
                <c:pt idx="952">
                  <c:v>2.7853704750673773</c:v>
                </c:pt>
                <c:pt idx="953">
                  <c:v>2.7853704750673773</c:v>
                </c:pt>
                <c:pt idx="954">
                  <c:v>2.7853704750673773</c:v>
                </c:pt>
                <c:pt idx="955">
                  <c:v>2.7853704750673773</c:v>
                </c:pt>
                <c:pt idx="956">
                  <c:v>2.7853704750673773</c:v>
                </c:pt>
                <c:pt idx="957">
                  <c:v>2.7853704750673773</c:v>
                </c:pt>
                <c:pt idx="958">
                  <c:v>2.7853704750673773</c:v>
                </c:pt>
                <c:pt idx="959">
                  <c:v>2.7853704750673773</c:v>
                </c:pt>
                <c:pt idx="960">
                  <c:v>2.7853704750673773</c:v>
                </c:pt>
                <c:pt idx="961">
                  <c:v>2.7853704750673773</c:v>
                </c:pt>
                <c:pt idx="962">
                  <c:v>2.7853704750673773</c:v>
                </c:pt>
                <c:pt idx="963">
                  <c:v>2.7853704750673773</c:v>
                </c:pt>
                <c:pt idx="964">
                  <c:v>2.7853704750673773</c:v>
                </c:pt>
                <c:pt idx="965">
                  <c:v>2.7853704750673773</c:v>
                </c:pt>
                <c:pt idx="966">
                  <c:v>2.7853704750673773</c:v>
                </c:pt>
                <c:pt idx="967">
                  <c:v>2.7853704750673773</c:v>
                </c:pt>
                <c:pt idx="968">
                  <c:v>2.7853704750673773</c:v>
                </c:pt>
                <c:pt idx="969">
                  <c:v>2.7853704750673773</c:v>
                </c:pt>
                <c:pt idx="970">
                  <c:v>2.7853704750673773</c:v>
                </c:pt>
                <c:pt idx="971">
                  <c:v>2.7853704750673773</c:v>
                </c:pt>
                <c:pt idx="972">
                  <c:v>2.7853704750673773</c:v>
                </c:pt>
                <c:pt idx="973">
                  <c:v>2.7853704750673773</c:v>
                </c:pt>
                <c:pt idx="974">
                  <c:v>2.7853704750673773</c:v>
                </c:pt>
                <c:pt idx="975">
                  <c:v>2.7853704750673773</c:v>
                </c:pt>
                <c:pt idx="976">
                  <c:v>2.7853704750673773</c:v>
                </c:pt>
                <c:pt idx="977">
                  <c:v>2.7853704750673773</c:v>
                </c:pt>
                <c:pt idx="978">
                  <c:v>2.7853704750673773</c:v>
                </c:pt>
                <c:pt idx="979">
                  <c:v>2.7853704750673773</c:v>
                </c:pt>
                <c:pt idx="980">
                  <c:v>2.7853704750673773</c:v>
                </c:pt>
                <c:pt idx="981">
                  <c:v>2.7853704750673773</c:v>
                </c:pt>
                <c:pt idx="982">
                  <c:v>2.7853704750673773</c:v>
                </c:pt>
                <c:pt idx="983">
                  <c:v>2.7853704750673773</c:v>
                </c:pt>
                <c:pt idx="984">
                  <c:v>2.7853704750673773</c:v>
                </c:pt>
                <c:pt idx="985">
                  <c:v>2.7853704750673773</c:v>
                </c:pt>
                <c:pt idx="986">
                  <c:v>2.7853704750673773</c:v>
                </c:pt>
                <c:pt idx="987">
                  <c:v>2.7853704750673773</c:v>
                </c:pt>
                <c:pt idx="988">
                  <c:v>2.7853704750673773</c:v>
                </c:pt>
                <c:pt idx="989">
                  <c:v>2.7853704750673773</c:v>
                </c:pt>
                <c:pt idx="990">
                  <c:v>2.7853704750673773</c:v>
                </c:pt>
                <c:pt idx="991">
                  <c:v>2.7853704750673773</c:v>
                </c:pt>
                <c:pt idx="992">
                  <c:v>2.7853704750673773</c:v>
                </c:pt>
                <c:pt idx="993">
                  <c:v>2.7853704750673773</c:v>
                </c:pt>
                <c:pt idx="994">
                  <c:v>2.7853704750673773</c:v>
                </c:pt>
                <c:pt idx="995">
                  <c:v>2.7853704750673773</c:v>
                </c:pt>
                <c:pt idx="996">
                  <c:v>2.7853704750673773</c:v>
                </c:pt>
                <c:pt idx="997">
                  <c:v>2.7853704750673773</c:v>
                </c:pt>
                <c:pt idx="998">
                  <c:v>2.7853704750673773</c:v>
                </c:pt>
                <c:pt idx="999">
                  <c:v>2.7853704750673773</c:v>
                </c:pt>
                <c:pt idx="1000">
                  <c:v>2.7853704750673773</c:v>
                </c:pt>
                <c:pt idx="1001">
                  <c:v>2.7853704750673773</c:v>
                </c:pt>
                <c:pt idx="1002">
                  <c:v>2.7853704750673773</c:v>
                </c:pt>
                <c:pt idx="1003">
                  <c:v>2.7853704750673773</c:v>
                </c:pt>
                <c:pt idx="1004">
                  <c:v>2.7853704750673773</c:v>
                </c:pt>
                <c:pt idx="1005">
                  <c:v>2.7853704750673773</c:v>
                </c:pt>
                <c:pt idx="1006">
                  <c:v>2.7853704750673773</c:v>
                </c:pt>
                <c:pt idx="1007">
                  <c:v>2.7853704750673773</c:v>
                </c:pt>
                <c:pt idx="1008">
                  <c:v>2.7853704750673773</c:v>
                </c:pt>
                <c:pt idx="1009">
                  <c:v>2.7853704750673773</c:v>
                </c:pt>
                <c:pt idx="1010">
                  <c:v>2.7853704750673773</c:v>
                </c:pt>
                <c:pt idx="1011">
                  <c:v>2.7853704750673773</c:v>
                </c:pt>
                <c:pt idx="1012">
                  <c:v>2.7853704750673773</c:v>
                </c:pt>
                <c:pt idx="1013">
                  <c:v>2.7853704750673773</c:v>
                </c:pt>
                <c:pt idx="1014">
                  <c:v>2.7853704750673773</c:v>
                </c:pt>
                <c:pt idx="1015">
                  <c:v>2.7853704750673773</c:v>
                </c:pt>
                <c:pt idx="1016">
                  <c:v>2.7853704750673773</c:v>
                </c:pt>
                <c:pt idx="1017">
                  <c:v>2.7853704750673773</c:v>
                </c:pt>
                <c:pt idx="1018">
                  <c:v>2.7853704750673773</c:v>
                </c:pt>
                <c:pt idx="1019">
                  <c:v>2.7853704750673773</c:v>
                </c:pt>
                <c:pt idx="1020">
                  <c:v>2.7853704750673773</c:v>
                </c:pt>
                <c:pt idx="1021">
                  <c:v>2.7853704750673773</c:v>
                </c:pt>
                <c:pt idx="1022">
                  <c:v>2.7853704750673773</c:v>
                </c:pt>
                <c:pt idx="1023">
                  <c:v>2.7853704750673773</c:v>
                </c:pt>
                <c:pt idx="1024">
                  <c:v>2.7853704750673773</c:v>
                </c:pt>
                <c:pt idx="1025">
                  <c:v>2.7853704750673773</c:v>
                </c:pt>
                <c:pt idx="1026">
                  <c:v>2.7853704750673773</c:v>
                </c:pt>
                <c:pt idx="1027">
                  <c:v>2.7853704750673773</c:v>
                </c:pt>
                <c:pt idx="1028">
                  <c:v>2.7853704750673773</c:v>
                </c:pt>
                <c:pt idx="1029">
                  <c:v>2.7853704750673773</c:v>
                </c:pt>
                <c:pt idx="1030">
                  <c:v>2.7853704750673773</c:v>
                </c:pt>
                <c:pt idx="1031">
                  <c:v>2.7853704750673773</c:v>
                </c:pt>
                <c:pt idx="1032">
                  <c:v>2.7853704750673773</c:v>
                </c:pt>
                <c:pt idx="1033">
                  <c:v>2.7853704750673773</c:v>
                </c:pt>
                <c:pt idx="1034">
                  <c:v>2.7853704750673773</c:v>
                </c:pt>
                <c:pt idx="1035">
                  <c:v>2.7853704750673773</c:v>
                </c:pt>
                <c:pt idx="1036">
                  <c:v>2.7853704750673773</c:v>
                </c:pt>
                <c:pt idx="1037">
                  <c:v>2.7853704750673773</c:v>
                </c:pt>
                <c:pt idx="1038">
                  <c:v>2.7853704750673773</c:v>
                </c:pt>
                <c:pt idx="1039">
                  <c:v>2.7853704750673773</c:v>
                </c:pt>
                <c:pt idx="1040">
                  <c:v>2.7853704750673773</c:v>
                </c:pt>
                <c:pt idx="1041">
                  <c:v>2.7853704750673773</c:v>
                </c:pt>
                <c:pt idx="1042">
                  <c:v>2.7853704750673773</c:v>
                </c:pt>
                <c:pt idx="1043">
                  <c:v>2.7853704750673773</c:v>
                </c:pt>
                <c:pt idx="1044">
                  <c:v>2.7853704750673773</c:v>
                </c:pt>
                <c:pt idx="1045">
                  <c:v>2.7853704750673773</c:v>
                </c:pt>
                <c:pt idx="1046">
                  <c:v>2.7853704750673773</c:v>
                </c:pt>
                <c:pt idx="1047">
                  <c:v>2.7853704750673773</c:v>
                </c:pt>
                <c:pt idx="1048">
                  <c:v>2.7853704750673773</c:v>
                </c:pt>
                <c:pt idx="1049">
                  <c:v>2.7853704750673773</c:v>
                </c:pt>
                <c:pt idx="1050">
                  <c:v>2.7853704750673773</c:v>
                </c:pt>
                <c:pt idx="1051">
                  <c:v>2.7853704750673773</c:v>
                </c:pt>
                <c:pt idx="1052">
                  <c:v>2.7853704750673773</c:v>
                </c:pt>
                <c:pt idx="1053">
                  <c:v>2.7853704750673773</c:v>
                </c:pt>
                <c:pt idx="1054">
                  <c:v>2.7853704750673773</c:v>
                </c:pt>
                <c:pt idx="1055">
                  <c:v>2.7853704750673773</c:v>
                </c:pt>
                <c:pt idx="1056">
                  <c:v>2.7853704750673773</c:v>
                </c:pt>
                <c:pt idx="1057">
                  <c:v>2.7853704750673773</c:v>
                </c:pt>
                <c:pt idx="1058">
                  <c:v>2.7853704750673773</c:v>
                </c:pt>
                <c:pt idx="1059">
                  <c:v>2.7853704750673773</c:v>
                </c:pt>
                <c:pt idx="1060">
                  <c:v>2.7853704750673773</c:v>
                </c:pt>
                <c:pt idx="1061">
                  <c:v>2.7853704750673773</c:v>
                </c:pt>
                <c:pt idx="1062">
                  <c:v>2.7853704750673773</c:v>
                </c:pt>
                <c:pt idx="1063">
                  <c:v>2.7853704750673773</c:v>
                </c:pt>
                <c:pt idx="1064">
                  <c:v>2.7853704750673773</c:v>
                </c:pt>
                <c:pt idx="1065">
                  <c:v>2.7853704750673773</c:v>
                </c:pt>
                <c:pt idx="1066">
                  <c:v>2.7853704750673773</c:v>
                </c:pt>
                <c:pt idx="1067">
                  <c:v>2.7853704750673773</c:v>
                </c:pt>
                <c:pt idx="1068">
                  <c:v>2.7853704750673773</c:v>
                </c:pt>
                <c:pt idx="1069">
                  <c:v>2.7853704750673773</c:v>
                </c:pt>
                <c:pt idx="1070">
                  <c:v>2.7853704750673773</c:v>
                </c:pt>
                <c:pt idx="1071">
                  <c:v>2.7853704750673773</c:v>
                </c:pt>
                <c:pt idx="1072">
                  <c:v>2.7853704750673773</c:v>
                </c:pt>
                <c:pt idx="1073">
                  <c:v>2.7853704750673773</c:v>
                </c:pt>
                <c:pt idx="1074">
                  <c:v>2.7853704750673773</c:v>
                </c:pt>
                <c:pt idx="1075">
                  <c:v>2.7853704750673773</c:v>
                </c:pt>
                <c:pt idx="1076">
                  <c:v>2.7853704750673773</c:v>
                </c:pt>
                <c:pt idx="1077">
                  <c:v>2.7853704750673773</c:v>
                </c:pt>
                <c:pt idx="1078">
                  <c:v>2.7853704750673773</c:v>
                </c:pt>
                <c:pt idx="1079">
                  <c:v>2.7853704750673773</c:v>
                </c:pt>
                <c:pt idx="1080">
                  <c:v>2.7853704750673773</c:v>
                </c:pt>
                <c:pt idx="1081">
                  <c:v>2.7853704750673773</c:v>
                </c:pt>
                <c:pt idx="1082">
                  <c:v>2.7853704750673773</c:v>
                </c:pt>
                <c:pt idx="1083">
                  <c:v>2.7853704750673773</c:v>
                </c:pt>
                <c:pt idx="1084">
                  <c:v>2.7853704750673773</c:v>
                </c:pt>
                <c:pt idx="1085">
                  <c:v>2.7853704750673773</c:v>
                </c:pt>
                <c:pt idx="1086">
                  <c:v>2.7853704750673773</c:v>
                </c:pt>
                <c:pt idx="1087">
                  <c:v>2.7853704750673773</c:v>
                </c:pt>
                <c:pt idx="1088">
                  <c:v>2.7853704750673773</c:v>
                </c:pt>
                <c:pt idx="1089">
                  <c:v>2.7853704750673773</c:v>
                </c:pt>
                <c:pt idx="1090">
                  <c:v>2.7853704750673773</c:v>
                </c:pt>
                <c:pt idx="1091">
                  <c:v>2.7853704750673773</c:v>
                </c:pt>
                <c:pt idx="1092">
                  <c:v>2.7853704750673773</c:v>
                </c:pt>
                <c:pt idx="1093">
                  <c:v>2.7853704750673773</c:v>
                </c:pt>
                <c:pt idx="1094">
                  <c:v>2.7853704750673773</c:v>
                </c:pt>
                <c:pt idx="1095">
                  <c:v>2.7853704750673773</c:v>
                </c:pt>
                <c:pt idx="1096">
                  <c:v>2.7853704750673773</c:v>
                </c:pt>
                <c:pt idx="1097">
                  <c:v>2.7853704750673773</c:v>
                </c:pt>
                <c:pt idx="1098">
                  <c:v>2.7853704750673773</c:v>
                </c:pt>
                <c:pt idx="1099">
                  <c:v>2.7853704750673773</c:v>
                </c:pt>
                <c:pt idx="1100">
                  <c:v>2.7853704750673773</c:v>
                </c:pt>
                <c:pt idx="1101">
                  <c:v>2.7853704750673773</c:v>
                </c:pt>
                <c:pt idx="1102">
                  <c:v>2.7853704750673773</c:v>
                </c:pt>
                <c:pt idx="1103">
                  <c:v>2.7853704750673773</c:v>
                </c:pt>
                <c:pt idx="1104">
                  <c:v>2.7853704750673773</c:v>
                </c:pt>
                <c:pt idx="1105">
                  <c:v>2.7853704750673773</c:v>
                </c:pt>
                <c:pt idx="1106">
                  <c:v>2.7853704750673773</c:v>
                </c:pt>
                <c:pt idx="1107">
                  <c:v>2.7853704750673773</c:v>
                </c:pt>
                <c:pt idx="1108">
                  <c:v>2.7853704750673773</c:v>
                </c:pt>
                <c:pt idx="1109">
                  <c:v>2.7853704750673773</c:v>
                </c:pt>
                <c:pt idx="1110">
                  <c:v>2.7853704750673773</c:v>
                </c:pt>
                <c:pt idx="1111">
                  <c:v>2.7853704750673773</c:v>
                </c:pt>
                <c:pt idx="1112">
                  <c:v>2.7853704750673773</c:v>
                </c:pt>
                <c:pt idx="1113">
                  <c:v>2.7853704750673773</c:v>
                </c:pt>
                <c:pt idx="1114">
                  <c:v>2.7853704750673773</c:v>
                </c:pt>
                <c:pt idx="1115">
                  <c:v>2.7853704750673773</c:v>
                </c:pt>
                <c:pt idx="1116">
                  <c:v>2.7853704750673773</c:v>
                </c:pt>
                <c:pt idx="1117">
                  <c:v>2.7853704750673773</c:v>
                </c:pt>
                <c:pt idx="1118">
                  <c:v>2.7853704750673773</c:v>
                </c:pt>
                <c:pt idx="1119">
                  <c:v>2.7853704750673773</c:v>
                </c:pt>
                <c:pt idx="1120">
                  <c:v>2.7853704750673773</c:v>
                </c:pt>
                <c:pt idx="1121">
                  <c:v>2.7853704750673773</c:v>
                </c:pt>
                <c:pt idx="1122">
                  <c:v>2.7853704750673773</c:v>
                </c:pt>
                <c:pt idx="1123">
                  <c:v>2.7853704750673773</c:v>
                </c:pt>
                <c:pt idx="1124">
                  <c:v>2.7853704750673773</c:v>
                </c:pt>
                <c:pt idx="1125">
                  <c:v>2.7853704750673773</c:v>
                </c:pt>
                <c:pt idx="1126">
                  <c:v>2.7853704750673773</c:v>
                </c:pt>
                <c:pt idx="1127">
                  <c:v>2.7853704750673773</c:v>
                </c:pt>
                <c:pt idx="1128">
                  <c:v>2.7853704750673773</c:v>
                </c:pt>
                <c:pt idx="1129">
                  <c:v>2.7853704750673773</c:v>
                </c:pt>
                <c:pt idx="1130">
                  <c:v>2.7853704750673773</c:v>
                </c:pt>
                <c:pt idx="1131">
                  <c:v>2.7853704750673773</c:v>
                </c:pt>
                <c:pt idx="1132">
                  <c:v>2.7853704750673773</c:v>
                </c:pt>
                <c:pt idx="1133">
                  <c:v>2.7853704750673773</c:v>
                </c:pt>
                <c:pt idx="1134">
                  <c:v>2.7853704750673773</c:v>
                </c:pt>
                <c:pt idx="1135">
                  <c:v>2.7853704750673773</c:v>
                </c:pt>
                <c:pt idx="1136">
                  <c:v>2.7853704750673773</c:v>
                </c:pt>
                <c:pt idx="1137">
                  <c:v>2.7853704750673773</c:v>
                </c:pt>
                <c:pt idx="1138">
                  <c:v>2.7853704750673773</c:v>
                </c:pt>
                <c:pt idx="1139">
                  <c:v>2.7853704750673773</c:v>
                </c:pt>
                <c:pt idx="1140">
                  <c:v>2.7853704750673773</c:v>
                </c:pt>
                <c:pt idx="1141">
                  <c:v>2.7853704750673773</c:v>
                </c:pt>
                <c:pt idx="1142">
                  <c:v>2.7853704750673773</c:v>
                </c:pt>
                <c:pt idx="1143">
                  <c:v>2.7853704750673773</c:v>
                </c:pt>
                <c:pt idx="1144">
                  <c:v>2.7853704750673773</c:v>
                </c:pt>
                <c:pt idx="1145">
                  <c:v>2.7853704750673773</c:v>
                </c:pt>
                <c:pt idx="1146">
                  <c:v>2.7853704750673773</c:v>
                </c:pt>
                <c:pt idx="1147">
                  <c:v>2.7853704750673773</c:v>
                </c:pt>
                <c:pt idx="1148">
                  <c:v>2.7853704750673773</c:v>
                </c:pt>
                <c:pt idx="1149">
                  <c:v>2.7853704750673773</c:v>
                </c:pt>
                <c:pt idx="1150">
                  <c:v>2.7853704750673773</c:v>
                </c:pt>
                <c:pt idx="1151">
                  <c:v>2.7853704750673773</c:v>
                </c:pt>
                <c:pt idx="1152">
                  <c:v>2.7853704750673773</c:v>
                </c:pt>
                <c:pt idx="1153">
                  <c:v>2.7853704750673773</c:v>
                </c:pt>
                <c:pt idx="1154">
                  <c:v>2.7853704750673773</c:v>
                </c:pt>
                <c:pt idx="1155">
                  <c:v>2.7853704750673773</c:v>
                </c:pt>
                <c:pt idx="1156">
                  <c:v>2.7853704750673773</c:v>
                </c:pt>
                <c:pt idx="1157">
                  <c:v>2.7853704750673773</c:v>
                </c:pt>
                <c:pt idx="1158">
                  <c:v>2.7853704750673773</c:v>
                </c:pt>
                <c:pt idx="1159">
                  <c:v>2.7853704750673773</c:v>
                </c:pt>
                <c:pt idx="1160">
                  <c:v>2.7853704750673773</c:v>
                </c:pt>
                <c:pt idx="1161">
                  <c:v>2.7853704750673773</c:v>
                </c:pt>
                <c:pt idx="1162">
                  <c:v>2.7853704750673773</c:v>
                </c:pt>
                <c:pt idx="1163">
                  <c:v>2.7853704750673773</c:v>
                </c:pt>
                <c:pt idx="1164">
                  <c:v>2.7853704750673773</c:v>
                </c:pt>
                <c:pt idx="1165">
                  <c:v>2.7853704750673773</c:v>
                </c:pt>
                <c:pt idx="1166">
                  <c:v>2.7853704750673773</c:v>
                </c:pt>
                <c:pt idx="1167">
                  <c:v>2.7853704750673773</c:v>
                </c:pt>
                <c:pt idx="1168">
                  <c:v>2.7853704750673773</c:v>
                </c:pt>
                <c:pt idx="1169">
                  <c:v>2.7853704750673773</c:v>
                </c:pt>
                <c:pt idx="1170">
                  <c:v>2.7853704750673773</c:v>
                </c:pt>
                <c:pt idx="1171">
                  <c:v>2.7853704750673773</c:v>
                </c:pt>
                <c:pt idx="1172">
                  <c:v>2.7853704750673773</c:v>
                </c:pt>
                <c:pt idx="1173">
                  <c:v>2.7853704750673773</c:v>
                </c:pt>
                <c:pt idx="1174">
                  <c:v>2.7853704750673773</c:v>
                </c:pt>
                <c:pt idx="1175">
                  <c:v>2.7853704750673773</c:v>
                </c:pt>
                <c:pt idx="1176">
                  <c:v>2.7853704750673773</c:v>
                </c:pt>
                <c:pt idx="1177">
                  <c:v>2.7853704750673773</c:v>
                </c:pt>
                <c:pt idx="1178">
                  <c:v>2.7853704750673773</c:v>
                </c:pt>
                <c:pt idx="1179">
                  <c:v>2.7853704750673773</c:v>
                </c:pt>
                <c:pt idx="1180">
                  <c:v>2.7853704750673773</c:v>
                </c:pt>
                <c:pt idx="1181">
                  <c:v>2.7853704750673773</c:v>
                </c:pt>
                <c:pt idx="1182">
                  <c:v>2.7853704750673773</c:v>
                </c:pt>
                <c:pt idx="1183">
                  <c:v>2.7853704750673773</c:v>
                </c:pt>
                <c:pt idx="1184">
                  <c:v>2.7853704750673773</c:v>
                </c:pt>
                <c:pt idx="1185">
                  <c:v>2.7853704750673773</c:v>
                </c:pt>
                <c:pt idx="1186">
                  <c:v>2.7853704750673773</c:v>
                </c:pt>
                <c:pt idx="1187">
                  <c:v>2.7853704750673773</c:v>
                </c:pt>
                <c:pt idx="1188">
                  <c:v>2.7853704750673773</c:v>
                </c:pt>
                <c:pt idx="1189">
                  <c:v>2.7853704750673773</c:v>
                </c:pt>
                <c:pt idx="1190">
                  <c:v>2.7853704750673773</c:v>
                </c:pt>
                <c:pt idx="1191">
                  <c:v>2.7853704750673773</c:v>
                </c:pt>
                <c:pt idx="1192">
                  <c:v>2.7853704750673773</c:v>
                </c:pt>
                <c:pt idx="1193">
                  <c:v>2.7853704750673773</c:v>
                </c:pt>
                <c:pt idx="1194">
                  <c:v>2.7853704750673773</c:v>
                </c:pt>
                <c:pt idx="1195">
                  <c:v>2.7853704750673773</c:v>
                </c:pt>
                <c:pt idx="1196">
                  <c:v>2.7853704750673773</c:v>
                </c:pt>
                <c:pt idx="1197">
                  <c:v>2.7853704750673773</c:v>
                </c:pt>
                <c:pt idx="1198">
                  <c:v>2.7853704750673773</c:v>
                </c:pt>
                <c:pt idx="1199">
                  <c:v>2.7853704750673773</c:v>
                </c:pt>
                <c:pt idx="1200">
                  <c:v>2.7853704750673773</c:v>
                </c:pt>
                <c:pt idx="1201">
                  <c:v>2.7853704750673773</c:v>
                </c:pt>
                <c:pt idx="1202">
                  <c:v>2.7853704750673773</c:v>
                </c:pt>
                <c:pt idx="1203">
                  <c:v>2.7853704750673773</c:v>
                </c:pt>
                <c:pt idx="1204">
                  <c:v>2.7853704750673773</c:v>
                </c:pt>
                <c:pt idx="1205">
                  <c:v>2.7853704750673773</c:v>
                </c:pt>
                <c:pt idx="1206">
                  <c:v>2.7853704750673773</c:v>
                </c:pt>
                <c:pt idx="1207">
                  <c:v>2.7853704750673773</c:v>
                </c:pt>
                <c:pt idx="1208">
                  <c:v>2.7853704750673773</c:v>
                </c:pt>
                <c:pt idx="1209">
                  <c:v>2.7853704750673773</c:v>
                </c:pt>
                <c:pt idx="1210">
                  <c:v>2.7853704750673773</c:v>
                </c:pt>
                <c:pt idx="1211">
                  <c:v>2.7853704750673773</c:v>
                </c:pt>
                <c:pt idx="1212">
                  <c:v>2.7853704750673773</c:v>
                </c:pt>
                <c:pt idx="1213">
                  <c:v>2.7853704750673773</c:v>
                </c:pt>
                <c:pt idx="1214">
                  <c:v>2.7853704750673773</c:v>
                </c:pt>
                <c:pt idx="1215">
                  <c:v>2.7853704750673773</c:v>
                </c:pt>
                <c:pt idx="1216">
                  <c:v>2.7853704750673773</c:v>
                </c:pt>
                <c:pt idx="1217">
                  <c:v>2.7853704750673773</c:v>
                </c:pt>
                <c:pt idx="1218">
                  <c:v>2.7853704750673773</c:v>
                </c:pt>
                <c:pt idx="1219">
                  <c:v>2.7853704750673773</c:v>
                </c:pt>
                <c:pt idx="1220">
                  <c:v>2.7853704750673773</c:v>
                </c:pt>
                <c:pt idx="1221">
                  <c:v>2.7853704750673773</c:v>
                </c:pt>
                <c:pt idx="1222">
                  <c:v>2.7853704750673773</c:v>
                </c:pt>
                <c:pt idx="1223">
                  <c:v>2.7853704750673773</c:v>
                </c:pt>
                <c:pt idx="1224">
                  <c:v>2.7853704750673773</c:v>
                </c:pt>
                <c:pt idx="1225">
                  <c:v>2.7853704750673773</c:v>
                </c:pt>
                <c:pt idx="1226">
                  <c:v>2.7853704750673773</c:v>
                </c:pt>
                <c:pt idx="1227">
                  <c:v>2.7853704750673773</c:v>
                </c:pt>
                <c:pt idx="1228">
                  <c:v>2.7853704750673773</c:v>
                </c:pt>
                <c:pt idx="1229">
                  <c:v>2.7853704750673773</c:v>
                </c:pt>
                <c:pt idx="1230">
                  <c:v>2.7853704750673773</c:v>
                </c:pt>
                <c:pt idx="1231">
                  <c:v>2.7853704750673773</c:v>
                </c:pt>
                <c:pt idx="1232">
                  <c:v>2.7853704750673773</c:v>
                </c:pt>
                <c:pt idx="1233">
                  <c:v>2.7853704750673773</c:v>
                </c:pt>
                <c:pt idx="1234">
                  <c:v>2.7853704750673773</c:v>
                </c:pt>
                <c:pt idx="1235">
                  <c:v>2.7853704750673773</c:v>
                </c:pt>
                <c:pt idx="1236">
                  <c:v>2.7853704750673773</c:v>
                </c:pt>
                <c:pt idx="1237">
                  <c:v>2.7853704750673773</c:v>
                </c:pt>
                <c:pt idx="1238">
                  <c:v>2.7853704750673773</c:v>
                </c:pt>
                <c:pt idx="1239">
                  <c:v>2.7853704750673773</c:v>
                </c:pt>
                <c:pt idx="1240">
                  <c:v>2.7853704750673773</c:v>
                </c:pt>
                <c:pt idx="1241">
                  <c:v>2.7853704750673773</c:v>
                </c:pt>
                <c:pt idx="1242">
                  <c:v>2.7853704750673773</c:v>
                </c:pt>
                <c:pt idx="1243">
                  <c:v>2.7853704750673773</c:v>
                </c:pt>
                <c:pt idx="1244">
                  <c:v>2.7853704750673773</c:v>
                </c:pt>
                <c:pt idx="1245">
                  <c:v>2.7853704750673773</c:v>
                </c:pt>
                <c:pt idx="1246">
                  <c:v>2.7853704750673773</c:v>
                </c:pt>
                <c:pt idx="1247">
                  <c:v>2.7853704750673773</c:v>
                </c:pt>
                <c:pt idx="1248">
                  <c:v>2.7853704750673773</c:v>
                </c:pt>
                <c:pt idx="1249">
                  <c:v>2.7853704750673773</c:v>
                </c:pt>
                <c:pt idx="1250">
                  <c:v>2.7853704750673773</c:v>
                </c:pt>
                <c:pt idx="1251">
                  <c:v>2.7853704750673773</c:v>
                </c:pt>
                <c:pt idx="1252">
                  <c:v>2.7853704750673773</c:v>
                </c:pt>
                <c:pt idx="1253">
                  <c:v>2.7853704750673773</c:v>
                </c:pt>
                <c:pt idx="1254">
                  <c:v>2.7853704750673773</c:v>
                </c:pt>
                <c:pt idx="1255">
                  <c:v>2.7853704750673773</c:v>
                </c:pt>
                <c:pt idx="1256">
                  <c:v>2.7853704750673773</c:v>
                </c:pt>
                <c:pt idx="1257">
                  <c:v>2.7853704750673773</c:v>
                </c:pt>
                <c:pt idx="1258">
                  <c:v>2.7853704750673773</c:v>
                </c:pt>
                <c:pt idx="1259">
                  <c:v>2.7853704750673773</c:v>
                </c:pt>
                <c:pt idx="1260">
                  <c:v>2.7853704750673773</c:v>
                </c:pt>
                <c:pt idx="1261">
                  <c:v>2.7853704750673773</c:v>
                </c:pt>
                <c:pt idx="1262">
                  <c:v>2.7853704750673773</c:v>
                </c:pt>
                <c:pt idx="1263">
                  <c:v>2.7853704750673773</c:v>
                </c:pt>
                <c:pt idx="1264">
                  <c:v>2.7853704750673773</c:v>
                </c:pt>
                <c:pt idx="1265">
                  <c:v>2.7853704750673773</c:v>
                </c:pt>
                <c:pt idx="1266">
                  <c:v>2.7853704750673773</c:v>
                </c:pt>
                <c:pt idx="1267">
                  <c:v>2.7853704750673773</c:v>
                </c:pt>
                <c:pt idx="1268">
                  <c:v>2.7853704750673773</c:v>
                </c:pt>
                <c:pt idx="1269">
                  <c:v>2.7853704750673773</c:v>
                </c:pt>
                <c:pt idx="1270">
                  <c:v>2.7853704750673773</c:v>
                </c:pt>
                <c:pt idx="1271">
                  <c:v>2.7853704750673773</c:v>
                </c:pt>
                <c:pt idx="1272">
                  <c:v>2.7853704750673773</c:v>
                </c:pt>
                <c:pt idx="1273">
                  <c:v>2.7853704750673773</c:v>
                </c:pt>
                <c:pt idx="1274">
                  <c:v>2.7853704750673773</c:v>
                </c:pt>
                <c:pt idx="1275">
                  <c:v>2.7853704750673773</c:v>
                </c:pt>
                <c:pt idx="1276">
                  <c:v>2.7853704750673773</c:v>
                </c:pt>
                <c:pt idx="1277">
                  <c:v>2.7853704750673773</c:v>
                </c:pt>
                <c:pt idx="1278">
                  <c:v>2.7853704750673773</c:v>
                </c:pt>
                <c:pt idx="1279">
                  <c:v>2.7853704750673773</c:v>
                </c:pt>
                <c:pt idx="1280">
                  <c:v>2.7853704750673773</c:v>
                </c:pt>
                <c:pt idx="1281">
                  <c:v>2.7853704750673773</c:v>
                </c:pt>
                <c:pt idx="1282">
                  <c:v>2.7853704750673773</c:v>
                </c:pt>
                <c:pt idx="1283">
                  <c:v>2.7853704750673773</c:v>
                </c:pt>
                <c:pt idx="1284">
                  <c:v>2.7853704750673773</c:v>
                </c:pt>
                <c:pt idx="1285">
                  <c:v>2.7853704750673773</c:v>
                </c:pt>
                <c:pt idx="1286">
                  <c:v>2.7853704750673773</c:v>
                </c:pt>
                <c:pt idx="1287">
                  <c:v>2.7853704750673773</c:v>
                </c:pt>
                <c:pt idx="1288">
                  <c:v>2.7853704750673773</c:v>
                </c:pt>
                <c:pt idx="1289">
                  <c:v>2.7853704750673773</c:v>
                </c:pt>
                <c:pt idx="1290">
                  <c:v>2.7853704750673773</c:v>
                </c:pt>
                <c:pt idx="1291">
                  <c:v>2.7853704750673773</c:v>
                </c:pt>
                <c:pt idx="1292">
                  <c:v>2.7853704750673773</c:v>
                </c:pt>
                <c:pt idx="1293">
                  <c:v>2.7853704750673773</c:v>
                </c:pt>
                <c:pt idx="1294">
                  <c:v>2.7853704750673773</c:v>
                </c:pt>
                <c:pt idx="1295">
                  <c:v>2.7853704750673773</c:v>
                </c:pt>
                <c:pt idx="1296">
                  <c:v>2.7853704750673773</c:v>
                </c:pt>
                <c:pt idx="1297">
                  <c:v>2.7853704750673773</c:v>
                </c:pt>
                <c:pt idx="1298">
                  <c:v>2.7853704750673773</c:v>
                </c:pt>
                <c:pt idx="1299">
                  <c:v>2.7853704750673773</c:v>
                </c:pt>
                <c:pt idx="1300">
                  <c:v>2.7853704750673773</c:v>
                </c:pt>
                <c:pt idx="1301">
                  <c:v>2.7853704750673773</c:v>
                </c:pt>
                <c:pt idx="1302">
                  <c:v>2.7853704750673773</c:v>
                </c:pt>
                <c:pt idx="1303">
                  <c:v>2.7853704750673773</c:v>
                </c:pt>
                <c:pt idx="1304">
                  <c:v>2.7853704750673773</c:v>
                </c:pt>
                <c:pt idx="1305">
                  <c:v>2.7853704750673773</c:v>
                </c:pt>
                <c:pt idx="1306">
                  <c:v>2.7853704750673773</c:v>
                </c:pt>
                <c:pt idx="1307">
                  <c:v>2.7853704750673773</c:v>
                </c:pt>
                <c:pt idx="1308">
                  <c:v>2.7853704750673773</c:v>
                </c:pt>
                <c:pt idx="1309">
                  <c:v>2.7853704750673773</c:v>
                </c:pt>
                <c:pt idx="1310">
                  <c:v>2.7853704750673773</c:v>
                </c:pt>
                <c:pt idx="1311">
                  <c:v>2.7853704750673773</c:v>
                </c:pt>
                <c:pt idx="1312">
                  <c:v>2.7853704750673773</c:v>
                </c:pt>
                <c:pt idx="1313">
                  <c:v>2.7853704750673773</c:v>
                </c:pt>
                <c:pt idx="1314">
                  <c:v>2.7853704750673773</c:v>
                </c:pt>
                <c:pt idx="1315">
                  <c:v>2.7853704750673773</c:v>
                </c:pt>
                <c:pt idx="1316">
                  <c:v>2.7853704750673773</c:v>
                </c:pt>
                <c:pt idx="1317">
                  <c:v>2.7853704750673773</c:v>
                </c:pt>
                <c:pt idx="1318">
                  <c:v>2.7853704750673773</c:v>
                </c:pt>
                <c:pt idx="1319">
                  <c:v>2.7853704750673773</c:v>
                </c:pt>
                <c:pt idx="1320">
                  <c:v>2.7853704750673773</c:v>
                </c:pt>
                <c:pt idx="1321">
                  <c:v>2.7853704750673773</c:v>
                </c:pt>
                <c:pt idx="1322">
                  <c:v>2.7853704750673773</c:v>
                </c:pt>
                <c:pt idx="1323">
                  <c:v>2.7853704750673773</c:v>
                </c:pt>
                <c:pt idx="1324">
                  <c:v>2.7853704750673773</c:v>
                </c:pt>
                <c:pt idx="1325">
                  <c:v>2.7853704750673773</c:v>
                </c:pt>
                <c:pt idx="1326">
                  <c:v>2.7853704750673773</c:v>
                </c:pt>
                <c:pt idx="1327">
                  <c:v>2.7853704750673773</c:v>
                </c:pt>
                <c:pt idx="1328">
                  <c:v>2.7853704750673773</c:v>
                </c:pt>
                <c:pt idx="1329">
                  <c:v>2.7853704750673773</c:v>
                </c:pt>
                <c:pt idx="1330">
                  <c:v>2.7853704750673773</c:v>
                </c:pt>
                <c:pt idx="1331">
                  <c:v>2.7853704750673773</c:v>
                </c:pt>
                <c:pt idx="1332">
                  <c:v>2.7853704750673773</c:v>
                </c:pt>
                <c:pt idx="1333">
                  <c:v>2.7853704750673773</c:v>
                </c:pt>
                <c:pt idx="1334">
                  <c:v>2.7853704750673773</c:v>
                </c:pt>
                <c:pt idx="1335">
                  <c:v>2.7853704750673773</c:v>
                </c:pt>
                <c:pt idx="1336">
                  <c:v>2.7853704750673773</c:v>
                </c:pt>
                <c:pt idx="1337">
                  <c:v>2.7853704750673773</c:v>
                </c:pt>
                <c:pt idx="1338">
                  <c:v>2.7853704750673773</c:v>
                </c:pt>
                <c:pt idx="1339">
                  <c:v>2.7853704750673773</c:v>
                </c:pt>
                <c:pt idx="1340">
                  <c:v>2.7853704750673773</c:v>
                </c:pt>
                <c:pt idx="1341">
                  <c:v>2.7853704750673773</c:v>
                </c:pt>
                <c:pt idx="1342">
                  <c:v>2.7853704750673773</c:v>
                </c:pt>
                <c:pt idx="1343">
                  <c:v>2.7853704750673773</c:v>
                </c:pt>
                <c:pt idx="1344">
                  <c:v>2.7853704750673773</c:v>
                </c:pt>
                <c:pt idx="1345">
                  <c:v>2.7853704750673773</c:v>
                </c:pt>
                <c:pt idx="1346">
                  <c:v>2.7853704750673773</c:v>
                </c:pt>
                <c:pt idx="1347">
                  <c:v>2.7853704750673773</c:v>
                </c:pt>
                <c:pt idx="1348">
                  <c:v>2.7853704750673773</c:v>
                </c:pt>
                <c:pt idx="1349">
                  <c:v>2.7853704750673773</c:v>
                </c:pt>
                <c:pt idx="1350">
                  <c:v>2.7853704750673773</c:v>
                </c:pt>
                <c:pt idx="1351">
                  <c:v>2.7853704750673773</c:v>
                </c:pt>
                <c:pt idx="1352">
                  <c:v>2.7853704750673773</c:v>
                </c:pt>
                <c:pt idx="1353">
                  <c:v>2.7853704750673773</c:v>
                </c:pt>
                <c:pt idx="1354">
                  <c:v>2.7853704750673773</c:v>
                </c:pt>
                <c:pt idx="1355">
                  <c:v>2.7853704750673773</c:v>
                </c:pt>
                <c:pt idx="1356">
                  <c:v>2.7853704750673773</c:v>
                </c:pt>
                <c:pt idx="1357">
                  <c:v>2.7853704750673773</c:v>
                </c:pt>
                <c:pt idx="1358">
                  <c:v>2.7853704750673773</c:v>
                </c:pt>
                <c:pt idx="1359">
                  <c:v>2.7853704750673773</c:v>
                </c:pt>
                <c:pt idx="1360">
                  <c:v>2.7853704750673773</c:v>
                </c:pt>
                <c:pt idx="1361">
                  <c:v>2.7853704750673773</c:v>
                </c:pt>
                <c:pt idx="1362">
                  <c:v>2.7853704750673773</c:v>
                </c:pt>
                <c:pt idx="1363">
                  <c:v>2.7853704750673773</c:v>
                </c:pt>
                <c:pt idx="1364">
                  <c:v>2.7853704750673773</c:v>
                </c:pt>
                <c:pt idx="1365">
                  <c:v>2.7853704750673773</c:v>
                </c:pt>
                <c:pt idx="1366">
                  <c:v>2.7853704750673773</c:v>
                </c:pt>
                <c:pt idx="1367">
                  <c:v>2.7853704750673773</c:v>
                </c:pt>
                <c:pt idx="1368">
                  <c:v>2.7853704750673773</c:v>
                </c:pt>
                <c:pt idx="1369">
                  <c:v>2.7853704750673773</c:v>
                </c:pt>
                <c:pt idx="1370">
                  <c:v>2.7853704750673773</c:v>
                </c:pt>
                <c:pt idx="1371">
                  <c:v>2.7853704750673773</c:v>
                </c:pt>
                <c:pt idx="1372">
                  <c:v>2.7853704750673773</c:v>
                </c:pt>
                <c:pt idx="1373">
                  <c:v>2.7853704750673773</c:v>
                </c:pt>
                <c:pt idx="1374">
                  <c:v>2.7853704750673773</c:v>
                </c:pt>
                <c:pt idx="1375">
                  <c:v>2.7853704750673773</c:v>
                </c:pt>
                <c:pt idx="1376">
                  <c:v>2.7853704750673773</c:v>
                </c:pt>
                <c:pt idx="1377">
                  <c:v>2.7853704750673773</c:v>
                </c:pt>
                <c:pt idx="1378">
                  <c:v>2.7853704750673773</c:v>
                </c:pt>
                <c:pt idx="1379">
                  <c:v>2.7853704750673773</c:v>
                </c:pt>
                <c:pt idx="1380">
                  <c:v>2.7853704750673773</c:v>
                </c:pt>
                <c:pt idx="1381">
                  <c:v>2.7853704750673773</c:v>
                </c:pt>
                <c:pt idx="1382">
                  <c:v>2.7853704750673773</c:v>
                </c:pt>
                <c:pt idx="1383">
                  <c:v>2.7853704750673773</c:v>
                </c:pt>
                <c:pt idx="1384">
                  <c:v>2.7853704750673773</c:v>
                </c:pt>
                <c:pt idx="1385">
                  <c:v>2.7853704750673773</c:v>
                </c:pt>
                <c:pt idx="1386">
                  <c:v>2.7853704750673773</c:v>
                </c:pt>
                <c:pt idx="1387">
                  <c:v>2.7853704750673773</c:v>
                </c:pt>
                <c:pt idx="1388">
                  <c:v>2.7853704750673773</c:v>
                </c:pt>
                <c:pt idx="1389">
                  <c:v>2.7853704750673773</c:v>
                </c:pt>
                <c:pt idx="1390">
                  <c:v>2.7853704750673773</c:v>
                </c:pt>
                <c:pt idx="1391">
                  <c:v>2.7853704750673773</c:v>
                </c:pt>
                <c:pt idx="1392">
                  <c:v>2.7853704750673773</c:v>
                </c:pt>
                <c:pt idx="1393">
                  <c:v>2.7853704750673773</c:v>
                </c:pt>
                <c:pt idx="1394">
                  <c:v>2.7853704750673773</c:v>
                </c:pt>
                <c:pt idx="1395">
                  <c:v>2.7853704750673773</c:v>
                </c:pt>
                <c:pt idx="1396">
                  <c:v>2.7853704750673773</c:v>
                </c:pt>
                <c:pt idx="1397">
                  <c:v>2.7853704750673773</c:v>
                </c:pt>
                <c:pt idx="1398">
                  <c:v>2.7853704750673773</c:v>
                </c:pt>
                <c:pt idx="1399">
                  <c:v>2.7853704750673773</c:v>
                </c:pt>
                <c:pt idx="1400">
                  <c:v>2.7853704750673773</c:v>
                </c:pt>
                <c:pt idx="1401">
                  <c:v>2.7853704750673773</c:v>
                </c:pt>
                <c:pt idx="1402">
                  <c:v>2.7853704750673773</c:v>
                </c:pt>
                <c:pt idx="1403">
                  <c:v>2.7853704750673773</c:v>
                </c:pt>
                <c:pt idx="1404">
                  <c:v>2.7853704750673773</c:v>
                </c:pt>
                <c:pt idx="1405">
                  <c:v>2.7853704750673773</c:v>
                </c:pt>
                <c:pt idx="1406">
                  <c:v>2.7853704750673773</c:v>
                </c:pt>
                <c:pt idx="1407">
                  <c:v>2.7853704750673773</c:v>
                </c:pt>
                <c:pt idx="1408">
                  <c:v>2.7853704750673773</c:v>
                </c:pt>
                <c:pt idx="1409">
                  <c:v>2.7853704750673773</c:v>
                </c:pt>
                <c:pt idx="1410">
                  <c:v>2.7853704750673773</c:v>
                </c:pt>
                <c:pt idx="1411">
                  <c:v>2.7853704750673773</c:v>
                </c:pt>
                <c:pt idx="1412">
                  <c:v>2.7853704750673773</c:v>
                </c:pt>
                <c:pt idx="1413">
                  <c:v>2.7853704750673773</c:v>
                </c:pt>
                <c:pt idx="1414">
                  <c:v>2.7853704750673773</c:v>
                </c:pt>
                <c:pt idx="1415">
                  <c:v>2.7853704750673773</c:v>
                </c:pt>
                <c:pt idx="1416">
                  <c:v>2.7853704750673773</c:v>
                </c:pt>
                <c:pt idx="1417">
                  <c:v>2.7853704750673773</c:v>
                </c:pt>
                <c:pt idx="1418">
                  <c:v>2.7853704750673773</c:v>
                </c:pt>
                <c:pt idx="1419">
                  <c:v>2.7853704750673773</c:v>
                </c:pt>
                <c:pt idx="1420">
                  <c:v>2.7853704750673773</c:v>
                </c:pt>
                <c:pt idx="1421">
                  <c:v>2.7853704750673773</c:v>
                </c:pt>
                <c:pt idx="1422">
                  <c:v>2.7853704750673773</c:v>
                </c:pt>
                <c:pt idx="1423">
                  <c:v>2.7853704750673773</c:v>
                </c:pt>
                <c:pt idx="1424">
                  <c:v>2.7853704750673773</c:v>
                </c:pt>
                <c:pt idx="1425">
                  <c:v>2.7853704750673773</c:v>
                </c:pt>
                <c:pt idx="1426">
                  <c:v>2.7853704750673773</c:v>
                </c:pt>
                <c:pt idx="1427">
                  <c:v>2.7853704750673773</c:v>
                </c:pt>
                <c:pt idx="1428">
                  <c:v>2.7853704750673773</c:v>
                </c:pt>
                <c:pt idx="1429">
                  <c:v>2.7853704750673773</c:v>
                </c:pt>
                <c:pt idx="1430">
                  <c:v>2.7853704750673773</c:v>
                </c:pt>
                <c:pt idx="1431">
                  <c:v>2.7853704750673773</c:v>
                </c:pt>
                <c:pt idx="1432">
                  <c:v>2.7853704750673773</c:v>
                </c:pt>
                <c:pt idx="1433">
                  <c:v>2.7853704750673773</c:v>
                </c:pt>
                <c:pt idx="1434">
                  <c:v>2.7853704750673773</c:v>
                </c:pt>
                <c:pt idx="1435">
                  <c:v>2.7853704750673773</c:v>
                </c:pt>
                <c:pt idx="1436">
                  <c:v>2.7853704750673773</c:v>
                </c:pt>
                <c:pt idx="1437">
                  <c:v>2.7853704750673773</c:v>
                </c:pt>
                <c:pt idx="1438">
                  <c:v>2.7853704750673773</c:v>
                </c:pt>
                <c:pt idx="1439">
                  <c:v>2.7853704750673773</c:v>
                </c:pt>
                <c:pt idx="1440">
                  <c:v>2.7853704750673773</c:v>
                </c:pt>
                <c:pt idx="1441">
                  <c:v>2.7853704750673773</c:v>
                </c:pt>
                <c:pt idx="1442">
                  <c:v>2.7853704750673773</c:v>
                </c:pt>
                <c:pt idx="1443">
                  <c:v>2.7853704750673773</c:v>
                </c:pt>
                <c:pt idx="1444">
                  <c:v>2.7853704750673773</c:v>
                </c:pt>
                <c:pt idx="1445">
                  <c:v>2.7853704750673773</c:v>
                </c:pt>
                <c:pt idx="1446">
                  <c:v>2.7853704750673773</c:v>
                </c:pt>
                <c:pt idx="1447">
                  <c:v>2.7853704750673773</c:v>
                </c:pt>
                <c:pt idx="1448">
                  <c:v>2.7853704750673773</c:v>
                </c:pt>
                <c:pt idx="1449">
                  <c:v>2.7853704750673773</c:v>
                </c:pt>
                <c:pt idx="1450">
                  <c:v>2.7853704750673773</c:v>
                </c:pt>
                <c:pt idx="1451">
                  <c:v>2.7853704750673773</c:v>
                </c:pt>
                <c:pt idx="1452">
                  <c:v>2.7853704750673773</c:v>
                </c:pt>
                <c:pt idx="1453">
                  <c:v>2.7853704750673773</c:v>
                </c:pt>
                <c:pt idx="1454">
                  <c:v>2.7853704750673773</c:v>
                </c:pt>
                <c:pt idx="1455">
                  <c:v>2.7853704750673773</c:v>
                </c:pt>
                <c:pt idx="1456">
                  <c:v>2.7853704750673773</c:v>
                </c:pt>
                <c:pt idx="1457">
                  <c:v>2.7853704750673773</c:v>
                </c:pt>
                <c:pt idx="1458">
                  <c:v>2.7853704750673773</c:v>
                </c:pt>
                <c:pt idx="1459">
                  <c:v>2.7853704750673773</c:v>
                </c:pt>
                <c:pt idx="1460">
                  <c:v>2.7853704750673773</c:v>
                </c:pt>
                <c:pt idx="1461">
                  <c:v>2.7853704750673773</c:v>
                </c:pt>
                <c:pt idx="1462">
                  <c:v>2.7853704750673773</c:v>
                </c:pt>
                <c:pt idx="1463">
                  <c:v>2.7853704750673773</c:v>
                </c:pt>
                <c:pt idx="1464">
                  <c:v>2.7853704750673773</c:v>
                </c:pt>
                <c:pt idx="1465">
                  <c:v>2.7853704750673773</c:v>
                </c:pt>
                <c:pt idx="1466">
                  <c:v>2.7853704750673773</c:v>
                </c:pt>
                <c:pt idx="1467">
                  <c:v>2.7853704750673773</c:v>
                </c:pt>
                <c:pt idx="1468">
                  <c:v>2.7853704750673773</c:v>
                </c:pt>
                <c:pt idx="1469">
                  <c:v>2.7853704750673773</c:v>
                </c:pt>
                <c:pt idx="1470">
                  <c:v>2.7853704750673773</c:v>
                </c:pt>
                <c:pt idx="1471">
                  <c:v>2.7853704750673773</c:v>
                </c:pt>
                <c:pt idx="1472">
                  <c:v>2.7853704750673773</c:v>
                </c:pt>
                <c:pt idx="1473">
                  <c:v>2.7853704750673773</c:v>
                </c:pt>
                <c:pt idx="1474">
                  <c:v>2.7853704750673773</c:v>
                </c:pt>
                <c:pt idx="1475">
                  <c:v>2.7853704750673773</c:v>
                </c:pt>
                <c:pt idx="1476">
                  <c:v>2.7853704750673773</c:v>
                </c:pt>
                <c:pt idx="1477">
                  <c:v>2.7853704750673773</c:v>
                </c:pt>
                <c:pt idx="1478">
                  <c:v>2.7853704750673773</c:v>
                </c:pt>
                <c:pt idx="1479">
                  <c:v>2.7853704750673773</c:v>
                </c:pt>
                <c:pt idx="1480">
                  <c:v>2.7853704750673773</c:v>
                </c:pt>
                <c:pt idx="1481">
                  <c:v>2.7853704750673773</c:v>
                </c:pt>
                <c:pt idx="1482">
                  <c:v>2.7853704750673773</c:v>
                </c:pt>
                <c:pt idx="1483">
                  <c:v>2.7853704750673773</c:v>
                </c:pt>
                <c:pt idx="1484">
                  <c:v>2.7853704750673773</c:v>
                </c:pt>
                <c:pt idx="1485">
                  <c:v>2.7853704750673773</c:v>
                </c:pt>
                <c:pt idx="1486">
                  <c:v>2.7853704750673773</c:v>
                </c:pt>
                <c:pt idx="1487">
                  <c:v>2.7853704750673773</c:v>
                </c:pt>
                <c:pt idx="1488">
                  <c:v>2.7853704750673773</c:v>
                </c:pt>
                <c:pt idx="1489">
                  <c:v>2.7853704750673773</c:v>
                </c:pt>
                <c:pt idx="1490">
                  <c:v>2.7853704750673773</c:v>
                </c:pt>
                <c:pt idx="1491">
                  <c:v>2.7853704750673773</c:v>
                </c:pt>
                <c:pt idx="1492">
                  <c:v>2.7853704750673773</c:v>
                </c:pt>
                <c:pt idx="1493">
                  <c:v>2.7853704750673773</c:v>
                </c:pt>
                <c:pt idx="1494">
                  <c:v>2.7853704750673773</c:v>
                </c:pt>
                <c:pt idx="1495">
                  <c:v>2.7853704750673773</c:v>
                </c:pt>
                <c:pt idx="1496">
                  <c:v>2.7853704750673773</c:v>
                </c:pt>
                <c:pt idx="1497">
                  <c:v>2.7853704750673773</c:v>
                </c:pt>
                <c:pt idx="1498">
                  <c:v>2.7853704750673773</c:v>
                </c:pt>
                <c:pt idx="1499">
                  <c:v>2.7853704750673773</c:v>
                </c:pt>
                <c:pt idx="1500">
                  <c:v>2.7853704750673773</c:v>
                </c:pt>
                <c:pt idx="1501">
                  <c:v>2.7853704750673773</c:v>
                </c:pt>
                <c:pt idx="1502">
                  <c:v>2.7853704750673773</c:v>
                </c:pt>
                <c:pt idx="1503">
                  <c:v>2.7853704750673773</c:v>
                </c:pt>
                <c:pt idx="1504">
                  <c:v>2.7853704750673773</c:v>
                </c:pt>
                <c:pt idx="1505">
                  <c:v>2.7853704750673773</c:v>
                </c:pt>
                <c:pt idx="1506">
                  <c:v>2.7853704750673773</c:v>
                </c:pt>
                <c:pt idx="1507">
                  <c:v>2.7853704750673773</c:v>
                </c:pt>
                <c:pt idx="1508">
                  <c:v>2.7853704750673773</c:v>
                </c:pt>
                <c:pt idx="1509">
                  <c:v>2.7853704750673773</c:v>
                </c:pt>
                <c:pt idx="1510">
                  <c:v>2.7853704750673773</c:v>
                </c:pt>
                <c:pt idx="1511">
                  <c:v>2.7853704750673773</c:v>
                </c:pt>
                <c:pt idx="1512">
                  <c:v>2.7853704750673773</c:v>
                </c:pt>
                <c:pt idx="1513">
                  <c:v>2.7853704750673773</c:v>
                </c:pt>
                <c:pt idx="1514">
                  <c:v>2.7853704750673773</c:v>
                </c:pt>
                <c:pt idx="1515">
                  <c:v>2.7853704750673773</c:v>
                </c:pt>
                <c:pt idx="1516">
                  <c:v>2.7853704750673773</c:v>
                </c:pt>
                <c:pt idx="1517">
                  <c:v>2.7853704750673773</c:v>
                </c:pt>
                <c:pt idx="1518">
                  <c:v>2.7853704750673773</c:v>
                </c:pt>
                <c:pt idx="1519">
                  <c:v>2.7853704750673773</c:v>
                </c:pt>
                <c:pt idx="1520">
                  <c:v>2.7853704750673773</c:v>
                </c:pt>
                <c:pt idx="1521">
                  <c:v>2.7853704750673773</c:v>
                </c:pt>
                <c:pt idx="1522">
                  <c:v>2.7853704750673773</c:v>
                </c:pt>
                <c:pt idx="1523">
                  <c:v>2.7853704750673773</c:v>
                </c:pt>
                <c:pt idx="1524">
                  <c:v>2.7853704750673773</c:v>
                </c:pt>
                <c:pt idx="1525">
                  <c:v>2.7853704750673773</c:v>
                </c:pt>
                <c:pt idx="1526">
                  <c:v>2.7853704750673773</c:v>
                </c:pt>
                <c:pt idx="1527">
                  <c:v>2.7853704750673773</c:v>
                </c:pt>
                <c:pt idx="1528">
                  <c:v>2.7853704750673773</c:v>
                </c:pt>
                <c:pt idx="1529">
                  <c:v>2.7853704750673773</c:v>
                </c:pt>
                <c:pt idx="1530">
                  <c:v>2.7853704750673773</c:v>
                </c:pt>
                <c:pt idx="1531">
                  <c:v>2.7853704750673773</c:v>
                </c:pt>
                <c:pt idx="1532">
                  <c:v>2.7853704750673773</c:v>
                </c:pt>
                <c:pt idx="1533">
                  <c:v>2.7853704750673773</c:v>
                </c:pt>
                <c:pt idx="1534">
                  <c:v>2.7853704750673773</c:v>
                </c:pt>
                <c:pt idx="1535">
                  <c:v>2.7853704750673773</c:v>
                </c:pt>
                <c:pt idx="1536">
                  <c:v>2.7853704750673773</c:v>
                </c:pt>
                <c:pt idx="1537">
                  <c:v>2.7853704750673773</c:v>
                </c:pt>
                <c:pt idx="1538">
                  <c:v>2.7853704750673773</c:v>
                </c:pt>
                <c:pt idx="1539">
                  <c:v>2.7853704750673773</c:v>
                </c:pt>
                <c:pt idx="1540">
                  <c:v>2.7853704750673773</c:v>
                </c:pt>
                <c:pt idx="1541">
                  <c:v>2.7853704750673773</c:v>
                </c:pt>
                <c:pt idx="1542">
                  <c:v>2.7853704750673773</c:v>
                </c:pt>
                <c:pt idx="1543">
                  <c:v>2.7853704750673773</c:v>
                </c:pt>
                <c:pt idx="1544">
                  <c:v>2.7853704750673773</c:v>
                </c:pt>
                <c:pt idx="1545">
                  <c:v>2.7853704750673773</c:v>
                </c:pt>
                <c:pt idx="1546">
                  <c:v>2.7853704750673773</c:v>
                </c:pt>
                <c:pt idx="1547">
                  <c:v>2.7853704750673773</c:v>
                </c:pt>
                <c:pt idx="1548">
                  <c:v>2.7853704750673773</c:v>
                </c:pt>
                <c:pt idx="1549">
                  <c:v>2.7853704750673773</c:v>
                </c:pt>
                <c:pt idx="1550">
                  <c:v>2.7853704750673773</c:v>
                </c:pt>
                <c:pt idx="1551">
                  <c:v>2.7853704750673773</c:v>
                </c:pt>
                <c:pt idx="1552">
                  <c:v>2.7853704750673773</c:v>
                </c:pt>
                <c:pt idx="1553">
                  <c:v>2.7853704750673773</c:v>
                </c:pt>
                <c:pt idx="1554">
                  <c:v>2.7853704750673773</c:v>
                </c:pt>
                <c:pt idx="1555">
                  <c:v>2.7853704750673773</c:v>
                </c:pt>
                <c:pt idx="1556">
                  <c:v>2.7853704750673773</c:v>
                </c:pt>
                <c:pt idx="1557">
                  <c:v>2.7853704750673773</c:v>
                </c:pt>
                <c:pt idx="1558">
                  <c:v>2.7853704750673773</c:v>
                </c:pt>
                <c:pt idx="1559">
                  <c:v>2.7853704750673773</c:v>
                </c:pt>
                <c:pt idx="1560">
                  <c:v>2.7853704750673773</c:v>
                </c:pt>
                <c:pt idx="1561">
                  <c:v>2.7853704750673773</c:v>
                </c:pt>
                <c:pt idx="1562">
                  <c:v>2.7853704750673773</c:v>
                </c:pt>
                <c:pt idx="1563">
                  <c:v>2.7853704750673773</c:v>
                </c:pt>
                <c:pt idx="1564">
                  <c:v>2.7853704750673773</c:v>
                </c:pt>
                <c:pt idx="1565">
                  <c:v>2.7853704750673773</c:v>
                </c:pt>
                <c:pt idx="1566">
                  <c:v>2.7853704750673773</c:v>
                </c:pt>
                <c:pt idx="1567">
                  <c:v>2.7853704750673773</c:v>
                </c:pt>
                <c:pt idx="1568">
                  <c:v>2.7853704750673773</c:v>
                </c:pt>
                <c:pt idx="1569">
                  <c:v>2.7853704750673773</c:v>
                </c:pt>
                <c:pt idx="1570">
                  <c:v>2.7853704750673773</c:v>
                </c:pt>
                <c:pt idx="1571">
                  <c:v>2.7853704750673773</c:v>
                </c:pt>
                <c:pt idx="1572">
                  <c:v>2.7853704750673773</c:v>
                </c:pt>
                <c:pt idx="1573">
                  <c:v>2.7853704750673773</c:v>
                </c:pt>
                <c:pt idx="1574">
                  <c:v>2.7853704750673773</c:v>
                </c:pt>
                <c:pt idx="1575">
                  <c:v>2.7853704750673773</c:v>
                </c:pt>
                <c:pt idx="1576">
                  <c:v>2.7853704750673773</c:v>
                </c:pt>
                <c:pt idx="1577">
                  <c:v>2.7853704750673773</c:v>
                </c:pt>
                <c:pt idx="1578">
                  <c:v>2.7853704750673773</c:v>
                </c:pt>
                <c:pt idx="1579">
                  <c:v>2.7853704750673773</c:v>
                </c:pt>
                <c:pt idx="1580">
                  <c:v>2.7853704750673773</c:v>
                </c:pt>
                <c:pt idx="1581">
                  <c:v>2.7853704750673773</c:v>
                </c:pt>
                <c:pt idx="1582">
                  <c:v>2.7853704750673773</c:v>
                </c:pt>
                <c:pt idx="1583">
                  <c:v>2.7853704750673773</c:v>
                </c:pt>
                <c:pt idx="1584">
                  <c:v>2.7853704750673773</c:v>
                </c:pt>
                <c:pt idx="1585">
                  <c:v>2.7853704750673773</c:v>
                </c:pt>
                <c:pt idx="1586">
                  <c:v>2.7853704750673773</c:v>
                </c:pt>
                <c:pt idx="1587">
                  <c:v>2.7853704750673773</c:v>
                </c:pt>
                <c:pt idx="1588">
                  <c:v>2.7853704750673773</c:v>
                </c:pt>
                <c:pt idx="1589">
                  <c:v>2.7853704750673773</c:v>
                </c:pt>
                <c:pt idx="1590">
                  <c:v>2.7853704750673773</c:v>
                </c:pt>
                <c:pt idx="1591">
                  <c:v>2.7853704750673773</c:v>
                </c:pt>
                <c:pt idx="1592">
                  <c:v>2.7853704750673773</c:v>
                </c:pt>
                <c:pt idx="1593">
                  <c:v>2.7853704750673773</c:v>
                </c:pt>
                <c:pt idx="1594">
                  <c:v>2.7853704750673773</c:v>
                </c:pt>
                <c:pt idx="1595">
                  <c:v>2.7853704750673773</c:v>
                </c:pt>
                <c:pt idx="1596">
                  <c:v>2.7853704750673773</c:v>
                </c:pt>
                <c:pt idx="1597">
                  <c:v>2.7853704750673773</c:v>
                </c:pt>
                <c:pt idx="1598">
                  <c:v>2.7853704750673773</c:v>
                </c:pt>
                <c:pt idx="1599">
                  <c:v>2.7853704750673773</c:v>
                </c:pt>
                <c:pt idx="1600">
                  <c:v>2.7853704750673773</c:v>
                </c:pt>
                <c:pt idx="1601">
                  <c:v>2.7853704750673773</c:v>
                </c:pt>
                <c:pt idx="1602">
                  <c:v>2.7853704750673773</c:v>
                </c:pt>
                <c:pt idx="1603">
                  <c:v>2.7853704750673773</c:v>
                </c:pt>
                <c:pt idx="1604">
                  <c:v>2.7853704750673773</c:v>
                </c:pt>
                <c:pt idx="1605">
                  <c:v>2.7853704750673773</c:v>
                </c:pt>
                <c:pt idx="1606">
                  <c:v>2.7853704750673773</c:v>
                </c:pt>
                <c:pt idx="1607">
                  <c:v>2.7853704750673773</c:v>
                </c:pt>
                <c:pt idx="1608">
                  <c:v>2.7853704750673773</c:v>
                </c:pt>
                <c:pt idx="1609">
                  <c:v>2.7853704750673773</c:v>
                </c:pt>
                <c:pt idx="1610">
                  <c:v>2.7853704750673773</c:v>
                </c:pt>
                <c:pt idx="1611">
                  <c:v>2.7853704750673773</c:v>
                </c:pt>
                <c:pt idx="1612">
                  <c:v>2.7853704750673773</c:v>
                </c:pt>
                <c:pt idx="1613">
                  <c:v>2.7853704750673773</c:v>
                </c:pt>
                <c:pt idx="1614">
                  <c:v>2.7853704750673773</c:v>
                </c:pt>
                <c:pt idx="1615">
                  <c:v>2.7853704750673773</c:v>
                </c:pt>
                <c:pt idx="1616">
                  <c:v>2.7853704750673773</c:v>
                </c:pt>
                <c:pt idx="1617">
                  <c:v>2.7853704750673773</c:v>
                </c:pt>
                <c:pt idx="1618">
                  <c:v>2.7853704750673773</c:v>
                </c:pt>
                <c:pt idx="1619">
                  <c:v>2.7853704750673773</c:v>
                </c:pt>
                <c:pt idx="1620">
                  <c:v>2.7853704750673773</c:v>
                </c:pt>
                <c:pt idx="1621">
                  <c:v>2.7853704750673773</c:v>
                </c:pt>
                <c:pt idx="1622">
                  <c:v>2.7853704750673773</c:v>
                </c:pt>
                <c:pt idx="1623">
                  <c:v>2.7853704750673773</c:v>
                </c:pt>
                <c:pt idx="1624">
                  <c:v>2.7853704750673773</c:v>
                </c:pt>
                <c:pt idx="1625">
                  <c:v>2.7853704750673773</c:v>
                </c:pt>
                <c:pt idx="1626">
                  <c:v>2.7853704750673773</c:v>
                </c:pt>
                <c:pt idx="1627">
                  <c:v>2.7853704750673773</c:v>
                </c:pt>
                <c:pt idx="1628">
                  <c:v>2.7853704750673773</c:v>
                </c:pt>
                <c:pt idx="1629">
                  <c:v>2.7853704750673773</c:v>
                </c:pt>
                <c:pt idx="1630">
                  <c:v>2.7853704750673773</c:v>
                </c:pt>
                <c:pt idx="1631">
                  <c:v>2.7853704750673773</c:v>
                </c:pt>
                <c:pt idx="1632">
                  <c:v>2.7853704750673773</c:v>
                </c:pt>
                <c:pt idx="1633">
                  <c:v>2.7853704750673773</c:v>
                </c:pt>
                <c:pt idx="1634">
                  <c:v>2.7853704750673773</c:v>
                </c:pt>
                <c:pt idx="1635">
                  <c:v>2.7853704750673773</c:v>
                </c:pt>
                <c:pt idx="1636">
                  <c:v>2.7853704750673773</c:v>
                </c:pt>
                <c:pt idx="1637">
                  <c:v>2.7853704750673773</c:v>
                </c:pt>
                <c:pt idx="1638">
                  <c:v>2.7853704750673773</c:v>
                </c:pt>
                <c:pt idx="1639">
                  <c:v>2.7853704750673773</c:v>
                </c:pt>
                <c:pt idx="1640">
                  <c:v>2.7853704750673773</c:v>
                </c:pt>
                <c:pt idx="1641">
                  <c:v>2.7853704750673773</c:v>
                </c:pt>
                <c:pt idx="1642">
                  <c:v>2.7853704750673773</c:v>
                </c:pt>
                <c:pt idx="1643">
                  <c:v>2.7853704750673773</c:v>
                </c:pt>
                <c:pt idx="1644">
                  <c:v>2.7853704750673773</c:v>
                </c:pt>
                <c:pt idx="1645">
                  <c:v>2.7853704750673773</c:v>
                </c:pt>
                <c:pt idx="1646">
                  <c:v>2.7853704750673773</c:v>
                </c:pt>
                <c:pt idx="1647">
                  <c:v>2.7853704750673773</c:v>
                </c:pt>
                <c:pt idx="1648">
                  <c:v>2.7853704750673773</c:v>
                </c:pt>
                <c:pt idx="1649">
                  <c:v>2.7853704750673773</c:v>
                </c:pt>
                <c:pt idx="1650">
                  <c:v>2.7853704750673773</c:v>
                </c:pt>
                <c:pt idx="1651">
                  <c:v>2.7853704750673773</c:v>
                </c:pt>
                <c:pt idx="1652">
                  <c:v>2.7853704750673773</c:v>
                </c:pt>
                <c:pt idx="1653">
                  <c:v>2.7853704750673773</c:v>
                </c:pt>
                <c:pt idx="1654">
                  <c:v>2.7853704750673773</c:v>
                </c:pt>
                <c:pt idx="1655">
                  <c:v>2.7853704750673773</c:v>
                </c:pt>
                <c:pt idx="1656">
                  <c:v>2.7853704750673773</c:v>
                </c:pt>
                <c:pt idx="1657">
                  <c:v>2.7853704750673773</c:v>
                </c:pt>
                <c:pt idx="1658">
                  <c:v>2.7853704750673773</c:v>
                </c:pt>
                <c:pt idx="1659">
                  <c:v>2.7853704750673773</c:v>
                </c:pt>
                <c:pt idx="1660">
                  <c:v>2.7853704750673773</c:v>
                </c:pt>
                <c:pt idx="1661">
                  <c:v>2.7853704750673773</c:v>
                </c:pt>
                <c:pt idx="1662">
                  <c:v>2.7853704750673773</c:v>
                </c:pt>
                <c:pt idx="1663">
                  <c:v>2.7853704750673773</c:v>
                </c:pt>
                <c:pt idx="1664">
                  <c:v>2.7853704750673773</c:v>
                </c:pt>
                <c:pt idx="1665">
                  <c:v>2.7853704750673773</c:v>
                </c:pt>
                <c:pt idx="1666">
                  <c:v>2.7853704750673773</c:v>
                </c:pt>
                <c:pt idx="1667">
                  <c:v>2.7853704750673773</c:v>
                </c:pt>
                <c:pt idx="1668">
                  <c:v>2.7853704750673773</c:v>
                </c:pt>
                <c:pt idx="1669">
                  <c:v>2.7853704750673773</c:v>
                </c:pt>
                <c:pt idx="1670">
                  <c:v>2.7853704750673773</c:v>
                </c:pt>
                <c:pt idx="1671">
                  <c:v>2.7853704750673773</c:v>
                </c:pt>
                <c:pt idx="1672">
                  <c:v>2.7853704750673773</c:v>
                </c:pt>
                <c:pt idx="1673">
                  <c:v>2.7853704750673773</c:v>
                </c:pt>
                <c:pt idx="1674">
                  <c:v>2.7853704750673773</c:v>
                </c:pt>
                <c:pt idx="1675">
                  <c:v>2.7853704750673773</c:v>
                </c:pt>
                <c:pt idx="1676">
                  <c:v>2.7853704750673773</c:v>
                </c:pt>
                <c:pt idx="1677">
                  <c:v>2.7853704750673773</c:v>
                </c:pt>
                <c:pt idx="1678">
                  <c:v>2.7853704750673773</c:v>
                </c:pt>
                <c:pt idx="1679">
                  <c:v>2.7853704750673773</c:v>
                </c:pt>
                <c:pt idx="1680">
                  <c:v>2.7853704750673773</c:v>
                </c:pt>
                <c:pt idx="1681">
                  <c:v>2.7853704750673773</c:v>
                </c:pt>
                <c:pt idx="1682">
                  <c:v>2.7853704750673773</c:v>
                </c:pt>
                <c:pt idx="1683">
                  <c:v>2.7853704750673773</c:v>
                </c:pt>
                <c:pt idx="1684">
                  <c:v>2.7853704750673773</c:v>
                </c:pt>
                <c:pt idx="1685">
                  <c:v>2.7853704750673773</c:v>
                </c:pt>
                <c:pt idx="1686">
                  <c:v>2.7853704750673773</c:v>
                </c:pt>
                <c:pt idx="1687">
                  <c:v>2.7853704750673773</c:v>
                </c:pt>
                <c:pt idx="1688">
                  <c:v>2.7853704750673773</c:v>
                </c:pt>
                <c:pt idx="1689">
                  <c:v>2.7853704750673773</c:v>
                </c:pt>
                <c:pt idx="1690">
                  <c:v>2.7853704750673773</c:v>
                </c:pt>
                <c:pt idx="1691">
                  <c:v>2.7853704750673773</c:v>
                </c:pt>
                <c:pt idx="1692">
                  <c:v>2.7853704750673773</c:v>
                </c:pt>
                <c:pt idx="1693">
                  <c:v>2.7853704750673773</c:v>
                </c:pt>
                <c:pt idx="1694">
                  <c:v>2.7853704750673773</c:v>
                </c:pt>
                <c:pt idx="1695">
                  <c:v>2.7853704750673773</c:v>
                </c:pt>
                <c:pt idx="1696">
                  <c:v>2.7853704750673773</c:v>
                </c:pt>
                <c:pt idx="1697">
                  <c:v>2.7853704750673773</c:v>
                </c:pt>
                <c:pt idx="1698">
                  <c:v>2.7853704750673773</c:v>
                </c:pt>
                <c:pt idx="1699">
                  <c:v>2.7853704750673773</c:v>
                </c:pt>
                <c:pt idx="1700">
                  <c:v>2.7853704750673773</c:v>
                </c:pt>
                <c:pt idx="1701">
                  <c:v>2.7853704750673773</c:v>
                </c:pt>
                <c:pt idx="1702">
                  <c:v>2.7853704750673773</c:v>
                </c:pt>
                <c:pt idx="1703">
                  <c:v>2.7853704750673773</c:v>
                </c:pt>
                <c:pt idx="1704">
                  <c:v>2.7853704750673773</c:v>
                </c:pt>
                <c:pt idx="1705">
                  <c:v>2.7853704750673773</c:v>
                </c:pt>
                <c:pt idx="1706">
                  <c:v>2.7853704750673773</c:v>
                </c:pt>
                <c:pt idx="1707">
                  <c:v>2.7853704750673773</c:v>
                </c:pt>
                <c:pt idx="1708">
                  <c:v>2.7853704750673773</c:v>
                </c:pt>
                <c:pt idx="1709">
                  <c:v>2.7853704750673773</c:v>
                </c:pt>
                <c:pt idx="1710">
                  <c:v>2.7853704750673773</c:v>
                </c:pt>
                <c:pt idx="1711">
                  <c:v>2.7853704750673773</c:v>
                </c:pt>
                <c:pt idx="1712">
                  <c:v>2.7853704750673773</c:v>
                </c:pt>
                <c:pt idx="1713">
                  <c:v>2.7853704750673773</c:v>
                </c:pt>
                <c:pt idx="1714">
                  <c:v>2.7853704750673773</c:v>
                </c:pt>
                <c:pt idx="1715">
                  <c:v>2.7853704750673773</c:v>
                </c:pt>
                <c:pt idx="1716">
                  <c:v>2.7853704750673773</c:v>
                </c:pt>
                <c:pt idx="1717">
                  <c:v>2.7853704750673773</c:v>
                </c:pt>
                <c:pt idx="1718">
                  <c:v>2.7853704750673773</c:v>
                </c:pt>
                <c:pt idx="1719">
                  <c:v>2.7853704750673773</c:v>
                </c:pt>
                <c:pt idx="1720">
                  <c:v>2.7853704750673773</c:v>
                </c:pt>
                <c:pt idx="1721">
                  <c:v>2.7853704750673773</c:v>
                </c:pt>
                <c:pt idx="1722">
                  <c:v>2.7853704750673773</c:v>
                </c:pt>
                <c:pt idx="1723">
                  <c:v>2.7853704750673773</c:v>
                </c:pt>
                <c:pt idx="1724">
                  <c:v>2.7853704750673773</c:v>
                </c:pt>
                <c:pt idx="1725">
                  <c:v>2.7853704750673773</c:v>
                </c:pt>
                <c:pt idx="1726">
                  <c:v>2.7853704750673773</c:v>
                </c:pt>
                <c:pt idx="1727">
                  <c:v>2.7853704750673773</c:v>
                </c:pt>
                <c:pt idx="1728">
                  <c:v>2.7853704750673773</c:v>
                </c:pt>
                <c:pt idx="1729">
                  <c:v>2.7853704750673773</c:v>
                </c:pt>
                <c:pt idx="1730">
                  <c:v>2.7853704750673773</c:v>
                </c:pt>
                <c:pt idx="1731">
                  <c:v>2.7853704750673773</c:v>
                </c:pt>
                <c:pt idx="1732">
                  <c:v>2.7853704750673773</c:v>
                </c:pt>
                <c:pt idx="1733">
                  <c:v>2.7853704750673773</c:v>
                </c:pt>
                <c:pt idx="1734">
                  <c:v>2.7853704750673773</c:v>
                </c:pt>
                <c:pt idx="1735">
                  <c:v>2.7853704750673773</c:v>
                </c:pt>
                <c:pt idx="1736">
                  <c:v>2.7853704750673773</c:v>
                </c:pt>
                <c:pt idx="1737">
                  <c:v>2.7853704750673773</c:v>
                </c:pt>
                <c:pt idx="1738">
                  <c:v>2.7853704750673773</c:v>
                </c:pt>
                <c:pt idx="1739">
                  <c:v>2.7853704750673773</c:v>
                </c:pt>
                <c:pt idx="1740">
                  <c:v>2.7853704750673773</c:v>
                </c:pt>
                <c:pt idx="1741">
                  <c:v>2.7853704750673773</c:v>
                </c:pt>
                <c:pt idx="1742">
                  <c:v>2.7853704750673773</c:v>
                </c:pt>
                <c:pt idx="1743">
                  <c:v>2.7853704750673773</c:v>
                </c:pt>
                <c:pt idx="1744">
                  <c:v>2.7853704750673773</c:v>
                </c:pt>
                <c:pt idx="1745">
                  <c:v>2.7853704750673773</c:v>
                </c:pt>
                <c:pt idx="1746">
                  <c:v>2.7853704750673773</c:v>
                </c:pt>
                <c:pt idx="1747">
                  <c:v>2.7853704750673773</c:v>
                </c:pt>
                <c:pt idx="1748">
                  <c:v>2.7853704750673773</c:v>
                </c:pt>
                <c:pt idx="1749">
                  <c:v>2.7853704750673773</c:v>
                </c:pt>
                <c:pt idx="1750">
                  <c:v>2.7853704750673773</c:v>
                </c:pt>
                <c:pt idx="1751">
                  <c:v>2.7853704750673773</c:v>
                </c:pt>
                <c:pt idx="1752">
                  <c:v>2.7853704750673773</c:v>
                </c:pt>
                <c:pt idx="1753">
                  <c:v>2.7853704750673773</c:v>
                </c:pt>
                <c:pt idx="1754">
                  <c:v>2.7853704750673773</c:v>
                </c:pt>
                <c:pt idx="1755">
                  <c:v>2.7853704750673773</c:v>
                </c:pt>
                <c:pt idx="1756">
                  <c:v>2.7853704750673773</c:v>
                </c:pt>
                <c:pt idx="1757">
                  <c:v>2.7853704750673773</c:v>
                </c:pt>
                <c:pt idx="1758">
                  <c:v>2.7853704750673773</c:v>
                </c:pt>
                <c:pt idx="1759">
                  <c:v>2.7853704750673773</c:v>
                </c:pt>
                <c:pt idx="1760">
                  <c:v>2.7853704750673773</c:v>
                </c:pt>
                <c:pt idx="1761">
                  <c:v>2.7853704750673773</c:v>
                </c:pt>
                <c:pt idx="1762">
                  <c:v>2.7853704750673773</c:v>
                </c:pt>
                <c:pt idx="1763">
                  <c:v>2.7853704750673773</c:v>
                </c:pt>
                <c:pt idx="1764">
                  <c:v>2.7853704750673773</c:v>
                </c:pt>
                <c:pt idx="1765">
                  <c:v>2.7853704750673773</c:v>
                </c:pt>
                <c:pt idx="1766">
                  <c:v>2.7853704750673773</c:v>
                </c:pt>
                <c:pt idx="1767">
                  <c:v>2.7853704750673773</c:v>
                </c:pt>
                <c:pt idx="1768">
                  <c:v>2.7853704750673773</c:v>
                </c:pt>
                <c:pt idx="1769">
                  <c:v>2.7853704750673773</c:v>
                </c:pt>
                <c:pt idx="1770">
                  <c:v>2.7853704750673773</c:v>
                </c:pt>
                <c:pt idx="1771">
                  <c:v>2.7853704750673773</c:v>
                </c:pt>
                <c:pt idx="1772">
                  <c:v>2.7853704750673773</c:v>
                </c:pt>
                <c:pt idx="1773">
                  <c:v>2.7853704750673773</c:v>
                </c:pt>
                <c:pt idx="1774">
                  <c:v>2.7853704750673773</c:v>
                </c:pt>
                <c:pt idx="1775">
                  <c:v>2.7853704750673773</c:v>
                </c:pt>
                <c:pt idx="1776">
                  <c:v>2.7853704750673773</c:v>
                </c:pt>
                <c:pt idx="1777">
                  <c:v>2.7853704750673773</c:v>
                </c:pt>
                <c:pt idx="1778">
                  <c:v>2.7853704750673773</c:v>
                </c:pt>
                <c:pt idx="1779">
                  <c:v>2.7853704750673773</c:v>
                </c:pt>
                <c:pt idx="1780">
                  <c:v>2.7853704750673773</c:v>
                </c:pt>
                <c:pt idx="1781">
                  <c:v>2.7853704750673773</c:v>
                </c:pt>
                <c:pt idx="1782">
                  <c:v>2.7853704750673773</c:v>
                </c:pt>
                <c:pt idx="1783">
                  <c:v>2.7853704750673773</c:v>
                </c:pt>
                <c:pt idx="1784">
                  <c:v>2.7853704750673773</c:v>
                </c:pt>
                <c:pt idx="1785">
                  <c:v>2.7853704750673773</c:v>
                </c:pt>
                <c:pt idx="1786">
                  <c:v>2.7853704750673773</c:v>
                </c:pt>
                <c:pt idx="1787">
                  <c:v>2.7853704750673773</c:v>
                </c:pt>
                <c:pt idx="1788">
                  <c:v>2.7853704750673773</c:v>
                </c:pt>
                <c:pt idx="1789">
                  <c:v>2.7853704750673773</c:v>
                </c:pt>
                <c:pt idx="1790">
                  <c:v>2.7853704750673773</c:v>
                </c:pt>
                <c:pt idx="1791">
                  <c:v>2.7853704750673773</c:v>
                </c:pt>
                <c:pt idx="1792">
                  <c:v>2.7853704750673773</c:v>
                </c:pt>
                <c:pt idx="1793">
                  <c:v>2.7853704750673773</c:v>
                </c:pt>
                <c:pt idx="1794">
                  <c:v>2.7853704750673773</c:v>
                </c:pt>
                <c:pt idx="1795">
                  <c:v>2.7853704750673773</c:v>
                </c:pt>
                <c:pt idx="1796">
                  <c:v>2.7853704750673773</c:v>
                </c:pt>
                <c:pt idx="1797">
                  <c:v>2.7853704750673773</c:v>
                </c:pt>
                <c:pt idx="1798">
                  <c:v>2.7853704750673773</c:v>
                </c:pt>
                <c:pt idx="1799">
                  <c:v>2.7853704750673773</c:v>
                </c:pt>
                <c:pt idx="1800">
                  <c:v>2.7853704750673773</c:v>
                </c:pt>
                <c:pt idx="1801">
                  <c:v>2.7853704750673773</c:v>
                </c:pt>
                <c:pt idx="1802">
                  <c:v>2.7853704750673773</c:v>
                </c:pt>
                <c:pt idx="1803">
                  <c:v>2.7853704750673773</c:v>
                </c:pt>
                <c:pt idx="1804">
                  <c:v>2.7853704750673773</c:v>
                </c:pt>
                <c:pt idx="1805">
                  <c:v>2.7853704750673773</c:v>
                </c:pt>
                <c:pt idx="1806">
                  <c:v>2.7853704750673773</c:v>
                </c:pt>
                <c:pt idx="1807">
                  <c:v>2.7853704750673773</c:v>
                </c:pt>
                <c:pt idx="1808">
                  <c:v>2.7853704750673773</c:v>
                </c:pt>
                <c:pt idx="1809">
                  <c:v>2.7853704750673773</c:v>
                </c:pt>
                <c:pt idx="1810">
                  <c:v>2.7853704750673773</c:v>
                </c:pt>
                <c:pt idx="1811">
                  <c:v>2.7853704750673773</c:v>
                </c:pt>
                <c:pt idx="1812">
                  <c:v>2.7853704750673773</c:v>
                </c:pt>
                <c:pt idx="1813">
                  <c:v>2.7853704750673773</c:v>
                </c:pt>
                <c:pt idx="1814">
                  <c:v>2.7853704750673773</c:v>
                </c:pt>
                <c:pt idx="1815">
                  <c:v>2.7853704750673773</c:v>
                </c:pt>
                <c:pt idx="1816">
                  <c:v>2.7853704750673773</c:v>
                </c:pt>
                <c:pt idx="1817">
                  <c:v>2.7853704750673773</c:v>
                </c:pt>
                <c:pt idx="1818">
                  <c:v>2.7853704750673773</c:v>
                </c:pt>
                <c:pt idx="1819">
                  <c:v>2.7853704750673773</c:v>
                </c:pt>
                <c:pt idx="1820">
                  <c:v>2.7853704750673773</c:v>
                </c:pt>
                <c:pt idx="1821">
                  <c:v>2.7853704750673773</c:v>
                </c:pt>
                <c:pt idx="1822">
                  <c:v>2.7853704750673773</c:v>
                </c:pt>
                <c:pt idx="1823">
                  <c:v>2.7853704750673773</c:v>
                </c:pt>
                <c:pt idx="1824">
                  <c:v>2.7853704750673773</c:v>
                </c:pt>
                <c:pt idx="1825">
                  <c:v>2.7853704750673773</c:v>
                </c:pt>
                <c:pt idx="1826">
                  <c:v>2.7853704750673773</c:v>
                </c:pt>
                <c:pt idx="1827">
                  <c:v>2.7853704750673773</c:v>
                </c:pt>
                <c:pt idx="1828">
                  <c:v>2.7853704750673773</c:v>
                </c:pt>
                <c:pt idx="1829">
                  <c:v>2.7853704750673773</c:v>
                </c:pt>
                <c:pt idx="1830">
                  <c:v>2.7853704750673773</c:v>
                </c:pt>
                <c:pt idx="1831">
                  <c:v>2.7853704750673773</c:v>
                </c:pt>
                <c:pt idx="1832">
                  <c:v>2.7853704750673773</c:v>
                </c:pt>
                <c:pt idx="1833">
                  <c:v>2.7853704750673773</c:v>
                </c:pt>
                <c:pt idx="1834">
                  <c:v>2.7853704750673773</c:v>
                </c:pt>
                <c:pt idx="1835">
                  <c:v>2.7853704750673773</c:v>
                </c:pt>
                <c:pt idx="1836">
                  <c:v>2.7853704750673773</c:v>
                </c:pt>
                <c:pt idx="1837">
                  <c:v>2.7853704750673773</c:v>
                </c:pt>
                <c:pt idx="1838">
                  <c:v>2.7853704750673773</c:v>
                </c:pt>
                <c:pt idx="1839">
                  <c:v>2.7853704750673773</c:v>
                </c:pt>
                <c:pt idx="1840">
                  <c:v>2.7853704750673773</c:v>
                </c:pt>
                <c:pt idx="1841">
                  <c:v>2.7853704750673773</c:v>
                </c:pt>
                <c:pt idx="1842">
                  <c:v>2.7853704750673773</c:v>
                </c:pt>
                <c:pt idx="1843">
                  <c:v>2.7853704750673773</c:v>
                </c:pt>
                <c:pt idx="1844">
                  <c:v>2.7853704750673773</c:v>
                </c:pt>
                <c:pt idx="1845">
                  <c:v>2.7853704750673773</c:v>
                </c:pt>
                <c:pt idx="1846">
                  <c:v>2.7853704750673773</c:v>
                </c:pt>
                <c:pt idx="1847">
                  <c:v>2.7853704750673773</c:v>
                </c:pt>
                <c:pt idx="1848">
                  <c:v>2.7853704750673773</c:v>
                </c:pt>
                <c:pt idx="1849">
                  <c:v>2.7853704750673773</c:v>
                </c:pt>
                <c:pt idx="1850">
                  <c:v>2.7853704750673773</c:v>
                </c:pt>
                <c:pt idx="1851">
                  <c:v>2.7853704750673773</c:v>
                </c:pt>
                <c:pt idx="1852">
                  <c:v>2.7853704750673773</c:v>
                </c:pt>
                <c:pt idx="1853">
                  <c:v>2.7853704750673773</c:v>
                </c:pt>
                <c:pt idx="1854">
                  <c:v>2.7853704750673773</c:v>
                </c:pt>
                <c:pt idx="1855">
                  <c:v>2.7853704750673773</c:v>
                </c:pt>
                <c:pt idx="1856">
                  <c:v>2.7853704750673773</c:v>
                </c:pt>
                <c:pt idx="1857">
                  <c:v>2.7853704750673773</c:v>
                </c:pt>
                <c:pt idx="1858">
                  <c:v>2.7853704750673773</c:v>
                </c:pt>
                <c:pt idx="1859">
                  <c:v>2.7853704750673773</c:v>
                </c:pt>
                <c:pt idx="1860">
                  <c:v>2.7853704750673773</c:v>
                </c:pt>
                <c:pt idx="1861">
                  <c:v>2.7853704750673773</c:v>
                </c:pt>
                <c:pt idx="1862">
                  <c:v>2.7853704750673773</c:v>
                </c:pt>
                <c:pt idx="1863">
                  <c:v>2.7853704750673773</c:v>
                </c:pt>
                <c:pt idx="1864">
                  <c:v>2.7853704750673773</c:v>
                </c:pt>
                <c:pt idx="1865">
                  <c:v>2.7853704750673773</c:v>
                </c:pt>
                <c:pt idx="1866">
                  <c:v>2.7853704750673773</c:v>
                </c:pt>
                <c:pt idx="1867">
                  <c:v>2.7853704750673773</c:v>
                </c:pt>
                <c:pt idx="1868">
                  <c:v>2.7853704750673773</c:v>
                </c:pt>
                <c:pt idx="1869">
                  <c:v>2.7853704750673773</c:v>
                </c:pt>
                <c:pt idx="1870">
                  <c:v>2.7853704750673773</c:v>
                </c:pt>
                <c:pt idx="1871">
                  <c:v>2.7853704750673773</c:v>
                </c:pt>
                <c:pt idx="1872">
                  <c:v>2.7853704750673773</c:v>
                </c:pt>
                <c:pt idx="1873">
                  <c:v>2.7853704750673773</c:v>
                </c:pt>
                <c:pt idx="1874">
                  <c:v>2.7853704750673773</c:v>
                </c:pt>
                <c:pt idx="1875">
                  <c:v>2.7853704750673773</c:v>
                </c:pt>
                <c:pt idx="1876">
                  <c:v>2.7853704750673773</c:v>
                </c:pt>
                <c:pt idx="1877">
                  <c:v>2.7853704750673773</c:v>
                </c:pt>
                <c:pt idx="1878">
                  <c:v>2.7853704750673773</c:v>
                </c:pt>
                <c:pt idx="1879">
                  <c:v>2.7853704750673773</c:v>
                </c:pt>
                <c:pt idx="1880">
                  <c:v>2.7853704750673773</c:v>
                </c:pt>
                <c:pt idx="1881">
                  <c:v>2.7853704750673773</c:v>
                </c:pt>
                <c:pt idx="1882">
                  <c:v>2.7853704750673773</c:v>
                </c:pt>
                <c:pt idx="1883">
                  <c:v>2.7853704750673773</c:v>
                </c:pt>
                <c:pt idx="1884">
                  <c:v>2.7853704750673773</c:v>
                </c:pt>
                <c:pt idx="1885">
                  <c:v>2.7853704750673773</c:v>
                </c:pt>
                <c:pt idx="1886">
                  <c:v>2.7853704750673773</c:v>
                </c:pt>
                <c:pt idx="1887">
                  <c:v>2.7853704750673773</c:v>
                </c:pt>
                <c:pt idx="1888">
                  <c:v>2.7853704750673773</c:v>
                </c:pt>
                <c:pt idx="1889">
                  <c:v>2.7853704750673773</c:v>
                </c:pt>
                <c:pt idx="1890">
                  <c:v>2.7853704750673773</c:v>
                </c:pt>
                <c:pt idx="1891">
                  <c:v>2.7853704750673773</c:v>
                </c:pt>
                <c:pt idx="1892">
                  <c:v>2.7853704750673773</c:v>
                </c:pt>
                <c:pt idx="1893">
                  <c:v>2.7853704750673773</c:v>
                </c:pt>
                <c:pt idx="1894">
                  <c:v>2.7853704750673773</c:v>
                </c:pt>
                <c:pt idx="1895">
                  <c:v>2.7853704750673773</c:v>
                </c:pt>
                <c:pt idx="1896">
                  <c:v>2.7853704750673773</c:v>
                </c:pt>
                <c:pt idx="1897">
                  <c:v>2.7853704750673773</c:v>
                </c:pt>
                <c:pt idx="1898">
                  <c:v>2.7853704750673773</c:v>
                </c:pt>
                <c:pt idx="1899">
                  <c:v>2.7853704750673773</c:v>
                </c:pt>
                <c:pt idx="1900">
                  <c:v>2.7853704750673773</c:v>
                </c:pt>
                <c:pt idx="1901">
                  <c:v>2.7853704750673773</c:v>
                </c:pt>
                <c:pt idx="1902">
                  <c:v>2.7853704750673773</c:v>
                </c:pt>
                <c:pt idx="1903">
                  <c:v>2.7853704750673773</c:v>
                </c:pt>
                <c:pt idx="1904">
                  <c:v>2.7853704750673773</c:v>
                </c:pt>
                <c:pt idx="1905">
                  <c:v>2.7853704750673773</c:v>
                </c:pt>
                <c:pt idx="1906">
                  <c:v>2.7853704750673773</c:v>
                </c:pt>
                <c:pt idx="1907">
                  <c:v>2.7853704750673773</c:v>
                </c:pt>
                <c:pt idx="1908">
                  <c:v>2.7853704750673773</c:v>
                </c:pt>
                <c:pt idx="1909">
                  <c:v>2.7853704750673773</c:v>
                </c:pt>
                <c:pt idx="1910">
                  <c:v>2.7853704750673773</c:v>
                </c:pt>
                <c:pt idx="1911">
                  <c:v>2.7853704750673773</c:v>
                </c:pt>
                <c:pt idx="1912">
                  <c:v>2.7853704750673773</c:v>
                </c:pt>
                <c:pt idx="1913">
                  <c:v>2.7853704750673773</c:v>
                </c:pt>
                <c:pt idx="1914">
                  <c:v>2.7853704750673773</c:v>
                </c:pt>
                <c:pt idx="1915">
                  <c:v>2.7853704750673773</c:v>
                </c:pt>
                <c:pt idx="1916">
                  <c:v>2.7853704750673773</c:v>
                </c:pt>
                <c:pt idx="1917">
                  <c:v>2.7853704750673773</c:v>
                </c:pt>
                <c:pt idx="1918">
                  <c:v>2.7853704750673773</c:v>
                </c:pt>
                <c:pt idx="1919">
                  <c:v>2.7853704750673773</c:v>
                </c:pt>
                <c:pt idx="1920">
                  <c:v>2.7853704750673773</c:v>
                </c:pt>
                <c:pt idx="1921">
                  <c:v>2.7853704750673773</c:v>
                </c:pt>
                <c:pt idx="1922">
                  <c:v>2.7853704750673773</c:v>
                </c:pt>
                <c:pt idx="1923">
                  <c:v>2.7853704750673773</c:v>
                </c:pt>
                <c:pt idx="1924">
                  <c:v>2.7853704750673773</c:v>
                </c:pt>
                <c:pt idx="1925">
                  <c:v>2.7853704750673773</c:v>
                </c:pt>
                <c:pt idx="1926">
                  <c:v>2.7853704750673773</c:v>
                </c:pt>
                <c:pt idx="1927">
                  <c:v>2.7853704750673773</c:v>
                </c:pt>
                <c:pt idx="1928">
                  <c:v>2.7853704750673773</c:v>
                </c:pt>
                <c:pt idx="1929">
                  <c:v>2.7853704750673773</c:v>
                </c:pt>
                <c:pt idx="1930">
                  <c:v>2.7853704750673773</c:v>
                </c:pt>
                <c:pt idx="1931">
                  <c:v>2.7853704750673773</c:v>
                </c:pt>
                <c:pt idx="1932">
                  <c:v>2.7853704750673773</c:v>
                </c:pt>
                <c:pt idx="1933">
                  <c:v>2.7853704750673773</c:v>
                </c:pt>
                <c:pt idx="1934">
                  <c:v>2.7853704750673773</c:v>
                </c:pt>
                <c:pt idx="1935">
                  <c:v>2.7853704750673773</c:v>
                </c:pt>
                <c:pt idx="1936">
                  <c:v>2.7853704750673773</c:v>
                </c:pt>
                <c:pt idx="1937">
                  <c:v>2.7853704750673773</c:v>
                </c:pt>
                <c:pt idx="1938">
                  <c:v>2.7853704750673773</c:v>
                </c:pt>
                <c:pt idx="1939">
                  <c:v>2.7853704750673773</c:v>
                </c:pt>
                <c:pt idx="1940">
                  <c:v>2.7853704750673773</c:v>
                </c:pt>
                <c:pt idx="1941">
                  <c:v>2.7853704750673773</c:v>
                </c:pt>
                <c:pt idx="1942">
                  <c:v>2.7853704750673773</c:v>
                </c:pt>
                <c:pt idx="1943">
                  <c:v>2.7853704750673773</c:v>
                </c:pt>
                <c:pt idx="1944">
                  <c:v>2.7853704750673773</c:v>
                </c:pt>
                <c:pt idx="1945">
                  <c:v>2.7853704750673773</c:v>
                </c:pt>
                <c:pt idx="1946">
                  <c:v>2.7853704750673773</c:v>
                </c:pt>
                <c:pt idx="1947">
                  <c:v>2.7853704750673773</c:v>
                </c:pt>
                <c:pt idx="1948">
                  <c:v>2.7853704750673773</c:v>
                </c:pt>
                <c:pt idx="1949">
                  <c:v>2.7853704750673773</c:v>
                </c:pt>
                <c:pt idx="1950">
                  <c:v>2.7853704750673773</c:v>
                </c:pt>
                <c:pt idx="1951">
                  <c:v>2.7853704750673773</c:v>
                </c:pt>
                <c:pt idx="1952">
                  <c:v>2.7853704750673773</c:v>
                </c:pt>
                <c:pt idx="1953">
                  <c:v>2.7853704750673773</c:v>
                </c:pt>
                <c:pt idx="1954">
                  <c:v>2.7853704750673773</c:v>
                </c:pt>
                <c:pt idx="1955">
                  <c:v>2.7853704750673773</c:v>
                </c:pt>
                <c:pt idx="1956">
                  <c:v>2.7853704750673773</c:v>
                </c:pt>
                <c:pt idx="1957">
                  <c:v>2.7853704750673773</c:v>
                </c:pt>
                <c:pt idx="1958">
                  <c:v>2.7853704750673773</c:v>
                </c:pt>
                <c:pt idx="1959">
                  <c:v>2.7853704750673773</c:v>
                </c:pt>
                <c:pt idx="1960">
                  <c:v>2.7853704750673773</c:v>
                </c:pt>
                <c:pt idx="1961">
                  <c:v>2.7853704750673773</c:v>
                </c:pt>
                <c:pt idx="1962">
                  <c:v>2.7853704750673773</c:v>
                </c:pt>
                <c:pt idx="1963">
                  <c:v>2.7853704750673773</c:v>
                </c:pt>
                <c:pt idx="1964">
                  <c:v>2.7853704750673773</c:v>
                </c:pt>
                <c:pt idx="1965">
                  <c:v>2.7853704750673773</c:v>
                </c:pt>
                <c:pt idx="1966">
                  <c:v>2.7853704750673773</c:v>
                </c:pt>
                <c:pt idx="1967">
                  <c:v>2.7853704750673773</c:v>
                </c:pt>
                <c:pt idx="1968">
                  <c:v>2.7853704750673773</c:v>
                </c:pt>
                <c:pt idx="1969">
                  <c:v>2.7853704750673773</c:v>
                </c:pt>
                <c:pt idx="1970">
                  <c:v>2.7853704750673773</c:v>
                </c:pt>
                <c:pt idx="1971">
                  <c:v>2.7853704750673773</c:v>
                </c:pt>
                <c:pt idx="1972">
                  <c:v>2.7853704750673773</c:v>
                </c:pt>
                <c:pt idx="1973">
                  <c:v>2.7853704750673773</c:v>
                </c:pt>
                <c:pt idx="1974">
                  <c:v>2.7853704750673773</c:v>
                </c:pt>
                <c:pt idx="1975">
                  <c:v>2.7853704750673773</c:v>
                </c:pt>
                <c:pt idx="1976">
                  <c:v>2.7853704750673773</c:v>
                </c:pt>
                <c:pt idx="1977">
                  <c:v>2.7853704750673773</c:v>
                </c:pt>
                <c:pt idx="1978">
                  <c:v>2.7853704750673773</c:v>
                </c:pt>
                <c:pt idx="1979">
                  <c:v>2.7853704750673773</c:v>
                </c:pt>
                <c:pt idx="1980">
                  <c:v>2.7853704750673773</c:v>
                </c:pt>
                <c:pt idx="1981">
                  <c:v>2.7853704750673773</c:v>
                </c:pt>
                <c:pt idx="1982">
                  <c:v>2.7853704750673773</c:v>
                </c:pt>
                <c:pt idx="1983">
                  <c:v>2.7853704750673773</c:v>
                </c:pt>
                <c:pt idx="1984">
                  <c:v>2.7853704750673773</c:v>
                </c:pt>
                <c:pt idx="1985">
                  <c:v>2.7853704750673773</c:v>
                </c:pt>
                <c:pt idx="1986">
                  <c:v>2.7853704750673773</c:v>
                </c:pt>
                <c:pt idx="1987">
                  <c:v>2.7853704750673773</c:v>
                </c:pt>
                <c:pt idx="1988">
                  <c:v>2.7853704750673773</c:v>
                </c:pt>
                <c:pt idx="1989">
                  <c:v>2.7853704750673773</c:v>
                </c:pt>
                <c:pt idx="1990">
                  <c:v>2.7853704750673773</c:v>
                </c:pt>
                <c:pt idx="1991">
                  <c:v>2.7853704750673773</c:v>
                </c:pt>
                <c:pt idx="1992">
                  <c:v>2.7853704750673773</c:v>
                </c:pt>
                <c:pt idx="1993">
                  <c:v>2.7853704750673773</c:v>
                </c:pt>
                <c:pt idx="1994">
                  <c:v>2.7853704750673773</c:v>
                </c:pt>
                <c:pt idx="1995">
                  <c:v>2.7853704750673773</c:v>
                </c:pt>
                <c:pt idx="1996">
                  <c:v>2.7853704750673773</c:v>
                </c:pt>
                <c:pt idx="1997">
                  <c:v>2.7853704750673773</c:v>
                </c:pt>
                <c:pt idx="1998">
                  <c:v>2.7853704750673773</c:v>
                </c:pt>
                <c:pt idx="1999">
                  <c:v>2.7853704750673773</c:v>
                </c:pt>
                <c:pt idx="2000">
                  <c:v>2.7853704750673773</c:v>
                </c:pt>
                <c:pt idx="2001">
                  <c:v>2.7853704750673773</c:v>
                </c:pt>
                <c:pt idx="2002">
                  <c:v>2.7853704750673773</c:v>
                </c:pt>
                <c:pt idx="2003">
                  <c:v>2.7853704750673773</c:v>
                </c:pt>
                <c:pt idx="2004">
                  <c:v>2.7853704750673773</c:v>
                </c:pt>
                <c:pt idx="2005">
                  <c:v>2.7853704750673773</c:v>
                </c:pt>
                <c:pt idx="2006">
                  <c:v>2.7853704750673773</c:v>
                </c:pt>
                <c:pt idx="2007">
                  <c:v>2.7853704750673773</c:v>
                </c:pt>
                <c:pt idx="2008">
                  <c:v>2.7853704750673773</c:v>
                </c:pt>
                <c:pt idx="2009">
                  <c:v>2.7853704750673773</c:v>
                </c:pt>
                <c:pt idx="2010">
                  <c:v>2.7853704750673773</c:v>
                </c:pt>
                <c:pt idx="2011">
                  <c:v>2.7853704750673773</c:v>
                </c:pt>
                <c:pt idx="2012">
                  <c:v>2.7853704750673773</c:v>
                </c:pt>
                <c:pt idx="2013">
                  <c:v>2.7853704750673773</c:v>
                </c:pt>
                <c:pt idx="2014">
                  <c:v>2.7853704750673773</c:v>
                </c:pt>
                <c:pt idx="2015">
                  <c:v>2.7853704750673773</c:v>
                </c:pt>
                <c:pt idx="2016">
                  <c:v>2.7853704750673773</c:v>
                </c:pt>
                <c:pt idx="2017">
                  <c:v>2.7853704750673773</c:v>
                </c:pt>
                <c:pt idx="2018">
                  <c:v>2.7853704750673773</c:v>
                </c:pt>
                <c:pt idx="2019">
                  <c:v>2.7853704750673773</c:v>
                </c:pt>
                <c:pt idx="2020">
                  <c:v>2.7853704750673773</c:v>
                </c:pt>
                <c:pt idx="2021">
                  <c:v>2.7853704750673773</c:v>
                </c:pt>
                <c:pt idx="2022">
                  <c:v>2.7853704750673773</c:v>
                </c:pt>
                <c:pt idx="2023">
                  <c:v>2.7853704750673773</c:v>
                </c:pt>
                <c:pt idx="2024">
                  <c:v>2.7853704750673773</c:v>
                </c:pt>
                <c:pt idx="2025">
                  <c:v>2.7853704750673773</c:v>
                </c:pt>
                <c:pt idx="2026">
                  <c:v>2.7853704750673773</c:v>
                </c:pt>
                <c:pt idx="2027">
                  <c:v>2.7853704750673773</c:v>
                </c:pt>
                <c:pt idx="2028">
                  <c:v>2.7853704750673773</c:v>
                </c:pt>
                <c:pt idx="2029">
                  <c:v>2.7853704750673773</c:v>
                </c:pt>
                <c:pt idx="2030">
                  <c:v>2.7853704750673773</c:v>
                </c:pt>
                <c:pt idx="2031">
                  <c:v>2.7853704750673773</c:v>
                </c:pt>
                <c:pt idx="2032">
                  <c:v>2.7853704750673773</c:v>
                </c:pt>
                <c:pt idx="2033">
                  <c:v>2.7853704750673773</c:v>
                </c:pt>
                <c:pt idx="2034">
                  <c:v>2.7853704750673773</c:v>
                </c:pt>
                <c:pt idx="2035">
                  <c:v>2.7853704750673773</c:v>
                </c:pt>
                <c:pt idx="2036">
                  <c:v>2.7853704750673773</c:v>
                </c:pt>
                <c:pt idx="2037">
                  <c:v>2.7853704750673773</c:v>
                </c:pt>
                <c:pt idx="2038">
                  <c:v>2.7853704750673773</c:v>
                </c:pt>
                <c:pt idx="2039">
                  <c:v>2.7853704750673773</c:v>
                </c:pt>
                <c:pt idx="2040">
                  <c:v>2.7853704750673773</c:v>
                </c:pt>
                <c:pt idx="2041">
                  <c:v>2.7853704750673773</c:v>
                </c:pt>
                <c:pt idx="2042">
                  <c:v>2.7853704750673773</c:v>
                </c:pt>
                <c:pt idx="2043">
                  <c:v>2.7853704750673773</c:v>
                </c:pt>
                <c:pt idx="2044">
                  <c:v>2.7853704750673773</c:v>
                </c:pt>
                <c:pt idx="2045">
                  <c:v>2.7853704750673773</c:v>
                </c:pt>
                <c:pt idx="2046">
                  <c:v>2.7853704750673773</c:v>
                </c:pt>
                <c:pt idx="2047">
                  <c:v>2.7853704750673773</c:v>
                </c:pt>
                <c:pt idx="2048">
                  <c:v>2.7853704750673773</c:v>
                </c:pt>
                <c:pt idx="2049">
                  <c:v>2.7853704750673773</c:v>
                </c:pt>
                <c:pt idx="2050">
                  <c:v>2.7853704750673773</c:v>
                </c:pt>
                <c:pt idx="2051">
                  <c:v>2.7853704750673773</c:v>
                </c:pt>
                <c:pt idx="2052">
                  <c:v>2.7853704750673773</c:v>
                </c:pt>
                <c:pt idx="2053">
                  <c:v>2.7853704750673773</c:v>
                </c:pt>
                <c:pt idx="2054">
                  <c:v>2.7853704750673773</c:v>
                </c:pt>
                <c:pt idx="2055">
                  <c:v>2.7853704750673773</c:v>
                </c:pt>
                <c:pt idx="2056">
                  <c:v>2.7853704750673773</c:v>
                </c:pt>
                <c:pt idx="2057">
                  <c:v>2.7853704750673773</c:v>
                </c:pt>
                <c:pt idx="2058">
                  <c:v>2.7853704750673773</c:v>
                </c:pt>
                <c:pt idx="2059">
                  <c:v>2.7853704750673773</c:v>
                </c:pt>
                <c:pt idx="2060">
                  <c:v>2.7853704750673773</c:v>
                </c:pt>
                <c:pt idx="2061">
                  <c:v>2.7853704750673773</c:v>
                </c:pt>
                <c:pt idx="2062">
                  <c:v>2.7853704750673773</c:v>
                </c:pt>
                <c:pt idx="2063">
                  <c:v>2.7853704750673773</c:v>
                </c:pt>
                <c:pt idx="2064">
                  <c:v>2.7853704750673773</c:v>
                </c:pt>
                <c:pt idx="2065">
                  <c:v>2.7853704750673773</c:v>
                </c:pt>
                <c:pt idx="2066">
                  <c:v>2.7853704750673773</c:v>
                </c:pt>
                <c:pt idx="2067">
                  <c:v>2.7853704750673773</c:v>
                </c:pt>
                <c:pt idx="2068">
                  <c:v>2.7853704750673773</c:v>
                </c:pt>
                <c:pt idx="2069">
                  <c:v>2.7853704750673773</c:v>
                </c:pt>
                <c:pt idx="2070">
                  <c:v>2.7853704750673773</c:v>
                </c:pt>
                <c:pt idx="2071">
                  <c:v>2.7853704750673773</c:v>
                </c:pt>
                <c:pt idx="2072">
                  <c:v>2.7853704750673773</c:v>
                </c:pt>
                <c:pt idx="2073">
                  <c:v>2.7853704750673773</c:v>
                </c:pt>
                <c:pt idx="2074">
                  <c:v>2.7853704750673773</c:v>
                </c:pt>
                <c:pt idx="2075">
                  <c:v>2.7853704750673773</c:v>
                </c:pt>
                <c:pt idx="2076">
                  <c:v>2.7853704750673773</c:v>
                </c:pt>
                <c:pt idx="2077">
                  <c:v>2.7853704750673773</c:v>
                </c:pt>
                <c:pt idx="2078">
                  <c:v>2.7853704750673773</c:v>
                </c:pt>
                <c:pt idx="2079">
                  <c:v>2.7853704750673773</c:v>
                </c:pt>
                <c:pt idx="2080">
                  <c:v>2.7853704750673773</c:v>
                </c:pt>
                <c:pt idx="2081">
                  <c:v>2.7853704750673773</c:v>
                </c:pt>
                <c:pt idx="2082">
                  <c:v>2.7853704750673773</c:v>
                </c:pt>
                <c:pt idx="2083">
                  <c:v>2.7853704750673773</c:v>
                </c:pt>
                <c:pt idx="2084">
                  <c:v>2.7853704750673773</c:v>
                </c:pt>
                <c:pt idx="2085">
                  <c:v>2.7853704750673773</c:v>
                </c:pt>
                <c:pt idx="2086">
                  <c:v>2.7853704750673773</c:v>
                </c:pt>
                <c:pt idx="2087">
                  <c:v>2.7853704750673773</c:v>
                </c:pt>
                <c:pt idx="2088">
                  <c:v>2.7853704750673773</c:v>
                </c:pt>
                <c:pt idx="2089">
                  <c:v>2.7853704750673773</c:v>
                </c:pt>
                <c:pt idx="2090">
                  <c:v>2.7853704750673773</c:v>
                </c:pt>
                <c:pt idx="2091">
                  <c:v>2.7853704750673773</c:v>
                </c:pt>
                <c:pt idx="2092">
                  <c:v>2.7853704750673773</c:v>
                </c:pt>
                <c:pt idx="2093">
                  <c:v>2.7853704750673773</c:v>
                </c:pt>
                <c:pt idx="2094">
                  <c:v>2.7853704750673773</c:v>
                </c:pt>
                <c:pt idx="2095">
                  <c:v>2.7853704750673773</c:v>
                </c:pt>
                <c:pt idx="2096">
                  <c:v>2.7853704750673773</c:v>
                </c:pt>
                <c:pt idx="2097">
                  <c:v>2.7853704750673773</c:v>
                </c:pt>
                <c:pt idx="2098">
                  <c:v>2.7853704750673773</c:v>
                </c:pt>
                <c:pt idx="2099">
                  <c:v>2.7853704750673773</c:v>
                </c:pt>
                <c:pt idx="2100">
                  <c:v>2.7853704750673773</c:v>
                </c:pt>
                <c:pt idx="2101">
                  <c:v>2.7853704750673773</c:v>
                </c:pt>
                <c:pt idx="2102">
                  <c:v>2.7853704750673773</c:v>
                </c:pt>
                <c:pt idx="2103">
                  <c:v>2.7853704750673773</c:v>
                </c:pt>
                <c:pt idx="2104">
                  <c:v>2.7853704750673773</c:v>
                </c:pt>
                <c:pt idx="2105">
                  <c:v>2.7853704750673773</c:v>
                </c:pt>
                <c:pt idx="2106">
                  <c:v>2.7853704750673773</c:v>
                </c:pt>
                <c:pt idx="2107">
                  <c:v>2.7853704750673773</c:v>
                </c:pt>
                <c:pt idx="2108">
                  <c:v>2.7853704750673773</c:v>
                </c:pt>
                <c:pt idx="2109">
                  <c:v>2.7853704750673773</c:v>
                </c:pt>
                <c:pt idx="2110">
                  <c:v>2.7853704750673773</c:v>
                </c:pt>
                <c:pt idx="2111">
                  <c:v>2.7853704750673773</c:v>
                </c:pt>
                <c:pt idx="2112">
                  <c:v>2.7853704750673773</c:v>
                </c:pt>
                <c:pt idx="2113">
                  <c:v>2.7853704750673773</c:v>
                </c:pt>
                <c:pt idx="2114">
                  <c:v>2.7853704750673773</c:v>
                </c:pt>
                <c:pt idx="2115">
                  <c:v>2.7853704750673773</c:v>
                </c:pt>
                <c:pt idx="2116">
                  <c:v>2.7853704750673773</c:v>
                </c:pt>
                <c:pt idx="2117">
                  <c:v>2.7853704750673773</c:v>
                </c:pt>
                <c:pt idx="2118">
                  <c:v>2.7853704750673773</c:v>
                </c:pt>
                <c:pt idx="2119">
                  <c:v>2.7853704750673773</c:v>
                </c:pt>
                <c:pt idx="2120">
                  <c:v>2.7853704750673773</c:v>
                </c:pt>
                <c:pt idx="2121">
                  <c:v>2.7853704750673773</c:v>
                </c:pt>
                <c:pt idx="2122">
                  <c:v>2.7853704750673773</c:v>
                </c:pt>
                <c:pt idx="2123">
                  <c:v>2.7853704750673773</c:v>
                </c:pt>
                <c:pt idx="2124">
                  <c:v>2.7853704750673773</c:v>
                </c:pt>
                <c:pt idx="2125">
                  <c:v>2.7853704750673773</c:v>
                </c:pt>
                <c:pt idx="2126">
                  <c:v>2.7853704750673773</c:v>
                </c:pt>
                <c:pt idx="2127">
                  <c:v>2.7853704750673773</c:v>
                </c:pt>
                <c:pt idx="2128">
                  <c:v>2.7853704750673773</c:v>
                </c:pt>
                <c:pt idx="2129">
                  <c:v>2.7853704750673773</c:v>
                </c:pt>
                <c:pt idx="2130">
                  <c:v>2.7853704750673773</c:v>
                </c:pt>
                <c:pt idx="2131">
                  <c:v>2.7853704750673773</c:v>
                </c:pt>
                <c:pt idx="2132">
                  <c:v>2.7853704750673773</c:v>
                </c:pt>
                <c:pt idx="2133">
                  <c:v>2.7853704750673773</c:v>
                </c:pt>
                <c:pt idx="2134">
                  <c:v>2.7853704750673773</c:v>
                </c:pt>
                <c:pt idx="2135">
                  <c:v>2.7853704750673773</c:v>
                </c:pt>
                <c:pt idx="2136">
                  <c:v>2.7853704750673773</c:v>
                </c:pt>
                <c:pt idx="2137">
                  <c:v>2.7853704750673773</c:v>
                </c:pt>
                <c:pt idx="2138">
                  <c:v>2.7853704750673773</c:v>
                </c:pt>
                <c:pt idx="2139">
                  <c:v>2.7853704750673773</c:v>
                </c:pt>
                <c:pt idx="2140">
                  <c:v>2.7853704750673773</c:v>
                </c:pt>
                <c:pt idx="2141">
                  <c:v>2.7853704750673773</c:v>
                </c:pt>
                <c:pt idx="2142">
                  <c:v>2.7853704750673773</c:v>
                </c:pt>
                <c:pt idx="2143">
                  <c:v>2.7853704750673773</c:v>
                </c:pt>
                <c:pt idx="2144">
                  <c:v>2.7853704750673773</c:v>
                </c:pt>
                <c:pt idx="2145">
                  <c:v>2.7853704750673773</c:v>
                </c:pt>
                <c:pt idx="2146">
                  <c:v>2.7853704750673773</c:v>
                </c:pt>
                <c:pt idx="2147">
                  <c:v>2.7853704750673773</c:v>
                </c:pt>
                <c:pt idx="2148">
                  <c:v>2.7853704750673773</c:v>
                </c:pt>
                <c:pt idx="2149">
                  <c:v>2.7853704750673773</c:v>
                </c:pt>
                <c:pt idx="2150">
                  <c:v>2.7853704750673773</c:v>
                </c:pt>
                <c:pt idx="2151">
                  <c:v>2.7853704750673773</c:v>
                </c:pt>
                <c:pt idx="2152">
                  <c:v>2.7853704750673773</c:v>
                </c:pt>
                <c:pt idx="2153">
                  <c:v>2.7853704750673773</c:v>
                </c:pt>
                <c:pt idx="2154">
                  <c:v>2.7853704750673773</c:v>
                </c:pt>
                <c:pt idx="2155">
                  <c:v>2.7853704750673773</c:v>
                </c:pt>
                <c:pt idx="2156">
                  <c:v>2.7853704750673773</c:v>
                </c:pt>
                <c:pt idx="2157">
                  <c:v>2.7853704750673773</c:v>
                </c:pt>
                <c:pt idx="2158">
                  <c:v>2.7853704750673773</c:v>
                </c:pt>
                <c:pt idx="2159">
                  <c:v>2.7853704750673773</c:v>
                </c:pt>
                <c:pt idx="2160">
                  <c:v>2.7853704750673773</c:v>
                </c:pt>
                <c:pt idx="2161">
                  <c:v>2.7853704750673773</c:v>
                </c:pt>
                <c:pt idx="2162">
                  <c:v>2.7853704750673773</c:v>
                </c:pt>
                <c:pt idx="2163">
                  <c:v>2.7853704750673773</c:v>
                </c:pt>
                <c:pt idx="2164">
                  <c:v>2.7853704750673773</c:v>
                </c:pt>
                <c:pt idx="2165">
                  <c:v>2.7853704750673773</c:v>
                </c:pt>
                <c:pt idx="2166">
                  <c:v>2.7853704750673773</c:v>
                </c:pt>
                <c:pt idx="2167">
                  <c:v>2.7853704750673773</c:v>
                </c:pt>
                <c:pt idx="2168">
                  <c:v>2.7853704750673773</c:v>
                </c:pt>
                <c:pt idx="2169">
                  <c:v>2.7853704750673773</c:v>
                </c:pt>
                <c:pt idx="2170">
                  <c:v>2.7853704750673773</c:v>
                </c:pt>
                <c:pt idx="2171">
                  <c:v>2.7853704750673773</c:v>
                </c:pt>
                <c:pt idx="2172">
                  <c:v>2.7853704750673773</c:v>
                </c:pt>
                <c:pt idx="2173">
                  <c:v>2.7853704750673773</c:v>
                </c:pt>
                <c:pt idx="2174">
                  <c:v>2.7853704750673773</c:v>
                </c:pt>
                <c:pt idx="2175">
                  <c:v>2.7853704750673773</c:v>
                </c:pt>
                <c:pt idx="2176">
                  <c:v>2.7853704750673773</c:v>
                </c:pt>
                <c:pt idx="2177">
                  <c:v>2.7853704750673773</c:v>
                </c:pt>
                <c:pt idx="2178">
                  <c:v>2.7853704750673773</c:v>
                </c:pt>
                <c:pt idx="2179">
                  <c:v>2.7853704750673773</c:v>
                </c:pt>
                <c:pt idx="2180">
                  <c:v>2.7853704750673773</c:v>
                </c:pt>
                <c:pt idx="2181">
                  <c:v>2.7853704750673773</c:v>
                </c:pt>
                <c:pt idx="2182">
                  <c:v>2.7853704750673773</c:v>
                </c:pt>
                <c:pt idx="2183">
                  <c:v>2.7853704750673773</c:v>
                </c:pt>
                <c:pt idx="2184">
                  <c:v>2.7853704750673773</c:v>
                </c:pt>
                <c:pt idx="2185">
                  <c:v>2.7853704750673773</c:v>
                </c:pt>
                <c:pt idx="2186">
                  <c:v>2.7853704750673773</c:v>
                </c:pt>
                <c:pt idx="2187">
                  <c:v>2.7853704750673773</c:v>
                </c:pt>
                <c:pt idx="2188">
                  <c:v>2.7853704750673773</c:v>
                </c:pt>
                <c:pt idx="2189">
                  <c:v>2.7853704750673773</c:v>
                </c:pt>
                <c:pt idx="2190">
                  <c:v>2.7853704750673773</c:v>
                </c:pt>
                <c:pt idx="2191">
                  <c:v>2.7853704750673773</c:v>
                </c:pt>
                <c:pt idx="2192">
                  <c:v>2.7853704750673773</c:v>
                </c:pt>
                <c:pt idx="2193">
                  <c:v>2.7853704750673773</c:v>
                </c:pt>
                <c:pt idx="2194">
                  <c:v>2.7853704750673773</c:v>
                </c:pt>
                <c:pt idx="2195">
                  <c:v>2.7853704750673773</c:v>
                </c:pt>
                <c:pt idx="2196">
                  <c:v>2.7853704750673773</c:v>
                </c:pt>
                <c:pt idx="2197">
                  <c:v>2.7853704750673773</c:v>
                </c:pt>
                <c:pt idx="2198">
                  <c:v>2.7853704750673773</c:v>
                </c:pt>
                <c:pt idx="2199">
                  <c:v>2.7853704750673773</c:v>
                </c:pt>
                <c:pt idx="2200">
                  <c:v>2.7853704750673773</c:v>
                </c:pt>
                <c:pt idx="2201">
                  <c:v>2.7853704750673773</c:v>
                </c:pt>
                <c:pt idx="2202">
                  <c:v>2.7853704750673773</c:v>
                </c:pt>
                <c:pt idx="2203">
                  <c:v>2.7853704750673773</c:v>
                </c:pt>
                <c:pt idx="2204">
                  <c:v>2.7853704750673773</c:v>
                </c:pt>
                <c:pt idx="2205">
                  <c:v>2.7853704750673773</c:v>
                </c:pt>
                <c:pt idx="2206">
                  <c:v>2.7853704750673773</c:v>
                </c:pt>
                <c:pt idx="2207">
                  <c:v>2.7853704750673773</c:v>
                </c:pt>
                <c:pt idx="2208">
                  <c:v>2.7853704750673773</c:v>
                </c:pt>
                <c:pt idx="2209">
                  <c:v>2.7853704750673773</c:v>
                </c:pt>
                <c:pt idx="2210">
                  <c:v>2.7853704750673773</c:v>
                </c:pt>
                <c:pt idx="2211">
                  <c:v>2.7853704750673773</c:v>
                </c:pt>
                <c:pt idx="2212">
                  <c:v>2.7853704750673773</c:v>
                </c:pt>
                <c:pt idx="2213">
                  <c:v>2.7853704750673773</c:v>
                </c:pt>
                <c:pt idx="2214">
                  <c:v>2.7853704750673773</c:v>
                </c:pt>
                <c:pt idx="2215">
                  <c:v>2.7853704750673773</c:v>
                </c:pt>
                <c:pt idx="2216">
                  <c:v>2.7853704750673773</c:v>
                </c:pt>
                <c:pt idx="2217">
                  <c:v>2.7853704750673773</c:v>
                </c:pt>
                <c:pt idx="2218">
                  <c:v>2.7853704750673773</c:v>
                </c:pt>
                <c:pt idx="2219">
                  <c:v>2.7853704750673773</c:v>
                </c:pt>
                <c:pt idx="2220">
                  <c:v>2.7853704750673773</c:v>
                </c:pt>
                <c:pt idx="2221">
                  <c:v>2.7853704750673773</c:v>
                </c:pt>
                <c:pt idx="2222">
                  <c:v>2.7853704750673773</c:v>
                </c:pt>
                <c:pt idx="2223">
                  <c:v>2.7853704750673773</c:v>
                </c:pt>
                <c:pt idx="2224">
                  <c:v>2.7853704750673773</c:v>
                </c:pt>
                <c:pt idx="2225">
                  <c:v>2.7853704750673773</c:v>
                </c:pt>
                <c:pt idx="2226">
                  <c:v>2.7853704750673773</c:v>
                </c:pt>
                <c:pt idx="2227">
                  <c:v>2.7853704750673773</c:v>
                </c:pt>
                <c:pt idx="2228">
                  <c:v>2.7853704750673773</c:v>
                </c:pt>
                <c:pt idx="2229">
                  <c:v>2.7853704750673773</c:v>
                </c:pt>
                <c:pt idx="2230">
                  <c:v>2.7853704750673773</c:v>
                </c:pt>
                <c:pt idx="2231">
                  <c:v>2.7853704750673773</c:v>
                </c:pt>
                <c:pt idx="2232">
                  <c:v>2.7853704750673773</c:v>
                </c:pt>
                <c:pt idx="2233">
                  <c:v>2.7853704750673773</c:v>
                </c:pt>
                <c:pt idx="2234">
                  <c:v>2.7853704750673773</c:v>
                </c:pt>
                <c:pt idx="2235">
                  <c:v>2.7853704750673773</c:v>
                </c:pt>
                <c:pt idx="2236">
                  <c:v>2.7853704750673773</c:v>
                </c:pt>
                <c:pt idx="2237">
                  <c:v>2.7853704750673773</c:v>
                </c:pt>
                <c:pt idx="2238">
                  <c:v>2.7853704750673773</c:v>
                </c:pt>
                <c:pt idx="2239">
                  <c:v>2.7853704750673773</c:v>
                </c:pt>
                <c:pt idx="2240">
                  <c:v>2.7853704750673773</c:v>
                </c:pt>
                <c:pt idx="2241">
                  <c:v>2.7853704750673773</c:v>
                </c:pt>
                <c:pt idx="2242">
                  <c:v>2.7853704750673773</c:v>
                </c:pt>
                <c:pt idx="2243">
                  <c:v>2.7853704750673773</c:v>
                </c:pt>
                <c:pt idx="2244">
                  <c:v>2.7853704750673773</c:v>
                </c:pt>
                <c:pt idx="2245">
                  <c:v>2.7853704750673773</c:v>
                </c:pt>
                <c:pt idx="2246">
                  <c:v>2.7853704750673773</c:v>
                </c:pt>
                <c:pt idx="2247">
                  <c:v>2.7853704750673773</c:v>
                </c:pt>
                <c:pt idx="2248">
                  <c:v>2.7853704750673773</c:v>
                </c:pt>
                <c:pt idx="2249">
                  <c:v>2.7853704750673773</c:v>
                </c:pt>
                <c:pt idx="2250">
                  <c:v>2.7853704750673773</c:v>
                </c:pt>
                <c:pt idx="2251">
                  <c:v>2.7853704750673773</c:v>
                </c:pt>
                <c:pt idx="2252">
                  <c:v>2.7853704750673773</c:v>
                </c:pt>
                <c:pt idx="2253">
                  <c:v>2.7853704750673773</c:v>
                </c:pt>
                <c:pt idx="2254">
                  <c:v>2.7853704750673773</c:v>
                </c:pt>
                <c:pt idx="2255">
                  <c:v>2.7853704750673773</c:v>
                </c:pt>
                <c:pt idx="2256">
                  <c:v>2.7853704750673773</c:v>
                </c:pt>
                <c:pt idx="2257">
                  <c:v>2.7853704750673773</c:v>
                </c:pt>
                <c:pt idx="2258">
                  <c:v>2.7853704750673773</c:v>
                </c:pt>
                <c:pt idx="2259">
                  <c:v>2.7853704750673773</c:v>
                </c:pt>
                <c:pt idx="2260">
                  <c:v>2.7853704750673773</c:v>
                </c:pt>
                <c:pt idx="2261">
                  <c:v>2.7853704750673773</c:v>
                </c:pt>
                <c:pt idx="2262">
                  <c:v>2.7853704750673773</c:v>
                </c:pt>
                <c:pt idx="2263">
                  <c:v>2.7853704750673773</c:v>
                </c:pt>
                <c:pt idx="2264">
                  <c:v>2.7853704750673773</c:v>
                </c:pt>
                <c:pt idx="2265">
                  <c:v>2.7853704750673773</c:v>
                </c:pt>
                <c:pt idx="2266">
                  <c:v>2.7853704750673773</c:v>
                </c:pt>
                <c:pt idx="2267">
                  <c:v>2.7853704750673773</c:v>
                </c:pt>
                <c:pt idx="2268">
                  <c:v>2.7853704750673773</c:v>
                </c:pt>
                <c:pt idx="2269">
                  <c:v>2.7853704750673773</c:v>
                </c:pt>
                <c:pt idx="2270">
                  <c:v>2.7853704750673773</c:v>
                </c:pt>
                <c:pt idx="2271">
                  <c:v>2.7853704750673773</c:v>
                </c:pt>
                <c:pt idx="2272">
                  <c:v>2.7853704750673773</c:v>
                </c:pt>
                <c:pt idx="2273">
                  <c:v>2.7853704750673773</c:v>
                </c:pt>
                <c:pt idx="2274">
                  <c:v>2.7853704750673773</c:v>
                </c:pt>
                <c:pt idx="2275">
                  <c:v>2.7853704750673773</c:v>
                </c:pt>
                <c:pt idx="2276">
                  <c:v>2.7853704750673773</c:v>
                </c:pt>
                <c:pt idx="2277">
                  <c:v>2.7853704750673773</c:v>
                </c:pt>
                <c:pt idx="2278">
                  <c:v>2.7853704750673773</c:v>
                </c:pt>
                <c:pt idx="2279">
                  <c:v>2.7853704750673773</c:v>
                </c:pt>
                <c:pt idx="2280">
                  <c:v>2.7853704750673773</c:v>
                </c:pt>
                <c:pt idx="2281">
                  <c:v>2.7853704750673773</c:v>
                </c:pt>
                <c:pt idx="2282">
                  <c:v>2.7853704750673773</c:v>
                </c:pt>
                <c:pt idx="2283">
                  <c:v>2.7853704750673773</c:v>
                </c:pt>
                <c:pt idx="2284">
                  <c:v>2.7853704750673773</c:v>
                </c:pt>
                <c:pt idx="2285">
                  <c:v>2.7853704750673773</c:v>
                </c:pt>
                <c:pt idx="2286">
                  <c:v>2.7853704750673773</c:v>
                </c:pt>
                <c:pt idx="2287">
                  <c:v>2.7853704750673773</c:v>
                </c:pt>
                <c:pt idx="2288">
                  <c:v>2.7853704750673773</c:v>
                </c:pt>
                <c:pt idx="2289">
                  <c:v>2.7853704750673773</c:v>
                </c:pt>
                <c:pt idx="2290">
                  <c:v>2.7853704750673773</c:v>
                </c:pt>
                <c:pt idx="2291">
                  <c:v>2.7853704750673773</c:v>
                </c:pt>
                <c:pt idx="2292">
                  <c:v>2.7853704750673773</c:v>
                </c:pt>
                <c:pt idx="2293">
                  <c:v>2.7853704750673773</c:v>
                </c:pt>
                <c:pt idx="2294">
                  <c:v>2.7853704750673773</c:v>
                </c:pt>
                <c:pt idx="2295">
                  <c:v>2.7853704750673773</c:v>
                </c:pt>
                <c:pt idx="2296">
                  <c:v>2.7853704750673773</c:v>
                </c:pt>
                <c:pt idx="2297">
                  <c:v>2.7853704750673773</c:v>
                </c:pt>
                <c:pt idx="2298">
                  <c:v>2.7853704750673773</c:v>
                </c:pt>
                <c:pt idx="2299">
                  <c:v>2.7853704750673773</c:v>
                </c:pt>
                <c:pt idx="2300">
                  <c:v>2.7853704750673773</c:v>
                </c:pt>
                <c:pt idx="2301">
                  <c:v>2.7853704750673773</c:v>
                </c:pt>
                <c:pt idx="2302">
                  <c:v>2.7853704750673773</c:v>
                </c:pt>
                <c:pt idx="2303">
                  <c:v>2.7853704750673773</c:v>
                </c:pt>
                <c:pt idx="2304">
                  <c:v>2.7853704750673773</c:v>
                </c:pt>
                <c:pt idx="2305">
                  <c:v>2.7853704750673773</c:v>
                </c:pt>
                <c:pt idx="2306">
                  <c:v>2.7853704750673773</c:v>
                </c:pt>
                <c:pt idx="2307">
                  <c:v>2.7853704750673773</c:v>
                </c:pt>
                <c:pt idx="2308">
                  <c:v>2.7853704750673773</c:v>
                </c:pt>
                <c:pt idx="2309">
                  <c:v>2.7853704750673773</c:v>
                </c:pt>
                <c:pt idx="2310">
                  <c:v>2.7853704750673773</c:v>
                </c:pt>
                <c:pt idx="2311">
                  <c:v>2.7853704750673773</c:v>
                </c:pt>
                <c:pt idx="2312">
                  <c:v>2.7853704750673773</c:v>
                </c:pt>
                <c:pt idx="2313">
                  <c:v>2.7853704750673773</c:v>
                </c:pt>
                <c:pt idx="2314">
                  <c:v>2.7853704750673773</c:v>
                </c:pt>
                <c:pt idx="2315">
                  <c:v>2.7853704750673773</c:v>
                </c:pt>
                <c:pt idx="2316">
                  <c:v>2.7853704750673773</c:v>
                </c:pt>
                <c:pt idx="2317">
                  <c:v>2.7853704750673773</c:v>
                </c:pt>
                <c:pt idx="2318">
                  <c:v>2.7853704750673773</c:v>
                </c:pt>
                <c:pt idx="2319">
                  <c:v>2.7853704750673773</c:v>
                </c:pt>
                <c:pt idx="2320">
                  <c:v>2.7853704750673773</c:v>
                </c:pt>
                <c:pt idx="2321">
                  <c:v>2.7853704750673773</c:v>
                </c:pt>
                <c:pt idx="2322">
                  <c:v>2.7853704750673773</c:v>
                </c:pt>
                <c:pt idx="2323">
                  <c:v>2.7853704750673773</c:v>
                </c:pt>
                <c:pt idx="2324">
                  <c:v>2.7853704750673773</c:v>
                </c:pt>
                <c:pt idx="2325">
                  <c:v>2.7853704750673773</c:v>
                </c:pt>
                <c:pt idx="2326">
                  <c:v>2.7853704750673773</c:v>
                </c:pt>
                <c:pt idx="2327">
                  <c:v>2.7853704750673773</c:v>
                </c:pt>
                <c:pt idx="2328">
                  <c:v>2.7853704750673773</c:v>
                </c:pt>
                <c:pt idx="2329">
                  <c:v>2.7853704750673773</c:v>
                </c:pt>
                <c:pt idx="2330">
                  <c:v>2.7853704750673773</c:v>
                </c:pt>
                <c:pt idx="2331">
                  <c:v>2.7853704750673773</c:v>
                </c:pt>
                <c:pt idx="2332">
                  <c:v>2.7853704750673773</c:v>
                </c:pt>
                <c:pt idx="2333">
                  <c:v>2.7853704750673773</c:v>
                </c:pt>
                <c:pt idx="2334">
                  <c:v>2.7853704750673773</c:v>
                </c:pt>
                <c:pt idx="2335">
                  <c:v>2.7853704750673773</c:v>
                </c:pt>
                <c:pt idx="2336">
                  <c:v>2.7853704750673773</c:v>
                </c:pt>
                <c:pt idx="2337">
                  <c:v>2.7853704750673773</c:v>
                </c:pt>
                <c:pt idx="2338">
                  <c:v>2.7853704750673773</c:v>
                </c:pt>
                <c:pt idx="2339">
                  <c:v>2.7853704750673773</c:v>
                </c:pt>
                <c:pt idx="2340">
                  <c:v>2.7853704750673773</c:v>
                </c:pt>
                <c:pt idx="2341">
                  <c:v>2.7853704750673773</c:v>
                </c:pt>
                <c:pt idx="2342">
                  <c:v>2.7853704750673773</c:v>
                </c:pt>
                <c:pt idx="2343">
                  <c:v>2.7853704750673773</c:v>
                </c:pt>
                <c:pt idx="2344">
                  <c:v>2.7853704750673773</c:v>
                </c:pt>
                <c:pt idx="2345">
                  <c:v>2.7853704750673773</c:v>
                </c:pt>
                <c:pt idx="2346">
                  <c:v>2.7853704750673773</c:v>
                </c:pt>
                <c:pt idx="2347">
                  <c:v>2.7853704750673773</c:v>
                </c:pt>
                <c:pt idx="2348">
                  <c:v>2.7853704750673773</c:v>
                </c:pt>
                <c:pt idx="2349">
                  <c:v>2.7853704750673773</c:v>
                </c:pt>
                <c:pt idx="2350">
                  <c:v>2.7853704750673773</c:v>
                </c:pt>
                <c:pt idx="2351">
                  <c:v>2.7853704750673773</c:v>
                </c:pt>
                <c:pt idx="2352">
                  <c:v>2.7853704750673773</c:v>
                </c:pt>
                <c:pt idx="2353">
                  <c:v>2.7853704750673773</c:v>
                </c:pt>
                <c:pt idx="2354">
                  <c:v>2.7853704750673773</c:v>
                </c:pt>
                <c:pt idx="2355">
                  <c:v>2.7853704750673773</c:v>
                </c:pt>
                <c:pt idx="2356">
                  <c:v>2.7853704750673773</c:v>
                </c:pt>
                <c:pt idx="2357">
                  <c:v>2.7853704750673773</c:v>
                </c:pt>
                <c:pt idx="2358">
                  <c:v>2.7853704750673773</c:v>
                </c:pt>
                <c:pt idx="2359">
                  <c:v>2.7853704750673773</c:v>
                </c:pt>
                <c:pt idx="2360">
                  <c:v>2.7853704750673773</c:v>
                </c:pt>
                <c:pt idx="2361">
                  <c:v>2.7853704750673773</c:v>
                </c:pt>
                <c:pt idx="2362">
                  <c:v>2.7853704750673773</c:v>
                </c:pt>
                <c:pt idx="2363">
                  <c:v>2.7853704750673773</c:v>
                </c:pt>
                <c:pt idx="2364">
                  <c:v>2.7853704750673773</c:v>
                </c:pt>
                <c:pt idx="2365">
                  <c:v>2.7853704750673773</c:v>
                </c:pt>
                <c:pt idx="2366">
                  <c:v>2.7853704750673773</c:v>
                </c:pt>
                <c:pt idx="2367">
                  <c:v>2.7853704750673773</c:v>
                </c:pt>
                <c:pt idx="2368">
                  <c:v>2.7853704750673773</c:v>
                </c:pt>
                <c:pt idx="2369">
                  <c:v>2.7853704750673773</c:v>
                </c:pt>
                <c:pt idx="2370">
                  <c:v>2.7853704750673773</c:v>
                </c:pt>
                <c:pt idx="2371">
                  <c:v>2.7853704750673773</c:v>
                </c:pt>
                <c:pt idx="2372">
                  <c:v>2.7853704750673773</c:v>
                </c:pt>
                <c:pt idx="2373">
                  <c:v>2.7853704750673773</c:v>
                </c:pt>
                <c:pt idx="2374">
                  <c:v>2.7853704750673773</c:v>
                </c:pt>
                <c:pt idx="2375">
                  <c:v>2.7853704750673773</c:v>
                </c:pt>
                <c:pt idx="2376">
                  <c:v>2.7853704750673773</c:v>
                </c:pt>
                <c:pt idx="2377">
                  <c:v>2.7853704750673773</c:v>
                </c:pt>
                <c:pt idx="2378">
                  <c:v>2.7853704750673773</c:v>
                </c:pt>
                <c:pt idx="2379">
                  <c:v>2.7853704750673773</c:v>
                </c:pt>
                <c:pt idx="2380">
                  <c:v>2.7853704750673773</c:v>
                </c:pt>
                <c:pt idx="2381">
                  <c:v>2.7853704750673773</c:v>
                </c:pt>
                <c:pt idx="2382">
                  <c:v>2.7853704750673773</c:v>
                </c:pt>
                <c:pt idx="2383">
                  <c:v>2.7853704750673773</c:v>
                </c:pt>
                <c:pt idx="2384">
                  <c:v>2.7853704750673773</c:v>
                </c:pt>
                <c:pt idx="2385">
                  <c:v>2.7853704750673773</c:v>
                </c:pt>
                <c:pt idx="2386">
                  <c:v>2.7853704750673773</c:v>
                </c:pt>
                <c:pt idx="2387">
                  <c:v>2.7853704750673773</c:v>
                </c:pt>
                <c:pt idx="2388">
                  <c:v>2.7853704750673773</c:v>
                </c:pt>
                <c:pt idx="2389">
                  <c:v>2.7853704750673773</c:v>
                </c:pt>
                <c:pt idx="2390">
                  <c:v>2.7853704750673773</c:v>
                </c:pt>
                <c:pt idx="2391">
                  <c:v>2.7853704750673773</c:v>
                </c:pt>
                <c:pt idx="2392">
                  <c:v>2.7853704750673773</c:v>
                </c:pt>
                <c:pt idx="2393">
                  <c:v>2.7853704750673773</c:v>
                </c:pt>
                <c:pt idx="2394">
                  <c:v>2.7853704750673773</c:v>
                </c:pt>
                <c:pt idx="2395">
                  <c:v>2.7853704750673773</c:v>
                </c:pt>
                <c:pt idx="2396">
                  <c:v>2.7853704750673773</c:v>
                </c:pt>
                <c:pt idx="2397">
                  <c:v>2.7853704750673773</c:v>
                </c:pt>
                <c:pt idx="2398">
                  <c:v>2.7853704750673773</c:v>
                </c:pt>
                <c:pt idx="2399">
                  <c:v>2.7853704750673773</c:v>
                </c:pt>
                <c:pt idx="2400">
                  <c:v>2.7853704750673773</c:v>
                </c:pt>
                <c:pt idx="2401">
                  <c:v>2.7853704750673773</c:v>
                </c:pt>
                <c:pt idx="2402">
                  <c:v>2.7853704750673773</c:v>
                </c:pt>
                <c:pt idx="2403">
                  <c:v>2.7853704750673773</c:v>
                </c:pt>
                <c:pt idx="2404">
                  <c:v>2.7853704750673773</c:v>
                </c:pt>
                <c:pt idx="2405">
                  <c:v>2.7853704750673773</c:v>
                </c:pt>
                <c:pt idx="2406">
                  <c:v>2.7853704750673773</c:v>
                </c:pt>
                <c:pt idx="2407">
                  <c:v>2.7853704750673773</c:v>
                </c:pt>
                <c:pt idx="2408">
                  <c:v>2.7853704750673773</c:v>
                </c:pt>
                <c:pt idx="2409">
                  <c:v>2.7853704750673773</c:v>
                </c:pt>
                <c:pt idx="2410">
                  <c:v>2.7853704750673773</c:v>
                </c:pt>
                <c:pt idx="2411">
                  <c:v>2.7853704750673773</c:v>
                </c:pt>
                <c:pt idx="2412">
                  <c:v>2.7853704750673773</c:v>
                </c:pt>
                <c:pt idx="2413">
                  <c:v>2.7853704750673773</c:v>
                </c:pt>
                <c:pt idx="2414">
                  <c:v>2.7853704750673773</c:v>
                </c:pt>
                <c:pt idx="2415">
                  <c:v>2.7853704750673773</c:v>
                </c:pt>
                <c:pt idx="2416">
                  <c:v>2.7853704750673773</c:v>
                </c:pt>
                <c:pt idx="2417">
                  <c:v>2.7853704750673773</c:v>
                </c:pt>
                <c:pt idx="2418">
                  <c:v>2.7853704750673773</c:v>
                </c:pt>
                <c:pt idx="2419">
                  <c:v>2.7853704750673773</c:v>
                </c:pt>
                <c:pt idx="2420">
                  <c:v>2.7853704750673773</c:v>
                </c:pt>
                <c:pt idx="2421">
                  <c:v>2.7853704750673773</c:v>
                </c:pt>
                <c:pt idx="2422">
                  <c:v>2.7853704750673773</c:v>
                </c:pt>
                <c:pt idx="2423">
                  <c:v>2.7853704750673773</c:v>
                </c:pt>
                <c:pt idx="2424">
                  <c:v>2.7853704750673773</c:v>
                </c:pt>
                <c:pt idx="2425">
                  <c:v>2.7853704750673773</c:v>
                </c:pt>
                <c:pt idx="2426">
                  <c:v>2.7853704750673773</c:v>
                </c:pt>
                <c:pt idx="2427">
                  <c:v>2.7853704750673773</c:v>
                </c:pt>
                <c:pt idx="2428">
                  <c:v>2.7853704750673773</c:v>
                </c:pt>
                <c:pt idx="2429">
                  <c:v>2.7853704750673773</c:v>
                </c:pt>
                <c:pt idx="2430">
                  <c:v>2.7853704750673773</c:v>
                </c:pt>
                <c:pt idx="2431">
                  <c:v>2.7853704750673773</c:v>
                </c:pt>
                <c:pt idx="2432">
                  <c:v>2.7853704750673773</c:v>
                </c:pt>
                <c:pt idx="2433">
                  <c:v>2.7853704750673773</c:v>
                </c:pt>
                <c:pt idx="2434">
                  <c:v>2.7853704750673773</c:v>
                </c:pt>
                <c:pt idx="2435">
                  <c:v>2.7853704750673773</c:v>
                </c:pt>
                <c:pt idx="2436">
                  <c:v>2.7853704750673773</c:v>
                </c:pt>
                <c:pt idx="2437">
                  <c:v>2.7853704750673773</c:v>
                </c:pt>
                <c:pt idx="2438">
                  <c:v>2.7853704750673773</c:v>
                </c:pt>
                <c:pt idx="2439">
                  <c:v>2.7853704750673773</c:v>
                </c:pt>
                <c:pt idx="2440">
                  <c:v>2.7853704750673773</c:v>
                </c:pt>
                <c:pt idx="2441">
                  <c:v>2.7853704750673773</c:v>
                </c:pt>
                <c:pt idx="2442">
                  <c:v>2.7853704750673773</c:v>
                </c:pt>
                <c:pt idx="2443">
                  <c:v>2.7853704750673773</c:v>
                </c:pt>
                <c:pt idx="2444">
                  <c:v>2.7853704750673773</c:v>
                </c:pt>
                <c:pt idx="2445">
                  <c:v>2.7853704750673773</c:v>
                </c:pt>
                <c:pt idx="2446">
                  <c:v>2.7853704750673773</c:v>
                </c:pt>
                <c:pt idx="2447">
                  <c:v>2.7853704750673773</c:v>
                </c:pt>
                <c:pt idx="2448">
                  <c:v>2.7853704750673773</c:v>
                </c:pt>
                <c:pt idx="2449">
                  <c:v>2.7853704750673773</c:v>
                </c:pt>
                <c:pt idx="2450">
                  <c:v>2.7853704750673773</c:v>
                </c:pt>
                <c:pt idx="2451">
                  <c:v>2.7853704750673773</c:v>
                </c:pt>
                <c:pt idx="2452">
                  <c:v>2.7853704750673773</c:v>
                </c:pt>
                <c:pt idx="2453">
                  <c:v>2.7853704750673773</c:v>
                </c:pt>
                <c:pt idx="2454">
                  <c:v>2.7853704750673773</c:v>
                </c:pt>
                <c:pt idx="2455">
                  <c:v>2.7853704750673773</c:v>
                </c:pt>
                <c:pt idx="2456">
                  <c:v>2.7853704750673773</c:v>
                </c:pt>
                <c:pt idx="2457">
                  <c:v>2.7853704750673773</c:v>
                </c:pt>
                <c:pt idx="2458">
                  <c:v>2.7853704750673773</c:v>
                </c:pt>
                <c:pt idx="2459">
                  <c:v>2.7853704750673773</c:v>
                </c:pt>
                <c:pt idx="2460">
                  <c:v>2.7853704750673773</c:v>
                </c:pt>
                <c:pt idx="2461">
                  <c:v>2.7853704750673773</c:v>
                </c:pt>
                <c:pt idx="2462">
                  <c:v>2.7853704750673773</c:v>
                </c:pt>
                <c:pt idx="2463">
                  <c:v>2.7853704750673773</c:v>
                </c:pt>
                <c:pt idx="2464">
                  <c:v>2.7853704750673773</c:v>
                </c:pt>
                <c:pt idx="2465">
                  <c:v>2.7853704750673773</c:v>
                </c:pt>
                <c:pt idx="2466">
                  <c:v>2.7853704750673773</c:v>
                </c:pt>
                <c:pt idx="2467">
                  <c:v>2.7853704750673773</c:v>
                </c:pt>
                <c:pt idx="2468">
                  <c:v>2.7853704750673773</c:v>
                </c:pt>
                <c:pt idx="2469">
                  <c:v>2.7853704750673773</c:v>
                </c:pt>
                <c:pt idx="2470">
                  <c:v>2.7853704750673773</c:v>
                </c:pt>
                <c:pt idx="2471">
                  <c:v>2.7853704750673773</c:v>
                </c:pt>
                <c:pt idx="2472">
                  <c:v>2.7853704750673773</c:v>
                </c:pt>
                <c:pt idx="2473">
                  <c:v>2.7853704750673773</c:v>
                </c:pt>
                <c:pt idx="2474">
                  <c:v>2.7853704750673773</c:v>
                </c:pt>
                <c:pt idx="2475">
                  <c:v>2.7853704750673773</c:v>
                </c:pt>
                <c:pt idx="2476">
                  <c:v>2.7853704750673773</c:v>
                </c:pt>
                <c:pt idx="2477">
                  <c:v>2.7853704750673773</c:v>
                </c:pt>
                <c:pt idx="2478">
                  <c:v>2.7853704750673773</c:v>
                </c:pt>
                <c:pt idx="2479">
                  <c:v>2.7853704750673773</c:v>
                </c:pt>
                <c:pt idx="2480">
                  <c:v>2.7853704750673773</c:v>
                </c:pt>
                <c:pt idx="2481">
                  <c:v>2.7853704750673773</c:v>
                </c:pt>
                <c:pt idx="2482">
                  <c:v>2.7853704750673773</c:v>
                </c:pt>
                <c:pt idx="2483">
                  <c:v>2.7853704750673773</c:v>
                </c:pt>
                <c:pt idx="2484">
                  <c:v>2.7853704750673773</c:v>
                </c:pt>
                <c:pt idx="2485">
                  <c:v>2.7853704750673773</c:v>
                </c:pt>
                <c:pt idx="2486">
                  <c:v>2.7853704750673773</c:v>
                </c:pt>
                <c:pt idx="2487">
                  <c:v>2.7853704750673773</c:v>
                </c:pt>
                <c:pt idx="2488">
                  <c:v>2.7853704750673773</c:v>
                </c:pt>
                <c:pt idx="2489">
                  <c:v>2.7853704750673773</c:v>
                </c:pt>
                <c:pt idx="2490">
                  <c:v>2.7853704750673773</c:v>
                </c:pt>
                <c:pt idx="2491">
                  <c:v>2.7853704750673773</c:v>
                </c:pt>
                <c:pt idx="2492">
                  <c:v>2.7853704750673773</c:v>
                </c:pt>
                <c:pt idx="2493">
                  <c:v>2.7853704750673773</c:v>
                </c:pt>
                <c:pt idx="2494">
                  <c:v>2.7853704750673773</c:v>
                </c:pt>
                <c:pt idx="2495">
                  <c:v>2.7853704750673773</c:v>
                </c:pt>
                <c:pt idx="2496">
                  <c:v>2.7853704750673773</c:v>
                </c:pt>
                <c:pt idx="2497">
                  <c:v>2.7853704750673773</c:v>
                </c:pt>
                <c:pt idx="2498">
                  <c:v>2.7853704750673773</c:v>
                </c:pt>
                <c:pt idx="2499">
                  <c:v>2.7853704750673773</c:v>
                </c:pt>
                <c:pt idx="2500">
                  <c:v>2.7853704750673773</c:v>
                </c:pt>
                <c:pt idx="2501">
                  <c:v>2.7853704750673773</c:v>
                </c:pt>
                <c:pt idx="2502">
                  <c:v>2.7853704750673773</c:v>
                </c:pt>
                <c:pt idx="2503">
                  <c:v>2.7853704750673773</c:v>
                </c:pt>
                <c:pt idx="2504">
                  <c:v>2.7853704750673773</c:v>
                </c:pt>
                <c:pt idx="2505">
                  <c:v>2.7853704750673773</c:v>
                </c:pt>
                <c:pt idx="2506">
                  <c:v>2.7853704750673773</c:v>
                </c:pt>
                <c:pt idx="2507">
                  <c:v>2.7853704750673773</c:v>
                </c:pt>
                <c:pt idx="2508">
                  <c:v>2.7853704750673773</c:v>
                </c:pt>
                <c:pt idx="2509">
                  <c:v>2.7853704750673773</c:v>
                </c:pt>
                <c:pt idx="2510">
                  <c:v>2.7853704750673773</c:v>
                </c:pt>
                <c:pt idx="2511">
                  <c:v>2.7853704750673773</c:v>
                </c:pt>
                <c:pt idx="2512">
                  <c:v>2.7853704750673773</c:v>
                </c:pt>
                <c:pt idx="2513">
                  <c:v>2.7853704750673773</c:v>
                </c:pt>
                <c:pt idx="2514">
                  <c:v>2.7853704750673773</c:v>
                </c:pt>
                <c:pt idx="2515">
                  <c:v>2.7853704750673773</c:v>
                </c:pt>
                <c:pt idx="2516">
                  <c:v>2.7853704750673773</c:v>
                </c:pt>
                <c:pt idx="2517">
                  <c:v>2.7853704750673773</c:v>
                </c:pt>
                <c:pt idx="2518">
                  <c:v>2.7853704750673773</c:v>
                </c:pt>
                <c:pt idx="2519">
                  <c:v>2.7853704750673773</c:v>
                </c:pt>
                <c:pt idx="2520">
                  <c:v>2.7853704750673773</c:v>
                </c:pt>
                <c:pt idx="2521">
                  <c:v>2.7853704750673773</c:v>
                </c:pt>
                <c:pt idx="2522">
                  <c:v>2.7853704750673773</c:v>
                </c:pt>
                <c:pt idx="2523">
                  <c:v>2.7853704750673773</c:v>
                </c:pt>
                <c:pt idx="2524">
                  <c:v>2.7853704750673773</c:v>
                </c:pt>
                <c:pt idx="2525">
                  <c:v>2.7853704750673773</c:v>
                </c:pt>
                <c:pt idx="2526">
                  <c:v>2.7853704750673773</c:v>
                </c:pt>
                <c:pt idx="2527">
                  <c:v>2.7853704750673773</c:v>
                </c:pt>
                <c:pt idx="2528">
                  <c:v>2.7853704750673773</c:v>
                </c:pt>
                <c:pt idx="2529">
                  <c:v>2.7853704750673773</c:v>
                </c:pt>
                <c:pt idx="2530">
                  <c:v>2.7853704750673773</c:v>
                </c:pt>
                <c:pt idx="2531">
                  <c:v>2.7853704750673773</c:v>
                </c:pt>
                <c:pt idx="2532">
                  <c:v>2.7853704750673773</c:v>
                </c:pt>
                <c:pt idx="2533">
                  <c:v>2.7853704750673773</c:v>
                </c:pt>
                <c:pt idx="2534">
                  <c:v>2.7853704750673773</c:v>
                </c:pt>
                <c:pt idx="2535">
                  <c:v>2.7853704750673773</c:v>
                </c:pt>
                <c:pt idx="2536">
                  <c:v>2.7853704750673773</c:v>
                </c:pt>
                <c:pt idx="2537">
                  <c:v>2.7853704750673773</c:v>
                </c:pt>
                <c:pt idx="2538">
                  <c:v>2.7853704750673773</c:v>
                </c:pt>
                <c:pt idx="2539">
                  <c:v>2.7853704750673773</c:v>
                </c:pt>
                <c:pt idx="2540">
                  <c:v>2.7853704750673773</c:v>
                </c:pt>
                <c:pt idx="2541">
                  <c:v>2.7853704750673773</c:v>
                </c:pt>
                <c:pt idx="2542">
                  <c:v>2.7853704750673773</c:v>
                </c:pt>
                <c:pt idx="2543">
                  <c:v>2.7853704750673773</c:v>
                </c:pt>
                <c:pt idx="2544">
                  <c:v>2.7853704750673773</c:v>
                </c:pt>
                <c:pt idx="2545">
                  <c:v>2.7853704750673773</c:v>
                </c:pt>
                <c:pt idx="2546">
                  <c:v>2.7853704750673773</c:v>
                </c:pt>
                <c:pt idx="2547">
                  <c:v>2.7853704750673773</c:v>
                </c:pt>
                <c:pt idx="2548">
                  <c:v>2.7853704750673773</c:v>
                </c:pt>
                <c:pt idx="2549">
                  <c:v>2.7853704750673773</c:v>
                </c:pt>
                <c:pt idx="2550">
                  <c:v>2.7853704750673773</c:v>
                </c:pt>
                <c:pt idx="2551">
                  <c:v>2.7853704750673773</c:v>
                </c:pt>
                <c:pt idx="2552">
                  <c:v>2.7853704750673773</c:v>
                </c:pt>
                <c:pt idx="2553">
                  <c:v>2.7853704750673773</c:v>
                </c:pt>
                <c:pt idx="2554">
                  <c:v>2.7853704750673773</c:v>
                </c:pt>
                <c:pt idx="2555">
                  <c:v>2.7853704750673773</c:v>
                </c:pt>
                <c:pt idx="2556">
                  <c:v>2.7853704750673773</c:v>
                </c:pt>
                <c:pt idx="2557">
                  <c:v>2.7853704750673773</c:v>
                </c:pt>
                <c:pt idx="2558">
                  <c:v>2.7853704750673773</c:v>
                </c:pt>
                <c:pt idx="2559">
                  <c:v>2.7853704750673773</c:v>
                </c:pt>
                <c:pt idx="2560">
                  <c:v>2.7853704750673773</c:v>
                </c:pt>
                <c:pt idx="2561">
                  <c:v>2.7853704750673773</c:v>
                </c:pt>
                <c:pt idx="2562">
                  <c:v>2.7853704750673773</c:v>
                </c:pt>
                <c:pt idx="2563">
                  <c:v>2.7853704750673773</c:v>
                </c:pt>
                <c:pt idx="2564">
                  <c:v>2.7853704750673773</c:v>
                </c:pt>
                <c:pt idx="2565">
                  <c:v>2.7853704750673773</c:v>
                </c:pt>
                <c:pt idx="2566">
                  <c:v>2.7853704750673773</c:v>
                </c:pt>
                <c:pt idx="2567">
                  <c:v>2.7853704750673773</c:v>
                </c:pt>
                <c:pt idx="2568">
                  <c:v>2.7853704750673773</c:v>
                </c:pt>
                <c:pt idx="2569">
                  <c:v>2.7853704750673773</c:v>
                </c:pt>
                <c:pt idx="2570">
                  <c:v>2.7853704750673773</c:v>
                </c:pt>
                <c:pt idx="2571">
                  <c:v>2.7853704750673773</c:v>
                </c:pt>
                <c:pt idx="2572">
                  <c:v>2.7853704750673773</c:v>
                </c:pt>
                <c:pt idx="2573">
                  <c:v>2.7853704750673773</c:v>
                </c:pt>
                <c:pt idx="2574">
                  <c:v>2.7853704750673773</c:v>
                </c:pt>
                <c:pt idx="2575">
                  <c:v>2.7853704750673773</c:v>
                </c:pt>
                <c:pt idx="2576">
                  <c:v>2.7853704750673773</c:v>
                </c:pt>
                <c:pt idx="2577">
                  <c:v>2.7853704750673773</c:v>
                </c:pt>
                <c:pt idx="2578">
                  <c:v>2.7853704750673773</c:v>
                </c:pt>
                <c:pt idx="2579">
                  <c:v>2.7853704750673773</c:v>
                </c:pt>
                <c:pt idx="2580">
                  <c:v>2.7853704750673773</c:v>
                </c:pt>
                <c:pt idx="2581">
                  <c:v>2.7853704750673773</c:v>
                </c:pt>
                <c:pt idx="2582">
                  <c:v>2.7853704750673773</c:v>
                </c:pt>
                <c:pt idx="2583">
                  <c:v>2.7853704750673773</c:v>
                </c:pt>
                <c:pt idx="2584">
                  <c:v>2.7853704750673773</c:v>
                </c:pt>
                <c:pt idx="2585">
                  <c:v>2.7853704750673773</c:v>
                </c:pt>
                <c:pt idx="2586">
                  <c:v>2.7853704750673773</c:v>
                </c:pt>
                <c:pt idx="2587">
                  <c:v>2.7853704750673773</c:v>
                </c:pt>
                <c:pt idx="2588">
                  <c:v>2.7853704750673773</c:v>
                </c:pt>
                <c:pt idx="2589">
                  <c:v>2.7853704750673773</c:v>
                </c:pt>
                <c:pt idx="2590">
                  <c:v>2.7853704750673773</c:v>
                </c:pt>
                <c:pt idx="2591">
                  <c:v>2.7853704750673773</c:v>
                </c:pt>
                <c:pt idx="2592">
                  <c:v>2.7853704750673773</c:v>
                </c:pt>
                <c:pt idx="2593">
                  <c:v>2.7853704750673773</c:v>
                </c:pt>
                <c:pt idx="2594">
                  <c:v>2.7853704750673773</c:v>
                </c:pt>
                <c:pt idx="2595">
                  <c:v>2.7853704750673773</c:v>
                </c:pt>
                <c:pt idx="2596">
                  <c:v>2.7853704750673773</c:v>
                </c:pt>
                <c:pt idx="2597">
                  <c:v>2.7853704750673773</c:v>
                </c:pt>
                <c:pt idx="2598">
                  <c:v>2.7853704750673773</c:v>
                </c:pt>
                <c:pt idx="2599">
                  <c:v>2.7853704750673773</c:v>
                </c:pt>
                <c:pt idx="2600">
                  <c:v>2.7853704750673773</c:v>
                </c:pt>
                <c:pt idx="2601">
                  <c:v>2.7853704750673773</c:v>
                </c:pt>
                <c:pt idx="2602">
                  <c:v>2.7853704750673773</c:v>
                </c:pt>
                <c:pt idx="2603">
                  <c:v>2.7853704750673773</c:v>
                </c:pt>
                <c:pt idx="2604">
                  <c:v>2.7853704750673773</c:v>
                </c:pt>
                <c:pt idx="2605">
                  <c:v>2.7853704750673773</c:v>
                </c:pt>
                <c:pt idx="2606">
                  <c:v>2.7853704750673773</c:v>
                </c:pt>
                <c:pt idx="2607">
                  <c:v>2.7853704750673773</c:v>
                </c:pt>
                <c:pt idx="2608">
                  <c:v>2.7853704750673773</c:v>
                </c:pt>
                <c:pt idx="2609">
                  <c:v>2.7853704750673773</c:v>
                </c:pt>
                <c:pt idx="2610">
                  <c:v>2.7853704750673773</c:v>
                </c:pt>
                <c:pt idx="2611">
                  <c:v>2.7853704750673773</c:v>
                </c:pt>
                <c:pt idx="2612">
                  <c:v>2.7853704750673773</c:v>
                </c:pt>
                <c:pt idx="2613">
                  <c:v>2.7853704750673773</c:v>
                </c:pt>
                <c:pt idx="2614">
                  <c:v>2.7853704750673773</c:v>
                </c:pt>
                <c:pt idx="2615">
                  <c:v>2.7853704750673773</c:v>
                </c:pt>
                <c:pt idx="2616">
                  <c:v>2.7853704750673773</c:v>
                </c:pt>
                <c:pt idx="2617">
                  <c:v>2.7853704750673773</c:v>
                </c:pt>
                <c:pt idx="2618">
                  <c:v>2.7853704750673773</c:v>
                </c:pt>
                <c:pt idx="2619">
                  <c:v>2.7853704750673773</c:v>
                </c:pt>
                <c:pt idx="2620">
                  <c:v>2.7853704750673773</c:v>
                </c:pt>
                <c:pt idx="2621">
                  <c:v>2.7853704750673773</c:v>
                </c:pt>
                <c:pt idx="2622">
                  <c:v>2.7853704750673773</c:v>
                </c:pt>
                <c:pt idx="2623">
                  <c:v>2.7853704750673773</c:v>
                </c:pt>
                <c:pt idx="2624">
                  <c:v>2.7853704750673773</c:v>
                </c:pt>
                <c:pt idx="2625">
                  <c:v>2.7853704750673773</c:v>
                </c:pt>
                <c:pt idx="2626">
                  <c:v>2.7853704750673773</c:v>
                </c:pt>
                <c:pt idx="2627">
                  <c:v>2.7853704750673773</c:v>
                </c:pt>
                <c:pt idx="2628">
                  <c:v>2.7853704750673773</c:v>
                </c:pt>
                <c:pt idx="2629">
                  <c:v>2.7853704750673773</c:v>
                </c:pt>
                <c:pt idx="2630">
                  <c:v>2.7853704750673773</c:v>
                </c:pt>
                <c:pt idx="2631">
                  <c:v>2.7853704750673773</c:v>
                </c:pt>
                <c:pt idx="2632">
                  <c:v>2.7853704750673773</c:v>
                </c:pt>
                <c:pt idx="2633">
                  <c:v>2.7853704750673773</c:v>
                </c:pt>
                <c:pt idx="2634">
                  <c:v>2.7853704750673773</c:v>
                </c:pt>
                <c:pt idx="2635">
                  <c:v>2.7853704750673773</c:v>
                </c:pt>
                <c:pt idx="2636">
                  <c:v>2.7853704750673773</c:v>
                </c:pt>
                <c:pt idx="2637">
                  <c:v>2.7853704750673773</c:v>
                </c:pt>
                <c:pt idx="2638">
                  <c:v>2.7853704750673773</c:v>
                </c:pt>
                <c:pt idx="2639">
                  <c:v>2.7853704750673773</c:v>
                </c:pt>
                <c:pt idx="2640">
                  <c:v>2.7853704750673773</c:v>
                </c:pt>
                <c:pt idx="2641">
                  <c:v>2.7853704750673773</c:v>
                </c:pt>
                <c:pt idx="2642">
                  <c:v>2.7853704750673773</c:v>
                </c:pt>
                <c:pt idx="2643">
                  <c:v>2.7853704750673773</c:v>
                </c:pt>
                <c:pt idx="2644">
                  <c:v>2.7853704750673773</c:v>
                </c:pt>
                <c:pt idx="2645">
                  <c:v>2.7853704750673773</c:v>
                </c:pt>
                <c:pt idx="2646">
                  <c:v>2.7853704750673773</c:v>
                </c:pt>
                <c:pt idx="2647">
                  <c:v>2.7853704750673773</c:v>
                </c:pt>
                <c:pt idx="2648">
                  <c:v>2.7853704750673773</c:v>
                </c:pt>
                <c:pt idx="2649">
                  <c:v>2.7853704750673773</c:v>
                </c:pt>
                <c:pt idx="2650">
                  <c:v>2.7853704750673773</c:v>
                </c:pt>
                <c:pt idx="2651">
                  <c:v>2.7853704750673773</c:v>
                </c:pt>
                <c:pt idx="2652">
                  <c:v>2.7853704750673773</c:v>
                </c:pt>
                <c:pt idx="2653">
                  <c:v>2.7853704750673773</c:v>
                </c:pt>
                <c:pt idx="2654">
                  <c:v>2.7853704750673773</c:v>
                </c:pt>
                <c:pt idx="2655">
                  <c:v>2.7853704750673773</c:v>
                </c:pt>
                <c:pt idx="2656">
                  <c:v>2.7853704750673773</c:v>
                </c:pt>
                <c:pt idx="2657">
                  <c:v>2.7853704750673773</c:v>
                </c:pt>
                <c:pt idx="2658">
                  <c:v>2.7853704750673773</c:v>
                </c:pt>
                <c:pt idx="2659">
                  <c:v>2.7853704750673773</c:v>
                </c:pt>
                <c:pt idx="2660">
                  <c:v>2.7853704750673773</c:v>
                </c:pt>
                <c:pt idx="2661">
                  <c:v>2.7853704750673773</c:v>
                </c:pt>
                <c:pt idx="2662">
                  <c:v>2.7853704750673773</c:v>
                </c:pt>
                <c:pt idx="2663">
                  <c:v>2.7853704750673773</c:v>
                </c:pt>
                <c:pt idx="2664">
                  <c:v>2.7853704750673773</c:v>
                </c:pt>
                <c:pt idx="2665">
                  <c:v>2.7853704750673773</c:v>
                </c:pt>
                <c:pt idx="2666">
                  <c:v>2.7853704750673773</c:v>
                </c:pt>
                <c:pt idx="2667">
                  <c:v>2.7853704750673773</c:v>
                </c:pt>
                <c:pt idx="2668">
                  <c:v>2.7853704750673773</c:v>
                </c:pt>
                <c:pt idx="2669">
                  <c:v>2.7853704750673773</c:v>
                </c:pt>
                <c:pt idx="2670">
                  <c:v>2.7853704750673773</c:v>
                </c:pt>
                <c:pt idx="2671">
                  <c:v>2.7853704750673773</c:v>
                </c:pt>
                <c:pt idx="2672">
                  <c:v>2.7853704750673773</c:v>
                </c:pt>
                <c:pt idx="2673">
                  <c:v>2.7853704750673773</c:v>
                </c:pt>
                <c:pt idx="2674">
                  <c:v>2.7853704750673773</c:v>
                </c:pt>
                <c:pt idx="2675">
                  <c:v>2.7853704750673773</c:v>
                </c:pt>
                <c:pt idx="2676">
                  <c:v>2.7853704750673773</c:v>
                </c:pt>
                <c:pt idx="2677">
                  <c:v>2.7853704750673773</c:v>
                </c:pt>
                <c:pt idx="2678">
                  <c:v>2.7853704750673773</c:v>
                </c:pt>
                <c:pt idx="2679">
                  <c:v>2.7853704750673773</c:v>
                </c:pt>
                <c:pt idx="2680">
                  <c:v>2.7853704750673773</c:v>
                </c:pt>
                <c:pt idx="2681">
                  <c:v>2.7853704750673773</c:v>
                </c:pt>
                <c:pt idx="2682">
                  <c:v>2.7853704750673773</c:v>
                </c:pt>
                <c:pt idx="2683">
                  <c:v>2.7853704750673773</c:v>
                </c:pt>
                <c:pt idx="2684">
                  <c:v>2.7853704750673773</c:v>
                </c:pt>
                <c:pt idx="2685">
                  <c:v>2.7853704750673773</c:v>
                </c:pt>
                <c:pt idx="2686">
                  <c:v>2.7853704750673773</c:v>
                </c:pt>
                <c:pt idx="2687">
                  <c:v>2.7853704750673773</c:v>
                </c:pt>
                <c:pt idx="2688">
                  <c:v>2.7853704750673773</c:v>
                </c:pt>
                <c:pt idx="2689">
                  <c:v>2.7853704750673773</c:v>
                </c:pt>
                <c:pt idx="2690">
                  <c:v>2.7853704750673773</c:v>
                </c:pt>
                <c:pt idx="2691">
                  <c:v>2.7853704750673773</c:v>
                </c:pt>
                <c:pt idx="2692">
                  <c:v>2.7853704750673773</c:v>
                </c:pt>
                <c:pt idx="2693">
                  <c:v>2.7853704750673773</c:v>
                </c:pt>
                <c:pt idx="2694">
                  <c:v>2.7853704750673773</c:v>
                </c:pt>
                <c:pt idx="2695">
                  <c:v>2.7853704750673773</c:v>
                </c:pt>
                <c:pt idx="2696">
                  <c:v>2.7853704750673773</c:v>
                </c:pt>
                <c:pt idx="2697">
                  <c:v>2.7853704750673773</c:v>
                </c:pt>
                <c:pt idx="2698">
                  <c:v>2.7853704750673773</c:v>
                </c:pt>
                <c:pt idx="2699">
                  <c:v>2.7853704750673773</c:v>
                </c:pt>
                <c:pt idx="2700">
                  <c:v>2.7853704750673773</c:v>
                </c:pt>
                <c:pt idx="2701">
                  <c:v>2.7853704750673773</c:v>
                </c:pt>
                <c:pt idx="2702">
                  <c:v>2.7853704750673773</c:v>
                </c:pt>
                <c:pt idx="2703">
                  <c:v>2.7853704750673773</c:v>
                </c:pt>
                <c:pt idx="2704">
                  <c:v>2.7853704750673773</c:v>
                </c:pt>
                <c:pt idx="2705">
                  <c:v>2.7853704750673773</c:v>
                </c:pt>
                <c:pt idx="2706">
                  <c:v>2.7853704750673773</c:v>
                </c:pt>
                <c:pt idx="2707">
                  <c:v>2.7853704750673773</c:v>
                </c:pt>
                <c:pt idx="2708">
                  <c:v>2.7853704750673773</c:v>
                </c:pt>
                <c:pt idx="2709">
                  <c:v>2.7853704750673773</c:v>
                </c:pt>
                <c:pt idx="2710">
                  <c:v>2.7853704750673773</c:v>
                </c:pt>
                <c:pt idx="2711">
                  <c:v>2.7853704750673773</c:v>
                </c:pt>
                <c:pt idx="2712">
                  <c:v>2.7853704750673773</c:v>
                </c:pt>
                <c:pt idx="2713">
                  <c:v>2.7853704750673773</c:v>
                </c:pt>
                <c:pt idx="2714">
                  <c:v>2.7853704750673773</c:v>
                </c:pt>
                <c:pt idx="2715">
                  <c:v>2.7853704750673773</c:v>
                </c:pt>
                <c:pt idx="2716">
                  <c:v>2.7853704750673773</c:v>
                </c:pt>
                <c:pt idx="2717">
                  <c:v>2.7853704750673773</c:v>
                </c:pt>
                <c:pt idx="2718">
                  <c:v>2.7853704750673773</c:v>
                </c:pt>
                <c:pt idx="2719">
                  <c:v>2.7853704750673773</c:v>
                </c:pt>
                <c:pt idx="2720">
                  <c:v>2.7853704750673773</c:v>
                </c:pt>
                <c:pt idx="2721">
                  <c:v>2.7853704750673773</c:v>
                </c:pt>
                <c:pt idx="2722">
                  <c:v>2.7853704750673773</c:v>
                </c:pt>
                <c:pt idx="2723">
                  <c:v>2.7853704750673773</c:v>
                </c:pt>
                <c:pt idx="2724">
                  <c:v>2.7853704750673773</c:v>
                </c:pt>
                <c:pt idx="2725">
                  <c:v>2.7853704750673773</c:v>
                </c:pt>
                <c:pt idx="2726">
                  <c:v>2.7853704750673773</c:v>
                </c:pt>
                <c:pt idx="2727">
                  <c:v>2.7853704750673773</c:v>
                </c:pt>
                <c:pt idx="2728">
                  <c:v>2.7853704750673773</c:v>
                </c:pt>
                <c:pt idx="2729">
                  <c:v>2.7853704750673773</c:v>
                </c:pt>
                <c:pt idx="2730">
                  <c:v>2.7853704750673773</c:v>
                </c:pt>
                <c:pt idx="2731">
                  <c:v>2.7853704750673773</c:v>
                </c:pt>
                <c:pt idx="2732">
                  <c:v>2.7853704750673773</c:v>
                </c:pt>
                <c:pt idx="2733">
                  <c:v>2.7853704750673773</c:v>
                </c:pt>
                <c:pt idx="2734">
                  <c:v>2.7853704750673773</c:v>
                </c:pt>
                <c:pt idx="2735">
                  <c:v>2.7853704750673773</c:v>
                </c:pt>
                <c:pt idx="2736">
                  <c:v>2.7853704750673773</c:v>
                </c:pt>
                <c:pt idx="2737">
                  <c:v>2.7853704750673773</c:v>
                </c:pt>
                <c:pt idx="2738">
                  <c:v>2.7853704750673773</c:v>
                </c:pt>
                <c:pt idx="2739">
                  <c:v>2.7853704750673773</c:v>
                </c:pt>
                <c:pt idx="2740">
                  <c:v>2.7853704750673773</c:v>
                </c:pt>
                <c:pt idx="2741">
                  <c:v>2.7853704750673773</c:v>
                </c:pt>
                <c:pt idx="2742">
                  <c:v>2.7853704750673773</c:v>
                </c:pt>
                <c:pt idx="2743">
                  <c:v>2.7853704750673773</c:v>
                </c:pt>
                <c:pt idx="2744">
                  <c:v>2.7853704750673773</c:v>
                </c:pt>
                <c:pt idx="2745">
                  <c:v>2.7853704750673773</c:v>
                </c:pt>
                <c:pt idx="2746">
                  <c:v>2.7853704750673773</c:v>
                </c:pt>
                <c:pt idx="2747">
                  <c:v>2.7853704750673773</c:v>
                </c:pt>
                <c:pt idx="2748">
                  <c:v>2.7853704750673773</c:v>
                </c:pt>
                <c:pt idx="2749">
                  <c:v>2.7853704750673773</c:v>
                </c:pt>
                <c:pt idx="2750">
                  <c:v>2.7853704750673773</c:v>
                </c:pt>
                <c:pt idx="2751">
                  <c:v>2.7853704750673773</c:v>
                </c:pt>
                <c:pt idx="2752">
                  <c:v>2.7853704750673773</c:v>
                </c:pt>
                <c:pt idx="2753">
                  <c:v>2.7853704750673773</c:v>
                </c:pt>
                <c:pt idx="2754">
                  <c:v>2.7853704750673773</c:v>
                </c:pt>
                <c:pt idx="2755">
                  <c:v>2.7853704750673773</c:v>
                </c:pt>
                <c:pt idx="2756">
                  <c:v>2.7853704750673773</c:v>
                </c:pt>
                <c:pt idx="2757">
                  <c:v>2.7853704750673773</c:v>
                </c:pt>
                <c:pt idx="2758">
                  <c:v>2.7853704750673773</c:v>
                </c:pt>
                <c:pt idx="2759">
                  <c:v>2.7853704750673773</c:v>
                </c:pt>
                <c:pt idx="2760">
                  <c:v>2.7853704750673773</c:v>
                </c:pt>
                <c:pt idx="2761">
                  <c:v>2.7853704750673773</c:v>
                </c:pt>
                <c:pt idx="2762">
                  <c:v>2.7853704750673773</c:v>
                </c:pt>
                <c:pt idx="2763">
                  <c:v>2.7853704750673773</c:v>
                </c:pt>
                <c:pt idx="2764">
                  <c:v>2.7853704750673773</c:v>
                </c:pt>
                <c:pt idx="2765">
                  <c:v>2.7853704750673773</c:v>
                </c:pt>
                <c:pt idx="2766">
                  <c:v>2.7853704750673773</c:v>
                </c:pt>
                <c:pt idx="2767">
                  <c:v>2.7853704750673773</c:v>
                </c:pt>
                <c:pt idx="2768">
                  <c:v>2.7853704750673773</c:v>
                </c:pt>
                <c:pt idx="2769">
                  <c:v>2.7853704750673773</c:v>
                </c:pt>
                <c:pt idx="2770">
                  <c:v>2.7853704750673773</c:v>
                </c:pt>
                <c:pt idx="2771">
                  <c:v>2.7853704750673773</c:v>
                </c:pt>
                <c:pt idx="2772">
                  <c:v>2.7853704750673773</c:v>
                </c:pt>
                <c:pt idx="2773">
                  <c:v>2.7853704750673773</c:v>
                </c:pt>
                <c:pt idx="2774">
                  <c:v>2.7853704750673773</c:v>
                </c:pt>
                <c:pt idx="2775">
                  <c:v>2.7853704750673773</c:v>
                </c:pt>
                <c:pt idx="2776">
                  <c:v>2.7853704750673773</c:v>
                </c:pt>
                <c:pt idx="2777">
                  <c:v>2.7853704750673773</c:v>
                </c:pt>
                <c:pt idx="2778">
                  <c:v>2.7853704750673773</c:v>
                </c:pt>
                <c:pt idx="2779">
                  <c:v>2.7853704750673773</c:v>
                </c:pt>
                <c:pt idx="2780">
                  <c:v>2.7853704750673773</c:v>
                </c:pt>
                <c:pt idx="2781">
                  <c:v>2.7853704750673773</c:v>
                </c:pt>
                <c:pt idx="2782">
                  <c:v>2.7853704750673773</c:v>
                </c:pt>
                <c:pt idx="2783">
                  <c:v>2.7853704750673773</c:v>
                </c:pt>
                <c:pt idx="2784">
                  <c:v>2.7853704750673773</c:v>
                </c:pt>
                <c:pt idx="2785">
                  <c:v>2.7853704750673773</c:v>
                </c:pt>
                <c:pt idx="2786">
                  <c:v>2.7853704750673773</c:v>
                </c:pt>
                <c:pt idx="2787">
                  <c:v>2.7853704750673773</c:v>
                </c:pt>
                <c:pt idx="2788">
                  <c:v>2.7853704750673773</c:v>
                </c:pt>
                <c:pt idx="2789">
                  <c:v>2.7853704750673773</c:v>
                </c:pt>
                <c:pt idx="2790">
                  <c:v>2.7853704750673773</c:v>
                </c:pt>
                <c:pt idx="2791">
                  <c:v>2.7853704750673773</c:v>
                </c:pt>
                <c:pt idx="2792">
                  <c:v>2.7853704750673773</c:v>
                </c:pt>
                <c:pt idx="2793">
                  <c:v>2.7853704750673773</c:v>
                </c:pt>
                <c:pt idx="2794">
                  <c:v>2.7853704750673773</c:v>
                </c:pt>
                <c:pt idx="2795">
                  <c:v>2.7853704750673773</c:v>
                </c:pt>
                <c:pt idx="2796">
                  <c:v>2.7853704750673773</c:v>
                </c:pt>
                <c:pt idx="2797">
                  <c:v>2.7853704750673773</c:v>
                </c:pt>
                <c:pt idx="2798">
                  <c:v>2.7853704750673773</c:v>
                </c:pt>
                <c:pt idx="2799">
                  <c:v>2.7853704750673773</c:v>
                </c:pt>
                <c:pt idx="2800">
                  <c:v>2.7853704750673773</c:v>
                </c:pt>
                <c:pt idx="2801">
                  <c:v>2.7853704750673773</c:v>
                </c:pt>
                <c:pt idx="2802">
                  <c:v>2.7853704750673773</c:v>
                </c:pt>
                <c:pt idx="2803">
                  <c:v>2.7853704750673773</c:v>
                </c:pt>
                <c:pt idx="2804">
                  <c:v>2.7853704750673773</c:v>
                </c:pt>
                <c:pt idx="2805">
                  <c:v>2.7853704750673773</c:v>
                </c:pt>
                <c:pt idx="2806">
                  <c:v>2.7853704750673773</c:v>
                </c:pt>
                <c:pt idx="2807">
                  <c:v>2.7853704750673773</c:v>
                </c:pt>
                <c:pt idx="2808">
                  <c:v>2.7853704750673773</c:v>
                </c:pt>
                <c:pt idx="2809">
                  <c:v>2.7853704750673773</c:v>
                </c:pt>
                <c:pt idx="2810">
                  <c:v>2.7853704750673773</c:v>
                </c:pt>
                <c:pt idx="2811">
                  <c:v>2.7853704750673773</c:v>
                </c:pt>
                <c:pt idx="2812">
                  <c:v>2.7853704750673773</c:v>
                </c:pt>
                <c:pt idx="2813">
                  <c:v>2.7853704750673773</c:v>
                </c:pt>
                <c:pt idx="2814">
                  <c:v>2.7853704750673773</c:v>
                </c:pt>
                <c:pt idx="2815">
                  <c:v>2.7853704750673773</c:v>
                </c:pt>
                <c:pt idx="2816">
                  <c:v>2.7853704750673773</c:v>
                </c:pt>
                <c:pt idx="2817">
                  <c:v>2.7853704750673773</c:v>
                </c:pt>
                <c:pt idx="2818">
                  <c:v>2.7853704750673773</c:v>
                </c:pt>
                <c:pt idx="2819">
                  <c:v>2.7853704750673773</c:v>
                </c:pt>
                <c:pt idx="2820">
                  <c:v>2.7853704750673773</c:v>
                </c:pt>
                <c:pt idx="2821">
                  <c:v>2.7853704750673773</c:v>
                </c:pt>
                <c:pt idx="2822">
                  <c:v>2.7853704750673773</c:v>
                </c:pt>
                <c:pt idx="2823">
                  <c:v>2.7853704750673773</c:v>
                </c:pt>
                <c:pt idx="2824">
                  <c:v>2.7853704750673773</c:v>
                </c:pt>
                <c:pt idx="2825">
                  <c:v>2.7853704750673773</c:v>
                </c:pt>
                <c:pt idx="2826">
                  <c:v>2.7853704750673773</c:v>
                </c:pt>
                <c:pt idx="2827">
                  <c:v>2.7853704750673773</c:v>
                </c:pt>
                <c:pt idx="2828">
                  <c:v>2.7853704750673773</c:v>
                </c:pt>
                <c:pt idx="2829">
                  <c:v>2.7853704750673773</c:v>
                </c:pt>
                <c:pt idx="2830">
                  <c:v>2.7853704750673773</c:v>
                </c:pt>
                <c:pt idx="2831">
                  <c:v>2.7853704750673773</c:v>
                </c:pt>
                <c:pt idx="2832">
                  <c:v>2.7853704750673773</c:v>
                </c:pt>
                <c:pt idx="2833">
                  <c:v>2.7853704750673773</c:v>
                </c:pt>
                <c:pt idx="2834">
                  <c:v>2.7853704750673773</c:v>
                </c:pt>
                <c:pt idx="2835">
                  <c:v>2.7853704750673773</c:v>
                </c:pt>
                <c:pt idx="2836">
                  <c:v>2.7853704750673773</c:v>
                </c:pt>
                <c:pt idx="2837">
                  <c:v>2.7853704750673773</c:v>
                </c:pt>
                <c:pt idx="2838">
                  <c:v>2.7853704750673773</c:v>
                </c:pt>
                <c:pt idx="2839">
                  <c:v>2.7853704750673773</c:v>
                </c:pt>
                <c:pt idx="2840">
                  <c:v>2.7853704750673773</c:v>
                </c:pt>
                <c:pt idx="2841">
                  <c:v>2.7853704750673773</c:v>
                </c:pt>
                <c:pt idx="2842">
                  <c:v>2.7853704750673773</c:v>
                </c:pt>
                <c:pt idx="2843">
                  <c:v>2.7853704750673773</c:v>
                </c:pt>
                <c:pt idx="2844">
                  <c:v>2.7853704750673773</c:v>
                </c:pt>
                <c:pt idx="2845">
                  <c:v>2.7853704750673773</c:v>
                </c:pt>
                <c:pt idx="2846">
                  <c:v>2.7853704750673773</c:v>
                </c:pt>
                <c:pt idx="2847">
                  <c:v>2.7853704750673773</c:v>
                </c:pt>
                <c:pt idx="2848">
                  <c:v>2.7853704750673773</c:v>
                </c:pt>
                <c:pt idx="2849">
                  <c:v>2.7853704750673773</c:v>
                </c:pt>
                <c:pt idx="2850">
                  <c:v>2.7853704750673773</c:v>
                </c:pt>
                <c:pt idx="2851">
                  <c:v>2.7853704750673773</c:v>
                </c:pt>
                <c:pt idx="2852">
                  <c:v>2.7853704750673773</c:v>
                </c:pt>
                <c:pt idx="2853">
                  <c:v>2.7853704750673773</c:v>
                </c:pt>
                <c:pt idx="2854">
                  <c:v>2.7853704750673773</c:v>
                </c:pt>
                <c:pt idx="2855">
                  <c:v>2.7853704750673773</c:v>
                </c:pt>
                <c:pt idx="2856">
                  <c:v>2.7853704750673773</c:v>
                </c:pt>
                <c:pt idx="2857">
                  <c:v>2.7853704750673773</c:v>
                </c:pt>
                <c:pt idx="2858">
                  <c:v>2.7853704750673773</c:v>
                </c:pt>
                <c:pt idx="2859">
                  <c:v>2.7853704750673773</c:v>
                </c:pt>
                <c:pt idx="2860">
                  <c:v>2.7853704750673773</c:v>
                </c:pt>
                <c:pt idx="2861">
                  <c:v>2.7853704750673773</c:v>
                </c:pt>
                <c:pt idx="2862">
                  <c:v>2.7853704750673773</c:v>
                </c:pt>
                <c:pt idx="2863">
                  <c:v>2.7853704750673773</c:v>
                </c:pt>
                <c:pt idx="2864">
                  <c:v>2.7853704750673773</c:v>
                </c:pt>
                <c:pt idx="2865">
                  <c:v>2.7853704750673773</c:v>
                </c:pt>
                <c:pt idx="2866">
                  <c:v>2.7853704750673773</c:v>
                </c:pt>
                <c:pt idx="2867">
                  <c:v>2.7853704750673773</c:v>
                </c:pt>
                <c:pt idx="2868">
                  <c:v>2.7853704750673773</c:v>
                </c:pt>
                <c:pt idx="2869">
                  <c:v>2.7853704750673773</c:v>
                </c:pt>
                <c:pt idx="2870">
                  <c:v>2.7853704750673773</c:v>
                </c:pt>
                <c:pt idx="2871">
                  <c:v>2.7853704750673773</c:v>
                </c:pt>
                <c:pt idx="2872">
                  <c:v>2.7853704750673773</c:v>
                </c:pt>
                <c:pt idx="2873">
                  <c:v>2.7853704750673773</c:v>
                </c:pt>
                <c:pt idx="2874">
                  <c:v>2.7853704750673773</c:v>
                </c:pt>
                <c:pt idx="2875">
                  <c:v>2.7853704750673773</c:v>
                </c:pt>
                <c:pt idx="2876">
                  <c:v>2.7853704750673773</c:v>
                </c:pt>
                <c:pt idx="2877">
                  <c:v>2.7853704750673773</c:v>
                </c:pt>
                <c:pt idx="2878">
                  <c:v>2.7853704750673773</c:v>
                </c:pt>
                <c:pt idx="2879">
                  <c:v>2.7853704750673773</c:v>
                </c:pt>
                <c:pt idx="2880">
                  <c:v>2.7853704750673773</c:v>
                </c:pt>
                <c:pt idx="2881">
                  <c:v>2.7853704750673773</c:v>
                </c:pt>
                <c:pt idx="2882">
                  <c:v>2.7853704750673773</c:v>
                </c:pt>
                <c:pt idx="2883">
                  <c:v>2.7853704750673773</c:v>
                </c:pt>
                <c:pt idx="2884">
                  <c:v>2.7853704750673773</c:v>
                </c:pt>
                <c:pt idx="2885">
                  <c:v>2.7853704750673773</c:v>
                </c:pt>
                <c:pt idx="2886">
                  <c:v>2.7853704750673773</c:v>
                </c:pt>
                <c:pt idx="2887">
                  <c:v>2.7853704750673773</c:v>
                </c:pt>
                <c:pt idx="2888">
                  <c:v>2.7853704750673773</c:v>
                </c:pt>
                <c:pt idx="2889">
                  <c:v>2.7853704750673773</c:v>
                </c:pt>
                <c:pt idx="2890">
                  <c:v>2.7853704750673773</c:v>
                </c:pt>
                <c:pt idx="2891">
                  <c:v>2.7853704750673773</c:v>
                </c:pt>
                <c:pt idx="2892">
                  <c:v>2.7853704750673773</c:v>
                </c:pt>
                <c:pt idx="2893">
                  <c:v>2.7853704750673773</c:v>
                </c:pt>
                <c:pt idx="2894">
                  <c:v>2.7853704750673773</c:v>
                </c:pt>
                <c:pt idx="2895">
                  <c:v>2.7853704750673773</c:v>
                </c:pt>
                <c:pt idx="2896">
                  <c:v>2.7853704750673773</c:v>
                </c:pt>
                <c:pt idx="2897">
                  <c:v>2.7853704750673773</c:v>
                </c:pt>
                <c:pt idx="2898">
                  <c:v>2.7853704750673773</c:v>
                </c:pt>
                <c:pt idx="2899">
                  <c:v>2.7853704750673773</c:v>
                </c:pt>
                <c:pt idx="2900">
                  <c:v>2.7853704750673773</c:v>
                </c:pt>
                <c:pt idx="2901">
                  <c:v>2.7853704750673773</c:v>
                </c:pt>
                <c:pt idx="2902">
                  <c:v>2.7853704750673773</c:v>
                </c:pt>
                <c:pt idx="2903">
                  <c:v>2.7853704750673773</c:v>
                </c:pt>
                <c:pt idx="2904">
                  <c:v>2.7853704750673773</c:v>
                </c:pt>
                <c:pt idx="2905">
                  <c:v>2.7853704750673773</c:v>
                </c:pt>
                <c:pt idx="2906">
                  <c:v>2.7853704750673773</c:v>
                </c:pt>
                <c:pt idx="2907">
                  <c:v>2.7853704750673773</c:v>
                </c:pt>
                <c:pt idx="2908">
                  <c:v>2.7853704750673773</c:v>
                </c:pt>
                <c:pt idx="2909">
                  <c:v>2.7853704750673773</c:v>
                </c:pt>
                <c:pt idx="2910">
                  <c:v>2.7853704750673773</c:v>
                </c:pt>
                <c:pt idx="2911">
                  <c:v>2.7853704750673773</c:v>
                </c:pt>
                <c:pt idx="2912">
                  <c:v>2.7853704750673773</c:v>
                </c:pt>
                <c:pt idx="2913">
                  <c:v>2.7853704750673773</c:v>
                </c:pt>
                <c:pt idx="2914">
                  <c:v>2.7853704750673773</c:v>
                </c:pt>
                <c:pt idx="2915">
                  <c:v>2.7853704750673773</c:v>
                </c:pt>
                <c:pt idx="2916">
                  <c:v>2.7853704750673773</c:v>
                </c:pt>
                <c:pt idx="2917">
                  <c:v>2.7853704750673773</c:v>
                </c:pt>
                <c:pt idx="2918">
                  <c:v>2.7853704750673773</c:v>
                </c:pt>
                <c:pt idx="2919">
                  <c:v>2.7853704750673773</c:v>
                </c:pt>
                <c:pt idx="2920">
                  <c:v>2.7853704750673773</c:v>
                </c:pt>
                <c:pt idx="2921">
                  <c:v>2.7853704750673773</c:v>
                </c:pt>
                <c:pt idx="2922">
                  <c:v>2.7853704750673773</c:v>
                </c:pt>
                <c:pt idx="2923">
                  <c:v>2.7853704750673773</c:v>
                </c:pt>
                <c:pt idx="2924">
                  <c:v>2.7853704750673773</c:v>
                </c:pt>
                <c:pt idx="2925">
                  <c:v>2.7853704750673773</c:v>
                </c:pt>
                <c:pt idx="2926">
                  <c:v>2.7853704750673773</c:v>
                </c:pt>
                <c:pt idx="2927">
                  <c:v>2.7853704750673773</c:v>
                </c:pt>
                <c:pt idx="2928">
                  <c:v>2.7853704750673773</c:v>
                </c:pt>
                <c:pt idx="2929">
                  <c:v>2.7853704750673773</c:v>
                </c:pt>
                <c:pt idx="2930">
                  <c:v>2.7853704750673773</c:v>
                </c:pt>
                <c:pt idx="2931">
                  <c:v>2.7853704750673773</c:v>
                </c:pt>
                <c:pt idx="2932">
                  <c:v>2.7853704750673773</c:v>
                </c:pt>
                <c:pt idx="2933">
                  <c:v>2.7853704750673773</c:v>
                </c:pt>
                <c:pt idx="2934">
                  <c:v>2.7853704750673773</c:v>
                </c:pt>
                <c:pt idx="2935">
                  <c:v>2.7853704750673773</c:v>
                </c:pt>
                <c:pt idx="2936">
                  <c:v>2.7853704750673773</c:v>
                </c:pt>
                <c:pt idx="2937">
                  <c:v>2.7853704750673773</c:v>
                </c:pt>
                <c:pt idx="2938">
                  <c:v>2.7853704750673773</c:v>
                </c:pt>
                <c:pt idx="2939">
                  <c:v>2.7853704750673773</c:v>
                </c:pt>
                <c:pt idx="2940">
                  <c:v>2.7853704750673773</c:v>
                </c:pt>
                <c:pt idx="2941">
                  <c:v>2.7853704750673773</c:v>
                </c:pt>
                <c:pt idx="2942">
                  <c:v>2.7853704750673773</c:v>
                </c:pt>
                <c:pt idx="2943">
                  <c:v>2.7853704750673773</c:v>
                </c:pt>
                <c:pt idx="2944">
                  <c:v>2.7853704750673773</c:v>
                </c:pt>
                <c:pt idx="2945">
                  <c:v>2.7853704750673773</c:v>
                </c:pt>
                <c:pt idx="2946">
                  <c:v>2.7853704750673773</c:v>
                </c:pt>
                <c:pt idx="2947">
                  <c:v>2.7853704750673773</c:v>
                </c:pt>
                <c:pt idx="2948">
                  <c:v>2.7853704750673773</c:v>
                </c:pt>
                <c:pt idx="2949">
                  <c:v>2.7853704750673773</c:v>
                </c:pt>
                <c:pt idx="2950">
                  <c:v>2.7853704750673773</c:v>
                </c:pt>
                <c:pt idx="2951">
                  <c:v>2.7853704750673773</c:v>
                </c:pt>
                <c:pt idx="2952">
                  <c:v>2.7853704750673773</c:v>
                </c:pt>
                <c:pt idx="2953">
                  <c:v>2.7853704750673773</c:v>
                </c:pt>
                <c:pt idx="2954">
                  <c:v>2.7853704750673773</c:v>
                </c:pt>
                <c:pt idx="2955">
                  <c:v>2.7853704750673773</c:v>
                </c:pt>
                <c:pt idx="2956">
                  <c:v>2.7853704750673773</c:v>
                </c:pt>
                <c:pt idx="2957">
                  <c:v>2.7853704750673773</c:v>
                </c:pt>
                <c:pt idx="2958">
                  <c:v>2.7853704750673773</c:v>
                </c:pt>
                <c:pt idx="2959">
                  <c:v>2.7853704750673773</c:v>
                </c:pt>
                <c:pt idx="2960">
                  <c:v>2.7853704750673773</c:v>
                </c:pt>
                <c:pt idx="2961">
                  <c:v>2.7853704750673773</c:v>
                </c:pt>
                <c:pt idx="2962">
                  <c:v>2.7853704750673773</c:v>
                </c:pt>
                <c:pt idx="2963">
                  <c:v>2.7853704750673773</c:v>
                </c:pt>
                <c:pt idx="2964">
                  <c:v>2.7853704750673773</c:v>
                </c:pt>
                <c:pt idx="2965">
                  <c:v>2.7853704750673773</c:v>
                </c:pt>
                <c:pt idx="2966">
                  <c:v>2.7853704750673773</c:v>
                </c:pt>
                <c:pt idx="2967">
                  <c:v>2.7853704750673773</c:v>
                </c:pt>
                <c:pt idx="2968">
                  <c:v>2.7853704750673773</c:v>
                </c:pt>
                <c:pt idx="2969">
                  <c:v>2.7853704750673773</c:v>
                </c:pt>
                <c:pt idx="2970">
                  <c:v>2.7853704750673773</c:v>
                </c:pt>
                <c:pt idx="2971">
                  <c:v>2.7853704750673773</c:v>
                </c:pt>
                <c:pt idx="2972">
                  <c:v>2.7853704750673773</c:v>
                </c:pt>
                <c:pt idx="2973">
                  <c:v>2.7853704750673773</c:v>
                </c:pt>
                <c:pt idx="2974">
                  <c:v>2.7853704750673773</c:v>
                </c:pt>
                <c:pt idx="2975">
                  <c:v>2.7853704750673773</c:v>
                </c:pt>
                <c:pt idx="2976">
                  <c:v>2.7853704750673773</c:v>
                </c:pt>
                <c:pt idx="2977">
                  <c:v>2.7853704750673773</c:v>
                </c:pt>
                <c:pt idx="2978">
                  <c:v>2.7853704750673773</c:v>
                </c:pt>
                <c:pt idx="2979">
                  <c:v>2.7853704750673773</c:v>
                </c:pt>
                <c:pt idx="2980">
                  <c:v>2.7853704750673773</c:v>
                </c:pt>
                <c:pt idx="2981">
                  <c:v>2.7853704750673773</c:v>
                </c:pt>
                <c:pt idx="2982">
                  <c:v>2.7853704750673773</c:v>
                </c:pt>
                <c:pt idx="2983">
                  <c:v>2.7853704750673773</c:v>
                </c:pt>
                <c:pt idx="2984">
                  <c:v>2.7853704750673773</c:v>
                </c:pt>
                <c:pt idx="2985">
                  <c:v>2.7853704750673773</c:v>
                </c:pt>
                <c:pt idx="2986">
                  <c:v>2.7853704750673773</c:v>
                </c:pt>
                <c:pt idx="2987">
                  <c:v>2.7853704750673773</c:v>
                </c:pt>
                <c:pt idx="2988">
                  <c:v>2.7853704750673773</c:v>
                </c:pt>
                <c:pt idx="2989">
                  <c:v>2.7853704750673773</c:v>
                </c:pt>
                <c:pt idx="2990">
                  <c:v>2.7853704750673773</c:v>
                </c:pt>
                <c:pt idx="2991">
                  <c:v>2.7853704750673773</c:v>
                </c:pt>
                <c:pt idx="2992">
                  <c:v>2.7853704750673773</c:v>
                </c:pt>
                <c:pt idx="2993">
                  <c:v>2.7853704750673773</c:v>
                </c:pt>
                <c:pt idx="2994">
                  <c:v>2.7853704750673773</c:v>
                </c:pt>
                <c:pt idx="2995">
                  <c:v>2.7853704750673773</c:v>
                </c:pt>
                <c:pt idx="2996">
                  <c:v>2.7853704750673773</c:v>
                </c:pt>
                <c:pt idx="2997">
                  <c:v>2.7853704750673773</c:v>
                </c:pt>
                <c:pt idx="2998">
                  <c:v>2.7853704750673773</c:v>
                </c:pt>
                <c:pt idx="2999">
                  <c:v>2.7853704750673773</c:v>
                </c:pt>
                <c:pt idx="3000">
                  <c:v>2.7853704750673773</c:v>
                </c:pt>
                <c:pt idx="3001">
                  <c:v>2.7853704750673773</c:v>
                </c:pt>
                <c:pt idx="3002">
                  <c:v>2.7853704750673773</c:v>
                </c:pt>
                <c:pt idx="3003">
                  <c:v>2.7853704750673773</c:v>
                </c:pt>
                <c:pt idx="3004">
                  <c:v>2.7853704750673773</c:v>
                </c:pt>
                <c:pt idx="3005">
                  <c:v>2.7853704750673773</c:v>
                </c:pt>
                <c:pt idx="3006">
                  <c:v>2.7853704750673773</c:v>
                </c:pt>
                <c:pt idx="3007">
                  <c:v>2.7853704750673773</c:v>
                </c:pt>
                <c:pt idx="3008">
                  <c:v>2.7853704750673773</c:v>
                </c:pt>
                <c:pt idx="3009">
                  <c:v>2.7853704750673773</c:v>
                </c:pt>
                <c:pt idx="3010">
                  <c:v>2.7853704750673773</c:v>
                </c:pt>
                <c:pt idx="3011">
                  <c:v>2.7853704750673773</c:v>
                </c:pt>
                <c:pt idx="3012">
                  <c:v>2.7853704750673773</c:v>
                </c:pt>
                <c:pt idx="3013">
                  <c:v>2.7853704750673773</c:v>
                </c:pt>
                <c:pt idx="3014">
                  <c:v>2.7853704750673773</c:v>
                </c:pt>
                <c:pt idx="3015">
                  <c:v>2.7853704750673773</c:v>
                </c:pt>
                <c:pt idx="3016">
                  <c:v>2.7853704750673773</c:v>
                </c:pt>
                <c:pt idx="3017">
                  <c:v>2.7853704750673773</c:v>
                </c:pt>
                <c:pt idx="3018">
                  <c:v>2.7853704750673773</c:v>
                </c:pt>
                <c:pt idx="3019">
                  <c:v>2.7853704750673773</c:v>
                </c:pt>
                <c:pt idx="3020">
                  <c:v>2.7853704750673773</c:v>
                </c:pt>
                <c:pt idx="3021">
                  <c:v>2.7853704750673773</c:v>
                </c:pt>
                <c:pt idx="3022">
                  <c:v>2.7853704750673773</c:v>
                </c:pt>
                <c:pt idx="3023">
                  <c:v>2.7853704750673773</c:v>
                </c:pt>
                <c:pt idx="3024">
                  <c:v>2.7853704750673773</c:v>
                </c:pt>
                <c:pt idx="3025">
                  <c:v>2.7853704750673773</c:v>
                </c:pt>
                <c:pt idx="3026">
                  <c:v>2.7853704750673773</c:v>
                </c:pt>
                <c:pt idx="3027">
                  <c:v>2.7853704750673773</c:v>
                </c:pt>
                <c:pt idx="3028">
                  <c:v>2.7853704750673773</c:v>
                </c:pt>
                <c:pt idx="3029">
                  <c:v>2.7853704750673773</c:v>
                </c:pt>
                <c:pt idx="3030">
                  <c:v>2.7853704750673773</c:v>
                </c:pt>
                <c:pt idx="3031">
                  <c:v>2.7853704750673773</c:v>
                </c:pt>
                <c:pt idx="3032">
                  <c:v>2.7853704750673773</c:v>
                </c:pt>
                <c:pt idx="3033">
                  <c:v>2.7853704750673773</c:v>
                </c:pt>
                <c:pt idx="3034">
                  <c:v>2.7853704750673773</c:v>
                </c:pt>
                <c:pt idx="3035">
                  <c:v>2.7853704750673773</c:v>
                </c:pt>
                <c:pt idx="3036">
                  <c:v>2.7853704750673773</c:v>
                </c:pt>
                <c:pt idx="3037">
                  <c:v>2.7853704750673773</c:v>
                </c:pt>
                <c:pt idx="3038">
                  <c:v>2.7853704750673773</c:v>
                </c:pt>
                <c:pt idx="3039">
                  <c:v>2.7853704750673773</c:v>
                </c:pt>
                <c:pt idx="3040">
                  <c:v>2.7853704750673773</c:v>
                </c:pt>
                <c:pt idx="3041">
                  <c:v>2.7853704750673773</c:v>
                </c:pt>
                <c:pt idx="3042">
                  <c:v>2.7853704750673773</c:v>
                </c:pt>
                <c:pt idx="3043">
                  <c:v>2.7853704750673773</c:v>
                </c:pt>
                <c:pt idx="3044">
                  <c:v>2.7853704750673773</c:v>
                </c:pt>
                <c:pt idx="3045">
                  <c:v>2.7853704750673773</c:v>
                </c:pt>
                <c:pt idx="3046">
                  <c:v>2.7853704750673773</c:v>
                </c:pt>
                <c:pt idx="3047">
                  <c:v>2.7853704750673773</c:v>
                </c:pt>
                <c:pt idx="3048">
                  <c:v>2.7853704750673773</c:v>
                </c:pt>
                <c:pt idx="3049">
                  <c:v>2.7853704750673773</c:v>
                </c:pt>
                <c:pt idx="3050">
                  <c:v>2.7853704750673773</c:v>
                </c:pt>
                <c:pt idx="3051">
                  <c:v>2.7853704750673773</c:v>
                </c:pt>
                <c:pt idx="3052">
                  <c:v>2.7853704750673773</c:v>
                </c:pt>
                <c:pt idx="3053">
                  <c:v>2.7853704750673773</c:v>
                </c:pt>
                <c:pt idx="3054">
                  <c:v>2.7853704750673773</c:v>
                </c:pt>
                <c:pt idx="3055">
                  <c:v>2.7853704750673773</c:v>
                </c:pt>
                <c:pt idx="3056">
                  <c:v>2.7853704750673773</c:v>
                </c:pt>
                <c:pt idx="3057">
                  <c:v>2.7853704750673773</c:v>
                </c:pt>
                <c:pt idx="3058">
                  <c:v>2.7853704750673773</c:v>
                </c:pt>
                <c:pt idx="3059">
                  <c:v>2.7853704750673773</c:v>
                </c:pt>
                <c:pt idx="3060">
                  <c:v>2.7853704750673773</c:v>
                </c:pt>
                <c:pt idx="3061">
                  <c:v>2.7853704750673773</c:v>
                </c:pt>
                <c:pt idx="3062">
                  <c:v>2.7853704750673773</c:v>
                </c:pt>
                <c:pt idx="3063">
                  <c:v>2.7853704750673773</c:v>
                </c:pt>
                <c:pt idx="3064">
                  <c:v>2.7853704750673773</c:v>
                </c:pt>
                <c:pt idx="3065">
                  <c:v>2.7853704750673773</c:v>
                </c:pt>
                <c:pt idx="3066">
                  <c:v>2.7853704750673773</c:v>
                </c:pt>
                <c:pt idx="3067">
                  <c:v>2.7853704750673773</c:v>
                </c:pt>
                <c:pt idx="3068">
                  <c:v>2.7853704750673773</c:v>
                </c:pt>
                <c:pt idx="3069">
                  <c:v>2.7853704750673773</c:v>
                </c:pt>
                <c:pt idx="3070">
                  <c:v>2.7853704750673773</c:v>
                </c:pt>
                <c:pt idx="3071">
                  <c:v>2.7853704750673773</c:v>
                </c:pt>
                <c:pt idx="3072">
                  <c:v>2.7853704750673773</c:v>
                </c:pt>
                <c:pt idx="3073">
                  <c:v>2.7853704750673773</c:v>
                </c:pt>
                <c:pt idx="3074">
                  <c:v>2.7853704750673773</c:v>
                </c:pt>
                <c:pt idx="3075">
                  <c:v>2.7853704750673773</c:v>
                </c:pt>
                <c:pt idx="3076">
                  <c:v>2.7853704750673773</c:v>
                </c:pt>
                <c:pt idx="3077">
                  <c:v>2.7853704750673773</c:v>
                </c:pt>
                <c:pt idx="3078">
                  <c:v>2.7853704750673773</c:v>
                </c:pt>
                <c:pt idx="3079">
                  <c:v>2.7853704750673773</c:v>
                </c:pt>
                <c:pt idx="3080">
                  <c:v>2.7853704750673773</c:v>
                </c:pt>
                <c:pt idx="3081">
                  <c:v>2.7853704750673773</c:v>
                </c:pt>
                <c:pt idx="3082">
                  <c:v>2.7853704750673773</c:v>
                </c:pt>
                <c:pt idx="3083">
                  <c:v>2.7853704750673773</c:v>
                </c:pt>
                <c:pt idx="3084">
                  <c:v>2.7853704750673773</c:v>
                </c:pt>
                <c:pt idx="3085">
                  <c:v>2.7853704750673773</c:v>
                </c:pt>
                <c:pt idx="3086">
                  <c:v>2.7853704750673773</c:v>
                </c:pt>
                <c:pt idx="3087">
                  <c:v>2.7853704750673773</c:v>
                </c:pt>
                <c:pt idx="3088">
                  <c:v>2.7853704750673773</c:v>
                </c:pt>
                <c:pt idx="3089">
                  <c:v>2.7853704750673773</c:v>
                </c:pt>
                <c:pt idx="3090">
                  <c:v>2.7853704750673773</c:v>
                </c:pt>
                <c:pt idx="3091">
                  <c:v>2.7853704750673773</c:v>
                </c:pt>
                <c:pt idx="3092">
                  <c:v>2.7853704750673773</c:v>
                </c:pt>
                <c:pt idx="3093">
                  <c:v>2.7853704750673773</c:v>
                </c:pt>
                <c:pt idx="3094">
                  <c:v>2.7853704750673773</c:v>
                </c:pt>
                <c:pt idx="3095">
                  <c:v>2.7853704750673773</c:v>
                </c:pt>
                <c:pt idx="3096">
                  <c:v>2.7853704750673773</c:v>
                </c:pt>
                <c:pt idx="3097">
                  <c:v>2.7853704750673773</c:v>
                </c:pt>
                <c:pt idx="3098">
                  <c:v>2.7853704750673773</c:v>
                </c:pt>
                <c:pt idx="3099">
                  <c:v>2.7853704750673773</c:v>
                </c:pt>
                <c:pt idx="3100">
                  <c:v>2.7853704750673773</c:v>
                </c:pt>
                <c:pt idx="3101">
                  <c:v>2.7853704750673773</c:v>
                </c:pt>
                <c:pt idx="3102">
                  <c:v>2.7853704750673773</c:v>
                </c:pt>
                <c:pt idx="3103">
                  <c:v>2.7853704750673773</c:v>
                </c:pt>
                <c:pt idx="3104">
                  <c:v>2.7853704750673773</c:v>
                </c:pt>
                <c:pt idx="3105">
                  <c:v>2.7853704750673773</c:v>
                </c:pt>
                <c:pt idx="3106">
                  <c:v>2.7853704750673773</c:v>
                </c:pt>
                <c:pt idx="3107">
                  <c:v>2.7853704750673773</c:v>
                </c:pt>
                <c:pt idx="3108">
                  <c:v>2.7853704750673773</c:v>
                </c:pt>
                <c:pt idx="3109">
                  <c:v>2.7853704750673773</c:v>
                </c:pt>
                <c:pt idx="3110">
                  <c:v>2.7853704750673773</c:v>
                </c:pt>
                <c:pt idx="3111">
                  <c:v>2.7853704750673773</c:v>
                </c:pt>
                <c:pt idx="3112">
                  <c:v>2.7853704750673773</c:v>
                </c:pt>
                <c:pt idx="3113">
                  <c:v>2.7853704750673773</c:v>
                </c:pt>
                <c:pt idx="3114">
                  <c:v>2.7853704750673773</c:v>
                </c:pt>
                <c:pt idx="3115">
                  <c:v>2.7853704750673773</c:v>
                </c:pt>
                <c:pt idx="3116">
                  <c:v>2.7853704750673773</c:v>
                </c:pt>
                <c:pt idx="3117">
                  <c:v>2.7853704750673773</c:v>
                </c:pt>
                <c:pt idx="3118">
                  <c:v>2.7853704750673773</c:v>
                </c:pt>
                <c:pt idx="3119">
                  <c:v>2.7853704750673773</c:v>
                </c:pt>
                <c:pt idx="3120">
                  <c:v>2.7853704750673773</c:v>
                </c:pt>
                <c:pt idx="3121">
                  <c:v>2.7853704750673773</c:v>
                </c:pt>
                <c:pt idx="3122">
                  <c:v>2.7853704750673773</c:v>
                </c:pt>
                <c:pt idx="3123">
                  <c:v>2.7853704750673773</c:v>
                </c:pt>
                <c:pt idx="3124">
                  <c:v>2.7853704750673773</c:v>
                </c:pt>
                <c:pt idx="3125">
                  <c:v>2.7853704750673773</c:v>
                </c:pt>
                <c:pt idx="3126">
                  <c:v>2.7853704750673773</c:v>
                </c:pt>
                <c:pt idx="3127">
                  <c:v>2.7853704750673773</c:v>
                </c:pt>
                <c:pt idx="3128">
                  <c:v>2.7853704750673773</c:v>
                </c:pt>
                <c:pt idx="3129">
                  <c:v>2.7853704750673773</c:v>
                </c:pt>
                <c:pt idx="3130">
                  <c:v>2.7853704750673773</c:v>
                </c:pt>
                <c:pt idx="3131">
                  <c:v>2.7853704750673773</c:v>
                </c:pt>
                <c:pt idx="3132">
                  <c:v>2.7853704750673773</c:v>
                </c:pt>
                <c:pt idx="3133">
                  <c:v>2.7853704750673773</c:v>
                </c:pt>
                <c:pt idx="3134">
                  <c:v>2.7853704750673773</c:v>
                </c:pt>
                <c:pt idx="3135">
                  <c:v>2.7853704750673773</c:v>
                </c:pt>
                <c:pt idx="3136">
                  <c:v>2.7853704750673773</c:v>
                </c:pt>
                <c:pt idx="3137">
                  <c:v>2.7853704750673773</c:v>
                </c:pt>
                <c:pt idx="3138">
                  <c:v>2.7853704750673773</c:v>
                </c:pt>
                <c:pt idx="3139">
                  <c:v>2.7853704750673773</c:v>
                </c:pt>
                <c:pt idx="3140">
                  <c:v>2.7853704750673773</c:v>
                </c:pt>
                <c:pt idx="3141">
                  <c:v>2.7853704750673773</c:v>
                </c:pt>
                <c:pt idx="3142">
                  <c:v>2.7853704750673773</c:v>
                </c:pt>
                <c:pt idx="3143">
                  <c:v>2.7853704750673773</c:v>
                </c:pt>
                <c:pt idx="3144">
                  <c:v>2.7853704750673773</c:v>
                </c:pt>
                <c:pt idx="3145">
                  <c:v>2.7853704750673773</c:v>
                </c:pt>
                <c:pt idx="3146">
                  <c:v>2.7853704750673773</c:v>
                </c:pt>
                <c:pt idx="3147">
                  <c:v>2.7853704750673773</c:v>
                </c:pt>
                <c:pt idx="3148">
                  <c:v>2.7853704750673773</c:v>
                </c:pt>
                <c:pt idx="3149">
                  <c:v>2.7853704750673773</c:v>
                </c:pt>
                <c:pt idx="3150">
                  <c:v>2.7853704750673773</c:v>
                </c:pt>
                <c:pt idx="3151">
                  <c:v>2.7853704750673773</c:v>
                </c:pt>
                <c:pt idx="3152">
                  <c:v>2.7853704750673773</c:v>
                </c:pt>
                <c:pt idx="3153">
                  <c:v>2.7853704750673773</c:v>
                </c:pt>
                <c:pt idx="3154">
                  <c:v>2.7853704750673773</c:v>
                </c:pt>
                <c:pt idx="3155">
                  <c:v>2.7853704750673773</c:v>
                </c:pt>
                <c:pt idx="3156">
                  <c:v>2.7853704750673773</c:v>
                </c:pt>
                <c:pt idx="3157">
                  <c:v>2.7853704750673773</c:v>
                </c:pt>
                <c:pt idx="3158">
                  <c:v>2.7853704750673773</c:v>
                </c:pt>
                <c:pt idx="3159">
                  <c:v>2.7853704750673773</c:v>
                </c:pt>
                <c:pt idx="3160">
                  <c:v>2.7853704750673773</c:v>
                </c:pt>
                <c:pt idx="3161">
                  <c:v>2.7853704750673773</c:v>
                </c:pt>
                <c:pt idx="3162">
                  <c:v>2.7853704750673773</c:v>
                </c:pt>
                <c:pt idx="3163">
                  <c:v>2.7853704750673773</c:v>
                </c:pt>
                <c:pt idx="3164">
                  <c:v>2.7853704750673773</c:v>
                </c:pt>
                <c:pt idx="3165">
                  <c:v>2.7853704750673773</c:v>
                </c:pt>
                <c:pt idx="3166">
                  <c:v>2.7853704750673773</c:v>
                </c:pt>
                <c:pt idx="3167">
                  <c:v>2.7853704750673773</c:v>
                </c:pt>
                <c:pt idx="3168">
                  <c:v>2.7853704750673773</c:v>
                </c:pt>
                <c:pt idx="3169">
                  <c:v>2.7853704750673773</c:v>
                </c:pt>
                <c:pt idx="3170">
                  <c:v>2.7853704750673773</c:v>
                </c:pt>
                <c:pt idx="3171">
                  <c:v>2.7853704750673773</c:v>
                </c:pt>
                <c:pt idx="3172">
                  <c:v>2.7853704750673773</c:v>
                </c:pt>
                <c:pt idx="3173">
                  <c:v>2.7853704750673773</c:v>
                </c:pt>
                <c:pt idx="3174">
                  <c:v>2.7853704750673773</c:v>
                </c:pt>
                <c:pt idx="3175">
                  <c:v>2.7853704750673773</c:v>
                </c:pt>
                <c:pt idx="3176">
                  <c:v>2.7853704750673773</c:v>
                </c:pt>
                <c:pt idx="3177">
                  <c:v>2.7853704750673773</c:v>
                </c:pt>
                <c:pt idx="3178">
                  <c:v>2.7853704750673773</c:v>
                </c:pt>
                <c:pt idx="3179">
                  <c:v>2.7853704750673773</c:v>
                </c:pt>
                <c:pt idx="3180">
                  <c:v>2.7853704750673773</c:v>
                </c:pt>
                <c:pt idx="3181">
                  <c:v>2.7853704750673773</c:v>
                </c:pt>
                <c:pt idx="3182">
                  <c:v>2.7853704750673773</c:v>
                </c:pt>
                <c:pt idx="3183">
                  <c:v>2.7853704750673773</c:v>
                </c:pt>
                <c:pt idx="3184">
                  <c:v>2.7853704750673773</c:v>
                </c:pt>
                <c:pt idx="3185">
                  <c:v>2.7853704750673773</c:v>
                </c:pt>
                <c:pt idx="3186">
                  <c:v>2.7853704750673773</c:v>
                </c:pt>
                <c:pt idx="3187">
                  <c:v>2.7853704750673773</c:v>
                </c:pt>
                <c:pt idx="3188">
                  <c:v>2.7853704750673773</c:v>
                </c:pt>
                <c:pt idx="3189">
                  <c:v>2.7853704750673773</c:v>
                </c:pt>
                <c:pt idx="3190">
                  <c:v>2.7853704750673773</c:v>
                </c:pt>
                <c:pt idx="3191">
                  <c:v>2.7853704750673773</c:v>
                </c:pt>
                <c:pt idx="3192">
                  <c:v>2.7853704750673773</c:v>
                </c:pt>
                <c:pt idx="3193">
                  <c:v>2.7853704750673773</c:v>
                </c:pt>
                <c:pt idx="3194">
                  <c:v>2.7853704750673773</c:v>
                </c:pt>
                <c:pt idx="3195">
                  <c:v>2.7853704750673773</c:v>
                </c:pt>
                <c:pt idx="3196">
                  <c:v>2.7853704750673773</c:v>
                </c:pt>
                <c:pt idx="3197">
                  <c:v>2.7853704750673773</c:v>
                </c:pt>
                <c:pt idx="3198">
                  <c:v>2.7853704750673773</c:v>
                </c:pt>
                <c:pt idx="3199">
                  <c:v>2.7853704750673773</c:v>
                </c:pt>
                <c:pt idx="3200">
                  <c:v>2.7853704750673773</c:v>
                </c:pt>
                <c:pt idx="3201">
                  <c:v>2.7853704750673773</c:v>
                </c:pt>
                <c:pt idx="3202">
                  <c:v>2.7853704750673773</c:v>
                </c:pt>
                <c:pt idx="3203">
                  <c:v>2.7853704750673773</c:v>
                </c:pt>
                <c:pt idx="3204">
                  <c:v>2.7853704750673773</c:v>
                </c:pt>
                <c:pt idx="3205">
                  <c:v>2.7853704750673773</c:v>
                </c:pt>
                <c:pt idx="3206">
                  <c:v>2.7853704750673773</c:v>
                </c:pt>
                <c:pt idx="3207">
                  <c:v>2.7853704750673773</c:v>
                </c:pt>
                <c:pt idx="3208">
                  <c:v>2.7853704750673773</c:v>
                </c:pt>
                <c:pt idx="3209">
                  <c:v>2.7853704750673773</c:v>
                </c:pt>
                <c:pt idx="3210">
                  <c:v>2.7853704750673773</c:v>
                </c:pt>
                <c:pt idx="3211">
                  <c:v>2.7853704750673773</c:v>
                </c:pt>
                <c:pt idx="3212">
                  <c:v>2.7853704750673773</c:v>
                </c:pt>
                <c:pt idx="3213">
                  <c:v>2.7853704750673773</c:v>
                </c:pt>
                <c:pt idx="3214">
                  <c:v>2.7853704750673773</c:v>
                </c:pt>
                <c:pt idx="3215">
                  <c:v>2.7853704750673773</c:v>
                </c:pt>
                <c:pt idx="3216">
                  <c:v>2.7853704750673773</c:v>
                </c:pt>
                <c:pt idx="3217">
                  <c:v>2.7853704750673773</c:v>
                </c:pt>
                <c:pt idx="3218">
                  <c:v>2.7853704750673773</c:v>
                </c:pt>
                <c:pt idx="3219">
                  <c:v>2.7853704750673773</c:v>
                </c:pt>
                <c:pt idx="3220">
                  <c:v>2.7853704750673773</c:v>
                </c:pt>
                <c:pt idx="3221">
                  <c:v>2.7853704750673773</c:v>
                </c:pt>
                <c:pt idx="3222">
                  <c:v>2.7853704750673773</c:v>
                </c:pt>
                <c:pt idx="3223">
                  <c:v>2.7853704750673773</c:v>
                </c:pt>
                <c:pt idx="3224">
                  <c:v>2.7853704750673773</c:v>
                </c:pt>
                <c:pt idx="3225">
                  <c:v>2.7853704750673773</c:v>
                </c:pt>
                <c:pt idx="3226">
                  <c:v>2.7853704750673773</c:v>
                </c:pt>
                <c:pt idx="3227">
                  <c:v>2.7853704750673773</c:v>
                </c:pt>
                <c:pt idx="3228">
                  <c:v>2.7853704750673773</c:v>
                </c:pt>
                <c:pt idx="3229">
                  <c:v>2.7853704750673773</c:v>
                </c:pt>
                <c:pt idx="3230">
                  <c:v>2.7853704750673773</c:v>
                </c:pt>
                <c:pt idx="3231">
                  <c:v>2.7853704750673773</c:v>
                </c:pt>
                <c:pt idx="3232">
                  <c:v>2.7853704750673773</c:v>
                </c:pt>
                <c:pt idx="3233">
                  <c:v>2.7853704750673773</c:v>
                </c:pt>
                <c:pt idx="3234">
                  <c:v>2.7853704750673773</c:v>
                </c:pt>
                <c:pt idx="3235">
                  <c:v>2.7853704750673773</c:v>
                </c:pt>
                <c:pt idx="3236">
                  <c:v>2.7853704750673773</c:v>
                </c:pt>
                <c:pt idx="3237">
                  <c:v>2.7853704750673773</c:v>
                </c:pt>
                <c:pt idx="3238">
                  <c:v>2.7853704750673773</c:v>
                </c:pt>
                <c:pt idx="3239">
                  <c:v>2.7853704750673773</c:v>
                </c:pt>
                <c:pt idx="3240">
                  <c:v>2.7853704750673773</c:v>
                </c:pt>
                <c:pt idx="3241">
                  <c:v>2.7853704750673773</c:v>
                </c:pt>
                <c:pt idx="3242">
                  <c:v>2.7853704750673773</c:v>
                </c:pt>
                <c:pt idx="3243">
                  <c:v>2.7853704750673773</c:v>
                </c:pt>
                <c:pt idx="3244">
                  <c:v>2.7853704750673773</c:v>
                </c:pt>
                <c:pt idx="3245">
                  <c:v>2.7853704750673773</c:v>
                </c:pt>
                <c:pt idx="3246">
                  <c:v>2.7853704750673773</c:v>
                </c:pt>
                <c:pt idx="3247">
                  <c:v>2.7853704750673773</c:v>
                </c:pt>
                <c:pt idx="3248">
                  <c:v>2.7853704750673773</c:v>
                </c:pt>
                <c:pt idx="3249">
                  <c:v>2.7853704750673773</c:v>
                </c:pt>
                <c:pt idx="3250">
                  <c:v>2.7853704750673773</c:v>
                </c:pt>
                <c:pt idx="3251">
                  <c:v>2.7853704750673773</c:v>
                </c:pt>
                <c:pt idx="3252">
                  <c:v>2.7853704750673773</c:v>
                </c:pt>
                <c:pt idx="3253">
                  <c:v>2.7853704750673773</c:v>
                </c:pt>
                <c:pt idx="3254">
                  <c:v>2.7853704750673773</c:v>
                </c:pt>
                <c:pt idx="3255">
                  <c:v>2.7853704750673773</c:v>
                </c:pt>
                <c:pt idx="3256">
                  <c:v>2.7853704750673773</c:v>
                </c:pt>
                <c:pt idx="3257">
                  <c:v>2.7853704750673773</c:v>
                </c:pt>
                <c:pt idx="3258">
                  <c:v>2.7853704750673773</c:v>
                </c:pt>
                <c:pt idx="3259">
                  <c:v>2.7853704750673773</c:v>
                </c:pt>
                <c:pt idx="3260">
                  <c:v>2.7853704750673773</c:v>
                </c:pt>
                <c:pt idx="3261">
                  <c:v>2.7853704750673773</c:v>
                </c:pt>
                <c:pt idx="3262">
                  <c:v>2.7853704750673773</c:v>
                </c:pt>
                <c:pt idx="3263">
                  <c:v>2.7853704750673773</c:v>
                </c:pt>
                <c:pt idx="3264">
                  <c:v>2.7853704750673773</c:v>
                </c:pt>
                <c:pt idx="3265">
                  <c:v>2.7853704750673773</c:v>
                </c:pt>
                <c:pt idx="3266">
                  <c:v>2.7853704750673773</c:v>
                </c:pt>
                <c:pt idx="3267">
                  <c:v>2.7853704750673773</c:v>
                </c:pt>
                <c:pt idx="3268">
                  <c:v>2.7853704750673773</c:v>
                </c:pt>
                <c:pt idx="3269">
                  <c:v>2.7853704750673773</c:v>
                </c:pt>
                <c:pt idx="3270">
                  <c:v>2.7853704750673773</c:v>
                </c:pt>
                <c:pt idx="3271">
                  <c:v>2.7853704750673773</c:v>
                </c:pt>
                <c:pt idx="3272">
                  <c:v>2.7853704750673773</c:v>
                </c:pt>
                <c:pt idx="3273">
                  <c:v>2.7853704750673773</c:v>
                </c:pt>
                <c:pt idx="3274">
                  <c:v>2.7853704750673773</c:v>
                </c:pt>
                <c:pt idx="3275">
                  <c:v>2.7853704750673773</c:v>
                </c:pt>
                <c:pt idx="3276">
                  <c:v>2.7853704750673773</c:v>
                </c:pt>
                <c:pt idx="3277">
                  <c:v>2.7853704750673773</c:v>
                </c:pt>
                <c:pt idx="3278">
                  <c:v>2.7853704750673773</c:v>
                </c:pt>
                <c:pt idx="3279">
                  <c:v>2.7853704750673773</c:v>
                </c:pt>
                <c:pt idx="3280">
                  <c:v>2.7853704750673773</c:v>
                </c:pt>
                <c:pt idx="3281">
                  <c:v>2.7853704750673773</c:v>
                </c:pt>
                <c:pt idx="3282">
                  <c:v>2.7853704750673773</c:v>
                </c:pt>
                <c:pt idx="3283">
                  <c:v>2.7853704750673773</c:v>
                </c:pt>
                <c:pt idx="3284">
                  <c:v>2.7853704750673773</c:v>
                </c:pt>
                <c:pt idx="3285">
                  <c:v>2.7853704750673773</c:v>
                </c:pt>
                <c:pt idx="3286">
                  <c:v>2.7853704750673773</c:v>
                </c:pt>
                <c:pt idx="3287">
                  <c:v>2.7853704750673773</c:v>
                </c:pt>
                <c:pt idx="3288">
                  <c:v>2.7853704750673773</c:v>
                </c:pt>
                <c:pt idx="3289">
                  <c:v>2.7853704750673773</c:v>
                </c:pt>
                <c:pt idx="3290">
                  <c:v>2.7853704750673773</c:v>
                </c:pt>
                <c:pt idx="3291">
                  <c:v>2.7853704750673773</c:v>
                </c:pt>
                <c:pt idx="3292">
                  <c:v>2.7853704750673773</c:v>
                </c:pt>
                <c:pt idx="3293">
                  <c:v>2.7853704750673773</c:v>
                </c:pt>
                <c:pt idx="3294">
                  <c:v>2.7853704750673773</c:v>
                </c:pt>
                <c:pt idx="3295">
                  <c:v>2.7853704750673773</c:v>
                </c:pt>
                <c:pt idx="3296">
                  <c:v>2.7853704750673773</c:v>
                </c:pt>
                <c:pt idx="3297">
                  <c:v>2.7853704750673773</c:v>
                </c:pt>
                <c:pt idx="3298">
                  <c:v>2.7853704750673773</c:v>
                </c:pt>
                <c:pt idx="3299">
                  <c:v>2.7853704750673773</c:v>
                </c:pt>
                <c:pt idx="3300">
                  <c:v>2.7853704750673773</c:v>
                </c:pt>
                <c:pt idx="3301">
                  <c:v>2.7853704750673773</c:v>
                </c:pt>
                <c:pt idx="3302">
                  <c:v>2.7853704750673773</c:v>
                </c:pt>
                <c:pt idx="3303">
                  <c:v>2.7853704750673773</c:v>
                </c:pt>
                <c:pt idx="3304">
                  <c:v>2.7853704750673773</c:v>
                </c:pt>
                <c:pt idx="3305">
                  <c:v>2.7853704750673773</c:v>
                </c:pt>
                <c:pt idx="3306">
                  <c:v>2.7853704750673773</c:v>
                </c:pt>
                <c:pt idx="3307">
                  <c:v>2.7853704750673773</c:v>
                </c:pt>
                <c:pt idx="3308">
                  <c:v>2.7853704750673773</c:v>
                </c:pt>
                <c:pt idx="3309">
                  <c:v>2.7853704750673773</c:v>
                </c:pt>
                <c:pt idx="3310">
                  <c:v>2.7853704750673773</c:v>
                </c:pt>
                <c:pt idx="3311">
                  <c:v>2.7853704750673773</c:v>
                </c:pt>
                <c:pt idx="3312">
                  <c:v>2.7853704750673773</c:v>
                </c:pt>
                <c:pt idx="3313">
                  <c:v>2.7853704750673773</c:v>
                </c:pt>
                <c:pt idx="3314">
                  <c:v>2.7853704750673773</c:v>
                </c:pt>
                <c:pt idx="3315">
                  <c:v>2.7853704750673773</c:v>
                </c:pt>
                <c:pt idx="3316">
                  <c:v>2.7853704750673773</c:v>
                </c:pt>
                <c:pt idx="3317">
                  <c:v>2.7853704750673773</c:v>
                </c:pt>
                <c:pt idx="3318">
                  <c:v>2.7853704750673773</c:v>
                </c:pt>
                <c:pt idx="3319">
                  <c:v>2.7853704750673773</c:v>
                </c:pt>
                <c:pt idx="3320">
                  <c:v>2.7853704750673773</c:v>
                </c:pt>
                <c:pt idx="3321">
                  <c:v>2.7853704750673773</c:v>
                </c:pt>
                <c:pt idx="3322">
                  <c:v>2.7853704750673773</c:v>
                </c:pt>
                <c:pt idx="3323">
                  <c:v>2.7853704750673773</c:v>
                </c:pt>
                <c:pt idx="3324">
                  <c:v>2.7853704750673773</c:v>
                </c:pt>
                <c:pt idx="3325">
                  <c:v>2.7853704750673773</c:v>
                </c:pt>
                <c:pt idx="3326">
                  <c:v>2.7853704750673773</c:v>
                </c:pt>
                <c:pt idx="3327">
                  <c:v>2.7853704750673773</c:v>
                </c:pt>
                <c:pt idx="3328">
                  <c:v>2.7853704750673773</c:v>
                </c:pt>
                <c:pt idx="3329">
                  <c:v>2.7853704750673773</c:v>
                </c:pt>
                <c:pt idx="3330">
                  <c:v>2.7853704750673773</c:v>
                </c:pt>
                <c:pt idx="3331">
                  <c:v>2.7853704750673773</c:v>
                </c:pt>
                <c:pt idx="3332">
                  <c:v>2.7853704750673773</c:v>
                </c:pt>
                <c:pt idx="3333">
                  <c:v>2.7853704750673773</c:v>
                </c:pt>
                <c:pt idx="3334">
                  <c:v>2.7853704750673773</c:v>
                </c:pt>
                <c:pt idx="3335">
                  <c:v>2.7853704750673773</c:v>
                </c:pt>
                <c:pt idx="3336">
                  <c:v>2.7853704750673773</c:v>
                </c:pt>
                <c:pt idx="3337">
                  <c:v>2.7853704750673773</c:v>
                </c:pt>
                <c:pt idx="3338">
                  <c:v>2.7853704750673773</c:v>
                </c:pt>
                <c:pt idx="3339">
                  <c:v>2.7853704750673773</c:v>
                </c:pt>
                <c:pt idx="3340">
                  <c:v>2.7853704750673773</c:v>
                </c:pt>
                <c:pt idx="3341">
                  <c:v>2.7853704750673773</c:v>
                </c:pt>
                <c:pt idx="3342">
                  <c:v>2.7853704750673773</c:v>
                </c:pt>
                <c:pt idx="3343">
                  <c:v>2.7853704750673773</c:v>
                </c:pt>
                <c:pt idx="3344">
                  <c:v>2.7853704750673773</c:v>
                </c:pt>
                <c:pt idx="3345">
                  <c:v>2.7853704750673773</c:v>
                </c:pt>
                <c:pt idx="3346">
                  <c:v>2.7853704750673773</c:v>
                </c:pt>
                <c:pt idx="3347">
                  <c:v>2.7853704750673773</c:v>
                </c:pt>
                <c:pt idx="3348">
                  <c:v>2.7853704750673773</c:v>
                </c:pt>
                <c:pt idx="3349">
                  <c:v>2.7853704750673773</c:v>
                </c:pt>
                <c:pt idx="3350">
                  <c:v>2.7853704750673773</c:v>
                </c:pt>
                <c:pt idx="3351">
                  <c:v>2.7853704750673773</c:v>
                </c:pt>
                <c:pt idx="3352">
                  <c:v>2.7853704750673773</c:v>
                </c:pt>
                <c:pt idx="3353">
                  <c:v>2.7853704750673773</c:v>
                </c:pt>
                <c:pt idx="3354">
                  <c:v>2.7853704750673773</c:v>
                </c:pt>
                <c:pt idx="3355">
                  <c:v>2.7853704750673773</c:v>
                </c:pt>
                <c:pt idx="3356">
                  <c:v>2.7853704750673773</c:v>
                </c:pt>
                <c:pt idx="3357">
                  <c:v>2.7853704750673773</c:v>
                </c:pt>
                <c:pt idx="3358">
                  <c:v>2.7853704750673773</c:v>
                </c:pt>
                <c:pt idx="3359">
                  <c:v>2.7853704750673773</c:v>
                </c:pt>
                <c:pt idx="3360">
                  <c:v>2.7853704750673773</c:v>
                </c:pt>
                <c:pt idx="3361">
                  <c:v>2.7853704750673773</c:v>
                </c:pt>
                <c:pt idx="3362">
                  <c:v>2.7853704750673773</c:v>
                </c:pt>
                <c:pt idx="3363">
                  <c:v>2.7853704750673773</c:v>
                </c:pt>
                <c:pt idx="3364">
                  <c:v>2.7853704750673773</c:v>
                </c:pt>
                <c:pt idx="3365">
                  <c:v>2.7853704750673773</c:v>
                </c:pt>
                <c:pt idx="3366">
                  <c:v>2.7853704750673773</c:v>
                </c:pt>
                <c:pt idx="3367">
                  <c:v>2.7853704750673773</c:v>
                </c:pt>
                <c:pt idx="3368">
                  <c:v>2.7853704750673773</c:v>
                </c:pt>
                <c:pt idx="3369">
                  <c:v>2.7853704750673773</c:v>
                </c:pt>
                <c:pt idx="3370">
                  <c:v>2.7853704750673773</c:v>
                </c:pt>
                <c:pt idx="3371">
                  <c:v>2.7853704750673773</c:v>
                </c:pt>
                <c:pt idx="3372">
                  <c:v>2.7853704750673773</c:v>
                </c:pt>
                <c:pt idx="3373">
                  <c:v>2.7853704750673773</c:v>
                </c:pt>
                <c:pt idx="3374">
                  <c:v>2.7853704750673773</c:v>
                </c:pt>
                <c:pt idx="3375">
                  <c:v>2.7853704750673773</c:v>
                </c:pt>
                <c:pt idx="3376">
                  <c:v>2.7853704750673773</c:v>
                </c:pt>
                <c:pt idx="3377">
                  <c:v>2.7853704750673773</c:v>
                </c:pt>
                <c:pt idx="3378">
                  <c:v>2.7853704750673773</c:v>
                </c:pt>
                <c:pt idx="3379">
                  <c:v>2.7853704750673773</c:v>
                </c:pt>
                <c:pt idx="3380">
                  <c:v>2.7853704750673773</c:v>
                </c:pt>
                <c:pt idx="3381">
                  <c:v>2.7853704750673773</c:v>
                </c:pt>
                <c:pt idx="3382">
                  <c:v>2.7853704750673773</c:v>
                </c:pt>
                <c:pt idx="3383">
                  <c:v>2.7853704750673773</c:v>
                </c:pt>
                <c:pt idx="3384">
                  <c:v>2.7853704750673773</c:v>
                </c:pt>
                <c:pt idx="3385">
                  <c:v>2.7853704750673773</c:v>
                </c:pt>
                <c:pt idx="3386">
                  <c:v>2.7853704750673773</c:v>
                </c:pt>
                <c:pt idx="3387">
                  <c:v>2.7853704750673773</c:v>
                </c:pt>
                <c:pt idx="3388">
                  <c:v>2.7853704750673773</c:v>
                </c:pt>
                <c:pt idx="3389">
                  <c:v>2.7853704750673773</c:v>
                </c:pt>
                <c:pt idx="3390">
                  <c:v>2.7853704750673773</c:v>
                </c:pt>
                <c:pt idx="3391">
                  <c:v>2.7853704750673773</c:v>
                </c:pt>
                <c:pt idx="3392">
                  <c:v>2.7853704750673773</c:v>
                </c:pt>
                <c:pt idx="3393">
                  <c:v>2.7853704750673773</c:v>
                </c:pt>
                <c:pt idx="3394">
                  <c:v>2.7853704750673773</c:v>
                </c:pt>
                <c:pt idx="3395">
                  <c:v>2.7853704750673773</c:v>
                </c:pt>
                <c:pt idx="3396">
                  <c:v>2.7853704750673773</c:v>
                </c:pt>
                <c:pt idx="3397">
                  <c:v>2.7853704750673773</c:v>
                </c:pt>
                <c:pt idx="3398">
                  <c:v>2.7853704750673773</c:v>
                </c:pt>
                <c:pt idx="3399">
                  <c:v>2.7853704750673773</c:v>
                </c:pt>
                <c:pt idx="3400">
                  <c:v>2.7853704750673773</c:v>
                </c:pt>
                <c:pt idx="3401">
                  <c:v>2.7853704750673773</c:v>
                </c:pt>
                <c:pt idx="3402">
                  <c:v>2.7853704750673773</c:v>
                </c:pt>
                <c:pt idx="3403">
                  <c:v>2.7853704750673773</c:v>
                </c:pt>
                <c:pt idx="3404">
                  <c:v>2.7853704750673773</c:v>
                </c:pt>
                <c:pt idx="3405">
                  <c:v>2.7853704750673773</c:v>
                </c:pt>
                <c:pt idx="3406">
                  <c:v>2.7853704750673773</c:v>
                </c:pt>
                <c:pt idx="3407">
                  <c:v>2.7853704750673773</c:v>
                </c:pt>
                <c:pt idx="3408">
                  <c:v>2.7853704750673773</c:v>
                </c:pt>
                <c:pt idx="3409">
                  <c:v>2.7853704750673773</c:v>
                </c:pt>
                <c:pt idx="3410">
                  <c:v>2.7853704750673773</c:v>
                </c:pt>
                <c:pt idx="3411">
                  <c:v>2.7853704750673773</c:v>
                </c:pt>
                <c:pt idx="3412">
                  <c:v>2.7853704750673773</c:v>
                </c:pt>
                <c:pt idx="3413">
                  <c:v>2.7853704750673773</c:v>
                </c:pt>
                <c:pt idx="3414">
                  <c:v>2.7853704750673773</c:v>
                </c:pt>
                <c:pt idx="3415">
                  <c:v>2.7853704750673773</c:v>
                </c:pt>
                <c:pt idx="3416">
                  <c:v>2.7853704750673773</c:v>
                </c:pt>
                <c:pt idx="3417">
                  <c:v>2.7853704750673773</c:v>
                </c:pt>
                <c:pt idx="3418">
                  <c:v>2.7853704750673773</c:v>
                </c:pt>
                <c:pt idx="3419">
                  <c:v>2.7853704750673773</c:v>
                </c:pt>
                <c:pt idx="3420">
                  <c:v>2.7853704750673773</c:v>
                </c:pt>
                <c:pt idx="3421">
                  <c:v>2.7853704750673773</c:v>
                </c:pt>
                <c:pt idx="3422">
                  <c:v>2.7853704750673773</c:v>
                </c:pt>
                <c:pt idx="3423">
                  <c:v>2.7853704750673773</c:v>
                </c:pt>
                <c:pt idx="3424">
                  <c:v>2.7853704750673773</c:v>
                </c:pt>
                <c:pt idx="3425">
                  <c:v>2.7853704750673773</c:v>
                </c:pt>
                <c:pt idx="3426">
                  <c:v>2.7853704750673773</c:v>
                </c:pt>
                <c:pt idx="3427">
                  <c:v>2.7853704750673773</c:v>
                </c:pt>
                <c:pt idx="3428">
                  <c:v>2.7853704750673773</c:v>
                </c:pt>
                <c:pt idx="3429">
                  <c:v>2.7853704750673773</c:v>
                </c:pt>
                <c:pt idx="3430">
                  <c:v>2.7853704750673773</c:v>
                </c:pt>
                <c:pt idx="3431">
                  <c:v>2.7853704750673773</c:v>
                </c:pt>
                <c:pt idx="3432">
                  <c:v>2.7853704750673773</c:v>
                </c:pt>
                <c:pt idx="3433">
                  <c:v>2.7853704750673773</c:v>
                </c:pt>
                <c:pt idx="3434">
                  <c:v>2.7853704750673773</c:v>
                </c:pt>
                <c:pt idx="3435">
                  <c:v>2.7853704750673773</c:v>
                </c:pt>
                <c:pt idx="3436">
                  <c:v>2.7853704750673773</c:v>
                </c:pt>
                <c:pt idx="3437">
                  <c:v>2.7853704750673773</c:v>
                </c:pt>
                <c:pt idx="3438">
                  <c:v>2.7853704750673773</c:v>
                </c:pt>
                <c:pt idx="3439">
                  <c:v>2.7853704750673773</c:v>
                </c:pt>
                <c:pt idx="3440">
                  <c:v>2.7853704750673773</c:v>
                </c:pt>
                <c:pt idx="3441">
                  <c:v>2.7853704750673773</c:v>
                </c:pt>
                <c:pt idx="3442">
                  <c:v>2.7853704750673773</c:v>
                </c:pt>
                <c:pt idx="3443">
                  <c:v>2.7853704750673773</c:v>
                </c:pt>
                <c:pt idx="3444">
                  <c:v>2.7853704750673773</c:v>
                </c:pt>
                <c:pt idx="3445">
                  <c:v>2.7853704750673773</c:v>
                </c:pt>
                <c:pt idx="3446">
                  <c:v>2.7853704750673773</c:v>
                </c:pt>
                <c:pt idx="3447">
                  <c:v>2.7853704750673773</c:v>
                </c:pt>
                <c:pt idx="3448">
                  <c:v>2.7853704750673773</c:v>
                </c:pt>
                <c:pt idx="3449">
                  <c:v>2.7853704750673773</c:v>
                </c:pt>
                <c:pt idx="3450">
                  <c:v>2.7853704750673773</c:v>
                </c:pt>
                <c:pt idx="3451">
                  <c:v>2.7853704750673773</c:v>
                </c:pt>
                <c:pt idx="3452">
                  <c:v>2.7853704750673773</c:v>
                </c:pt>
                <c:pt idx="3453">
                  <c:v>2.7853704750673773</c:v>
                </c:pt>
                <c:pt idx="3454">
                  <c:v>2.7853704750673773</c:v>
                </c:pt>
                <c:pt idx="3455">
                  <c:v>2.7853704750673773</c:v>
                </c:pt>
                <c:pt idx="3456">
                  <c:v>2.7853704750673773</c:v>
                </c:pt>
                <c:pt idx="3457">
                  <c:v>2.7853704750673773</c:v>
                </c:pt>
                <c:pt idx="3458">
                  <c:v>2.7853704750673773</c:v>
                </c:pt>
                <c:pt idx="3459">
                  <c:v>2.7853704750673773</c:v>
                </c:pt>
                <c:pt idx="3460">
                  <c:v>2.7853704750673773</c:v>
                </c:pt>
                <c:pt idx="3461">
                  <c:v>2.7853704750673773</c:v>
                </c:pt>
                <c:pt idx="3462">
                  <c:v>2.7853704750673773</c:v>
                </c:pt>
                <c:pt idx="3463">
                  <c:v>2.7853704750673773</c:v>
                </c:pt>
                <c:pt idx="3464">
                  <c:v>2.7853704750673773</c:v>
                </c:pt>
                <c:pt idx="3465">
                  <c:v>2.7853704750673773</c:v>
                </c:pt>
                <c:pt idx="3466">
                  <c:v>2.7853704750673773</c:v>
                </c:pt>
                <c:pt idx="3467">
                  <c:v>2.7853704750673773</c:v>
                </c:pt>
                <c:pt idx="3468">
                  <c:v>2.7853704750673773</c:v>
                </c:pt>
                <c:pt idx="3469">
                  <c:v>2.7853704750673773</c:v>
                </c:pt>
                <c:pt idx="3470">
                  <c:v>2.7853704750673773</c:v>
                </c:pt>
                <c:pt idx="3471">
                  <c:v>2.7853704750673773</c:v>
                </c:pt>
                <c:pt idx="3472">
                  <c:v>2.7853704750673773</c:v>
                </c:pt>
                <c:pt idx="3473">
                  <c:v>2.7853704750673773</c:v>
                </c:pt>
                <c:pt idx="3474">
                  <c:v>2.7853704750673773</c:v>
                </c:pt>
                <c:pt idx="3475">
                  <c:v>2.7853704750673773</c:v>
                </c:pt>
                <c:pt idx="3476">
                  <c:v>2.7853704750673773</c:v>
                </c:pt>
                <c:pt idx="3477">
                  <c:v>2.7853704750673773</c:v>
                </c:pt>
                <c:pt idx="3478">
                  <c:v>2.7853704750673773</c:v>
                </c:pt>
                <c:pt idx="3479">
                  <c:v>2.7853704750673773</c:v>
                </c:pt>
                <c:pt idx="3480">
                  <c:v>2.7853704750673773</c:v>
                </c:pt>
                <c:pt idx="3481">
                  <c:v>2.7853704750673773</c:v>
                </c:pt>
                <c:pt idx="3482">
                  <c:v>2.7853704750673773</c:v>
                </c:pt>
                <c:pt idx="3483">
                  <c:v>2.7853704750673773</c:v>
                </c:pt>
                <c:pt idx="3484">
                  <c:v>2.7853704750673773</c:v>
                </c:pt>
                <c:pt idx="3485">
                  <c:v>2.7853704750673773</c:v>
                </c:pt>
                <c:pt idx="3486">
                  <c:v>2.7853704750673773</c:v>
                </c:pt>
                <c:pt idx="3487">
                  <c:v>2.7853704750673773</c:v>
                </c:pt>
                <c:pt idx="3488">
                  <c:v>2.7853704750673773</c:v>
                </c:pt>
                <c:pt idx="3489">
                  <c:v>2.7853704750673773</c:v>
                </c:pt>
                <c:pt idx="3490">
                  <c:v>2.7853704750673773</c:v>
                </c:pt>
                <c:pt idx="3491">
                  <c:v>2.7853704750673773</c:v>
                </c:pt>
                <c:pt idx="3492">
                  <c:v>2.7853704750673773</c:v>
                </c:pt>
                <c:pt idx="3493">
                  <c:v>2.7853704750673773</c:v>
                </c:pt>
                <c:pt idx="3494">
                  <c:v>2.7853704750673773</c:v>
                </c:pt>
                <c:pt idx="3495">
                  <c:v>2.7853704750673773</c:v>
                </c:pt>
                <c:pt idx="3496">
                  <c:v>2.7853704750673773</c:v>
                </c:pt>
                <c:pt idx="3497">
                  <c:v>2.7853704750673773</c:v>
                </c:pt>
                <c:pt idx="3498">
                  <c:v>2.7853704750673773</c:v>
                </c:pt>
                <c:pt idx="3499">
                  <c:v>2.7853704750673773</c:v>
                </c:pt>
                <c:pt idx="3500">
                  <c:v>2.7853704750673773</c:v>
                </c:pt>
                <c:pt idx="3501">
                  <c:v>2.7853704750673773</c:v>
                </c:pt>
                <c:pt idx="3502">
                  <c:v>2.7853704750673773</c:v>
                </c:pt>
                <c:pt idx="3503">
                  <c:v>2.7853704750673773</c:v>
                </c:pt>
                <c:pt idx="3504">
                  <c:v>2.7853704750673773</c:v>
                </c:pt>
                <c:pt idx="3505">
                  <c:v>2.7853704750673773</c:v>
                </c:pt>
                <c:pt idx="3506">
                  <c:v>2.7853704750673773</c:v>
                </c:pt>
                <c:pt idx="3507">
                  <c:v>2.7853704750673773</c:v>
                </c:pt>
                <c:pt idx="3508">
                  <c:v>2.7853704750673773</c:v>
                </c:pt>
                <c:pt idx="3509">
                  <c:v>2.7853704750673773</c:v>
                </c:pt>
                <c:pt idx="3510">
                  <c:v>2.7853704750673773</c:v>
                </c:pt>
                <c:pt idx="3511">
                  <c:v>2.7853704750673773</c:v>
                </c:pt>
                <c:pt idx="3512">
                  <c:v>2.7853704750673773</c:v>
                </c:pt>
                <c:pt idx="3513">
                  <c:v>2.7853704750673773</c:v>
                </c:pt>
                <c:pt idx="3514">
                  <c:v>2.7853704750673773</c:v>
                </c:pt>
                <c:pt idx="3515">
                  <c:v>2.7853704750673773</c:v>
                </c:pt>
                <c:pt idx="3516">
                  <c:v>2.7853704750673773</c:v>
                </c:pt>
                <c:pt idx="3517">
                  <c:v>2.7853704750673773</c:v>
                </c:pt>
                <c:pt idx="3518">
                  <c:v>2.7853704750673773</c:v>
                </c:pt>
                <c:pt idx="3519">
                  <c:v>2.7853704750673773</c:v>
                </c:pt>
                <c:pt idx="3520">
                  <c:v>2.7853704750673773</c:v>
                </c:pt>
                <c:pt idx="3521">
                  <c:v>2.7853704750673773</c:v>
                </c:pt>
                <c:pt idx="3522">
                  <c:v>2.7853704750673773</c:v>
                </c:pt>
                <c:pt idx="3523">
                  <c:v>2.7853704750673773</c:v>
                </c:pt>
                <c:pt idx="3524">
                  <c:v>2.7853704750673773</c:v>
                </c:pt>
                <c:pt idx="3525">
                  <c:v>2.7853704750673773</c:v>
                </c:pt>
                <c:pt idx="3526">
                  <c:v>2.7853704750673773</c:v>
                </c:pt>
                <c:pt idx="3527">
                  <c:v>2.7853704750673773</c:v>
                </c:pt>
                <c:pt idx="3528">
                  <c:v>2.7853704750673773</c:v>
                </c:pt>
                <c:pt idx="3529">
                  <c:v>2.7853704750673773</c:v>
                </c:pt>
                <c:pt idx="3530">
                  <c:v>2.7853704750673773</c:v>
                </c:pt>
                <c:pt idx="3531">
                  <c:v>2.7853704750673773</c:v>
                </c:pt>
                <c:pt idx="3532">
                  <c:v>2.7853704750673773</c:v>
                </c:pt>
                <c:pt idx="3533">
                  <c:v>2.7853704750673773</c:v>
                </c:pt>
                <c:pt idx="3534">
                  <c:v>2.7853704750673773</c:v>
                </c:pt>
                <c:pt idx="3535">
                  <c:v>2.7853704750673773</c:v>
                </c:pt>
                <c:pt idx="3536">
                  <c:v>2.7853704750673773</c:v>
                </c:pt>
                <c:pt idx="3537">
                  <c:v>2.7853704750673773</c:v>
                </c:pt>
                <c:pt idx="3538">
                  <c:v>2.7853704750673773</c:v>
                </c:pt>
                <c:pt idx="3539">
                  <c:v>2.7853704750673773</c:v>
                </c:pt>
                <c:pt idx="3540">
                  <c:v>2.7853704750673773</c:v>
                </c:pt>
                <c:pt idx="3541">
                  <c:v>2.7853704750673773</c:v>
                </c:pt>
                <c:pt idx="3542">
                  <c:v>2.7853704750673773</c:v>
                </c:pt>
                <c:pt idx="3543">
                  <c:v>2.7853704750673773</c:v>
                </c:pt>
                <c:pt idx="3544">
                  <c:v>2.7853704750673773</c:v>
                </c:pt>
                <c:pt idx="3545">
                  <c:v>2.7853704750673773</c:v>
                </c:pt>
                <c:pt idx="3546">
                  <c:v>2.7853704750673773</c:v>
                </c:pt>
                <c:pt idx="3547">
                  <c:v>2.7853704750673773</c:v>
                </c:pt>
                <c:pt idx="3548">
                  <c:v>2.7853704750673773</c:v>
                </c:pt>
                <c:pt idx="3549">
                  <c:v>2.7853704750673773</c:v>
                </c:pt>
                <c:pt idx="3550">
                  <c:v>2.7853704750673773</c:v>
                </c:pt>
                <c:pt idx="3551">
                  <c:v>2.7853704750673773</c:v>
                </c:pt>
                <c:pt idx="3552">
                  <c:v>2.7853704750673773</c:v>
                </c:pt>
                <c:pt idx="3553">
                  <c:v>2.7853704750673773</c:v>
                </c:pt>
                <c:pt idx="3554">
                  <c:v>2.7853704750673773</c:v>
                </c:pt>
                <c:pt idx="3555">
                  <c:v>2.7853704750673773</c:v>
                </c:pt>
                <c:pt idx="3556">
                  <c:v>2.7853704750673773</c:v>
                </c:pt>
                <c:pt idx="3557">
                  <c:v>2.7853704750673773</c:v>
                </c:pt>
                <c:pt idx="3558">
                  <c:v>2.7853704750673773</c:v>
                </c:pt>
                <c:pt idx="3559">
                  <c:v>2.7853704750673773</c:v>
                </c:pt>
                <c:pt idx="3560">
                  <c:v>2.7853704750673773</c:v>
                </c:pt>
                <c:pt idx="3561">
                  <c:v>2.7853704750673773</c:v>
                </c:pt>
                <c:pt idx="3562">
                  <c:v>2.7853704750673773</c:v>
                </c:pt>
                <c:pt idx="3563">
                  <c:v>2.7853704750673773</c:v>
                </c:pt>
                <c:pt idx="3564">
                  <c:v>2.7853704750673773</c:v>
                </c:pt>
                <c:pt idx="3565">
                  <c:v>2.7853704750673773</c:v>
                </c:pt>
                <c:pt idx="3566">
                  <c:v>2.7853704750673773</c:v>
                </c:pt>
                <c:pt idx="3567">
                  <c:v>2.7853704750673773</c:v>
                </c:pt>
                <c:pt idx="3568">
                  <c:v>2.7853704750673773</c:v>
                </c:pt>
                <c:pt idx="3569">
                  <c:v>2.7853704750673773</c:v>
                </c:pt>
                <c:pt idx="3570">
                  <c:v>2.7853704750673773</c:v>
                </c:pt>
                <c:pt idx="3571">
                  <c:v>2.7853704750673773</c:v>
                </c:pt>
                <c:pt idx="3572">
                  <c:v>2.7853704750673773</c:v>
                </c:pt>
                <c:pt idx="3573">
                  <c:v>2.7853704750673773</c:v>
                </c:pt>
                <c:pt idx="3574">
                  <c:v>2.7853704750673773</c:v>
                </c:pt>
                <c:pt idx="3575">
                  <c:v>2.7853704750673773</c:v>
                </c:pt>
                <c:pt idx="3576">
                  <c:v>2.7853704750673773</c:v>
                </c:pt>
                <c:pt idx="3577">
                  <c:v>2.7853704750673773</c:v>
                </c:pt>
                <c:pt idx="3578">
                  <c:v>2.7853704750673773</c:v>
                </c:pt>
                <c:pt idx="3579">
                  <c:v>2.7853704750673773</c:v>
                </c:pt>
                <c:pt idx="3580">
                  <c:v>2.7853704750673773</c:v>
                </c:pt>
                <c:pt idx="3581">
                  <c:v>2.7853704750673773</c:v>
                </c:pt>
                <c:pt idx="3582">
                  <c:v>2.7853704750673773</c:v>
                </c:pt>
                <c:pt idx="3583">
                  <c:v>2.7853704750673773</c:v>
                </c:pt>
                <c:pt idx="3584">
                  <c:v>2.7853704750673773</c:v>
                </c:pt>
                <c:pt idx="3585">
                  <c:v>2.7853704750673773</c:v>
                </c:pt>
                <c:pt idx="3586">
                  <c:v>2.7853704750673773</c:v>
                </c:pt>
                <c:pt idx="3587">
                  <c:v>2.7853704750673773</c:v>
                </c:pt>
                <c:pt idx="3588">
                  <c:v>2.7853704750673773</c:v>
                </c:pt>
                <c:pt idx="3589">
                  <c:v>2.7853704750673773</c:v>
                </c:pt>
                <c:pt idx="3590">
                  <c:v>2.7853704750673773</c:v>
                </c:pt>
                <c:pt idx="3591">
                  <c:v>2.7853704750673773</c:v>
                </c:pt>
                <c:pt idx="3592">
                  <c:v>2.7853704750673773</c:v>
                </c:pt>
                <c:pt idx="3593">
                  <c:v>2.7853704750673773</c:v>
                </c:pt>
                <c:pt idx="3594">
                  <c:v>2.7853704750673773</c:v>
                </c:pt>
                <c:pt idx="3595">
                  <c:v>2.7853704750673773</c:v>
                </c:pt>
                <c:pt idx="3596">
                  <c:v>2.7853704750673773</c:v>
                </c:pt>
                <c:pt idx="3597">
                  <c:v>2.7853704750673773</c:v>
                </c:pt>
                <c:pt idx="3598">
                  <c:v>2.7853704750673773</c:v>
                </c:pt>
                <c:pt idx="3599">
                  <c:v>2.7853704750673773</c:v>
                </c:pt>
                <c:pt idx="3600">
                  <c:v>2.7853704750673773</c:v>
                </c:pt>
                <c:pt idx="3601">
                  <c:v>2.7853704750673773</c:v>
                </c:pt>
                <c:pt idx="3602">
                  <c:v>2.7853704750673773</c:v>
                </c:pt>
                <c:pt idx="3603">
                  <c:v>2.7853704750673773</c:v>
                </c:pt>
                <c:pt idx="3604">
                  <c:v>2.7853704750673773</c:v>
                </c:pt>
                <c:pt idx="3605">
                  <c:v>2.7853704750673773</c:v>
                </c:pt>
                <c:pt idx="3606">
                  <c:v>2.7853704750673773</c:v>
                </c:pt>
                <c:pt idx="3607">
                  <c:v>2.7853704750673773</c:v>
                </c:pt>
                <c:pt idx="3608">
                  <c:v>2.7853704750673773</c:v>
                </c:pt>
                <c:pt idx="3609">
                  <c:v>2.7853704750673773</c:v>
                </c:pt>
                <c:pt idx="3610">
                  <c:v>2.7853704750673773</c:v>
                </c:pt>
                <c:pt idx="3611">
                  <c:v>2.7853704750673773</c:v>
                </c:pt>
                <c:pt idx="3612">
                  <c:v>2.7853704750673773</c:v>
                </c:pt>
                <c:pt idx="3613">
                  <c:v>2.7853704750673773</c:v>
                </c:pt>
                <c:pt idx="3614">
                  <c:v>2.7853704750673773</c:v>
                </c:pt>
                <c:pt idx="3615">
                  <c:v>2.7853704750673773</c:v>
                </c:pt>
                <c:pt idx="3616">
                  <c:v>2.7853704750673773</c:v>
                </c:pt>
                <c:pt idx="3617">
                  <c:v>2.7853704750673773</c:v>
                </c:pt>
                <c:pt idx="3618">
                  <c:v>2.7853704750673773</c:v>
                </c:pt>
                <c:pt idx="3619">
                  <c:v>2.7853704750673773</c:v>
                </c:pt>
                <c:pt idx="3620">
                  <c:v>2.7853704750673773</c:v>
                </c:pt>
                <c:pt idx="3621">
                  <c:v>2.7853704750673773</c:v>
                </c:pt>
                <c:pt idx="3622">
                  <c:v>2.7853704750673773</c:v>
                </c:pt>
                <c:pt idx="3623">
                  <c:v>2.7853704750673773</c:v>
                </c:pt>
                <c:pt idx="3624">
                  <c:v>2.7853704750673773</c:v>
                </c:pt>
                <c:pt idx="3625">
                  <c:v>2.7853704750673773</c:v>
                </c:pt>
                <c:pt idx="3626">
                  <c:v>2.7853704750673773</c:v>
                </c:pt>
                <c:pt idx="3627">
                  <c:v>2.7853704750673773</c:v>
                </c:pt>
                <c:pt idx="3628">
                  <c:v>2.7853704750673773</c:v>
                </c:pt>
                <c:pt idx="3629">
                  <c:v>2.7853704750673773</c:v>
                </c:pt>
                <c:pt idx="3630">
                  <c:v>2.7853704750673773</c:v>
                </c:pt>
                <c:pt idx="3631">
                  <c:v>2.7853704750673773</c:v>
                </c:pt>
                <c:pt idx="3632">
                  <c:v>2.7853704750673773</c:v>
                </c:pt>
                <c:pt idx="3633">
                  <c:v>2.7853704750673773</c:v>
                </c:pt>
                <c:pt idx="3634">
                  <c:v>2.7853704750673773</c:v>
                </c:pt>
                <c:pt idx="3635">
                  <c:v>2.7853704750673773</c:v>
                </c:pt>
                <c:pt idx="3636">
                  <c:v>2.7853704750673773</c:v>
                </c:pt>
                <c:pt idx="3637">
                  <c:v>2.7853704750673773</c:v>
                </c:pt>
                <c:pt idx="3638">
                  <c:v>2.7853704750673773</c:v>
                </c:pt>
                <c:pt idx="3639">
                  <c:v>2.7853704750673773</c:v>
                </c:pt>
                <c:pt idx="3640">
                  <c:v>2.7853704750673773</c:v>
                </c:pt>
                <c:pt idx="3641">
                  <c:v>2.7853704750673773</c:v>
                </c:pt>
                <c:pt idx="3642">
                  <c:v>2.7853704750673773</c:v>
                </c:pt>
                <c:pt idx="3643">
                  <c:v>2.7853704750673773</c:v>
                </c:pt>
                <c:pt idx="3644">
                  <c:v>2.7853704750673773</c:v>
                </c:pt>
                <c:pt idx="3645">
                  <c:v>2.7853704750673773</c:v>
                </c:pt>
                <c:pt idx="3646">
                  <c:v>2.7853704750673773</c:v>
                </c:pt>
                <c:pt idx="3647">
                  <c:v>2.7853704750673773</c:v>
                </c:pt>
                <c:pt idx="3648">
                  <c:v>2.7853704750673773</c:v>
                </c:pt>
                <c:pt idx="3649">
                  <c:v>2.7853704750673773</c:v>
                </c:pt>
                <c:pt idx="3650">
                  <c:v>2.7853704750673773</c:v>
                </c:pt>
                <c:pt idx="3651">
                  <c:v>2.7853704750673773</c:v>
                </c:pt>
                <c:pt idx="3652">
                  <c:v>2.7853704750673773</c:v>
                </c:pt>
                <c:pt idx="3653">
                  <c:v>2.7853704750673773</c:v>
                </c:pt>
                <c:pt idx="3654">
                  <c:v>2.7853704750673773</c:v>
                </c:pt>
                <c:pt idx="3655">
                  <c:v>2.7853704750673773</c:v>
                </c:pt>
                <c:pt idx="3656">
                  <c:v>2.7853704750673773</c:v>
                </c:pt>
                <c:pt idx="3657">
                  <c:v>2.7853704750673773</c:v>
                </c:pt>
                <c:pt idx="3658">
                  <c:v>2.7853704750673773</c:v>
                </c:pt>
                <c:pt idx="3659">
                  <c:v>2.7853704750673773</c:v>
                </c:pt>
                <c:pt idx="3660">
                  <c:v>2.7853704750673773</c:v>
                </c:pt>
                <c:pt idx="3661">
                  <c:v>2.7853704750673773</c:v>
                </c:pt>
                <c:pt idx="3662">
                  <c:v>2.7853704750673773</c:v>
                </c:pt>
                <c:pt idx="3663">
                  <c:v>2.7853704750673773</c:v>
                </c:pt>
                <c:pt idx="3664">
                  <c:v>2.7853704750673773</c:v>
                </c:pt>
                <c:pt idx="3665">
                  <c:v>2.7853704750673773</c:v>
                </c:pt>
                <c:pt idx="3666">
                  <c:v>2.7853704750673773</c:v>
                </c:pt>
                <c:pt idx="3667">
                  <c:v>2.7853704750673773</c:v>
                </c:pt>
                <c:pt idx="3668">
                  <c:v>2.7853704750673773</c:v>
                </c:pt>
                <c:pt idx="3669">
                  <c:v>2.7853704750673773</c:v>
                </c:pt>
                <c:pt idx="3670">
                  <c:v>2.7853704750673773</c:v>
                </c:pt>
                <c:pt idx="3671">
                  <c:v>2.7853704750673773</c:v>
                </c:pt>
                <c:pt idx="3672">
                  <c:v>2.7853704750673773</c:v>
                </c:pt>
                <c:pt idx="3673">
                  <c:v>2.7853704750673773</c:v>
                </c:pt>
                <c:pt idx="3674">
                  <c:v>2.7853704750673773</c:v>
                </c:pt>
                <c:pt idx="3675">
                  <c:v>2.7853704750673773</c:v>
                </c:pt>
                <c:pt idx="3676">
                  <c:v>2.7853704750673773</c:v>
                </c:pt>
                <c:pt idx="3677">
                  <c:v>2.7853704750673773</c:v>
                </c:pt>
                <c:pt idx="3678">
                  <c:v>2.7853704750673773</c:v>
                </c:pt>
                <c:pt idx="3679">
                  <c:v>2.7853704750673773</c:v>
                </c:pt>
                <c:pt idx="3680">
                  <c:v>2.7853704750673773</c:v>
                </c:pt>
                <c:pt idx="3681">
                  <c:v>2.7853704750673773</c:v>
                </c:pt>
                <c:pt idx="3682">
                  <c:v>2.7853704750673773</c:v>
                </c:pt>
                <c:pt idx="3683">
                  <c:v>2.7853704750673773</c:v>
                </c:pt>
                <c:pt idx="3684">
                  <c:v>2.7853704750673773</c:v>
                </c:pt>
                <c:pt idx="3685">
                  <c:v>2.7853704750673773</c:v>
                </c:pt>
                <c:pt idx="3686">
                  <c:v>2.7853704750673773</c:v>
                </c:pt>
                <c:pt idx="3687">
                  <c:v>2.7853704750673773</c:v>
                </c:pt>
                <c:pt idx="3688">
                  <c:v>2.7853704750673773</c:v>
                </c:pt>
                <c:pt idx="3689">
                  <c:v>2.7853704750673773</c:v>
                </c:pt>
                <c:pt idx="3690">
                  <c:v>2.7853704750673773</c:v>
                </c:pt>
                <c:pt idx="3691">
                  <c:v>2.7853704750673773</c:v>
                </c:pt>
                <c:pt idx="3692">
                  <c:v>2.7853704750673773</c:v>
                </c:pt>
                <c:pt idx="3693">
                  <c:v>2.7853704750673773</c:v>
                </c:pt>
                <c:pt idx="3694">
                  <c:v>2.7853704750673773</c:v>
                </c:pt>
                <c:pt idx="3695">
                  <c:v>2.7853704750673773</c:v>
                </c:pt>
                <c:pt idx="3696">
                  <c:v>2.7853704750673773</c:v>
                </c:pt>
                <c:pt idx="3697">
                  <c:v>2.7853704750673773</c:v>
                </c:pt>
                <c:pt idx="3698">
                  <c:v>2.7853704750673773</c:v>
                </c:pt>
                <c:pt idx="3699">
                  <c:v>2.7853704750673773</c:v>
                </c:pt>
                <c:pt idx="3700">
                  <c:v>2.7853704750673773</c:v>
                </c:pt>
                <c:pt idx="3701">
                  <c:v>2.7853704750673773</c:v>
                </c:pt>
                <c:pt idx="3702">
                  <c:v>2.7853704750673773</c:v>
                </c:pt>
                <c:pt idx="3703">
                  <c:v>2.7853704750673773</c:v>
                </c:pt>
                <c:pt idx="3704">
                  <c:v>2.7853704750673773</c:v>
                </c:pt>
                <c:pt idx="3705">
                  <c:v>2.7853704750673773</c:v>
                </c:pt>
                <c:pt idx="3706">
                  <c:v>2.7853704750673773</c:v>
                </c:pt>
                <c:pt idx="3707">
                  <c:v>2.7853704750673773</c:v>
                </c:pt>
                <c:pt idx="3708">
                  <c:v>2.7853704750673773</c:v>
                </c:pt>
                <c:pt idx="3709">
                  <c:v>2.7853704750673773</c:v>
                </c:pt>
                <c:pt idx="3710">
                  <c:v>2.7853704750673773</c:v>
                </c:pt>
                <c:pt idx="3711">
                  <c:v>2.7853704750673773</c:v>
                </c:pt>
                <c:pt idx="3712">
                  <c:v>2.7853704750673773</c:v>
                </c:pt>
                <c:pt idx="3713">
                  <c:v>2.7853704750673773</c:v>
                </c:pt>
                <c:pt idx="3714">
                  <c:v>2.7853704750673773</c:v>
                </c:pt>
                <c:pt idx="3715">
                  <c:v>2.7853704750673773</c:v>
                </c:pt>
                <c:pt idx="3716">
                  <c:v>2.7853704750673773</c:v>
                </c:pt>
                <c:pt idx="3717">
                  <c:v>2.7853704750673773</c:v>
                </c:pt>
                <c:pt idx="3718">
                  <c:v>2.7853704750673773</c:v>
                </c:pt>
                <c:pt idx="3719">
                  <c:v>2.7853704750673773</c:v>
                </c:pt>
                <c:pt idx="3720">
                  <c:v>2.7853704750673773</c:v>
                </c:pt>
                <c:pt idx="3721">
                  <c:v>2.7853704750673773</c:v>
                </c:pt>
                <c:pt idx="3722">
                  <c:v>2.7853704750673773</c:v>
                </c:pt>
                <c:pt idx="3723">
                  <c:v>2.7853704750673773</c:v>
                </c:pt>
                <c:pt idx="3724">
                  <c:v>2.7853704750673773</c:v>
                </c:pt>
                <c:pt idx="3725">
                  <c:v>2.7853704750673773</c:v>
                </c:pt>
                <c:pt idx="3726">
                  <c:v>2.7853704750673773</c:v>
                </c:pt>
                <c:pt idx="3727">
                  <c:v>2.7853704750673773</c:v>
                </c:pt>
                <c:pt idx="3728">
                  <c:v>2.7853704750673773</c:v>
                </c:pt>
                <c:pt idx="3729">
                  <c:v>2.7853704750673773</c:v>
                </c:pt>
                <c:pt idx="3730">
                  <c:v>2.7853704750673773</c:v>
                </c:pt>
                <c:pt idx="3731">
                  <c:v>2.7853704750673773</c:v>
                </c:pt>
                <c:pt idx="3732">
                  <c:v>2.7853704750673773</c:v>
                </c:pt>
                <c:pt idx="3733">
                  <c:v>2.7853704750673773</c:v>
                </c:pt>
                <c:pt idx="3734">
                  <c:v>2.7853704750673773</c:v>
                </c:pt>
                <c:pt idx="3735">
                  <c:v>2.7853704750673773</c:v>
                </c:pt>
                <c:pt idx="3736">
                  <c:v>2.7853704750673773</c:v>
                </c:pt>
                <c:pt idx="3737">
                  <c:v>2.7853704750673773</c:v>
                </c:pt>
                <c:pt idx="3738">
                  <c:v>2.7853704750673773</c:v>
                </c:pt>
                <c:pt idx="3739">
                  <c:v>2.7853704750673773</c:v>
                </c:pt>
                <c:pt idx="3740">
                  <c:v>2.7853704750673773</c:v>
                </c:pt>
                <c:pt idx="3741">
                  <c:v>2.7853704750673773</c:v>
                </c:pt>
                <c:pt idx="3742">
                  <c:v>2.7853704750673773</c:v>
                </c:pt>
                <c:pt idx="3743">
                  <c:v>2.7853704750673773</c:v>
                </c:pt>
                <c:pt idx="3744">
                  <c:v>2.7853704750673773</c:v>
                </c:pt>
                <c:pt idx="3745">
                  <c:v>2.7853704750673773</c:v>
                </c:pt>
                <c:pt idx="3746">
                  <c:v>2.7853704750673773</c:v>
                </c:pt>
                <c:pt idx="3747">
                  <c:v>2.7853704750673773</c:v>
                </c:pt>
                <c:pt idx="3748">
                  <c:v>2.7853704750673773</c:v>
                </c:pt>
                <c:pt idx="3749">
                  <c:v>2.7853704750673773</c:v>
                </c:pt>
                <c:pt idx="3750">
                  <c:v>2.7853704750673773</c:v>
                </c:pt>
                <c:pt idx="3751">
                  <c:v>2.7853704750673773</c:v>
                </c:pt>
                <c:pt idx="3752">
                  <c:v>2.7853704750673773</c:v>
                </c:pt>
                <c:pt idx="3753">
                  <c:v>2.7853704750673773</c:v>
                </c:pt>
                <c:pt idx="3754">
                  <c:v>2.7853704750673773</c:v>
                </c:pt>
                <c:pt idx="3755">
                  <c:v>2.7853704750673773</c:v>
                </c:pt>
                <c:pt idx="3756">
                  <c:v>2.7853704750673773</c:v>
                </c:pt>
                <c:pt idx="3757">
                  <c:v>2.7853704750673773</c:v>
                </c:pt>
                <c:pt idx="3758">
                  <c:v>2.7853704750673773</c:v>
                </c:pt>
                <c:pt idx="3759">
                  <c:v>2.7853704750673773</c:v>
                </c:pt>
                <c:pt idx="3760">
                  <c:v>2.7853704750673773</c:v>
                </c:pt>
                <c:pt idx="3761">
                  <c:v>2.7853704750673773</c:v>
                </c:pt>
                <c:pt idx="3762">
                  <c:v>2.7853704750673773</c:v>
                </c:pt>
                <c:pt idx="3763">
                  <c:v>2.7853704750673773</c:v>
                </c:pt>
                <c:pt idx="3764">
                  <c:v>2.7853704750673773</c:v>
                </c:pt>
                <c:pt idx="3765">
                  <c:v>2.7853704750673773</c:v>
                </c:pt>
                <c:pt idx="3766">
                  <c:v>2.7853704750673773</c:v>
                </c:pt>
                <c:pt idx="3767">
                  <c:v>2.7853704750673773</c:v>
                </c:pt>
                <c:pt idx="3768">
                  <c:v>2.7853704750673773</c:v>
                </c:pt>
                <c:pt idx="3769">
                  <c:v>2.7853704750673773</c:v>
                </c:pt>
                <c:pt idx="3770">
                  <c:v>2.7853704750673773</c:v>
                </c:pt>
                <c:pt idx="3771">
                  <c:v>2.7853704750673773</c:v>
                </c:pt>
                <c:pt idx="3772">
                  <c:v>2.7853704750673773</c:v>
                </c:pt>
                <c:pt idx="3773">
                  <c:v>2.7853704750673773</c:v>
                </c:pt>
                <c:pt idx="3774">
                  <c:v>2.7853704750673773</c:v>
                </c:pt>
                <c:pt idx="3775">
                  <c:v>2.7853704750673773</c:v>
                </c:pt>
                <c:pt idx="3776">
                  <c:v>2.7853704750673773</c:v>
                </c:pt>
                <c:pt idx="3777">
                  <c:v>2.7853704750673773</c:v>
                </c:pt>
                <c:pt idx="3778">
                  <c:v>2.7853704750673773</c:v>
                </c:pt>
                <c:pt idx="3779">
                  <c:v>2.7853704750673773</c:v>
                </c:pt>
                <c:pt idx="3780">
                  <c:v>2.7853704750673773</c:v>
                </c:pt>
                <c:pt idx="3781">
                  <c:v>2.7853704750673773</c:v>
                </c:pt>
                <c:pt idx="3782">
                  <c:v>2.7853704750673773</c:v>
                </c:pt>
                <c:pt idx="3783">
                  <c:v>2.7853704750673773</c:v>
                </c:pt>
                <c:pt idx="3784">
                  <c:v>2.7853704750673773</c:v>
                </c:pt>
                <c:pt idx="3785">
                  <c:v>2.7853704750673773</c:v>
                </c:pt>
                <c:pt idx="3786">
                  <c:v>2.7853704750673773</c:v>
                </c:pt>
                <c:pt idx="3787">
                  <c:v>2.7853704750673773</c:v>
                </c:pt>
                <c:pt idx="3788">
                  <c:v>2.7853704750673773</c:v>
                </c:pt>
                <c:pt idx="3789">
                  <c:v>2.7853704750673773</c:v>
                </c:pt>
                <c:pt idx="3790">
                  <c:v>2.7853704750673773</c:v>
                </c:pt>
                <c:pt idx="3791">
                  <c:v>2.7853704750673773</c:v>
                </c:pt>
                <c:pt idx="3792">
                  <c:v>2.7853704750673773</c:v>
                </c:pt>
                <c:pt idx="3793">
                  <c:v>2.7853704750673773</c:v>
                </c:pt>
                <c:pt idx="3794">
                  <c:v>2.7853704750673773</c:v>
                </c:pt>
                <c:pt idx="3795">
                  <c:v>2.7853704750673773</c:v>
                </c:pt>
                <c:pt idx="3796">
                  <c:v>2.7853704750673773</c:v>
                </c:pt>
                <c:pt idx="3797">
                  <c:v>2.7853704750673773</c:v>
                </c:pt>
                <c:pt idx="3798">
                  <c:v>2.7853704750673773</c:v>
                </c:pt>
                <c:pt idx="3799">
                  <c:v>2.7853704750673773</c:v>
                </c:pt>
                <c:pt idx="3800">
                  <c:v>2.7853704750673773</c:v>
                </c:pt>
                <c:pt idx="3801">
                  <c:v>2.7853704750673773</c:v>
                </c:pt>
                <c:pt idx="3802">
                  <c:v>2.7853704750673773</c:v>
                </c:pt>
                <c:pt idx="3803">
                  <c:v>2.7853704750673773</c:v>
                </c:pt>
                <c:pt idx="3804">
                  <c:v>2.7853704750673773</c:v>
                </c:pt>
                <c:pt idx="3805">
                  <c:v>2.7853704750673773</c:v>
                </c:pt>
                <c:pt idx="3806">
                  <c:v>2.7853704750673773</c:v>
                </c:pt>
                <c:pt idx="3807">
                  <c:v>2.7853704750673773</c:v>
                </c:pt>
                <c:pt idx="3808">
                  <c:v>2.7853704750673773</c:v>
                </c:pt>
                <c:pt idx="3809">
                  <c:v>2.7853704750673773</c:v>
                </c:pt>
                <c:pt idx="3810">
                  <c:v>2.7853704750673773</c:v>
                </c:pt>
                <c:pt idx="3811">
                  <c:v>2.7853704750673773</c:v>
                </c:pt>
                <c:pt idx="3812">
                  <c:v>2.7853704750673773</c:v>
                </c:pt>
                <c:pt idx="3813">
                  <c:v>2.7853704750673773</c:v>
                </c:pt>
                <c:pt idx="3814">
                  <c:v>2.7853704750673773</c:v>
                </c:pt>
                <c:pt idx="3815">
                  <c:v>2.7853704750673773</c:v>
                </c:pt>
                <c:pt idx="3816">
                  <c:v>2.7853704750673773</c:v>
                </c:pt>
                <c:pt idx="3817">
                  <c:v>2.7853704750673773</c:v>
                </c:pt>
                <c:pt idx="3818">
                  <c:v>2.7853704750673773</c:v>
                </c:pt>
                <c:pt idx="3819">
                  <c:v>2.7853704750673773</c:v>
                </c:pt>
                <c:pt idx="3820">
                  <c:v>2.7853704750673773</c:v>
                </c:pt>
                <c:pt idx="3821">
                  <c:v>2.7853704750673773</c:v>
                </c:pt>
                <c:pt idx="3822">
                  <c:v>2.7853704750673773</c:v>
                </c:pt>
                <c:pt idx="3823">
                  <c:v>2.7853704750673773</c:v>
                </c:pt>
                <c:pt idx="3824">
                  <c:v>2.7853704750673773</c:v>
                </c:pt>
                <c:pt idx="3825">
                  <c:v>2.7853704750673773</c:v>
                </c:pt>
                <c:pt idx="3826">
                  <c:v>2.7853704750673773</c:v>
                </c:pt>
                <c:pt idx="3827">
                  <c:v>2.7853704750673773</c:v>
                </c:pt>
                <c:pt idx="3828">
                  <c:v>2.7853704750673773</c:v>
                </c:pt>
                <c:pt idx="3829">
                  <c:v>2.7853704750673773</c:v>
                </c:pt>
                <c:pt idx="3830">
                  <c:v>2.7853704750673773</c:v>
                </c:pt>
                <c:pt idx="3831">
                  <c:v>2.7853704750673773</c:v>
                </c:pt>
                <c:pt idx="3832">
                  <c:v>2.7853704750673773</c:v>
                </c:pt>
                <c:pt idx="3833">
                  <c:v>2.7853704750673773</c:v>
                </c:pt>
                <c:pt idx="3834">
                  <c:v>2.7853704750673773</c:v>
                </c:pt>
                <c:pt idx="3835">
                  <c:v>2.7853704750673773</c:v>
                </c:pt>
                <c:pt idx="3836">
                  <c:v>2.7853704750673773</c:v>
                </c:pt>
                <c:pt idx="3837">
                  <c:v>2.7853704750673773</c:v>
                </c:pt>
                <c:pt idx="3838">
                  <c:v>2.7853704750673773</c:v>
                </c:pt>
                <c:pt idx="3839">
                  <c:v>2.7853704750673773</c:v>
                </c:pt>
                <c:pt idx="3840">
                  <c:v>2.7853704750673773</c:v>
                </c:pt>
                <c:pt idx="3841">
                  <c:v>2.7853704750673773</c:v>
                </c:pt>
                <c:pt idx="3842">
                  <c:v>2.7853704750673773</c:v>
                </c:pt>
                <c:pt idx="3843">
                  <c:v>2.7853704750673773</c:v>
                </c:pt>
                <c:pt idx="3844">
                  <c:v>2.7853704750673773</c:v>
                </c:pt>
                <c:pt idx="3845">
                  <c:v>2.7853704750673773</c:v>
                </c:pt>
                <c:pt idx="3846">
                  <c:v>2.7853704750673773</c:v>
                </c:pt>
                <c:pt idx="3847">
                  <c:v>2.7853704750673773</c:v>
                </c:pt>
                <c:pt idx="3848">
                  <c:v>2.7853704750673773</c:v>
                </c:pt>
                <c:pt idx="3849">
                  <c:v>2.7853704750673773</c:v>
                </c:pt>
                <c:pt idx="3850">
                  <c:v>2.7853704750673773</c:v>
                </c:pt>
                <c:pt idx="3851">
                  <c:v>2.7853704750673773</c:v>
                </c:pt>
                <c:pt idx="3852">
                  <c:v>2.7853704750673773</c:v>
                </c:pt>
                <c:pt idx="3853">
                  <c:v>2.7853704750673773</c:v>
                </c:pt>
                <c:pt idx="3854">
                  <c:v>2.7853704750673773</c:v>
                </c:pt>
                <c:pt idx="3855">
                  <c:v>2.7853704750673773</c:v>
                </c:pt>
                <c:pt idx="3856">
                  <c:v>2.7853704750673773</c:v>
                </c:pt>
                <c:pt idx="3857">
                  <c:v>2.7853704750673773</c:v>
                </c:pt>
                <c:pt idx="3858">
                  <c:v>2.7853704750673773</c:v>
                </c:pt>
                <c:pt idx="3859">
                  <c:v>2.7853704750673773</c:v>
                </c:pt>
                <c:pt idx="3860">
                  <c:v>2.7853704750673773</c:v>
                </c:pt>
                <c:pt idx="3861">
                  <c:v>2.7853704750673773</c:v>
                </c:pt>
                <c:pt idx="3862">
                  <c:v>2.7853704750673773</c:v>
                </c:pt>
                <c:pt idx="3863">
                  <c:v>2.7853704750673773</c:v>
                </c:pt>
                <c:pt idx="3864">
                  <c:v>2.7853704750673773</c:v>
                </c:pt>
                <c:pt idx="3865">
                  <c:v>2.7853704750673773</c:v>
                </c:pt>
                <c:pt idx="3866">
                  <c:v>2.7853704750673773</c:v>
                </c:pt>
                <c:pt idx="3867">
                  <c:v>2.7853704750673773</c:v>
                </c:pt>
                <c:pt idx="3868">
                  <c:v>2.7853704750673773</c:v>
                </c:pt>
                <c:pt idx="3869">
                  <c:v>2.7853704750673773</c:v>
                </c:pt>
                <c:pt idx="3870">
                  <c:v>2.7853704750673773</c:v>
                </c:pt>
                <c:pt idx="3871">
                  <c:v>2.7853704750673773</c:v>
                </c:pt>
                <c:pt idx="3872">
                  <c:v>2.7853704750673773</c:v>
                </c:pt>
                <c:pt idx="3873">
                  <c:v>2.7853704750673773</c:v>
                </c:pt>
                <c:pt idx="3874">
                  <c:v>2.7853704750673773</c:v>
                </c:pt>
                <c:pt idx="3875">
                  <c:v>2.7853704750673773</c:v>
                </c:pt>
                <c:pt idx="3876">
                  <c:v>2.7853704750673773</c:v>
                </c:pt>
                <c:pt idx="3877">
                  <c:v>2.7853704750673773</c:v>
                </c:pt>
                <c:pt idx="3878">
                  <c:v>2.7853704750673773</c:v>
                </c:pt>
                <c:pt idx="3879">
                  <c:v>2.7853704750673773</c:v>
                </c:pt>
                <c:pt idx="3880">
                  <c:v>2.7853704750673773</c:v>
                </c:pt>
                <c:pt idx="3881">
                  <c:v>2.7853704750673773</c:v>
                </c:pt>
                <c:pt idx="3882">
                  <c:v>2.7853704750673773</c:v>
                </c:pt>
                <c:pt idx="3883">
                  <c:v>2.7853704750673773</c:v>
                </c:pt>
                <c:pt idx="3884">
                  <c:v>2.7853704750673773</c:v>
                </c:pt>
                <c:pt idx="3885">
                  <c:v>2.7853704750673773</c:v>
                </c:pt>
                <c:pt idx="3886">
                  <c:v>2.7853704750673773</c:v>
                </c:pt>
                <c:pt idx="3887">
                  <c:v>2.7853704750673773</c:v>
                </c:pt>
                <c:pt idx="3888">
                  <c:v>2.7853704750673773</c:v>
                </c:pt>
                <c:pt idx="3889">
                  <c:v>2.7853704750673773</c:v>
                </c:pt>
                <c:pt idx="3890">
                  <c:v>2.7853704750673773</c:v>
                </c:pt>
                <c:pt idx="3891">
                  <c:v>2.7853704750673773</c:v>
                </c:pt>
                <c:pt idx="3892">
                  <c:v>2.7853704750673773</c:v>
                </c:pt>
                <c:pt idx="3893">
                  <c:v>2.7853704750673773</c:v>
                </c:pt>
                <c:pt idx="3894">
                  <c:v>2.7853704750673773</c:v>
                </c:pt>
                <c:pt idx="3895">
                  <c:v>2.7853704750673773</c:v>
                </c:pt>
                <c:pt idx="3896">
                  <c:v>2.7853704750673773</c:v>
                </c:pt>
                <c:pt idx="3897">
                  <c:v>2.7853704750673773</c:v>
                </c:pt>
                <c:pt idx="3898">
                  <c:v>2.7853704750673773</c:v>
                </c:pt>
                <c:pt idx="3899">
                  <c:v>2.7853704750673773</c:v>
                </c:pt>
                <c:pt idx="3900">
                  <c:v>2.7853704750673773</c:v>
                </c:pt>
                <c:pt idx="3901">
                  <c:v>2.7853704750673773</c:v>
                </c:pt>
                <c:pt idx="3902">
                  <c:v>2.7853704750673773</c:v>
                </c:pt>
                <c:pt idx="3903">
                  <c:v>2.7853704750673773</c:v>
                </c:pt>
                <c:pt idx="3904">
                  <c:v>2.7853704750673773</c:v>
                </c:pt>
                <c:pt idx="3905">
                  <c:v>2.7853704750673773</c:v>
                </c:pt>
                <c:pt idx="3906">
                  <c:v>2.7853704750673773</c:v>
                </c:pt>
                <c:pt idx="3907">
                  <c:v>2.7853704750673773</c:v>
                </c:pt>
                <c:pt idx="3908">
                  <c:v>2.7853704750673773</c:v>
                </c:pt>
                <c:pt idx="3909">
                  <c:v>2.7853704750673773</c:v>
                </c:pt>
                <c:pt idx="3910">
                  <c:v>2.7853704750673773</c:v>
                </c:pt>
                <c:pt idx="3911">
                  <c:v>2.7853704750673773</c:v>
                </c:pt>
                <c:pt idx="3912">
                  <c:v>2.7853704750673773</c:v>
                </c:pt>
                <c:pt idx="3913">
                  <c:v>2.7853704750673773</c:v>
                </c:pt>
                <c:pt idx="3914">
                  <c:v>2.7853704750673773</c:v>
                </c:pt>
                <c:pt idx="3915">
                  <c:v>2.7853704750673773</c:v>
                </c:pt>
                <c:pt idx="3916">
                  <c:v>2.7853704750673773</c:v>
                </c:pt>
                <c:pt idx="3917">
                  <c:v>2.7853704750673773</c:v>
                </c:pt>
                <c:pt idx="3918">
                  <c:v>2.7853704750673773</c:v>
                </c:pt>
                <c:pt idx="3919">
                  <c:v>2.7853704750673773</c:v>
                </c:pt>
                <c:pt idx="3920">
                  <c:v>2.7853704750673773</c:v>
                </c:pt>
                <c:pt idx="3921">
                  <c:v>2.7853704750673773</c:v>
                </c:pt>
                <c:pt idx="3922">
                  <c:v>2.7853704750673773</c:v>
                </c:pt>
                <c:pt idx="3923">
                  <c:v>2.7853704750673773</c:v>
                </c:pt>
                <c:pt idx="3924">
                  <c:v>2.7853704750673773</c:v>
                </c:pt>
                <c:pt idx="3925">
                  <c:v>2.7853704750673773</c:v>
                </c:pt>
                <c:pt idx="3926">
                  <c:v>2.7853704750673773</c:v>
                </c:pt>
                <c:pt idx="3927">
                  <c:v>2.7853704750673773</c:v>
                </c:pt>
                <c:pt idx="3928">
                  <c:v>2.7853704750673773</c:v>
                </c:pt>
                <c:pt idx="3929">
                  <c:v>2.7853704750673773</c:v>
                </c:pt>
                <c:pt idx="3930">
                  <c:v>2.7853704750673773</c:v>
                </c:pt>
                <c:pt idx="3931">
                  <c:v>2.7853704750673773</c:v>
                </c:pt>
                <c:pt idx="3932">
                  <c:v>2.7853704750673773</c:v>
                </c:pt>
                <c:pt idx="3933">
                  <c:v>2.7853704750673773</c:v>
                </c:pt>
                <c:pt idx="3934">
                  <c:v>2.7853704750673773</c:v>
                </c:pt>
                <c:pt idx="3935">
                  <c:v>2.7853704750673773</c:v>
                </c:pt>
                <c:pt idx="3936">
                  <c:v>2.7853704750673773</c:v>
                </c:pt>
                <c:pt idx="3937">
                  <c:v>2.7853704750673773</c:v>
                </c:pt>
                <c:pt idx="3938">
                  <c:v>2.7853704750673773</c:v>
                </c:pt>
                <c:pt idx="3939">
                  <c:v>2.7853704750673773</c:v>
                </c:pt>
                <c:pt idx="3940">
                  <c:v>2.7853704750673773</c:v>
                </c:pt>
                <c:pt idx="3941">
                  <c:v>2.7853704750673773</c:v>
                </c:pt>
                <c:pt idx="3942">
                  <c:v>2.7853704750673773</c:v>
                </c:pt>
                <c:pt idx="3943">
                  <c:v>2.7853704750673773</c:v>
                </c:pt>
                <c:pt idx="3944">
                  <c:v>2.7853704750673773</c:v>
                </c:pt>
                <c:pt idx="3945">
                  <c:v>2.7853704750673773</c:v>
                </c:pt>
                <c:pt idx="3946">
                  <c:v>2.7853704750673773</c:v>
                </c:pt>
                <c:pt idx="3947">
                  <c:v>2.7853704750673773</c:v>
                </c:pt>
                <c:pt idx="3948">
                  <c:v>2.7853704750673773</c:v>
                </c:pt>
                <c:pt idx="3949">
                  <c:v>2.7853704750673773</c:v>
                </c:pt>
                <c:pt idx="3950">
                  <c:v>2.7853704750673773</c:v>
                </c:pt>
                <c:pt idx="3951">
                  <c:v>2.7853704750673773</c:v>
                </c:pt>
                <c:pt idx="3952">
                  <c:v>2.7853704750673773</c:v>
                </c:pt>
                <c:pt idx="3953">
                  <c:v>2.7853704750673773</c:v>
                </c:pt>
                <c:pt idx="3954">
                  <c:v>2.7853704750673773</c:v>
                </c:pt>
                <c:pt idx="3955">
                  <c:v>2.7853704750673773</c:v>
                </c:pt>
                <c:pt idx="3956">
                  <c:v>2.7853704750673773</c:v>
                </c:pt>
                <c:pt idx="3957">
                  <c:v>2.7853704750673773</c:v>
                </c:pt>
                <c:pt idx="3958">
                  <c:v>2.7853704750673773</c:v>
                </c:pt>
                <c:pt idx="3959">
                  <c:v>2.7853704750673773</c:v>
                </c:pt>
                <c:pt idx="3960">
                  <c:v>2.7853704750673773</c:v>
                </c:pt>
                <c:pt idx="3961">
                  <c:v>2.7853704750673773</c:v>
                </c:pt>
                <c:pt idx="3962">
                  <c:v>2.7853704750673773</c:v>
                </c:pt>
                <c:pt idx="3963">
                  <c:v>2.7853704750673773</c:v>
                </c:pt>
                <c:pt idx="3964">
                  <c:v>2.7853704750673773</c:v>
                </c:pt>
                <c:pt idx="3965">
                  <c:v>2.7853704750673773</c:v>
                </c:pt>
                <c:pt idx="3966">
                  <c:v>2.7853704750673773</c:v>
                </c:pt>
                <c:pt idx="3967">
                  <c:v>2.7853704750673773</c:v>
                </c:pt>
                <c:pt idx="3968">
                  <c:v>2.7853704750673773</c:v>
                </c:pt>
                <c:pt idx="3969">
                  <c:v>2.7853704750673773</c:v>
                </c:pt>
                <c:pt idx="3970">
                  <c:v>2.7853704750673773</c:v>
                </c:pt>
                <c:pt idx="3971">
                  <c:v>2.7853704750673773</c:v>
                </c:pt>
                <c:pt idx="3972">
                  <c:v>2.7853704750673773</c:v>
                </c:pt>
                <c:pt idx="3973">
                  <c:v>2.7853704750673773</c:v>
                </c:pt>
                <c:pt idx="3974">
                  <c:v>2.7853704750673773</c:v>
                </c:pt>
                <c:pt idx="3975">
                  <c:v>2.7853704750673773</c:v>
                </c:pt>
                <c:pt idx="3976">
                  <c:v>2.7853704750673773</c:v>
                </c:pt>
                <c:pt idx="3977">
                  <c:v>2.7853704750673773</c:v>
                </c:pt>
                <c:pt idx="3978">
                  <c:v>2.7853704750673773</c:v>
                </c:pt>
                <c:pt idx="3979">
                  <c:v>2.7853704750673773</c:v>
                </c:pt>
                <c:pt idx="3980">
                  <c:v>2.7853704750673773</c:v>
                </c:pt>
                <c:pt idx="3981">
                  <c:v>2.7853704750673773</c:v>
                </c:pt>
                <c:pt idx="3982">
                  <c:v>2.7853704750673773</c:v>
                </c:pt>
                <c:pt idx="3983">
                  <c:v>2.7853704750673773</c:v>
                </c:pt>
                <c:pt idx="3984">
                  <c:v>2.7853704750673773</c:v>
                </c:pt>
                <c:pt idx="3985">
                  <c:v>2.7853704750673773</c:v>
                </c:pt>
                <c:pt idx="3986">
                  <c:v>2.7853704750673773</c:v>
                </c:pt>
                <c:pt idx="3987">
                  <c:v>2.7853704750673773</c:v>
                </c:pt>
                <c:pt idx="3988">
                  <c:v>2.7853704750673773</c:v>
                </c:pt>
                <c:pt idx="3989">
                  <c:v>2.7853704750673773</c:v>
                </c:pt>
                <c:pt idx="3990">
                  <c:v>2.7853704750673773</c:v>
                </c:pt>
                <c:pt idx="3991">
                  <c:v>2.7853704750673773</c:v>
                </c:pt>
                <c:pt idx="3992">
                  <c:v>2.7853704750673773</c:v>
                </c:pt>
                <c:pt idx="3993">
                  <c:v>2.7853704750673773</c:v>
                </c:pt>
                <c:pt idx="3994">
                  <c:v>2.7853704750673773</c:v>
                </c:pt>
                <c:pt idx="3995">
                  <c:v>2.7853704750673773</c:v>
                </c:pt>
                <c:pt idx="3996">
                  <c:v>2.7853704750673773</c:v>
                </c:pt>
                <c:pt idx="3997">
                  <c:v>2.7853704750673773</c:v>
                </c:pt>
                <c:pt idx="3998">
                  <c:v>2.7853704750673773</c:v>
                </c:pt>
                <c:pt idx="3999">
                  <c:v>2.7853704750673773</c:v>
                </c:pt>
                <c:pt idx="4000">
                  <c:v>2.7853704750673773</c:v>
                </c:pt>
                <c:pt idx="4001">
                  <c:v>2.7853704750673773</c:v>
                </c:pt>
                <c:pt idx="4002">
                  <c:v>2.7853704750673773</c:v>
                </c:pt>
                <c:pt idx="4003">
                  <c:v>2.7853704750673773</c:v>
                </c:pt>
                <c:pt idx="4004">
                  <c:v>2.7853704750673773</c:v>
                </c:pt>
                <c:pt idx="4005">
                  <c:v>2.7853704750673773</c:v>
                </c:pt>
                <c:pt idx="4006">
                  <c:v>2.7853704750673773</c:v>
                </c:pt>
                <c:pt idx="4007">
                  <c:v>2.7853704750673773</c:v>
                </c:pt>
                <c:pt idx="4008">
                  <c:v>2.7853704750673773</c:v>
                </c:pt>
                <c:pt idx="4009">
                  <c:v>2.7853704750673773</c:v>
                </c:pt>
                <c:pt idx="4010">
                  <c:v>2.7853704750673773</c:v>
                </c:pt>
                <c:pt idx="4011">
                  <c:v>2.7853704750673773</c:v>
                </c:pt>
                <c:pt idx="4012">
                  <c:v>2.7853704750673773</c:v>
                </c:pt>
                <c:pt idx="4013">
                  <c:v>2.7853704750673773</c:v>
                </c:pt>
                <c:pt idx="4014">
                  <c:v>2.7853704750673773</c:v>
                </c:pt>
                <c:pt idx="4015">
                  <c:v>2.7853704750673773</c:v>
                </c:pt>
                <c:pt idx="4016">
                  <c:v>2.7853704750673773</c:v>
                </c:pt>
                <c:pt idx="4017">
                  <c:v>2.7853704750673773</c:v>
                </c:pt>
                <c:pt idx="4018">
                  <c:v>2.7853704750673773</c:v>
                </c:pt>
                <c:pt idx="4019">
                  <c:v>2.7853704750673773</c:v>
                </c:pt>
                <c:pt idx="4020">
                  <c:v>2.7853704750673773</c:v>
                </c:pt>
                <c:pt idx="4021">
                  <c:v>2.7853704750673773</c:v>
                </c:pt>
                <c:pt idx="4022">
                  <c:v>2.7853704750673773</c:v>
                </c:pt>
                <c:pt idx="4023">
                  <c:v>2.7853704750673773</c:v>
                </c:pt>
                <c:pt idx="4024">
                  <c:v>2.7853704750673773</c:v>
                </c:pt>
                <c:pt idx="4025">
                  <c:v>2.7853704750673773</c:v>
                </c:pt>
                <c:pt idx="4026">
                  <c:v>2.7853704750673773</c:v>
                </c:pt>
                <c:pt idx="4027">
                  <c:v>2.7853704750673773</c:v>
                </c:pt>
                <c:pt idx="4028">
                  <c:v>2.7853704750673773</c:v>
                </c:pt>
                <c:pt idx="4029">
                  <c:v>2.7853704750673773</c:v>
                </c:pt>
                <c:pt idx="4030">
                  <c:v>2.7853704750673773</c:v>
                </c:pt>
                <c:pt idx="4031">
                  <c:v>2.7853704750673773</c:v>
                </c:pt>
                <c:pt idx="4032">
                  <c:v>2.7853704750673773</c:v>
                </c:pt>
                <c:pt idx="4033">
                  <c:v>2.7853704750673773</c:v>
                </c:pt>
                <c:pt idx="4034">
                  <c:v>2.7853704750673773</c:v>
                </c:pt>
                <c:pt idx="4035">
                  <c:v>2.7853704750673773</c:v>
                </c:pt>
                <c:pt idx="4036">
                  <c:v>2.7853704750673773</c:v>
                </c:pt>
                <c:pt idx="4037">
                  <c:v>2.7853704750673773</c:v>
                </c:pt>
                <c:pt idx="4038">
                  <c:v>2.7853704750673773</c:v>
                </c:pt>
                <c:pt idx="4039">
                  <c:v>2.7853704750673773</c:v>
                </c:pt>
                <c:pt idx="4040">
                  <c:v>2.7853704750673773</c:v>
                </c:pt>
                <c:pt idx="4041">
                  <c:v>2.7853704750673773</c:v>
                </c:pt>
                <c:pt idx="4042">
                  <c:v>2.7853704750673773</c:v>
                </c:pt>
                <c:pt idx="4043">
                  <c:v>2.7853704750673773</c:v>
                </c:pt>
                <c:pt idx="4044">
                  <c:v>2.7853704750673773</c:v>
                </c:pt>
                <c:pt idx="4045">
                  <c:v>2.7853704750673773</c:v>
                </c:pt>
                <c:pt idx="4046">
                  <c:v>2.7853704750673773</c:v>
                </c:pt>
                <c:pt idx="4047">
                  <c:v>2.7853704750673773</c:v>
                </c:pt>
                <c:pt idx="4048">
                  <c:v>2.7853704750673773</c:v>
                </c:pt>
                <c:pt idx="4049">
                  <c:v>2.7853704750673773</c:v>
                </c:pt>
                <c:pt idx="4050">
                  <c:v>2.7853704750673773</c:v>
                </c:pt>
                <c:pt idx="4051">
                  <c:v>2.7853704750673773</c:v>
                </c:pt>
                <c:pt idx="4052">
                  <c:v>2.7853704750673773</c:v>
                </c:pt>
                <c:pt idx="4053">
                  <c:v>2.7853704750673773</c:v>
                </c:pt>
                <c:pt idx="4054">
                  <c:v>2.7853704750673773</c:v>
                </c:pt>
                <c:pt idx="4055">
                  <c:v>2.7853704750673773</c:v>
                </c:pt>
                <c:pt idx="4056">
                  <c:v>2.7853704750673773</c:v>
                </c:pt>
                <c:pt idx="4057">
                  <c:v>2.7853704750673773</c:v>
                </c:pt>
                <c:pt idx="4058">
                  <c:v>2.7853704750673773</c:v>
                </c:pt>
                <c:pt idx="4059">
                  <c:v>2.7853704750673773</c:v>
                </c:pt>
                <c:pt idx="4060">
                  <c:v>2.7853704750673773</c:v>
                </c:pt>
                <c:pt idx="4061">
                  <c:v>2.7853704750673773</c:v>
                </c:pt>
                <c:pt idx="4062">
                  <c:v>2.7853704750673773</c:v>
                </c:pt>
                <c:pt idx="4063">
                  <c:v>2.7853704750673773</c:v>
                </c:pt>
                <c:pt idx="4064">
                  <c:v>2.7853704750673773</c:v>
                </c:pt>
                <c:pt idx="4065">
                  <c:v>2.7853704750673773</c:v>
                </c:pt>
                <c:pt idx="4066">
                  <c:v>2.7853704750673773</c:v>
                </c:pt>
                <c:pt idx="4067">
                  <c:v>2.7853704750673773</c:v>
                </c:pt>
                <c:pt idx="4068">
                  <c:v>2.7853704750673773</c:v>
                </c:pt>
                <c:pt idx="4069">
                  <c:v>2.7853704750673773</c:v>
                </c:pt>
                <c:pt idx="4070">
                  <c:v>2.7853704750673773</c:v>
                </c:pt>
                <c:pt idx="4071">
                  <c:v>2.7853704750673773</c:v>
                </c:pt>
                <c:pt idx="4072">
                  <c:v>2.7853704750673773</c:v>
                </c:pt>
                <c:pt idx="4073">
                  <c:v>2.7853704750673773</c:v>
                </c:pt>
                <c:pt idx="4074">
                  <c:v>2.7853704750673773</c:v>
                </c:pt>
                <c:pt idx="4075">
                  <c:v>2.7853704750673773</c:v>
                </c:pt>
                <c:pt idx="4076">
                  <c:v>2.7853704750673773</c:v>
                </c:pt>
                <c:pt idx="4077">
                  <c:v>2.7853704750673773</c:v>
                </c:pt>
                <c:pt idx="4078">
                  <c:v>2.7853704750673773</c:v>
                </c:pt>
                <c:pt idx="4079">
                  <c:v>2.7853704750673773</c:v>
                </c:pt>
                <c:pt idx="4080">
                  <c:v>2.7853704750673773</c:v>
                </c:pt>
                <c:pt idx="4081">
                  <c:v>2.7853704750673773</c:v>
                </c:pt>
                <c:pt idx="4082">
                  <c:v>2.7853704750673773</c:v>
                </c:pt>
                <c:pt idx="4083">
                  <c:v>2.7853704750673773</c:v>
                </c:pt>
                <c:pt idx="4084">
                  <c:v>2.7853704750673773</c:v>
                </c:pt>
                <c:pt idx="4085">
                  <c:v>2.7853704750673773</c:v>
                </c:pt>
                <c:pt idx="4086">
                  <c:v>2.7853704750673773</c:v>
                </c:pt>
                <c:pt idx="4087">
                  <c:v>2.7853704750673773</c:v>
                </c:pt>
                <c:pt idx="4088">
                  <c:v>2.7853704750673773</c:v>
                </c:pt>
                <c:pt idx="4089">
                  <c:v>2.7853704750673773</c:v>
                </c:pt>
                <c:pt idx="4090">
                  <c:v>2.7853704750673773</c:v>
                </c:pt>
                <c:pt idx="4091">
                  <c:v>2.7853704750673773</c:v>
                </c:pt>
                <c:pt idx="4092">
                  <c:v>2.7853704750673773</c:v>
                </c:pt>
                <c:pt idx="4093">
                  <c:v>2.7853704750673773</c:v>
                </c:pt>
                <c:pt idx="4094">
                  <c:v>2.7853704750673773</c:v>
                </c:pt>
                <c:pt idx="4095">
                  <c:v>2.7853704750673773</c:v>
                </c:pt>
                <c:pt idx="4096">
                  <c:v>2.7853704750673773</c:v>
                </c:pt>
                <c:pt idx="4097">
                  <c:v>2.7853704750673773</c:v>
                </c:pt>
                <c:pt idx="4098">
                  <c:v>2.7853704750673773</c:v>
                </c:pt>
                <c:pt idx="4099">
                  <c:v>2.7853704750673773</c:v>
                </c:pt>
                <c:pt idx="4100">
                  <c:v>2.7853704750673773</c:v>
                </c:pt>
                <c:pt idx="4101">
                  <c:v>2.7853704750673773</c:v>
                </c:pt>
                <c:pt idx="4102">
                  <c:v>2.7853704750673773</c:v>
                </c:pt>
                <c:pt idx="4103">
                  <c:v>2.7853704750673773</c:v>
                </c:pt>
                <c:pt idx="4104">
                  <c:v>2.7853704750673773</c:v>
                </c:pt>
                <c:pt idx="4105">
                  <c:v>2.7853704750673773</c:v>
                </c:pt>
                <c:pt idx="4106">
                  <c:v>2.7853704750673773</c:v>
                </c:pt>
                <c:pt idx="4107">
                  <c:v>2.7853704750673773</c:v>
                </c:pt>
                <c:pt idx="4108">
                  <c:v>2.7853704750673773</c:v>
                </c:pt>
                <c:pt idx="4109">
                  <c:v>2.7853704750673773</c:v>
                </c:pt>
                <c:pt idx="4110">
                  <c:v>2.7853704750673773</c:v>
                </c:pt>
                <c:pt idx="4111">
                  <c:v>2.7853704750673773</c:v>
                </c:pt>
                <c:pt idx="4112">
                  <c:v>2.7853704750673773</c:v>
                </c:pt>
                <c:pt idx="4113">
                  <c:v>2.7853704750673773</c:v>
                </c:pt>
                <c:pt idx="4114">
                  <c:v>2.7853704750673773</c:v>
                </c:pt>
                <c:pt idx="4115">
                  <c:v>2.7853704750673773</c:v>
                </c:pt>
                <c:pt idx="4116">
                  <c:v>2.7853704750673773</c:v>
                </c:pt>
                <c:pt idx="4117">
                  <c:v>2.7853704750673773</c:v>
                </c:pt>
                <c:pt idx="4118">
                  <c:v>2.7853704750673773</c:v>
                </c:pt>
                <c:pt idx="4119">
                  <c:v>2.7853704750673773</c:v>
                </c:pt>
                <c:pt idx="4120">
                  <c:v>2.7853704750673773</c:v>
                </c:pt>
                <c:pt idx="4121">
                  <c:v>2.7853704750673773</c:v>
                </c:pt>
                <c:pt idx="4122">
                  <c:v>2.7853704750673773</c:v>
                </c:pt>
                <c:pt idx="4123">
                  <c:v>2.7853704750673773</c:v>
                </c:pt>
                <c:pt idx="4124">
                  <c:v>2.7853704750673773</c:v>
                </c:pt>
                <c:pt idx="4125">
                  <c:v>2.7853704750673773</c:v>
                </c:pt>
                <c:pt idx="4126">
                  <c:v>2.7853704750673773</c:v>
                </c:pt>
                <c:pt idx="4127">
                  <c:v>2.7853704750673773</c:v>
                </c:pt>
                <c:pt idx="4128">
                  <c:v>2.7853704750673773</c:v>
                </c:pt>
                <c:pt idx="4129">
                  <c:v>2.7853704750673773</c:v>
                </c:pt>
                <c:pt idx="4130">
                  <c:v>2.7853704750673773</c:v>
                </c:pt>
                <c:pt idx="4131">
                  <c:v>2.7853704750673773</c:v>
                </c:pt>
                <c:pt idx="4132">
                  <c:v>2.7853704750673773</c:v>
                </c:pt>
                <c:pt idx="4133">
                  <c:v>2.7853704750673773</c:v>
                </c:pt>
                <c:pt idx="4134">
                  <c:v>2.7853704750673773</c:v>
                </c:pt>
                <c:pt idx="4135">
                  <c:v>2.7853704750673773</c:v>
                </c:pt>
                <c:pt idx="4136">
                  <c:v>2.7853704750673773</c:v>
                </c:pt>
                <c:pt idx="4137">
                  <c:v>2.7853704750673773</c:v>
                </c:pt>
                <c:pt idx="4138">
                  <c:v>2.7853704750673773</c:v>
                </c:pt>
                <c:pt idx="4139">
                  <c:v>2.7853704750673773</c:v>
                </c:pt>
                <c:pt idx="4140">
                  <c:v>2.7853704750673773</c:v>
                </c:pt>
                <c:pt idx="4141">
                  <c:v>2.7853704750673773</c:v>
                </c:pt>
                <c:pt idx="4142">
                  <c:v>2.7853704750673773</c:v>
                </c:pt>
                <c:pt idx="4143">
                  <c:v>2.7853704750673773</c:v>
                </c:pt>
                <c:pt idx="4144">
                  <c:v>2.7853704750673773</c:v>
                </c:pt>
                <c:pt idx="4145">
                  <c:v>2.7853704750673773</c:v>
                </c:pt>
                <c:pt idx="4146">
                  <c:v>2.7853704750673773</c:v>
                </c:pt>
                <c:pt idx="4147">
                  <c:v>2.7853704750673773</c:v>
                </c:pt>
                <c:pt idx="4148">
                  <c:v>2.7853704750673773</c:v>
                </c:pt>
                <c:pt idx="4149">
                  <c:v>2.7853704750673773</c:v>
                </c:pt>
                <c:pt idx="4150">
                  <c:v>2.7853704750673773</c:v>
                </c:pt>
                <c:pt idx="4151">
                  <c:v>2.7853704750673773</c:v>
                </c:pt>
                <c:pt idx="4152">
                  <c:v>2.7853704750673773</c:v>
                </c:pt>
                <c:pt idx="4153">
                  <c:v>2.7853704750673773</c:v>
                </c:pt>
                <c:pt idx="4154">
                  <c:v>2.7853704750673773</c:v>
                </c:pt>
                <c:pt idx="4155">
                  <c:v>2.7853704750673773</c:v>
                </c:pt>
                <c:pt idx="4156">
                  <c:v>2.7853704750673773</c:v>
                </c:pt>
                <c:pt idx="4157">
                  <c:v>2.7853704750673773</c:v>
                </c:pt>
                <c:pt idx="4158">
                  <c:v>2.7853704750673773</c:v>
                </c:pt>
                <c:pt idx="4159">
                  <c:v>2.7853704750673773</c:v>
                </c:pt>
                <c:pt idx="4160">
                  <c:v>2.7853704750673773</c:v>
                </c:pt>
                <c:pt idx="4161">
                  <c:v>2.7853704750673773</c:v>
                </c:pt>
                <c:pt idx="4162">
                  <c:v>2.7853704750673773</c:v>
                </c:pt>
                <c:pt idx="4163">
                  <c:v>2.7853704750673773</c:v>
                </c:pt>
                <c:pt idx="4164">
                  <c:v>2.7853704750673773</c:v>
                </c:pt>
                <c:pt idx="4165">
                  <c:v>2.7853704750673773</c:v>
                </c:pt>
                <c:pt idx="4166">
                  <c:v>2.7853704750673773</c:v>
                </c:pt>
                <c:pt idx="4167">
                  <c:v>2.7853704750673773</c:v>
                </c:pt>
                <c:pt idx="4168">
                  <c:v>2.7853704750673773</c:v>
                </c:pt>
                <c:pt idx="4169">
                  <c:v>2.7853704750673773</c:v>
                </c:pt>
                <c:pt idx="4170">
                  <c:v>2.7853704750673773</c:v>
                </c:pt>
                <c:pt idx="4171">
                  <c:v>2.7853704750673773</c:v>
                </c:pt>
                <c:pt idx="4172">
                  <c:v>2.7853704750673773</c:v>
                </c:pt>
                <c:pt idx="4173">
                  <c:v>2.7853704750673773</c:v>
                </c:pt>
                <c:pt idx="4174">
                  <c:v>2.7853704750673773</c:v>
                </c:pt>
                <c:pt idx="4175">
                  <c:v>2.7853704750673773</c:v>
                </c:pt>
                <c:pt idx="4176">
                  <c:v>2.7853704750673773</c:v>
                </c:pt>
                <c:pt idx="4177">
                  <c:v>2.7853704750673773</c:v>
                </c:pt>
                <c:pt idx="4178">
                  <c:v>2.7853704750673773</c:v>
                </c:pt>
                <c:pt idx="4179">
                  <c:v>2.7853704750673773</c:v>
                </c:pt>
                <c:pt idx="4180">
                  <c:v>2.7853704750673773</c:v>
                </c:pt>
                <c:pt idx="4181">
                  <c:v>2.7853704750673773</c:v>
                </c:pt>
                <c:pt idx="4182">
                  <c:v>2.7853704750673773</c:v>
                </c:pt>
                <c:pt idx="4183">
                  <c:v>2.7853704750673773</c:v>
                </c:pt>
                <c:pt idx="4184">
                  <c:v>2.7853704750673773</c:v>
                </c:pt>
                <c:pt idx="4185">
                  <c:v>2.7853704750673773</c:v>
                </c:pt>
                <c:pt idx="4186">
                  <c:v>2.7853704750673773</c:v>
                </c:pt>
                <c:pt idx="4187">
                  <c:v>2.7853704750673773</c:v>
                </c:pt>
                <c:pt idx="4188">
                  <c:v>2.7853704750673773</c:v>
                </c:pt>
                <c:pt idx="4189">
                  <c:v>2.7853704750673773</c:v>
                </c:pt>
                <c:pt idx="4190">
                  <c:v>2.7853704750673773</c:v>
                </c:pt>
                <c:pt idx="4191">
                  <c:v>2.7853704750673773</c:v>
                </c:pt>
                <c:pt idx="4192">
                  <c:v>2.7853704750673773</c:v>
                </c:pt>
                <c:pt idx="4193">
                  <c:v>2.7853704750673773</c:v>
                </c:pt>
                <c:pt idx="4194">
                  <c:v>2.7853704750673773</c:v>
                </c:pt>
                <c:pt idx="4195">
                  <c:v>2.7853704750673773</c:v>
                </c:pt>
                <c:pt idx="4196">
                  <c:v>2.7853704750673773</c:v>
                </c:pt>
                <c:pt idx="4197">
                  <c:v>2.7853704750673773</c:v>
                </c:pt>
                <c:pt idx="4198">
                  <c:v>2.7853704750673773</c:v>
                </c:pt>
                <c:pt idx="4199">
                  <c:v>2.7853704750673773</c:v>
                </c:pt>
                <c:pt idx="4200">
                  <c:v>2.7853704750673773</c:v>
                </c:pt>
                <c:pt idx="4201">
                  <c:v>2.7853704750673773</c:v>
                </c:pt>
                <c:pt idx="4202">
                  <c:v>2.7853704750673773</c:v>
                </c:pt>
                <c:pt idx="4203">
                  <c:v>2.7853704750673773</c:v>
                </c:pt>
                <c:pt idx="4204">
                  <c:v>2.7853704750673773</c:v>
                </c:pt>
                <c:pt idx="4205">
                  <c:v>2.7853704750673773</c:v>
                </c:pt>
                <c:pt idx="4206">
                  <c:v>2.7853704750673773</c:v>
                </c:pt>
                <c:pt idx="4207">
                  <c:v>2.7853704750673773</c:v>
                </c:pt>
                <c:pt idx="4208">
                  <c:v>2.7853704750673773</c:v>
                </c:pt>
                <c:pt idx="4209">
                  <c:v>2.7853704750673773</c:v>
                </c:pt>
                <c:pt idx="4210">
                  <c:v>2.7853704750673773</c:v>
                </c:pt>
                <c:pt idx="4211">
                  <c:v>2.7853704750673773</c:v>
                </c:pt>
                <c:pt idx="4212">
                  <c:v>2.7853704750673773</c:v>
                </c:pt>
                <c:pt idx="4213">
                  <c:v>2.7853704750673773</c:v>
                </c:pt>
                <c:pt idx="4214">
                  <c:v>2.7853704750673773</c:v>
                </c:pt>
                <c:pt idx="4215">
                  <c:v>2.7853704750673773</c:v>
                </c:pt>
                <c:pt idx="4216">
                  <c:v>2.7853704750673773</c:v>
                </c:pt>
                <c:pt idx="4217">
                  <c:v>2.7853704750673773</c:v>
                </c:pt>
                <c:pt idx="4218">
                  <c:v>2.7853704750673773</c:v>
                </c:pt>
                <c:pt idx="4219">
                  <c:v>2.7853704750673773</c:v>
                </c:pt>
                <c:pt idx="4220">
                  <c:v>2.7853704750673773</c:v>
                </c:pt>
                <c:pt idx="4221">
                  <c:v>2.7853704750673773</c:v>
                </c:pt>
                <c:pt idx="4222">
                  <c:v>2.7853704750673773</c:v>
                </c:pt>
                <c:pt idx="4223">
                  <c:v>2.7853704750673773</c:v>
                </c:pt>
                <c:pt idx="4224">
                  <c:v>2.7853704750673773</c:v>
                </c:pt>
                <c:pt idx="4225">
                  <c:v>2.7853704750673773</c:v>
                </c:pt>
                <c:pt idx="4226">
                  <c:v>2.7853704750673773</c:v>
                </c:pt>
                <c:pt idx="4227">
                  <c:v>2.7853704750673773</c:v>
                </c:pt>
                <c:pt idx="4228">
                  <c:v>2.7853704750673773</c:v>
                </c:pt>
                <c:pt idx="4229">
                  <c:v>2.7853704750673773</c:v>
                </c:pt>
                <c:pt idx="4230">
                  <c:v>2.7853704750673773</c:v>
                </c:pt>
                <c:pt idx="4231">
                  <c:v>2.7853704750673773</c:v>
                </c:pt>
                <c:pt idx="4232">
                  <c:v>2.7853704750673773</c:v>
                </c:pt>
                <c:pt idx="4233">
                  <c:v>2.7853704750673773</c:v>
                </c:pt>
                <c:pt idx="4234">
                  <c:v>2.7853704750673773</c:v>
                </c:pt>
                <c:pt idx="4235">
                  <c:v>2.7853704750673773</c:v>
                </c:pt>
                <c:pt idx="4236">
                  <c:v>2.7853704750673773</c:v>
                </c:pt>
                <c:pt idx="4237">
                  <c:v>2.7853704750673773</c:v>
                </c:pt>
                <c:pt idx="4238">
                  <c:v>2.7853704750673773</c:v>
                </c:pt>
                <c:pt idx="4239">
                  <c:v>2.7853704750673773</c:v>
                </c:pt>
                <c:pt idx="4240">
                  <c:v>2.7853704750673773</c:v>
                </c:pt>
                <c:pt idx="4241">
                  <c:v>2.7853704750673773</c:v>
                </c:pt>
                <c:pt idx="4242">
                  <c:v>2.7853704750673773</c:v>
                </c:pt>
                <c:pt idx="4243">
                  <c:v>2.7853704750673773</c:v>
                </c:pt>
                <c:pt idx="4244">
                  <c:v>2.7853704750673773</c:v>
                </c:pt>
                <c:pt idx="4245">
                  <c:v>2.7853704750673773</c:v>
                </c:pt>
                <c:pt idx="4246">
                  <c:v>2.7853704750673773</c:v>
                </c:pt>
                <c:pt idx="4247">
                  <c:v>2.7853704750673773</c:v>
                </c:pt>
                <c:pt idx="4248">
                  <c:v>2.7853704750673773</c:v>
                </c:pt>
                <c:pt idx="4249">
                  <c:v>2.7853704750673773</c:v>
                </c:pt>
                <c:pt idx="4250">
                  <c:v>2.7853704750673773</c:v>
                </c:pt>
                <c:pt idx="4251">
                  <c:v>2.7853704750673773</c:v>
                </c:pt>
                <c:pt idx="4252">
                  <c:v>2.7853704750673773</c:v>
                </c:pt>
                <c:pt idx="4253">
                  <c:v>2.7853704750673773</c:v>
                </c:pt>
                <c:pt idx="4254">
                  <c:v>2.7853704750673773</c:v>
                </c:pt>
                <c:pt idx="4255">
                  <c:v>2.7853704750673773</c:v>
                </c:pt>
                <c:pt idx="4256">
                  <c:v>2.7853704750673773</c:v>
                </c:pt>
                <c:pt idx="4257">
                  <c:v>2.7853704750673773</c:v>
                </c:pt>
                <c:pt idx="4258">
                  <c:v>2.7853704750673773</c:v>
                </c:pt>
                <c:pt idx="4259">
                  <c:v>2.7853704750673773</c:v>
                </c:pt>
                <c:pt idx="4260">
                  <c:v>2.7853704750673773</c:v>
                </c:pt>
                <c:pt idx="4261">
                  <c:v>2.7853704750673773</c:v>
                </c:pt>
                <c:pt idx="4262">
                  <c:v>2.7853704750673773</c:v>
                </c:pt>
                <c:pt idx="4263">
                  <c:v>2.7853704750673773</c:v>
                </c:pt>
                <c:pt idx="4264">
                  <c:v>2.7853704750673773</c:v>
                </c:pt>
                <c:pt idx="4265">
                  <c:v>2.7853704750673773</c:v>
                </c:pt>
                <c:pt idx="4266">
                  <c:v>2.7853704750673773</c:v>
                </c:pt>
                <c:pt idx="4267">
                  <c:v>2.7853704750673773</c:v>
                </c:pt>
                <c:pt idx="4268">
                  <c:v>2.7853704750673773</c:v>
                </c:pt>
                <c:pt idx="4269">
                  <c:v>2.7853704750673773</c:v>
                </c:pt>
                <c:pt idx="4270">
                  <c:v>2.7853704750673773</c:v>
                </c:pt>
                <c:pt idx="4271">
                  <c:v>2.7853704750673773</c:v>
                </c:pt>
                <c:pt idx="4272">
                  <c:v>2.7853704750673773</c:v>
                </c:pt>
                <c:pt idx="4273">
                  <c:v>2.7853704750673773</c:v>
                </c:pt>
                <c:pt idx="4274">
                  <c:v>2.7853704750673773</c:v>
                </c:pt>
                <c:pt idx="4275">
                  <c:v>2.7853704750673773</c:v>
                </c:pt>
                <c:pt idx="4276">
                  <c:v>2.7853704750673773</c:v>
                </c:pt>
                <c:pt idx="4277">
                  <c:v>2.7853704750673773</c:v>
                </c:pt>
                <c:pt idx="4278">
                  <c:v>2.7853704750673773</c:v>
                </c:pt>
                <c:pt idx="4279">
                  <c:v>2.7853704750673773</c:v>
                </c:pt>
                <c:pt idx="4280">
                  <c:v>2.7853704750673773</c:v>
                </c:pt>
                <c:pt idx="4281">
                  <c:v>2.7853704750673773</c:v>
                </c:pt>
                <c:pt idx="4282">
                  <c:v>2.7853704750673773</c:v>
                </c:pt>
                <c:pt idx="4283">
                  <c:v>2.7853704750673773</c:v>
                </c:pt>
                <c:pt idx="4284">
                  <c:v>2.7853704750673773</c:v>
                </c:pt>
                <c:pt idx="4285">
                  <c:v>2.7853704750673773</c:v>
                </c:pt>
                <c:pt idx="4286">
                  <c:v>2.7853704750673773</c:v>
                </c:pt>
                <c:pt idx="4287">
                  <c:v>2.7853704750673773</c:v>
                </c:pt>
                <c:pt idx="4288">
                  <c:v>2.7853704750673773</c:v>
                </c:pt>
                <c:pt idx="4289">
                  <c:v>2.7853704750673773</c:v>
                </c:pt>
                <c:pt idx="4290">
                  <c:v>2.7853704750673773</c:v>
                </c:pt>
                <c:pt idx="4291">
                  <c:v>2.7853704750673773</c:v>
                </c:pt>
                <c:pt idx="4292">
                  <c:v>2.7853704750673773</c:v>
                </c:pt>
                <c:pt idx="4293">
                  <c:v>2.7853704750673773</c:v>
                </c:pt>
                <c:pt idx="4294">
                  <c:v>2.7853704750673773</c:v>
                </c:pt>
                <c:pt idx="4295">
                  <c:v>2.7853704750673773</c:v>
                </c:pt>
                <c:pt idx="4296">
                  <c:v>2.7853704750673773</c:v>
                </c:pt>
                <c:pt idx="4297">
                  <c:v>2.7853704750673773</c:v>
                </c:pt>
                <c:pt idx="4298">
                  <c:v>2.7853704750673773</c:v>
                </c:pt>
                <c:pt idx="4299">
                  <c:v>2.7853704750673773</c:v>
                </c:pt>
                <c:pt idx="4300">
                  <c:v>2.7853704750673773</c:v>
                </c:pt>
                <c:pt idx="4301">
                  <c:v>2.7853704750673773</c:v>
                </c:pt>
                <c:pt idx="4302">
                  <c:v>2.7853704750673773</c:v>
                </c:pt>
                <c:pt idx="4303">
                  <c:v>2.7853704750673773</c:v>
                </c:pt>
                <c:pt idx="4304">
                  <c:v>2.7853704750673773</c:v>
                </c:pt>
                <c:pt idx="4305">
                  <c:v>2.7853704750673773</c:v>
                </c:pt>
                <c:pt idx="4306">
                  <c:v>2.7853704750673773</c:v>
                </c:pt>
                <c:pt idx="4307">
                  <c:v>2.7853704750673773</c:v>
                </c:pt>
                <c:pt idx="4308">
                  <c:v>2.7853704750673773</c:v>
                </c:pt>
                <c:pt idx="4309">
                  <c:v>2.7853704750673773</c:v>
                </c:pt>
                <c:pt idx="4310">
                  <c:v>2.7853704750673773</c:v>
                </c:pt>
                <c:pt idx="4311">
                  <c:v>2.7853704750673773</c:v>
                </c:pt>
                <c:pt idx="4312">
                  <c:v>2.7853704750673773</c:v>
                </c:pt>
                <c:pt idx="4313">
                  <c:v>2.7853704750673773</c:v>
                </c:pt>
                <c:pt idx="4314">
                  <c:v>2.7853704750673773</c:v>
                </c:pt>
                <c:pt idx="4315">
                  <c:v>2.7853704750673773</c:v>
                </c:pt>
                <c:pt idx="4316">
                  <c:v>2.7853704750673773</c:v>
                </c:pt>
                <c:pt idx="4317">
                  <c:v>2.7853704750673773</c:v>
                </c:pt>
                <c:pt idx="4318">
                  <c:v>2.7853704750673773</c:v>
                </c:pt>
                <c:pt idx="4319">
                  <c:v>2.7853704750673773</c:v>
                </c:pt>
                <c:pt idx="4320">
                  <c:v>2.7853704750673773</c:v>
                </c:pt>
                <c:pt idx="4321">
                  <c:v>2.7853704750673773</c:v>
                </c:pt>
                <c:pt idx="4322">
                  <c:v>2.7853704750673773</c:v>
                </c:pt>
                <c:pt idx="4323">
                  <c:v>2.7853704750673773</c:v>
                </c:pt>
                <c:pt idx="4324">
                  <c:v>2.7853704750673773</c:v>
                </c:pt>
                <c:pt idx="4325">
                  <c:v>2.7853704750673773</c:v>
                </c:pt>
                <c:pt idx="4326">
                  <c:v>2.7853704750673773</c:v>
                </c:pt>
                <c:pt idx="4327">
                  <c:v>2.7853704750673773</c:v>
                </c:pt>
                <c:pt idx="4328">
                  <c:v>2.7853704750673773</c:v>
                </c:pt>
                <c:pt idx="4329">
                  <c:v>2.7853704750673773</c:v>
                </c:pt>
                <c:pt idx="4330">
                  <c:v>2.7853704750673773</c:v>
                </c:pt>
                <c:pt idx="4331">
                  <c:v>2.7853704750673773</c:v>
                </c:pt>
                <c:pt idx="4332">
                  <c:v>2.7853704750673773</c:v>
                </c:pt>
                <c:pt idx="4333">
                  <c:v>2.7853704750673773</c:v>
                </c:pt>
                <c:pt idx="4334">
                  <c:v>2.7853704750673773</c:v>
                </c:pt>
                <c:pt idx="4335">
                  <c:v>2.7853704750673773</c:v>
                </c:pt>
                <c:pt idx="4336">
                  <c:v>2.7853704750673773</c:v>
                </c:pt>
                <c:pt idx="4337">
                  <c:v>2.7853704750673773</c:v>
                </c:pt>
                <c:pt idx="4338">
                  <c:v>2.7853704750673773</c:v>
                </c:pt>
                <c:pt idx="4339">
                  <c:v>2.7853704750673773</c:v>
                </c:pt>
                <c:pt idx="4340">
                  <c:v>2.7853704750673773</c:v>
                </c:pt>
                <c:pt idx="4341">
                  <c:v>2.7853704750673773</c:v>
                </c:pt>
                <c:pt idx="4342">
                  <c:v>2.7853704750673773</c:v>
                </c:pt>
                <c:pt idx="4343">
                  <c:v>2.7853704750673773</c:v>
                </c:pt>
                <c:pt idx="4344">
                  <c:v>2.7853704750673773</c:v>
                </c:pt>
                <c:pt idx="4345">
                  <c:v>2.7853704750673773</c:v>
                </c:pt>
                <c:pt idx="4346">
                  <c:v>2.7853704750673773</c:v>
                </c:pt>
                <c:pt idx="4347">
                  <c:v>2.7853704750673773</c:v>
                </c:pt>
                <c:pt idx="4348">
                  <c:v>2.7853704750673773</c:v>
                </c:pt>
                <c:pt idx="4349">
                  <c:v>2.7853704750673773</c:v>
                </c:pt>
                <c:pt idx="4350">
                  <c:v>2.7853704750673773</c:v>
                </c:pt>
                <c:pt idx="4351">
                  <c:v>2.7853704750673773</c:v>
                </c:pt>
                <c:pt idx="4352">
                  <c:v>2.7853704750673773</c:v>
                </c:pt>
                <c:pt idx="4353">
                  <c:v>2.7853704750673773</c:v>
                </c:pt>
                <c:pt idx="4354">
                  <c:v>2.7853704750673773</c:v>
                </c:pt>
                <c:pt idx="4355">
                  <c:v>2.7853704750673773</c:v>
                </c:pt>
                <c:pt idx="4356">
                  <c:v>2.7853704750673773</c:v>
                </c:pt>
                <c:pt idx="4357">
                  <c:v>2.7853704750673773</c:v>
                </c:pt>
                <c:pt idx="4358">
                  <c:v>2.7853704750673773</c:v>
                </c:pt>
                <c:pt idx="4359">
                  <c:v>2.7853704750673773</c:v>
                </c:pt>
                <c:pt idx="4360">
                  <c:v>2.7853704750673773</c:v>
                </c:pt>
                <c:pt idx="4361">
                  <c:v>2.7853704750673773</c:v>
                </c:pt>
                <c:pt idx="4362">
                  <c:v>2.7853704750673773</c:v>
                </c:pt>
                <c:pt idx="4363">
                  <c:v>2.7853704750673773</c:v>
                </c:pt>
                <c:pt idx="4364">
                  <c:v>2.7853704750673773</c:v>
                </c:pt>
                <c:pt idx="4365">
                  <c:v>2.7853704750673773</c:v>
                </c:pt>
                <c:pt idx="4366">
                  <c:v>2.7853704750673773</c:v>
                </c:pt>
                <c:pt idx="4367">
                  <c:v>2.7853704750673773</c:v>
                </c:pt>
                <c:pt idx="4368">
                  <c:v>2.7853704750673773</c:v>
                </c:pt>
                <c:pt idx="4369">
                  <c:v>2.7853704750673773</c:v>
                </c:pt>
                <c:pt idx="4370">
                  <c:v>2.7853704750673773</c:v>
                </c:pt>
                <c:pt idx="4371">
                  <c:v>2.7853704750673773</c:v>
                </c:pt>
                <c:pt idx="4372">
                  <c:v>2.7853704750673773</c:v>
                </c:pt>
                <c:pt idx="4373">
                  <c:v>2.7853704750673773</c:v>
                </c:pt>
                <c:pt idx="4374">
                  <c:v>2.7853704750673773</c:v>
                </c:pt>
                <c:pt idx="4375">
                  <c:v>2.7853704750673773</c:v>
                </c:pt>
                <c:pt idx="4376">
                  <c:v>2.7853704750673773</c:v>
                </c:pt>
                <c:pt idx="4377">
                  <c:v>2.7853704750673773</c:v>
                </c:pt>
                <c:pt idx="4378">
                  <c:v>2.7853704750673773</c:v>
                </c:pt>
                <c:pt idx="4379">
                  <c:v>2.7853704750673773</c:v>
                </c:pt>
                <c:pt idx="4380">
                  <c:v>2.7853704750673773</c:v>
                </c:pt>
                <c:pt idx="4381">
                  <c:v>2.7853704750673773</c:v>
                </c:pt>
                <c:pt idx="4382">
                  <c:v>2.7853704750673773</c:v>
                </c:pt>
                <c:pt idx="4383">
                  <c:v>2.7853704750673773</c:v>
                </c:pt>
                <c:pt idx="4384">
                  <c:v>2.7853704750673773</c:v>
                </c:pt>
                <c:pt idx="4385">
                  <c:v>2.7853704750673773</c:v>
                </c:pt>
                <c:pt idx="4386">
                  <c:v>2.7853704750673773</c:v>
                </c:pt>
                <c:pt idx="4387">
                  <c:v>2.7853704750673773</c:v>
                </c:pt>
                <c:pt idx="4388">
                  <c:v>2.7853704750673773</c:v>
                </c:pt>
                <c:pt idx="4389">
                  <c:v>2.7853704750673773</c:v>
                </c:pt>
                <c:pt idx="4390">
                  <c:v>2.7853704750673773</c:v>
                </c:pt>
                <c:pt idx="4391">
                  <c:v>2.7853704750673773</c:v>
                </c:pt>
                <c:pt idx="4392">
                  <c:v>2.7853704750673773</c:v>
                </c:pt>
                <c:pt idx="4393">
                  <c:v>2.7853704750673773</c:v>
                </c:pt>
                <c:pt idx="4394">
                  <c:v>2.7853704750673773</c:v>
                </c:pt>
                <c:pt idx="4395">
                  <c:v>2.7853704750673773</c:v>
                </c:pt>
                <c:pt idx="4396">
                  <c:v>2.7853704750673773</c:v>
                </c:pt>
                <c:pt idx="4397">
                  <c:v>2.7853704750673773</c:v>
                </c:pt>
                <c:pt idx="4398">
                  <c:v>2.7853704750673773</c:v>
                </c:pt>
                <c:pt idx="4399">
                  <c:v>2.7853704750673773</c:v>
                </c:pt>
                <c:pt idx="4400">
                  <c:v>2.7853704750673773</c:v>
                </c:pt>
                <c:pt idx="4401">
                  <c:v>2.7853704750673773</c:v>
                </c:pt>
                <c:pt idx="4402">
                  <c:v>2.7853704750673773</c:v>
                </c:pt>
                <c:pt idx="4403">
                  <c:v>2.7853704750673773</c:v>
                </c:pt>
                <c:pt idx="4404">
                  <c:v>2.7853704750673773</c:v>
                </c:pt>
                <c:pt idx="4405">
                  <c:v>2.7853704750673773</c:v>
                </c:pt>
                <c:pt idx="4406">
                  <c:v>2.7853704750673773</c:v>
                </c:pt>
                <c:pt idx="4407">
                  <c:v>2.7853704750673773</c:v>
                </c:pt>
                <c:pt idx="4408">
                  <c:v>2.7853704750673773</c:v>
                </c:pt>
                <c:pt idx="4409">
                  <c:v>2.7853704750673773</c:v>
                </c:pt>
                <c:pt idx="4410">
                  <c:v>2.7853704750673773</c:v>
                </c:pt>
                <c:pt idx="4411">
                  <c:v>2.7853704750673773</c:v>
                </c:pt>
                <c:pt idx="4412">
                  <c:v>2.7853704750673773</c:v>
                </c:pt>
                <c:pt idx="4413">
                  <c:v>2.7853704750673773</c:v>
                </c:pt>
                <c:pt idx="4414">
                  <c:v>2.7853704750673773</c:v>
                </c:pt>
                <c:pt idx="4415">
                  <c:v>2.7853704750673773</c:v>
                </c:pt>
                <c:pt idx="4416">
                  <c:v>2.7853704750673773</c:v>
                </c:pt>
                <c:pt idx="4417">
                  <c:v>2.7853704750673773</c:v>
                </c:pt>
                <c:pt idx="4418">
                  <c:v>2.7853704750673773</c:v>
                </c:pt>
                <c:pt idx="4419">
                  <c:v>2.7853704750673773</c:v>
                </c:pt>
                <c:pt idx="4420">
                  <c:v>2.7853704750673773</c:v>
                </c:pt>
                <c:pt idx="4421">
                  <c:v>2.7853704750673773</c:v>
                </c:pt>
                <c:pt idx="4422">
                  <c:v>2.7853704750673773</c:v>
                </c:pt>
                <c:pt idx="4423">
                  <c:v>2.7853704750673773</c:v>
                </c:pt>
                <c:pt idx="4424">
                  <c:v>2.7853704750673773</c:v>
                </c:pt>
                <c:pt idx="4425">
                  <c:v>2.7853704750673773</c:v>
                </c:pt>
                <c:pt idx="4426">
                  <c:v>2.7853704750673773</c:v>
                </c:pt>
                <c:pt idx="4427">
                  <c:v>2.7853704750673773</c:v>
                </c:pt>
                <c:pt idx="4428">
                  <c:v>2.7853704750673773</c:v>
                </c:pt>
                <c:pt idx="4429">
                  <c:v>2.7853704750673773</c:v>
                </c:pt>
                <c:pt idx="4430">
                  <c:v>2.7853704750673773</c:v>
                </c:pt>
                <c:pt idx="4431">
                  <c:v>2.7853704750673773</c:v>
                </c:pt>
                <c:pt idx="4432">
                  <c:v>2.7853704750673773</c:v>
                </c:pt>
                <c:pt idx="4433">
                  <c:v>2.7853704750673773</c:v>
                </c:pt>
                <c:pt idx="4434">
                  <c:v>2.7853704750673773</c:v>
                </c:pt>
                <c:pt idx="4435">
                  <c:v>2.7853704750673773</c:v>
                </c:pt>
                <c:pt idx="4436">
                  <c:v>2.7853704750673773</c:v>
                </c:pt>
                <c:pt idx="4437">
                  <c:v>2.7853704750673773</c:v>
                </c:pt>
                <c:pt idx="4438">
                  <c:v>2.7853704750673773</c:v>
                </c:pt>
                <c:pt idx="4439">
                  <c:v>2.7853704750673773</c:v>
                </c:pt>
                <c:pt idx="4440">
                  <c:v>2.7853704750673773</c:v>
                </c:pt>
                <c:pt idx="4441">
                  <c:v>2.7853704750673773</c:v>
                </c:pt>
                <c:pt idx="4442">
                  <c:v>2.7853704750673773</c:v>
                </c:pt>
                <c:pt idx="4443">
                  <c:v>2.7853704750673773</c:v>
                </c:pt>
                <c:pt idx="4444">
                  <c:v>2.7853704750673773</c:v>
                </c:pt>
                <c:pt idx="4445">
                  <c:v>2.7853704750673773</c:v>
                </c:pt>
                <c:pt idx="4446">
                  <c:v>2.7853704750673773</c:v>
                </c:pt>
                <c:pt idx="4447">
                  <c:v>2.7853704750673773</c:v>
                </c:pt>
                <c:pt idx="4448">
                  <c:v>2.7853704750673773</c:v>
                </c:pt>
                <c:pt idx="4449">
                  <c:v>2.7853704750673773</c:v>
                </c:pt>
                <c:pt idx="4450">
                  <c:v>2.7853704750673773</c:v>
                </c:pt>
                <c:pt idx="4451">
                  <c:v>2.7853704750673773</c:v>
                </c:pt>
                <c:pt idx="4452">
                  <c:v>2.7853704750673773</c:v>
                </c:pt>
                <c:pt idx="4453">
                  <c:v>2.7853704750673773</c:v>
                </c:pt>
                <c:pt idx="4454">
                  <c:v>2.7853704750673773</c:v>
                </c:pt>
                <c:pt idx="4455">
                  <c:v>2.7853704750673773</c:v>
                </c:pt>
                <c:pt idx="4456">
                  <c:v>2.7853704750673773</c:v>
                </c:pt>
                <c:pt idx="4457">
                  <c:v>2.7853704750673773</c:v>
                </c:pt>
                <c:pt idx="4458">
                  <c:v>2.7853704750673773</c:v>
                </c:pt>
                <c:pt idx="4459">
                  <c:v>2.7853704750673773</c:v>
                </c:pt>
                <c:pt idx="4460">
                  <c:v>2.7853704750673773</c:v>
                </c:pt>
                <c:pt idx="4461">
                  <c:v>2.7853704750673773</c:v>
                </c:pt>
                <c:pt idx="4462">
                  <c:v>2.7853704750673773</c:v>
                </c:pt>
                <c:pt idx="4463">
                  <c:v>2.7853704750673773</c:v>
                </c:pt>
                <c:pt idx="4464">
                  <c:v>2.7853704750673773</c:v>
                </c:pt>
                <c:pt idx="4465">
                  <c:v>2.7853704750673773</c:v>
                </c:pt>
                <c:pt idx="4466">
                  <c:v>2.7853704750673773</c:v>
                </c:pt>
                <c:pt idx="4467">
                  <c:v>2.7853704750673773</c:v>
                </c:pt>
                <c:pt idx="4468">
                  <c:v>2.7853704750673773</c:v>
                </c:pt>
                <c:pt idx="4469">
                  <c:v>2.7853704750673773</c:v>
                </c:pt>
                <c:pt idx="4470">
                  <c:v>2.7853704750673773</c:v>
                </c:pt>
                <c:pt idx="4471">
                  <c:v>2.7853704750673773</c:v>
                </c:pt>
                <c:pt idx="4472">
                  <c:v>2.7853704750673773</c:v>
                </c:pt>
                <c:pt idx="4473">
                  <c:v>2.7853704750673773</c:v>
                </c:pt>
                <c:pt idx="4474">
                  <c:v>2.7853704750673773</c:v>
                </c:pt>
                <c:pt idx="4475">
                  <c:v>2.7853704750673773</c:v>
                </c:pt>
                <c:pt idx="4476">
                  <c:v>2.7853704750673773</c:v>
                </c:pt>
                <c:pt idx="4477">
                  <c:v>2.7853704750673773</c:v>
                </c:pt>
                <c:pt idx="4478">
                  <c:v>2.7853704750673773</c:v>
                </c:pt>
                <c:pt idx="4479">
                  <c:v>2.7853704750673773</c:v>
                </c:pt>
                <c:pt idx="4480">
                  <c:v>2.7853704750673773</c:v>
                </c:pt>
                <c:pt idx="4481">
                  <c:v>2.7853704750673773</c:v>
                </c:pt>
                <c:pt idx="4482">
                  <c:v>2.7853704750673773</c:v>
                </c:pt>
                <c:pt idx="4483">
                  <c:v>2.7853704750673773</c:v>
                </c:pt>
                <c:pt idx="4484">
                  <c:v>2.7853704750673773</c:v>
                </c:pt>
                <c:pt idx="4485">
                  <c:v>2.7853704750673773</c:v>
                </c:pt>
                <c:pt idx="4486">
                  <c:v>2.7853704750673773</c:v>
                </c:pt>
                <c:pt idx="4487">
                  <c:v>2.7853704750673773</c:v>
                </c:pt>
                <c:pt idx="4488">
                  <c:v>2.7853704750673773</c:v>
                </c:pt>
                <c:pt idx="4489">
                  <c:v>2.7853704750673773</c:v>
                </c:pt>
                <c:pt idx="4490">
                  <c:v>2.7853704750673773</c:v>
                </c:pt>
                <c:pt idx="4491">
                  <c:v>2.7853704750673773</c:v>
                </c:pt>
                <c:pt idx="4492">
                  <c:v>2.7853704750673773</c:v>
                </c:pt>
                <c:pt idx="4493">
                  <c:v>2.7853704750673773</c:v>
                </c:pt>
                <c:pt idx="4494">
                  <c:v>2.7853704750673773</c:v>
                </c:pt>
                <c:pt idx="4495">
                  <c:v>2.7853704750673773</c:v>
                </c:pt>
                <c:pt idx="4496">
                  <c:v>2.7853704750673773</c:v>
                </c:pt>
                <c:pt idx="4497">
                  <c:v>2.7853704750673773</c:v>
                </c:pt>
                <c:pt idx="4498">
                  <c:v>2.7853704750673773</c:v>
                </c:pt>
                <c:pt idx="4499">
                  <c:v>2.7853704750673773</c:v>
                </c:pt>
                <c:pt idx="4500">
                  <c:v>2.7853704750673773</c:v>
                </c:pt>
                <c:pt idx="4501">
                  <c:v>2.7853704750673773</c:v>
                </c:pt>
                <c:pt idx="4502">
                  <c:v>2.7853704750673773</c:v>
                </c:pt>
                <c:pt idx="4503">
                  <c:v>2.7853704750673773</c:v>
                </c:pt>
                <c:pt idx="4504">
                  <c:v>2.7853704750673773</c:v>
                </c:pt>
                <c:pt idx="4505">
                  <c:v>2.7853704750673773</c:v>
                </c:pt>
                <c:pt idx="4506">
                  <c:v>2.7853704750673773</c:v>
                </c:pt>
                <c:pt idx="4507">
                  <c:v>2.7853704750673773</c:v>
                </c:pt>
                <c:pt idx="4508">
                  <c:v>2.7853704750673773</c:v>
                </c:pt>
                <c:pt idx="4509">
                  <c:v>2.7853704750673773</c:v>
                </c:pt>
                <c:pt idx="4510">
                  <c:v>2.7853704750673773</c:v>
                </c:pt>
                <c:pt idx="4511">
                  <c:v>2.7853704750673773</c:v>
                </c:pt>
                <c:pt idx="4512">
                  <c:v>2.7853704750673773</c:v>
                </c:pt>
                <c:pt idx="4513">
                  <c:v>2.7853704750673773</c:v>
                </c:pt>
                <c:pt idx="4514">
                  <c:v>2.7853704750673773</c:v>
                </c:pt>
                <c:pt idx="4515">
                  <c:v>2.7853704750673773</c:v>
                </c:pt>
                <c:pt idx="4516">
                  <c:v>2.7853704750673773</c:v>
                </c:pt>
                <c:pt idx="4517">
                  <c:v>2.7853704750673773</c:v>
                </c:pt>
                <c:pt idx="4518">
                  <c:v>2.7853704750673773</c:v>
                </c:pt>
                <c:pt idx="4519">
                  <c:v>2.7853704750673773</c:v>
                </c:pt>
                <c:pt idx="4520">
                  <c:v>2.7853704750673773</c:v>
                </c:pt>
                <c:pt idx="4521">
                  <c:v>2.7853704750673773</c:v>
                </c:pt>
                <c:pt idx="4522">
                  <c:v>2.7853704750673773</c:v>
                </c:pt>
                <c:pt idx="4523">
                  <c:v>2.7853704750673773</c:v>
                </c:pt>
                <c:pt idx="4524">
                  <c:v>2.7853704750673773</c:v>
                </c:pt>
                <c:pt idx="4525">
                  <c:v>2.7853704750673773</c:v>
                </c:pt>
                <c:pt idx="4526">
                  <c:v>2.7853704750673773</c:v>
                </c:pt>
                <c:pt idx="4527">
                  <c:v>2.7853704750673773</c:v>
                </c:pt>
                <c:pt idx="4528">
                  <c:v>2.7853704750673773</c:v>
                </c:pt>
                <c:pt idx="4529">
                  <c:v>2.7853704750673773</c:v>
                </c:pt>
                <c:pt idx="4530">
                  <c:v>2.7853704750673773</c:v>
                </c:pt>
                <c:pt idx="4531">
                  <c:v>2.7853704750673773</c:v>
                </c:pt>
                <c:pt idx="4532">
                  <c:v>2.7853704750673773</c:v>
                </c:pt>
                <c:pt idx="4533">
                  <c:v>2.7853704750673773</c:v>
                </c:pt>
                <c:pt idx="4534">
                  <c:v>2.7853704750673773</c:v>
                </c:pt>
                <c:pt idx="4535">
                  <c:v>2.7853704750673773</c:v>
                </c:pt>
                <c:pt idx="4536">
                  <c:v>2.7853704750673773</c:v>
                </c:pt>
                <c:pt idx="4537">
                  <c:v>2.7853704750673773</c:v>
                </c:pt>
                <c:pt idx="4538">
                  <c:v>2.7853704750673773</c:v>
                </c:pt>
                <c:pt idx="4539">
                  <c:v>2.7853704750673773</c:v>
                </c:pt>
                <c:pt idx="4540">
                  <c:v>2.7853704750673773</c:v>
                </c:pt>
                <c:pt idx="4541">
                  <c:v>2.7853704750673773</c:v>
                </c:pt>
                <c:pt idx="4542">
                  <c:v>2.7853704750673773</c:v>
                </c:pt>
                <c:pt idx="4543">
                  <c:v>2.7853704750673773</c:v>
                </c:pt>
                <c:pt idx="4544">
                  <c:v>2.7853704750673773</c:v>
                </c:pt>
                <c:pt idx="4545">
                  <c:v>2.7853704750673773</c:v>
                </c:pt>
                <c:pt idx="4546">
                  <c:v>2.7853704750673773</c:v>
                </c:pt>
                <c:pt idx="4547">
                  <c:v>2.7853704750673773</c:v>
                </c:pt>
                <c:pt idx="4548">
                  <c:v>2.7853704750673773</c:v>
                </c:pt>
                <c:pt idx="4549">
                  <c:v>2.7853704750673773</c:v>
                </c:pt>
                <c:pt idx="4550">
                  <c:v>2.7853704750673773</c:v>
                </c:pt>
                <c:pt idx="4551">
                  <c:v>2.7853704750673773</c:v>
                </c:pt>
                <c:pt idx="4552">
                  <c:v>2.7853704750673773</c:v>
                </c:pt>
                <c:pt idx="4553">
                  <c:v>2.7853704750673773</c:v>
                </c:pt>
                <c:pt idx="4554">
                  <c:v>2.7853704750673773</c:v>
                </c:pt>
                <c:pt idx="4555">
                  <c:v>2.7853704750673773</c:v>
                </c:pt>
                <c:pt idx="4556">
                  <c:v>2.7853704750673773</c:v>
                </c:pt>
                <c:pt idx="4557">
                  <c:v>2.7853704750673773</c:v>
                </c:pt>
                <c:pt idx="4558">
                  <c:v>2.7853704750673773</c:v>
                </c:pt>
                <c:pt idx="4559">
                  <c:v>2.7853704750673773</c:v>
                </c:pt>
                <c:pt idx="4560">
                  <c:v>2.7853704750673773</c:v>
                </c:pt>
                <c:pt idx="4561">
                  <c:v>2.7853704750673773</c:v>
                </c:pt>
                <c:pt idx="4562">
                  <c:v>2.7853704750673773</c:v>
                </c:pt>
                <c:pt idx="4563">
                  <c:v>2.7853704750673773</c:v>
                </c:pt>
                <c:pt idx="4564">
                  <c:v>2.7853704750673773</c:v>
                </c:pt>
                <c:pt idx="4565">
                  <c:v>2.7853704750673773</c:v>
                </c:pt>
                <c:pt idx="4566">
                  <c:v>2.7853704750673773</c:v>
                </c:pt>
                <c:pt idx="4567">
                  <c:v>2.7853704750673773</c:v>
                </c:pt>
                <c:pt idx="4568">
                  <c:v>2.7853704750673773</c:v>
                </c:pt>
                <c:pt idx="4569">
                  <c:v>2.7853704750673773</c:v>
                </c:pt>
                <c:pt idx="4570">
                  <c:v>2.7853704750673773</c:v>
                </c:pt>
                <c:pt idx="4571">
                  <c:v>2.7853704750673773</c:v>
                </c:pt>
                <c:pt idx="4572">
                  <c:v>2.7853704750673773</c:v>
                </c:pt>
                <c:pt idx="4573">
                  <c:v>2.7853704750673773</c:v>
                </c:pt>
                <c:pt idx="4574">
                  <c:v>2.7853704750673773</c:v>
                </c:pt>
                <c:pt idx="4575">
                  <c:v>2.7853704750673773</c:v>
                </c:pt>
                <c:pt idx="4576">
                  <c:v>2.7853704750673773</c:v>
                </c:pt>
                <c:pt idx="4577">
                  <c:v>2.7853704750673773</c:v>
                </c:pt>
                <c:pt idx="4578">
                  <c:v>2.7853704750673773</c:v>
                </c:pt>
                <c:pt idx="4579">
                  <c:v>2.7853704750673773</c:v>
                </c:pt>
                <c:pt idx="4580">
                  <c:v>2.7853704750673773</c:v>
                </c:pt>
                <c:pt idx="4581">
                  <c:v>2.7853704750673773</c:v>
                </c:pt>
                <c:pt idx="4582">
                  <c:v>2.7853704750673773</c:v>
                </c:pt>
                <c:pt idx="4583">
                  <c:v>2.7853704750673773</c:v>
                </c:pt>
                <c:pt idx="4584">
                  <c:v>2.7853704750673773</c:v>
                </c:pt>
                <c:pt idx="4585">
                  <c:v>2.7853704750673773</c:v>
                </c:pt>
                <c:pt idx="4586">
                  <c:v>2.7853704750673773</c:v>
                </c:pt>
                <c:pt idx="4587">
                  <c:v>2.7853704750673773</c:v>
                </c:pt>
                <c:pt idx="4588">
                  <c:v>2.7853704750673773</c:v>
                </c:pt>
                <c:pt idx="4589">
                  <c:v>2.7853704750673773</c:v>
                </c:pt>
                <c:pt idx="4590">
                  <c:v>2.7853704750673773</c:v>
                </c:pt>
                <c:pt idx="4591">
                  <c:v>2.7853704750673773</c:v>
                </c:pt>
                <c:pt idx="4592">
                  <c:v>2.7853704750673773</c:v>
                </c:pt>
                <c:pt idx="4593">
                  <c:v>2.7853704750673773</c:v>
                </c:pt>
                <c:pt idx="4594">
                  <c:v>2.7853704750673773</c:v>
                </c:pt>
                <c:pt idx="4595">
                  <c:v>2.7853704750673773</c:v>
                </c:pt>
                <c:pt idx="4596">
                  <c:v>2.7853704750673773</c:v>
                </c:pt>
                <c:pt idx="4597">
                  <c:v>2.7853704750673773</c:v>
                </c:pt>
                <c:pt idx="4598">
                  <c:v>2.7853704750673773</c:v>
                </c:pt>
                <c:pt idx="4599">
                  <c:v>2.7853704750673773</c:v>
                </c:pt>
                <c:pt idx="4600">
                  <c:v>2.7853704750673773</c:v>
                </c:pt>
                <c:pt idx="4601">
                  <c:v>2.7853704750673773</c:v>
                </c:pt>
                <c:pt idx="4602">
                  <c:v>2.7853704750673773</c:v>
                </c:pt>
                <c:pt idx="4603">
                  <c:v>2.7853704750673773</c:v>
                </c:pt>
                <c:pt idx="4604">
                  <c:v>2.7853704750673773</c:v>
                </c:pt>
                <c:pt idx="4605">
                  <c:v>2.7853704750673773</c:v>
                </c:pt>
                <c:pt idx="4606">
                  <c:v>2.7853704750673773</c:v>
                </c:pt>
                <c:pt idx="4607">
                  <c:v>2.7853704750673773</c:v>
                </c:pt>
                <c:pt idx="4608">
                  <c:v>2.7853704750673773</c:v>
                </c:pt>
                <c:pt idx="4609">
                  <c:v>2.7853704750673773</c:v>
                </c:pt>
                <c:pt idx="4610">
                  <c:v>2.7853704750673773</c:v>
                </c:pt>
                <c:pt idx="4611">
                  <c:v>2.7853704750673773</c:v>
                </c:pt>
                <c:pt idx="4612">
                  <c:v>2.7853704750673773</c:v>
                </c:pt>
                <c:pt idx="4613">
                  <c:v>2.7853704750673773</c:v>
                </c:pt>
                <c:pt idx="4614">
                  <c:v>2.7853704750673773</c:v>
                </c:pt>
                <c:pt idx="4615">
                  <c:v>2.7853704750673773</c:v>
                </c:pt>
                <c:pt idx="4616">
                  <c:v>2.7853704750673773</c:v>
                </c:pt>
                <c:pt idx="4617">
                  <c:v>2.7853704750673773</c:v>
                </c:pt>
                <c:pt idx="4618">
                  <c:v>2.7853704750673773</c:v>
                </c:pt>
                <c:pt idx="4619">
                  <c:v>2.7853704750673773</c:v>
                </c:pt>
                <c:pt idx="4620">
                  <c:v>2.7853704750673773</c:v>
                </c:pt>
                <c:pt idx="4621">
                  <c:v>2.7853704750673773</c:v>
                </c:pt>
                <c:pt idx="4622">
                  <c:v>2.7853704750673773</c:v>
                </c:pt>
                <c:pt idx="4623">
                  <c:v>2.7853704750673773</c:v>
                </c:pt>
                <c:pt idx="4624">
                  <c:v>2.7853704750673773</c:v>
                </c:pt>
                <c:pt idx="4625">
                  <c:v>2.7853704750673773</c:v>
                </c:pt>
                <c:pt idx="4626">
                  <c:v>2.7853704750673773</c:v>
                </c:pt>
                <c:pt idx="4627">
                  <c:v>2.7853704750673773</c:v>
                </c:pt>
                <c:pt idx="4628">
                  <c:v>2.7853704750673773</c:v>
                </c:pt>
                <c:pt idx="4629">
                  <c:v>2.7853704750673773</c:v>
                </c:pt>
                <c:pt idx="4630">
                  <c:v>2.7853704750673773</c:v>
                </c:pt>
                <c:pt idx="4631">
                  <c:v>2.7853704750673773</c:v>
                </c:pt>
                <c:pt idx="4632">
                  <c:v>2.7853704750673773</c:v>
                </c:pt>
                <c:pt idx="4633">
                  <c:v>2.7853704750673773</c:v>
                </c:pt>
                <c:pt idx="4634">
                  <c:v>2.7853704750673773</c:v>
                </c:pt>
                <c:pt idx="4635">
                  <c:v>2.7853704750673773</c:v>
                </c:pt>
                <c:pt idx="4636">
                  <c:v>2.7853704750673773</c:v>
                </c:pt>
                <c:pt idx="4637">
                  <c:v>2.7853704750673773</c:v>
                </c:pt>
                <c:pt idx="4638">
                  <c:v>2.7853704750673773</c:v>
                </c:pt>
                <c:pt idx="4639">
                  <c:v>2.7853704750673773</c:v>
                </c:pt>
                <c:pt idx="4640">
                  <c:v>2.7853704750673773</c:v>
                </c:pt>
                <c:pt idx="4641">
                  <c:v>2.7853704750673773</c:v>
                </c:pt>
                <c:pt idx="4642">
                  <c:v>2.7853704750673773</c:v>
                </c:pt>
                <c:pt idx="4643">
                  <c:v>2.7853704750673773</c:v>
                </c:pt>
                <c:pt idx="4644">
                  <c:v>2.7853704750673773</c:v>
                </c:pt>
                <c:pt idx="4645">
                  <c:v>2.7853704750673773</c:v>
                </c:pt>
                <c:pt idx="4646">
                  <c:v>2.7853704750673773</c:v>
                </c:pt>
                <c:pt idx="4647">
                  <c:v>2.7853704750673773</c:v>
                </c:pt>
                <c:pt idx="4648">
                  <c:v>2.7853704750673773</c:v>
                </c:pt>
                <c:pt idx="4649">
                  <c:v>2.7853704750673773</c:v>
                </c:pt>
                <c:pt idx="4650">
                  <c:v>2.7853704750673773</c:v>
                </c:pt>
                <c:pt idx="4651">
                  <c:v>2.7853704750673773</c:v>
                </c:pt>
                <c:pt idx="4652">
                  <c:v>2.7853704750673773</c:v>
                </c:pt>
                <c:pt idx="4653">
                  <c:v>2.7853704750673773</c:v>
                </c:pt>
                <c:pt idx="4654">
                  <c:v>2.7853704750673773</c:v>
                </c:pt>
                <c:pt idx="4655">
                  <c:v>2.7853704750673773</c:v>
                </c:pt>
                <c:pt idx="4656">
                  <c:v>2.7853704750673773</c:v>
                </c:pt>
                <c:pt idx="4657">
                  <c:v>2.7853704750673773</c:v>
                </c:pt>
                <c:pt idx="4658">
                  <c:v>2.7853704750673773</c:v>
                </c:pt>
                <c:pt idx="4659">
                  <c:v>2.7853704750673773</c:v>
                </c:pt>
                <c:pt idx="4660">
                  <c:v>2.7853704750673773</c:v>
                </c:pt>
                <c:pt idx="4661">
                  <c:v>2.7853704750673773</c:v>
                </c:pt>
                <c:pt idx="4662">
                  <c:v>2.7853704750673773</c:v>
                </c:pt>
                <c:pt idx="4663">
                  <c:v>2.7853704750673773</c:v>
                </c:pt>
                <c:pt idx="4664">
                  <c:v>2.7853704750673773</c:v>
                </c:pt>
                <c:pt idx="4665">
                  <c:v>2.7853704750673773</c:v>
                </c:pt>
                <c:pt idx="4666">
                  <c:v>2.7853704750673773</c:v>
                </c:pt>
                <c:pt idx="4667">
                  <c:v>2.7853704750673773</c:v>
                </c:pt>
                <c:pt idx="4668">
                  <c:v>2.7853704750673773</c:v>
                </c:pt>
                <c:pt idx="4669">
                  <c:v>2.7853704750673773</c:v>
                </c:pt>
                <c:pt idx="4670">
                  <c:v>2.7853704750673773</c:v>
                </c:pt>
                <c:pt idx="4671">
                  <c:v>2.7853704750673773</c:v>
                </c:pt>
                <c:pt idx="4672">
                  <c:v>2.7853704750673773</c:v>
                </c:pt>
                <c:pt idx="4673">
                  <c:v>2.7853704750673773</c:v>
                </c:pt>
                <c:pt idx="4674">
                  <c:v>2.7853704750673773</c:v>
                </c:pt>
                <c:pt idx="4675">
                  <c:v>2.7853704750673773</c:v>
                </c:pt>
                <c:pt idx="4676">
                  <c:v>2.7853704750673773</c:v>
                </c:pt>
                <c:pt idx="4677">
                  <c:v>2.7853704750673773</c:v>
                </c:pt>
                <c:pt idx="4678">
                  <c:v>2.7853704750673773</c:v>
                </c:pt>
                <c:pt idx="4679">
                  <c:v>2.7853704750673773</c:v>
                </c:pt>
                <c:pt idx="4680">
                  <c:v>2.7853704750673773</c:v>
                </c:pt>
                <c:pt idx="4681">
                  <c:v>2.7853704750673773</c:v>
                </c:pt>
                <c:pt idx="4682">
                  <c:v>2.7853704750673773</c:v>
                </c:pt>
                <c:pt idx="4683">
                  <c:v>2.7853704750673773</c:v>
                </c:pt>
                <c:pt idx="4684">
                  <c:v>2.7853704750673773</c:v>
                </c:pt>
                <c:pt idx="4685">
                  <c:v>2.7853704750673773</c:v>
                </c:pt>
                <c:pt idx="4686">
                  <c:v>2.7853704750673773</c:v>
                </c:pt>
                <c:pt idx="4687">
                  <c:v>2.7853704750673773</c:v>
                </c:pt>
                <c:pt idx="4688">
                  <c:v>2.7853704750673773</c:v>
                </c:pt>
                <c:pt idx="4689">
                  <c:v>2.7853704750673773</c:v>
                </c:pt>
                <c:pt idx="4690">
                  <c:v>2.7853704750673773</c:v>
                </c:pt>
                <c:pt idx="4691">
                  <c:v>2.7853704750673773</c:v>
                </c:pt>
                <c:pt idx="4692">
                  <c:v>2.7853704750673773</c:v>
                </c:pt>
                <c:pt idx="4693">
                  <c:v>2.7853704750673773</c:v>
                </c:pt>
                <c:pt idx="4694">
                  <c:v>2.7853704750673773</c:v>
                </c:pt>
                <c:pt idx="4695">
                  <c:v>2.7853704750673773</c:v>
                </c:pt>
                <c:pt idx="4696">
                  <c:v>2.7853704750673773</c:v>
                </c:pt>
                <c:pt idx="4697">
                  <c:v>2.7853704750673773</c:v>
                </c:pt>
                <c:pt idx="4698">
                  <c:v>2.7853704750673773</c:v>
                </c:pt>
                <c:pt idx="4699">
                  <c:v>2.7853704750673773</c:v>
                </c:pt>
                <c:pt idx="4700">
                  <c:v>2.7853704750673773</c:v>
                </c:pt>
                <c:pt idx="4701">
                  <c:v>2.7853704750673773</c:v>
                </c:pt>
                <c:pt idx="4702">
                  <c:v>2.7853704750673773</c:v>
                </c:pt>
                <c:pt idx="4703">
                  <c:v>2.7853704750673773</c:v>
                </c:pt>
                <c:pt idx="4704">
                  <c:v>2.7853704750673773</c:v>
                </c:pt>
                <c:pt idx="4705">
                  <c:v>2.7853704750673773</c:v>
                </c:pt>
                <c:pt idx="4706">
                  <c:v>2.7853704750673773</c:v>
                </c:pt>
                <c:pt idx="4707">
                  <c:v>2.7853704750673773</c:v>
                </c:pt>
                <c:pt idx="4708">
                  <c:v>2.7853704750673773</c:v>
                </c:pt>
                <c:pt idx="4709">
                  <c:v>2.7853704750673773</c:v>
                </c:pt>
                <c:pt idx="4710">
                  <c:v>2.7853704750673773</c:v>
                </c:pt>
                <c:pt idx="4711">
                  <c:v>2.7853704750673773</c:v>
                </c:pt>
                <c:pt idx="4712">
                  <c:v>2.7853704750673773</c:v>
                </c:pt>
                <c:pt idx="4713">
                  <c:v>2.7853704750673773</c:v>
                </c:pt>
                <c:pt idx="4714">
                  <c:v>2.7853704750673773</c:v>
                </c:pt>
                <c:pt idx="4715">
                  <c:v>2.7853704750673773</c:v>
                </c:pt>
                <c:pt idx="4716">
                  <c:v>2.7853704750673773</c:v>
                </c:pt>
                <c:pt idx="4717">
                  <c:v>2.7853704750673773</c:v>
                </c:pt>
                <c:pt idx="4718">
                  <c:v>2.7853704750673773</c:v>
                </c:pt>
                <c:pt idx="4719">
                  <c:v>2.7853704750673773</c:v>
                </c:pt>
                <c:pt idx="4720">
                  <c:v>2.7853704750673773</c:v>
                </c:pt>
                <c:pt idx="4721">
                  <c:v>2.7853704750673773</c:v>
                </c:pt>
                <c:pt idx="4722">
                  <c:v>2.7853704750673773</c:v>
                </c:pt>
                <c:pt idx="4723">
                  <c:v>2.7853704750673773</c:v>
                </c:pt>
                <c:pt idx="4724">
                  <c:v>2.7853704750673773</c:v>
                </c:pt>
                <c:pt idx="4725">
                  <c:v>2.7853704750673773</c:v>
                </c:pt>
                <c:pt idx="4726">
                  <c:v>2.7853704750673773</c:v>
                </c:pt>
                <c:pt idx="4727">
                  <c:v>2.7853704750673773</c:v>
                </c:pt>
                <c:pt idx="4728">
                  <c:v>2.7853704750673773</c:v>
                </c:pt>
                <c:pt idx="4729">
                  <c:v>2.7853704750673773</c:v>
                </c:pt>
                <c:pt idx="4730">
                  <c:v>2.7853704750673773</c:v>
                </c:pt>
                <c:pt idx="4731">
                  <c:v>2.7853704750673773</c:v>
                </c:pt>
                <c:pt idx="4732">
                  <c:v>2.7853704750673773</c:v>
                </c:pt>
                <c:pt idx="4733">
                  <c:v>2.7853704750673773</c:v>
                </c:pt>
                <c:pt idx="4734">
                  <c:v>2.7853704750673773</c:v>
                </c:pt>
                <c:pt idx="4735">
                  <c:v>2.7853704750673773</c:v>
                </c:pt>
                <c:pt idx="4736">
                  <c:v>2.7853704750673773</c:v>
                </c:pt>
                <c:pt idx="4737">
                  <c:v>2.7853704750673773</c:v>
                </c:pt>
                <c:pt idx="4738">
                  <c:v>2.7853704750673773</c:v>
                </c:pt>
                <c:pt idx="4739">
                  <c:v>2.7853704750673773</c:v>
                </c:pt>
                <c:pt idx="4740">
                  <c:v>2.7853704750673773</c:v>
                </c:pt>
                <c:pt idx="4741">
                  <c:v>2.7853704750673773</c:v>
                </c:pt>
                <c:pt idx="4742">
                  <c:v>2.7853704750673773</c:v>
                </c:pt>
                <c:pt idx="4743">
                  <c:v>2.7853704750673773</c:v>
                </c:pt>
                <c:pt idx="4744">
                  <c:v>2.7853704750673773</c:v>
                </c:pt>
                <c:pt idx="4745">
                  <c:v>2.7853704750673773</c:v>
                </c:pt>
                <c:pt idx="4746">
                  <c:v>2.7853704750673773</c:v>
                </c:pt>
                <c:pt idx="4747">
                  <c:v>2.7853704750673773</c:v>
                </c:pt>
                <c:pt idx="4748">
                  <c:v>2.7853704750673773</c:v>
                </c:pt>
                <c:pt idx="4749">
                  <c:v>2.7853704750673773</c:v>
                </c:pt>
                <c:pt idx="4750">
                  <c:v>2.7853704750673773</c:v>
                </c:pt>
                <c:pt idx="4751">
                  <c:v>2.7853704750673773</c:v>
                </c:pt>
                <c:pt idx="4752">
                  <c:v>2.7853704750673773</c:v>
                </c:pt>
                <c:pt idx="4753">
                  <c:v>2.7853704750673773</c:v>
                </c:pt>
                <c:pt idx="4754">
                  <c:v>2.7853704750673773</c:v>
                </c:pt>
                <c:pt idx="4755">
                  <c:v>2.7853704750673773</c:v>
                </c:pt>
                <c:pt idx="4756">
                  <c:v>2.7853704750673773</c:v>
                </c:pt>
                <c:pt idx="4757">
                  <c:v>2.7853704750673773</c:v>
                </c:pt>
                <c:pt idx="4758">
                  <c:v>2.7853704750673773</c:v>
                </c:pt>
                <c:pt idx="4759">
                  <c:v>2.7853704750673773</c:v>
                </c:pt>
                <c:pt idx="4760">
                  <c:v>2.7853704750673773</c:v>
                </c:pt>
                <c:pt idx="4761">
                  <c:v>2.7853704750673773</c:v>
                </c:pt>
                <c:pt idx="4762">
                  <c:v>2.7853704750673773</c:v>
                </c:pt>
                <c:pt idx="4763">
                  <c:v>2.7853704750673773</c:v>
                </c:pt>
                <c:pt idx="4764">
                  <c:v>2.7853704750673773</c:v>
                </c:pt>
                <c:pt idx="4765">
                  <c:v>2.7853704750673773</c:v>
                </c:pt>
                <c:pt idx="4766">
                  <c:v>2.7853704750673773</c:v>
                </c:pt>
                <c:pt idx="4767">
                  <c:v>2.7853704750673773</c:v>
                </c:pt>
                <c:pt idx="4768">
                  <c:v>2.7853704750673773</c:v>
                </c:pt>
                <c:pt idx="4769">
                  <c:v>2.7853704750673773</c:v>
                </c:pt>
                <c:pt idx="4770">
                  <c:v>2.7853704750673773</c:v>
                </c:pt>
                <c:pt idx="4771">
                  <c:v>2.7853704750673773</c:v>
                </c:pt>
                <c:pt idx="4772">
                  <c:v>2.7853704750673773</c:v>
                </c:pt>
                <c:pt idx="4773">
                  <c:v>2.7853704750673773</c:v>
                </c:pt>
                <c:pt idx="4774">
                  <c:v>2.7853704750673773</c:v>
                </c:pt>
                <c:pt idx="4775">
                  <c:v>2.7853704750673773</c:v>
                </c:pt>
                <c:pt idx="4776">
                  <c:v>2.7853704750673773</c:v>
                </c:pt>
                <c:pt idx="4777">
                  <c:v>2.7853704750673773</c:v>
                </c:pt>
                <c:pt idx="4778">
                  <c:v>2.7853704750673773</c:v>
                </c:pt>
                <c:pt idx="4779">
                  <c:v>2.7853704750673773</c:v>
                </c:pt>
                <c:pt idx="4780">
                  <c:v>2.7853704750673773</c:v>
                </c:pt>
                <c:pt idx="4781">
                  <c:v>2.7853704750673773</c:v>
                </c:pt>
                <c:pt idx="4782">
                  <c:v>2.7853704750673773</c:v>
                </c:pt>
                <c:pt idx="4783">
                  <c:v>2.7853704750673773</c:v>
                </c:pt>
                <c:pt idx="4784">
                  <c:v>2.7853704750673773</c:v>
                </c:pt>
                <c:pt idx="4785">
                  <c:v>2.7853704750673773</c:v>
                </c:pt>
                <c:pt idx="4786">
                  <c:v>2.7853704750673773</c:v>
                </c:pt>
                <c:pt idx="4787">
                  <c:v>2.7853704750673773</c:v>
                </c:pt>
                <c:pt idx="4788">
                  <c:v>2.7853704750673773</c:v>
                </c:pt>
                <c:pt idx="4789">
                  <c:v>2.7853704750673773</c:v>
                </c:pt>
                <c:pt idx="4790">
                  <c:v>2.7853704750673773</c:v>
                </c:pt>
                <c:pt idx="4791">
                  <c:v>2.7853704750673773</c:v>
                </c:pt>
                <c:pt idx="4792">
                  <c:v>2.7853704750673773</c:v>
                </c:pt>
                <c:pt idx="4793">
                  <c:v>2.7853704750673773</c:v>
                </c:pt>
                <c:pt idx="4794">
                  <c:v>2.7853704750673773</c:v>
                </c:pt>
                <c:pt idx="4795">
                  <c:v>2.7853704750673773</c:v>
                </c:pt>
                <c:pt idx="4796">
                  <c:v>2.7853704750673773</c:v>
                </c:pt>
                <c:pt idx="4797">
                  <c:v>2.7853704750673773</c:v>
                </c:pt>
                <c:pt idx="4798">
                  <c:v>2.7853704750673773</c:v>
                </c:pt>
                <c:pt idx="4799">
                  <c:v>2.7853704750673773</c:v>
                </c:pt>
                <c:pt idx="4800">
                  <c:v>2.7853704750673773</c:v>
                </c:pt>
                <c:pt idx="4801">
                  <c:v>2.7853704750673773</c:v>
                </c:pt>
                <c:pt idx="4802">
                  <c:v>2.7853704750673773</c:v>
                </c:pt>
                <c:pt idx="4803">
                  <c:v>2.7853704750673773</c:v>
                </c:pt>
                <c:pt idx="4804">
                  <c:v>2.7853704750673773</c:v>
                </c:pt>
                <c:pt idx="4805">
                  <c:v>2.7853704750673773</c:v>
                </c:pt>
                <c:pt idx="4806">
                  <c:v>2.7853704750673773</c:v>
                </c:pt>
                <c:pt idx="4807">
                  <c:v>2.7853704750673773</c:v>
                </c:pt>
                <c:pt idx="4808">
                  <c:v>2.7853704750673773</c:v>
                </c:pt>
                <c:pt idx="4809">
                  <c:v>2.7853704750673773</c:v>
                </c:pt>
                <c:pt idx="4810">
                  <c:v>2.7853704750673773</c:v>
                </c:pt>
                <c:pt idx="4811">
                  <c:v>2.7853704750673773</c:v>
                </c:pt>
                <c:pt idx="4812">
                  <c:v>2.7853704750673773</c:v>
                </c:pt>
                <c:pt idx="4813">
                  <c:v>2.7853704750673773</c:v>
                </c:pt>
                <c:pt idx="4814">
                  <c:v>2.7853704750673773</c:v>
                </c:pt>
                <c:pt idx="4815">
                  <c:v>2.7853704750673773</c:v>
                </c:pt>
                <c:pt idx="4816">
                  <c:v>2.7853704750673773</c:v>
                </c:pt>
                <c:pt idx="4817">
                  <c:v>2.7853704750673773</c:v>
                </c:pt>
                <c:pt idx="4818">
                  <c:v>2.7853704750673773</c:v>
                </c:pt>
                <c:pt idx="4819">
                  <c:v>2.7853704750673773</c:v>
                </c:pt>
                <c:pt idx="4820">
                  <c:v>2.7853704750673773</c:v>
                </c:pt>
                <c:pt idx="4821">
                  <c:v>2.7853704750673773</c:v>
                </c:pt>
                <c:pt idx="4822">
                  <c:v>2.7853704750673773</c:v>
                </c:pt>
                <c:pt idx="4823">
                  <c:v>2.7853704750673773</c:v>
                </c:pt>
                <c:pt idx="4824">
                  <c:v>2.7853704750673773</c:v>
                </c:pt>
                <c:pt idx="4825">
                  <c:v>2.7853704750673773</c:v>
                </c:pt>
                <c:pt idx="4826">
                  <c:v>2.7853704750673773</c:v>
                </c:pt>
                <c:pt idx="4827">
                  <c:v>2.7853704750673773</c:v>
                </c:pt>
                <c:pt idx="4828">
                  <c:v>2.7853704750673773</c:v>
                </c:pt>
                <c:pt idx="4829">
                  <c:v>2.7853704750673773</c:v>
                </c:pt>
                <c:pt idx="4830">
                  <c:v>2.7853704750673773</c:v>
                </c:pt>
                <c:pt idx="4831">
                  <c:v>2.7853704750673773</c:v>
                </c:pt>
                <c:pt idx="4832">
                  <c:v>2.7853704750673773</c:v>
                </c:pt>
                <c:pt idx="4833">
                  <c:v>2.7853704750673773</c:v>
                </c:pt>
                <c:pt idx="4834">
                  <c:v>2.7853704750673773</c:v>
                </c:pt>
                <c:pt idx="4835">
                  <c:v>2.7853704750673773</c:v>
                </c:pt>
                <c:pt idx="4836">
                  <c:v>2.7853704750673773</c:v>
                </c:pt>
                <c:pt idx="4837">
                  <c:v>2.7853704750673773</c:v>
                </c:pt>
                <c:pt idx="4838">
                  <c:v>2.7853704750673773</c:v>
                </c:pt>
                <c:pt idx="4839">
                  <c:v>2.7853704750673773</c:v>
                </c:pt>
                <c:pt idx="4840">
                  <c:v>2.7853704750673773</c:v>
                </c:pt>
                <c:pt idx="4841">
                  <c:v>2.7853704750673773</c:v>
                </c:pt>
                <c:pt idx="4842">
                  <c:v>2.7853704750673773</c:v>
                </c:pt>
                <c:pt idx="4843">
                  <c:v>2.7853704750673773</c:v>
                </c:pt>
                <c:pt idx="4844">
                  <c:v>2.7853704750673773</c:v>
                </c:pt>
                <c:pt idx="4845">
                  <c:v>2.7853704750673773</c:v>
                </c:pt>
                <c:pt idx="4846">
                  <c:v>2.7853704750673773</c:v>
                </c:pt>
                <c:pt idx="4847">
                  <c:v>2.7853704750673773</c:v>
                </c:pt>
                <c:pt idx="4848">
                  <c:v>2.7853704750673773</c:v>
                </c:pt>
                <c:pt idx="4849">
                  <c:v>2.7853704750673773</c:v>
                </c:pt>
                <c:pt idx="4850">
                  <c:v>2.7853704750673773</c:v>
                </c:pt>
                <c:pt idx="4851">
                  <c:v>2.7853704750673773</c:v>
                </c:pt>
                <c:pt idx="4852">
                  <c:v>2.7853704750673773</c:v>
                </c:pt>
                <c:pt idx="4853">
                  <c:v>2.7853704750673773</c:v>
                </c:pt>
                <c:pt idx="4854">
                  <c:v>2.7853704750673773</c:v>
                </c:pt>
                <c:pt idx="4855">
                  <c:v>2.7853704750673773</c:v>
                </c:pt>
                <c:pt idx="4856">
                  <c:v>2.7853704750673773</c:v>
                </c:pt>
                <c:pt idx="4857">
                  <c:v>2.7853704750673773</c:v>
                </c:pt>
                <c:pt idx="4858">
                  <c:v>2.7853704750673773</c:v>
                </c:pt>
                <c:pt idx="4859">
                  <c:v>2.7853704750673773</c:v>
                </c:pt>
                <c:pt idx="4860">
                  <c:v>2.7853704750673773</c:v>
                </c:pt>
                <c:pt idx="4861">
                  <c:v>2.7853704750673773</c:v>
                </c:pt>
                <c:pt idx="4862">
                  <c:v>2.7853704750673773</c:v>
                </c:pt>
                <c:pt idx="4863">
                  <c:v>2.7853704750673773</c:v>
                </c:pt>
                <c:pt idx="4864">
                  <c:v>2.7853704750673773</c:v>
                </c:pt>
                <c:pt idx="4865">
                  <c:v>2.7853704750673773</c:v>
                </c:pt>
                <c:pt idx="4866">
                  <c:v>2.7853704750673773</c:v>
                </c:pt>
                <c:pt idx="4867">
                  <c:v>2.7853704750673773</c:v>
                </c:pt>
                <c:pt idx="4868">
                  <c:v>2.7853704750673773</c:v>
                </c:pt>
                <c:pt idx="4869">
                  <c:v>2.7853704750673773</c:v>
                </c:pt>
                <c:pt idx="4870">
                  <c:v>2.7853704750673773</c:v>
                </c:pt>
                <c:pt idx="4871">
                  <c:v>2.7853704750673773</c:v>
                </c:pt>
                <c:pt idx="4872">
                  <c:v>2.7853704750673773</c:v>
                </c:pt>
                <c:pt idx="4873">
                  <c:v>2.7853704750673773</c:v>
                </c:pt>
                <c:pt idx="4874">
                  <c:v>2.7853704750673773</c:v>
                </c:pt>
                <c:pt idx="4875">
                  <c:v>2.7853704750673773</c:v>
                </c:pt>
                <c:pt idx="4876">
                  <c:v>2.7853704750673773</c:v>
                </c:pt>
                <c:pt idx="4877">
                  <c:v>2.7853704750673773</c:v>
                </c:pt>
                <c:pt idx="4878">
                  <c:v>2.7853704750673773</c:v>
                </c:pt>
                <c:pt idx="4879">
                  <c:v>2.7853704750673773</c:v>
                </c:pt>
                <c:pt idx="4880">
                  <c:v>2.7853704750673773</c:v>
                </c:pt>
                <c:pt idx="4881">
                  <c:v>2.7853704750673773</c:v>
                </c:pt>
                <c:pt idx="4882">
                  <c:v>2.7853704750673773</c:v>
                </c:pt>
                <c:pt idx="4883">
                  <c:v>2.7853704750673773</c:v>
                </c:pt>
                <c:pt idx="4884">
                  <c:v>2.7853704750673773</c:v>
                </c:pt>
                <c:pt idx="4885">
                  <c:v>2.7853704750673773</c:v>
                </c:pt>
                <c:pt idx="4886">
                  <c:v>2.7853704750673773</c:v>
                </c:pt>
                <c:pt idx="4887">
                  <c:v>2.7853704750673773</c:v>
                </c:pt>
                <c:pt idx="4888">
                  <c:v>2.7853704750673773</c:v>
                </c:pt>
                <c:pt idx="4889">
                  <c:v>2.7853704750673773</c:v>
                </c:pt>
                <c:pt idx="4890">
                  <c:v>2.7853704750673773</c:v>
                </c:pt>
                <c:pt idx="4891">
                  <c:v>2.7853704750673773</c:v>
                </c:pt>
                <c:pt idx="4892">
                  <c:v>2.7853704750673773</c:v>
                </c:pt>
                <c:pt idx="4893">
                  <c:v>2.7853704750673773</c:v>
                </c:pt>
                <c:pt idx="4894">
                  <c:v>2.7853704750673773</c:v>
                </c:pt>
                <c:pt idx="4895">
                  <c:v>2.7853704750673773</c:v>
                </c:pt>
                <c:pt idx="4896">
                  <c:v>2.7853704750673773</c:v>
                </c:pt>
                <c:pt idx="4897">
                  <c:v>2.7853704750673773</c:v>
                </c:pt>
                <c:pt idx="4898">
                  <c:v>2.7853704750673773</c:v>
                </c:pt>
                <c:pt idx="4899">
                  <c:v>2.7853704750673773</c:v>
                </c:pt>
                <c:pt idx="4900">
                  <c:v>2.7853704750673773</c:v>
                </c:pt>
                <c:pt idx="4901">
                  <c:v>2.7853704750673773</c:v>
                </c:pt>
                <c:pt idx="4902">
                  <c:v>2.7853704750673773</c:v>
                </c:pt>
                <c:pt idx="4903">
                  <c:v>2.7853704750673773</c:v>
                </c:pt>
                <c:pt idx="4904">
                  <c:v>2.7853704750673773</c:v>
                </c:pt>
                <c:pt idx="4905">
                  <c:v>2.7853704750673773</c:v>
                </c:pt>
                <c:pt idx="4906">
                  <c:v>2.7853704750673773</c:v>
                </c:pt>
                <c:pt idx="4907">
                  <c:v>2.7853704750673773</c:v>
                </c:pt>
                <c:pt idx="4908">
                  <c:v>2.7853704750673773</c:v>
                </c:pt>
                <c:pt idx="4909">
                  <c:v>2.7853704750673773</c:v>
                </c:pt>
                <c:pt idx="4910">
                  <c:v>2.7853704750673773</c:v>
                </c:pt>
                <c:pt idx="4911">
                  <c:v>2.7853704750673773</c:v>
                </c:pt>
                <c:pt idx="4912">
                  <c:v>2.7853704750673773</c:v>
                </c:pt>
                <c:pt idx="4913">
                  <c:v>2.7853704750673773</c:v>
                </c:pt>
                <c:pt idx="4914">
                  <c:v>2.7853704750673773</c:v>
                </c:pt>
                <c:pt idx="4915">
                  <c:v>2.7853704750673773</c:v>
                </c:pt>
                <c:pt idx="4916">
                  <c:v>2.7853704750673773</c:v>
                </c:pt>
                <c:pt idx="4917">
                  <c:v>2.7853704750673773</c:v>
                </c:pt>
                <c:pt idx="4918">
                  <c:v>2.7853704750673773</c:v>
                </c:pt>
                <c:pt idx="4919">
                  <c:v>2.7853704750673773</c:v>
                </c:pt>
                <c:pt idx="4920">
                  <c:v>2.7853704750673773</c:v>
                </c:pt>
                <c:pt idx="4921">
                  <c:v>2.7853704750673773</c:v>
                </c:pt>
                <c:pt idx="4922">
                  <c:v>2.7853704750673773</c:v>
                </c:pt>
                <c:pt idx="4923">
                  <c:v>2.7853704750673773</c:v>
                </c:pt>
                <c:pt idx="4924">
                  <c:v>2.7853704750673773</c:v>
                </c:pt>
                <c:pt idx="4925">
                  <c:v>2.7853704750673773</c:v>
                </c:pt>
                <c:pt idx="4926">
                  <c:v>2.7853704750673773</c:v>
                </c:pt>
                <c:pt idx="4927">
                  <c:v>2.7853704750673773</c:v>
                </c:pt>
                <c:pt idx="4928">
                  <c:v>2.7853704750673773</c:v>
                </c:pt>
                <c:pt idx="4929">
                  <c:v>2.7853704750673773</c:v>
                </c:pt>
                <c:pt idx="4930">
                  <c:v>2.7853704750673773</c:v>
                </c:pt>
                <c:pt idx="4931">
                  <c:v>2.7853704750673773</c:v>
                </c:pt>
                <c:pt idx="4932">
                  <c:v>2.7853704750673773</c:v>
                </c:pt>
                <c:pt idx="4933">
                  <c:v>2.7853704750673773</c:v>
                </c:pt>
                <c:pt idx="4934">
                  <c:v>2.7853704750673773</c:v>
                </c:pt>
                <c:pt idx="4935">
                  <c:v>2.7853704750673773</c:v>
                </c:pt>
                <c:pt idx="4936">
                  <c:v>2.7853704750673773</c:v>
                </c:pt>
                <c:pt idx="4937">
                  <c:v>2.7853704750673773</c:v>
                </c:pt>
                <c:pt idx="4938">
                  <c:v>2.7853704750673773</c:v>
                </c:pt>
                <c:pt idx="4939">
                  <c:v>2.7853704750673773</c:v>
                </c:pt>
                <c:pt idx="4940">
                  <c:v>2.7853704750673773</c:v>
                </c:pt>
                <c:pt idx="4941">
                  <c:v>2.7853704750673773</c:v>
                </c:pt>
                <c:pt idx="4942">
                  <c:v>2.7853704750673773</c:v>
                </c:pt>
                <c:pt idx="4943">
                  <c:v>2.7853704750673773</c:v>
                </c:pt>
                <c:pt idx="4944">
                  <c:v>2.7853704750673773</c:v>
                </c:pt>
                <c:pt idx="4945">
                  <c:v>2.7853704750673773</c:v>
                </c:pt>
                <c:pt idx="4946">
                  <c:v>2.7853704750673773</c:v>
                </c:pt>
                <c:pt idx="4947">
                  <c:v>2.7853704750673773</c:v>
                </c:pt>
                <c:pt idx="4948">
                  <c:v>2.7853704750673773</c:v>
                </c:pt>
                <c:pt idx="4949">
                  <c:v>2.7853704750673773</c:v>
                </c:pt>
                <c:pt idx="4950">
                  <c:v>2.7853704750673773</c:v>
                </c:pt>
                <c:pt idx="4951">
                  <c:v>2.7853704750673773</c:v>
                </c:pt>
                <c:pt idx="4952">
                  <c:v>2.7853704750673773</c:v>
                </c:pt>
                <c:pt idx="4953">
                  <c:v>2.7853704750673773</c:v>
                </c:pt>
                <c:pt idx="4954">
                  <c:v>2.7853704750673773</c:v>
                </c:pt>
                <c:pt idx="4955">
                  <c:v>2.7853704750673773</c:v>
                </c:pt>
                <c:pt idx="4956">
                  <c:v>2.7853704750673773</c:v>
                </c:pt>
                <c:pt idx="4957">
                  <c:v>2.7853704750673773</c:v>
                </c:pt>
                <c:pt idx="4958">
                  <c:v>2.7853704750673773</c:v>
                </c:pt>
                <c:pt idx="4959">
                  <c:v>2.7853704750673773</c:v>
                </c:pt>
                <c:pt idx="4960">
                  <c:v>2.7853704750673773</c:v>
                </c:pt>
                <c:pt idx="4961">
                  <c:v>2.7853704750673773</c:v>
                </c:pt>
                <c:pt idx="4962">
                  <c:v>2.7853704750673773</c:v>
                </c:pt>
                <c:pt idx="4963">
                  <c:v>2.7853704750673773</c:v>
                </c:pt>
                <c:pt idx="4964">
                  <c:v>2.7853704750673773</c:v>
                </c:pt>
                <c:pt idx="4965">
                  <c:v>2.7853704750673773</c:v>
                </c:pt>
                <c:pt idx="4966">
                  <c:v>2.7853704750673773</c:v>
                </c:pt>
                <c:pt idx="4967">
                  <c:v>2.7853704750673773</c:v>
                </c:pt>
                <c:pt idx="4968">
                  <c:v>2.7853704750673773</c:v>
                </c:pt>
                <c:pt idx="4969">
                  <c:v>2.7853704750673773</c:v>
                </c:pt>
                <c:pt idx="4970">
                  <c:v>2.7853704750673773</c:v>
                </c:pt>
                <c:pt idx="4971">
                  <c:v>2.7853704750673773</c:v>
                </c:pt>
                <c:pt idx="4972">
                  <c:v>2.7853704750673773</c:v>
                </c:pt>
                <c:pt idx="4973">
                  <c:v>2.7853704750673773</c:v>
                </c:pt>
                <c:pt idx="4974">
                  <c:v>2.7853704750673773</c:v>
                </c:pt>
                <c:pt idx="4975">
                  <c:v>2.7853704750673773</c:v>
                </c:pt>
                <c:pt idx="4976">
                  <c:v>2.7853704750673773</c:v>
                </c:pt>
                <c:pt idx="4977">
                  <c:v>2.7853704750673773</c:v>
                </c:pt>
                <c:pt idx="4978">
                  <c:v>2.7853704750673773</c:v>
                </c:pt>
                <c:pt idx="4979">
                  <c:v>2.7853704750673773</c:v>
                </c:pt>
                <c:pt idx="4980">
                  <c:v>2.7853704750673773</c:v>
                </c:pt>
                <c:pt idx="4981">
                  <c:v>2.7853704750673773</c:v>
                </c:pt>
                <c:pt idx="4982">
                  <c:v>2.7853704750673773</c:v>
                </c:pt>
                <c:pt idx="4983">
                  <c:v>2.7853704750673773</c:v>
                </c:pt>
                <c:pt idx="4984">
                  <c:v>2.7853704750673773</c:v>
                </c:pt>
                <c:pt idx="4985">
                  <c:v>2.7853704750673773</c:v>
                </c:pt>
                <c:pt idx="4986">
                  <c:v>2.7853704750673773</c:v>
                </c:pt>
                <c:pt idx="4987">
                  <c:v>2.7853704750673773</c:v>
                </c:pt>
                <c:pt idx="4988">
                  <c:v>2.7853704750673773</c:v>
                </c:pt>
                <c:pt idx="4989">
                  <c:v>2.7853704750673773</c:v>
                </c:pt>
                <c:pt idx="4990">
                  <c:v>2.7853704750673773</c:v>
                </c:pt>
                <c:pt idx="4991">
                  <c:v>2.7853704750673773</c:v>
                </c:pt>
                <c:pt idx="4992">
                  <c:v>2.7853704750673773</c:v>
                </c:pt>
                <c:pt idx="4993">
                  <c:v>2.7853704750673773</c:v>
                </c:pt>
                <c:pt idx="4994">
                  <c:v>2.7853704750673773</c:v>
                </c:pt>
                <c:pt idx="4995">
                  <c:v>2.7853704750673773</c:v>
                </c:pt>
                <c:pt idx="4996">
                  <c:v>2.7853704750673773</c:v>
                </c:pt>
                <c:pt idx="4997">
                  <c:v>2.7853704750673773</c:v>
                </c:pt>
                <c:pt idx="4998">
                  <c:v>2.7853704750673773</c:v>
                </c:pt>
                <c:pt idx="4999">
                  <c:v>2.7853704750673773</c:v>
                </c:pt>
                <c:pt idx="5000">
                  <c:v>2.7853704750673773</c:v>
                </c:pt>
                <c:pt idx="5001">
                  <c:v>2.7853704750673773</c:v>
                </c:pt>
                <c:pt idx="5002">
                  <c:v>2.7853704750673773</c:v>
                </c:pt>
                <c:pt idx="5003">
                  <c:v>2.7853704750673773</c:v>
                </c:pt>
                <c:pt idx="5004">
                  <c:v>2.7853704750673773</c:v>
                </c:pt>
                <c:pt idx="5005">
                  <c:v>2.7853704750673773</c:v>
                </c:pt>
                <c:pt idx="5006">
                  <c:v>2.7853704750673773</c:v>
                </c:pt>
                <c:pt idx="5007">
                  <c:v>2.7853704750673773</c:v>
                </c:pt>
                <c:pt idx="5008">
                  <c:v>2.7853704750673773</c:v>
                </c:pt>
                <c:pt idx="5009">
                  <c:v>2.7853704750673773</c:v>
                </c:pt>
                <c:pt idx="5010">
                  <c:v>2.7853704750673773</c:v>
                </c:pt>
                <c:pt idx="5011">
                  <c:v>2.7853704750673773</c:v>
                </c:pt>
                <c:pt idx="5012">
                  <c:v>2.7853704750673773</c:v>
                </c:pt>
                <c:pt idx="5013">
                  <c:v>2.7853704750673773</c:v>
                </c:pt>
                <c:pt idx="5014">
                  <c:v>2.7853704750673773</c:v>
                </c:pt>
                <c:pt idx="5015">
                  <c:v>2.7853704750673773</c:v>
                </c:pt>
                <c:pt idx="5016">
                  <c:v>2.7853704750673773</c:v>
                </c:pt>
                <c:pt idx="5017">
                  <c:v>2.7853704750673773</c:v>
                </c:pt>
                <c:pt idx="5018">
                  <c:v>2.7853704750673773</c:v>
                </c:pt>
                <c:pt idx="5019">
                  <c:v>2.7853704750673773</c:v>
                </c:pt>
                <c:pt idx="5020">
                  <c:v>2.7853704750673773</c:v>
                </c:pt>
                <c:pt idx="5021">
                  <c:v>2.7853704750673773</c:v>
                </c:pt>
                <c:pt idx="5022">
                  <c:v>2.7853704750673773</c:v>
                </c:pt>
                <c:pt idx="5023">
                  <c:v>2.7853704750673773</c:v>
                </c:pt>
                <c:pt idx="5024">
                  <c:v>2.7853704750673773</c:v>
                </c:pt>
                <c:pt idx="5025">
                  <c:v>2.7853704750673773</c:v>
                </c:pt>
                <c:pt idx="5026">
                  <c:v>2.7853704750673773</c:v>
                </c:pt>
                <c:pt idx="5027">
                  <c:v>2.7853704750673773</c:v>
                </c:pt>
                <c:pt idx="5028">
                  <c:v>2.7853704750673773</c:v>
                </c:pt>
                <c:pt idx="5029">
                  <c:v>2.7853704750673773</c:v>
                </c:pt>
                <c:pt idx="5030">
                  <c:v>2.7853704750673773</c:v>
                </c:pt>
                <c:pt idx="5031">
                  <c:v>2.7853704750673773</c:v>
                </c:pt>
                <c:pt idx="5032">
                  <c:v>2.7853704750673773</c:v>
                </c:pt>
                <c:pt idx="5033">
                  <c:v>2.7853704750673773</c:v>
                </c:pt>
                <c:pt idx="5034">
                  <c:v>2.7853704750673773</c:v>
                </c:pt>
                <c:pt idx="5035">
                  <c:v>2.7853704750673773</c:v>
                </c:pt>
                <c:pt idx="5036">
                  <c:v>2.7853704750673773</c:v>
                </c:pt>
                <c:pt idx="5037">
                  <c:v>2.7853704750673773</c:v>
                </c:pt>
                <c:pt idx="5038">
                  <c:v>2.7853704750673773</c:v>
                </c:pt>
                <c:pt idx="5039">
                  <c:v>2.7853704750673773</c:v>
                </c:pt>
                <c:pt idx="5040">
                  <c:v>2.7853704750673773</c:v>
                </c:pt>
                <c:pt idx="5041">
                  <c:v>2.7853704750673773</c:v>
                </c:pt>
                <c:pt idx="5042">
                  <c:v>2.7853704750673773</c:v>
                </c:pt>
                <c:pt idx="5043">
                  <c:v>2.7853704750673773</c:v>
                </c:pt>
                <c:pt idx="5044">
                  <c:v>2.7853704750673773</c:v>
                </c:pt>
                <c:pt idx="5045">
                  <c:v>2.7853704750673773</c:v>
                </c:pt>
                <c:pt idx="5046">
                  <c:v>2.7853704750673773</c:v>
                </c:pt>
                <c:pt idx="5047">
                  <c:v>2.7853704750673773</c:v>
                </c:pt>
                <c:pt idx="5048">
                  <c:v>2.7853704750673773</c:v>
                </c:pt>
                <c:pt idx="5049">
                  <c:v>2.7853704750673773</c:v>
                </c:pt>
                <c:pt idx="5050">
                  <c:v>2.7853704750673773</c:v>
                </c:pt>
                <c:pt idx="5051">
                  <c:v>2.7853704750673773</c:v>
                </c:pt>
                <c:pt idx="5052">
                  <c:v>2.7853704750673773</c:v>
                </c:pt>
                <c:pt idx="5053">
                  <c:v>2.7853704750673773</c:v>
                </c:pt>
                <c:pt idx="5054">
                  <c:v>2.7853704750673773</c:v>
                </c:pt>
                <c:pt idx="5055">
                  <c:v>2.7853704750673773</c:v>
                </c:pt>
                <c:pt idx="5056">
                  <c:v>2.7853704750673773</c:v>
                </c:pt>
                <c:pt idx="5057">
                  <c:v>2.7853704750673773</c:v>
                </c:pt>
                <c:pt idx="5058">
                  <c:v>2.7853704750673773</c:v>
                </c:pt>
                <c:pt idx="5059">
                  <c:v>2.7853704750673773</c:v>
                </c:pt>
                <c:pt idx="5060">
                  <c:v>2.7853704750673773</c:v>
                </c:pt>
                <c:pt idx="5061">
                  <c:v>2.7853704750673773</c:v>
                </c:pt>
                <c:pt idx="5062">
                  <c:v>2.7853704750673773</c:v>
                </c:pt>
                <c:pt idx="5063">
                  <c:v>2.7853704750673773</c:v>
                </c:pt>
                <c:pt idx="5064">
                  <c:v>2.7853704750673773</c:v>
                </c:pt>
                <c:pt idx="5065">
                  <c:v>2.7853704750673773</c:v>
                </c:pt>
                <c:pt idx="5066">
                  <c:v>2.7853704750673773</c:v>
                </c:pt>
                <c:pt idx="5067">
                  <c:v>2.7853704750673773</c:v>
                </c:pt>
                <c:pt idx="5068">
                  <c:v>2.7853704750673773</c:v>
                </c:pt>
                <c:pt idx="5069">
                  <c:v>2.7853704750673773</c:v>
                </c:pt>
                <c:pt idx="5070">
                  <c:v>2.7853704750673773</c:v>
                </c:pt>
                <c:pt idx="5071">
                  <c:v>2.7853704750673773</c:v>
                </c:pt>
                <c:pt idx="5072">
                  <c:v>2.7853704750673773</c:v>
                </c:pt>
                <c:pt idx="5073">
                  <c:v>2.7853704750673773</c:v>
                </c:pt>
                <c:pt idx="5074">
                  <c:v>2.7853704750673773</c:v>
                </c:pt>
                <c:pt idx="5075">
                  <c:v>2.7853704750673773</c:v>
                </c:pt>
                <c:pt idx="5076">
                  <c:v>2.7853704750673773</c:v>
                </c:pt>
                <c:pt idx="5077">
                  <c:v>2.7853704750673773</c:v>
                </c:pt>
                <c:pt idx="5078">
                  <c:v>2.7853704750673773</c:v>
                </c:pt>
                <c:pt idx="5079">
                  <c:v>2.7853704750673773</c:v>
                </c:pt>
                <c:pt idx="5080">
                  <c:v>2.7853704750673773</c:v>
                </c:pt>
                <c:pt idx="5081">
                  <c:v>2.7853704750673773</c:v>
                </c:pt>
                <c:pt idx="5082">
                  <c:v>2.7853704750673773</c:v>
                </c:pt>
                <c:pt idx="5083">
                  <c:v>2.7853704750673773</c:v>
                </c:pt>
                <c:pt idx="5084">
                  <c:v>2.7853704750673773</c:v>
                </c:pt>
                <c:pt idx="5085">
                  <c:v>2.7853704750673773</c:v>
                </c:pt>
                <c:pt idx="5086">
                  <c:v>2.7853704750673773</c:v>
                </c:pt>
                <c:pt idx="5087">
                  <c:v>2.7853704750673773</c:v>
                </c:pt>
                <c:pt idx="5088">
                  <c:v>2.7853704750673773</c:v>
                </c:pt>
                <c:pt idx="5089">
                  <c:v>2.7853704750673773</c:v>
                </c:pt>
                <c:pt idx="5090">
                  <c:v>2.7853704750673773</c:v>
                </c:pt>
                <c:pt idx="5091">
                  <c:v>2.7853704750673773</c:v>
                </c:pt>
                <c:pt idx="5092">
                  <c:v>2.7853704750673773</c:v>
                </c:pt>
                <c:pt idx="5093">
                  <c:v>2.7853704750673773</c:v>
                </c:pt>
                <c:pt idx="5094">
                  <c:v>2.7853704750673773</c:v>
                </c:pt>
                <c:pt idx="5095">
                  <c:v>2.7853704750673773</c:v>
                </c:pt>
                <c:pt idx="5096">
                  <c:v>2.7853704750673773</c:v>
                </c:pt>
                <c:pt idx="5097">
                  <c:v>2.7853704750673773</c:v>
                </c:pt>
                <c:pt idx="5098">
                  <c:v>2.7853704750673773</c:v>
                </c:pt>
                <c:pt idx="5099">
                  <c:v>2.7853704750673773</c:v>
                </c:pt>
                <c:pt idx="5100">
                  <c:v>2.7853704750673773</c:v>
                </c:pt>
                <c:pt idx="5101">
                  <c:v>2.7853704750673773</c:v>
                </c:pt>
                <c:pt idx="5102">
                  <c:v>2.7853704750673773</c:v>
                </c:pt>
                <c:pt idx="5103">
                  <c:v>2.7853704750673773</c:v>
                </c:pt>
                <c:pt idx="5104">
                  <c:v>2.7853704750673773</c:v>
                </c:pt>
                <c:pt idx="5105">
                  <c:v>2.7853704750673773</c:v>
                </c:pt>
                <c:pt idx="5106">
                  <c:v>2.7853704750673773</c:v>
                </c:pt>
                <c:pt idx="5107">
                  <c:v>2.7853704750673773</c:v>
                </c:pt>
                <c:pt idx="5108">
                  <c:v>2.7853704750673773</c:v>
                </c:pt>
                <c:pt idx="5109">
                  <c:v>2.7853704750673773</c:v>
                </c:pt>
                <c:pt idx="5110">
                  <c:v>2.7853704750673773</c:v>
                </c:pt>
                <c:pt idx="5111">
                  <c:v>2.7853704750673773</c:v>
                </c:pt>
                <c:pt idx="5112">
                  <c:v>2.7853704750673773</c:v>
                </c:pt>
                <c:pt idx="5113">
                  <c:v>2.7853704750673773</c:v>
                </c:pt>
                <c:pt idx="5114">
                  <c:v>2.7853704750673773</c:v>
                </c:pt>
                <c:pt idx="5115">
                  <c:v>2.7853704750673773</c:v>
                </c:pt>
                <c:pt idx="5116">
                  <c:v>2.7853704750673773</c:v>
                </c:pt>
                <c:pt idx="5117">
                  <c:v>2.7853704750673773</c:v>
                </c:pt>
                <c:pt idx="5118">
                  <c:v>2.7853704750673773</c:v>
                </c:pt>
                <c:pt idx="5119">
                  <c:v>2.7853704750673773</c:v>
                </c:pt>
                <c:pt idx="5120">
                  <c:v>2.7853704750673773</c:v>
                </c:pt>
                <c:pt idx="5121">
                  <c:v>2.7853704750673773</c:v>
                </c:pt>
                <c:pt idx="5122">
                  <c:v>2.7853704750673773</c:v>
                </c:pt>
                <c:pt idx="5123">
                  <c:v>2.7853704750673773</c:v>
                </c:pt>
                <c:pt idx="5124">
                  <c:v>2.7853704750673773</c:v>
                </c:pt>
                <c:pt idx="5125">
                  <c:v>2.7853704750673773</c:v>
                </c:pt>
                <c:pt idx="5126">
                  <c:v>2.7853704750673773</c:v>
                </c:pt>
                <c:pt idx="5127">
                  <c:v>2.7853704750673773</c:v>
                </c:pt>
                <c:pt idx="5128">
                  <c:v>2.7853704750673773</c:v>
                </c:pt>
                <c:pt idx="5129">
                  <c:v>2.7853704750673773</c:v>
                </c:pt>
                <c:pt idx="5130">
                  <c:v>2.7853704750673773</c:v>
                </c:pt>
                <c:pt idx="5131">
                  <c:v>2.7853704750673773</c:v>
                </c:pt>
                <c:pt idx="5132">
                  <c:v>2.7853704750673773</c:v>
                </c:pt>
                <c:pt idx="5133">
                  <c:v>2.7853704750673773</c:v>
                </c:pt>
                <c:pt idx="5134">
                  <c:v>2.7853704750673773</c:v>
                </c:pt>
                <c:pt idx="5135">
                  <c:v>2.7853704750673773</c:v>
                </c:pt>
                <c:pt idx="5136">
                  <c:v>2.7853704750673773</c:v>
                </c:pt>
                <c:pt idx="5137">
                  <c:v>2.7853704750673773</c:v>
                </c:pt>
                <c:pt idx="5138">
                  <c:v>2.7853704750673773</c:v>
                </c:pt>
                <c:pt idx="5139">
                  <c:v>2.7853704750673773</c:v>
                </c:pt>
                <c:pt idx="5140">
                  <c:v>2.7853704750673773</c:v>
                </c:pt>
                <c:pt idx="5141">
                  <c:v>2.7853704750673773</c:v>
                </c:pt>
                <c:pt idx="5142">
                  <c:v>2.7853704750673773</c:v>
                </c:pt>
                <c:pt idx="5143">
                  <c:v>2.7853704750673773</c:v>
                </c:pt>
                <c:pt idx="5144">
                  <c:v>2.7853704750673773</c:v>
                </c:pt>
                <c:pt idx="5145">
                  <c:v>2.7853704750673773</c:v>
                </c:pt>
                <c:pt idx="5146">
                  <c:v>2.7853704750673773</c:v>
                </c:pt>
                <c:pt idx="5147">
                  <c:v>2.7853704750673773</c:v>
                </c:pt>
                <c:pt idx="5148">
                  <c:v>2.7853704750673773</c:v>
                </c:pt>
                <c:pt idx="5149">
                  <c:v>2.7853704750673773</c:v>
                </c:pt>
                <c:pt idx="5150">
                  <c:v>2.7853704750673773</c:v>
                </c:pt>
                <c:pt idx="5151">
                  <c:v>2.7853704750673773</c:v>
                </c:pt>
                <c:pt idx="5152">
                  <c:v>2.7853704750673773</c:v>
                </c:pt>
                <c:pt idx="5153">
                  <c:v>2.7853704750673773</c:v>
                </c:pt>
                <c:pt idx="5154">
                  <c:v>2.7853704750673773</c:v>
                </c:pt>
                <c:pt idx="5155">
                  <c:v>2.7853704750673773</c:v>
                </c:pt>
                <c:pt idx="5156">
                  <c:v>2.7853704750673773</c:v>
                </c:pt>
                <c:pt idx="5157">
                  <c:v>2.7853704750673773</c:v>
                </c:pt>
                <c:pt idx="5158">
                  <c:v>2.7853704750673773</c:v>
                </c:pt>
                <c:pt idx="5159">
                  <c:v>2.7853704750673773</c:v>
                </c:pt>
                <c:pt idx="5160">
                  <c:v>2.7853704750673773</c:v>
                </c:pt>
                <c:pt idx="5161">
                  <c:v>2.7853704750673773</c:v>
                </c:pt>
                <c:pt idx="5162">
                  <c:v>2.7853704750673773</c:v>
                </c:pt>
                <c:pt idx="5163">
                  <c:v>2.7853704750673773</c:v>
                </c:pt>
                <c:pt idx="5164">
                  <c:v>2.7853704750673773</c:v>
                </c:pt>
                <c:pt idx="5165">
                  <c:v>2.7853704750673773</c:v>
                </c:pt>
                <c:pt idx="5166">
                  <c:v>2.7853704750673773</c:v>
                </c:pt>
                <c:pt idx="5167">
                  <c:v>2.7853704750673773</c:v>
                </c:pt>
                <c:pt idx="5168">
                  <c:v>2.7853704750673773</c:v>
                </c:pt>
                <c:pt idx="5169">
                  <c:v>2.7853704750673773</c:v>
                </c:pt>
                <c:pt idx="5170">
                  <c:v>2.7853704750673773</c:v>
                </c:pt>
                <c:pt idx="5171">
                  <c:v>2.7853704750673773</c:v>
                </c:pt>
                <c:pt idx="5172">
                  <c:v>2.7853704750673773</c:v>
                </c:pt>
                <c:pt idx="5173">
                  <c:v>2.7853704750673773</c:v>
                </c:pt>
                <c:pt idx="5174">
                  <c:v>2.7853704750673773</c:v>
                </c:pt>
                <c:pt idx="5175">
                  <c:v>2.7853704750673773</c:v>
                </c:pt>
                <c:pt idx="5176">
                  <c:v>2.7853704750673773</c:v>
                </c:pt>
                <c:pt idx="5177">
                  <c:v>2.7853704750673773</c:v>
                </c:pt>
                <c:pt idx="5178">
                  <c:v>2.7853704750673773</c:v>
                </c:pt>
                <c:pt idx="5179">
                  <c:v>2.7853704750673773</c:v>
                </c:pt>
                <c:pt idx="5180">
                  <c:v>2.7853704750673773</c:v>
                </c:pt>
                <c:pt idx="5181">
                  <c:v>2.7853704750673773</c:v>
                </c:pt>
                <c:pt idx="5182">
                  <c:v>2.7853704750673773</c:v>
                </c:pt>
                <c:pt idx="5183">
                  <c:v>2.7853704750673773</c:v>
                </c:pt>
                <c:pt idx="5184">
                  <c:v>2.7853704750673773</c:v>
                </c:pt>
                <c:pt idx="5185">
                  <c:v>2.7853704750673773</c:v>
                </c:pt>
                <c:pt idx="5186">
                  <c:v>2.7853704750673773</c:v>
                </c:pt>
                <c:pt idx="5187">
                  <c:v>2.7853704750673773</c:v>
                </c:pt>
                <c:pt idx="5188">
                  <c:v>2.7853704750673773</c:v>
                </c:pt>
                <c:pt idx="5189">
                  <c:v>2.7853704750673773</c:v>
                </c:pt>
                <c:pt idx="5190">
                  <c:v>2.7853704750673773</c:v>
                </c:pt>
                <c:pt idx="5191">
                  <c:v>2.7853704750673773</c:v>
                </c:pt>
                <c:pt idx="5192">
                  <c:v>2.7853704750673773</c:v>
                </c:pt>
                <c:pt idx="5193">
                  <c:v>2.7853704750673773</c:v>
                </c:pt>
                <c:pt idx="5194">
                  <c:v>2.7853704750673773</c:v>
                </c:pt>
                <c:pt idx="5195">
                  <c:v>2.7853704750673773</c:v>
                </c:pt>
                <c:pt idx="5196">
                  <c:v>2.7853704750673773</c:v>
                </c:pt>
                <c:pt idx="5197">
                  <c:v>2.7853704750673773</c:v>
                </c:pt>
                <c:pt idx="5198">
                  <c:v>2.7853704750673773</c:v>
                </c:pt>
                <c:pt idx="5199">
                  <c:v>2.7853704750673773</c:v>
                </c:pt>
                <c:pt idx="5200">
                  <c:v>2.7853704750673773</c:v>
                </c:pt>
                <c:pt idx="5201">
                  <c:v>2.7853704750673773</c:v>
                </c:pt>
                <c:pt idx="5202">
                  <c:v>2.7853704750673773</c:v>
                </c:pt>
                <c:pt idx="5203">
                  <c:v>2.7853704750673773</c:v>
                </c:pt>
                <c:pt idx="5204">
                  <c:v>2.7853704750673773</c:v>
                </c:pt>
                <c:pt idx="5205">
                  <c:v>2.7853704750673773</c:v>
                </c:pt>
                <c:pt idx="5206">
                  <c:v>2.7853704750673773</c:v>
                </c:pt>
                <c:pt idx="5207">
                  <c:v>2.7853704750673773</c:v>
                </c:pt>
                <c:pt idx="5208">
                  <c:v>2.7853704750673773</c:v>
                </c:pt>
                <c:pt idx="5209">
                  <c:v>2.7853704750673773</c:v>
                </c:pt>
                <c:pt idx="5210">
                  <c:v>2.7853704750673773</c:v>
                </c:pt>
                <c:pt idx="5211">
                  <c:v>2.7853704750673773</c:v>
                </c:pt>
                <c:pt idx="5212">
                  <c:v>2.7853704750673773</c:v>
                </c:pt>
                <c:pt idx="5213">
                  <c:v>2.7853704750673773</c:v>
                </c:pt>
                <c:pt idx="5214">
                  <c:v>2.7853704750673773</c:v>
                </c:pt>
                <c:pt idx="5215">
                  <c:v>2.7853704750673773</c:v>
                </c:pt>
                <c:pt idx="5216">
                  <c:v>2.7853704750673773</c:v>
                </c:pt>
                <c:pt idx="5217">
                  <c:v>2.7853704750673773</c:v>
                </c:pt>
                <c:pt idx="5218">
                  <c:v>2.7853704750673773</c:v>
                </c:pt>
                <c:pt idx="5219">
                  <c:v>2.7853704750673773</c:v>
                </c:pt>
                <c:pt idx="5220">
                  <c:v>2.7853704750673773</c:v>
                </c:pt>
                <c:pt idx="5221">
                  <c:v>2.7853704750673773</c:v>
                </c:pt>
                <c:pt idx="5222">
                  <c:v>2.7853704750673773</c:v>
                </c:pt>
                <c:pt idx="5223">
                  <c:v>2.7853704750673773</c:v>
                </c:pt>
                <c:pt idx="5224">
                  <c:v>2.7853704750673773</c:v>
                </c:pt>
                <c:pt idx="5225">
                  <c:v>2.7853704750673773</c:v>
                </c:pt>
                <c:pt idx="5226">
                  <c:v>2.7853704750673773</c:v>
                </c:pt>
                <c:pt idx="5227">
                  <c:v>2.7853704750673773</c:v>
                </c:pt>
                <c:pt idx="5228">
                  <c:v>2.7853704750673773</c:v>
                </c:pt>
                <c:pt idx="5229">
                  <c:v>2.7853704750673773</c:v>
                </c:pt>
                <c:pt idx="5230">
                  <c:v>2.7853704750673773</c:v>
                </c:pt>
                <c:pt idx="5231">
                  <c:v>2.7853704750673773</c:v>
                </c:pt>
                <c:pt idx="5232">
                  <c:v>2.7853704750673773</c:v>
                </c:pt>
                <c:pt idx="5233">
                  <c:v>2.7853704750673773</c:v>
                </c:pt>
                <c:pt idx="5234">
                  <c:v>2.7853704750673773</c:v>
                </c:pt>
                <c:pt idx="5235">
                  <c:v>2.7853704750673773</c:v>
                </c:pt>
                <c:pt idx="5236">
                  <c:v>2.7853704750673773</c:v>
                </c:pt>
                <c:pt idx="5237">
                  <c:v>2.7853704750673773</c:v>
                </c:pt>
                <c:pt idx="5238">
                  <c:v>2.7853704750673773</c:v>
                </c:pt>
                <c:pt idx="5239">
                  <c:v>2.7853704750673773</c:v>
                </c:pt>
                <c:pt idx="5240">
                  <c:v>2.7853704750673773</c:v>
                </c:pt>
                <c:pt idx="5241">
                  <c:v>2.7853704750673773</c:v>
                </c:pt>
                <c:pt idx="5242">
                  <c:v>2.7853704750673773</c:v>
                </c:pt>
                <c:pt idx="5243">
                  <c:v>2.7853704750673773</c:v>
                </c:pt>
                <c:pt idx="5244">
                  <c:v>2.7853704750673773</c:v>
                </c:pt>
                <c:pt idx="5245">
                  <c:v>2.7853704750673773</c:v>
                </c:pt>
                <c:pt idx="5246">
                  <c:v>2.7853704750673773</c:v>
                </c:pt>
                <c:pt idx="5247">
                  <c:v>2.7853704750673773</c:v>
                </c:pt>
                <c:pt idx="5248">
                  <c:v>2.7853704750673773</c:v>
                </c:pt>
                <c:pt idx="5249">
                  <c:v>2.7853704750673773</c:v>
                </c:pt>
                <c:pt idx="5250">
                  <c:v>2.7853704750673773</c:v>
                </c:pt>
                <c:pt idx="5251">
                  <c:v>2.7853704750673773</c:v>
                </c:pt>
                <c:pt idx="5252">
                  <c:v>2.7853704750673773</c:v>
                </c:pt>
                <c:pt idx="5253">
                  <c:v>2.7853704750673773</c:v>
                </c:pt>
                <c:pt idx="5254">
                  <c:v>2.7853704750673773</c:v>
                </c:pt>
                <c:pt idx="5255">
                  <c:v>2.7853704750673773</c:v>
                </c:pt>
                <c:pt idx="5256">
                  <c:v>2.7853704750673773</c:v>
                </c:pt>
                <c:pt idx="5257">
                  <c:v>2.7853704750673773</c:v>
                </c:pt>
                <c:pt idx="5258">
                  <c:v>2.7853704750673773</c:v>
                </c:pt>
                <c:pt idx="5259">
                  <c:v>2.7853704750673773</c:v>
                </c:pt>
                <c:pt idx="5260">
                  <c:v>2.7853704750673773</c:v>
                </c:pt>
                <c:pt idx="5261">
                  <c:v>2.7853704750673773</c:v>
                </c:pt>
                <c:pt idx="5262">
                  <c:v>2.7853704750673773</c:v>
                </c:pt>
                <c:pt idx="5263">
                  <c:v>2.7853704750673773</c:v>
                </c:pt>
                <c:pt idx="5264">
                  <c:v>2.7853704750673773</c:v>
                </c:pt>
                <c:pt idx="5265">
                  <c:v>2.7853704750673773</c:v>
                </c:pt>
                <c:pt idx="5266">
                  <c:v>2.7853704750673773</c:v>
                </c:pt>
                <c:pt idx="5267">
                  <c:v>2.7853704750673773</c:v>
                </c:pt>
                <c:pt idx="5268">
                  <c:v>2.7853704750673773</c:v>
                </c:pt>
                <c:pt idx="5269">
                  <c:v>2.7853704750673773</c:v>
                </c:pt>
                <c:pt idx="5270">
                  <c:v>2.7853704750673773</c:v>
                </c:pt>
                <c:pt idx="5271">
                  <c:v>2.7853704750673773</c:v>
                </c:pt>
                <c:pt idx="5272">
                  <c:v>2.7853704750673773</c:v>
                </c:pt>
                <c:pt idx="5273">
                  <c:v>2.7853704750673773</c:v>
                </c:pt>
                <c:pt idx="5274">
                  <c:v>2.7853704750673773</c:v>
                </c:pt>
                <c:pt idx="5275">
                  <c:v>2.7853704750673773</c:v>
                </c:pt>
                <c:pt idx="5276">
                  <c:v>2.7853704750673773</c:v>
                </c:pt>
                <c:pt idx="5277">
                  <c:v>2.7853704750673773</c:v>
                </c:pt>
                <c:pt idx="5278">
                  <c:v>2.7853704750673773</c:v>
                </c:pt>
                <c:pt idx="5279">
                  <c:v>2.7853704750673773</c:v>
                </c:pt>
                <c:pt idx="5280">
                  <c:v>2.7853704750673773</c:v>
                </c:pt>
                <c:pt idx="5281">
                  <c:v>2.7853704750673773</c:v>
                </c:pt>
                <c:pt idx="5282">
                  <c:v>2.7853704750673773</c:v>
                </c:pt>
                <c:pt idx="5283">
                  <c:v>2.7853704750673773</c:v>
                </c:pt>
                <c:pt idx="5284">
                  <c:v>2.7853704750673773</c:v>
                </c:pt>
                <c:pt idx="5285">
                  <c:v>2.7853704750673773</c:v>
                </c:pt>
                <c:pt idx="5286">
                  <c:v>2.7853704750673773</c:v>
                </c:pt>
                <c:pt idx="5287">
                  <c:v>2.7853704750673773</c:v>
                </c:pt>
                <c:pt idx="5288">
                  <c:v>2.7853704750673773</c:v>
                </c:pt>
                <c:pt idx="5289">
                  <c:v>2.7853704750673773</c:v>
                </c:pt>
                <c:pt idx="5290">
                  <c:v>2.7853704750673773</c:v>
                </c:pt>
                <c:pt idx="5291">
                  <c:v>2.7853704750673773</c:v>
                </c:pt>
                <c:pt idx="5292">
                  <c:v>2.7853704750673773</c:v>
                </c:pt>
                <c:pt idx="5293">
                  <c:v>2.7853704750673773</c:v>
                </c:pt>
                <c:pt idx="5294">
                  <c:v>2.7853704750673773</c:v>
                </c:pt>
                <c:pt idx="5295">
                  <c:v>2.7853704750673773</c:v>
                </c:pt>
                <c:pt idx="5296">
                  <c:v>2.7853704750673773</c:v>
                </c:pt>
                <c:pt idx="5297">
                  <c:v>2.7853704750673773</c:v>
                </c:pt>
                <c:pt idx="5298">
                  <c:v>2.7853704750673773</c:v>
                </c:pt>
                <c:pt idx="5299">
                  <c:v>2.7853704750673773</c:v>
                </c:pt>
                <c:pt idx="5300">
                  <c:v>2.7853704750673773</c:v>
                </c:pt>
                <c:pt idx="5301">
                  <c:v>2.7853704750673773</c:v>
                </c:pt>
                <c:pt idx="5302">
                  <c:v>2.7853704750673773</c:v>
                </c:pt>
                <c:pt idx="5303">
                  <c:v>2.7853704750673773</c:v>
                </c:pt>
                <c:pt idx="5304">
                  <c:v>2.7853704750673773</c:v>
                </c:pt>
                <c:pt idx="5305">
                  <c:v>2.7853704750673773</c:v>
                </c:pt>
                <c:pt idx="5306">
                  <c:v>2.7853704750673773</c:v>
                </c:pt>
                <c:pt idx="5307">
                  <c:v>2.7853704750673773</c:v>
                </c:pt>
                <c:pt idx="5308">
                  <c:v>2.7853704750673773</c:v>
                </c:pt>
                <c:pt idx="5309">
                  <c:v>2.7853704750673773</c:v>
                </c:pt>
                <c:pt idx="5310">
                  <c:v>2.7853704750673773</c:v>
                </c:pt>
                <c:pt idx="5311">
                  <c:v>2.7853704750673773</c:v>
                </c:pt>
                <c:pt idx="5312">
                  <c:v>2.7853704750673773</c:v>
                </c:pt>
                <c:pt idx="5313">
                  <c:v>2.7853704750673773</c:v>
                </c:pt>
                <c:pt idx="5314">
                  <c:v>2.7853704750673773</c:v>
                </c:pt>
                <c:pt idx="5315">
                  <c:v>2.7853704750673773</c:v>
                </c:pt>
                <c:pt idx="5316">
                  <c:v>2.7853704750673773</c:v>
                </c:pt>
                <c:pt idx="5317">
                  <c:v>2.7853704750673773</c:v>
                </c:pt>
                <c:pt idx="5318">
                  <c:v>2.7853704750673773</c:v>
                </c:pt>
                <c:pt idx="5319">
                  <c:v>2.7853704750673773</c:v>
                </c:pt>
                <c:pt idx="5320">
                  <c:v>2.7853704750673773</c:v>
                </c:pt>
                <c:pt idx="5321">
                  <c:v>2.7853704750673773</c:v>
                </c:pt>
                <c:pt idx="5322">
                  <c:v>2.7853704750673773</c:v>
                </c:pt>
                <c:pt idx="5323">
                  <c:v>2.7853704750673773</c:v>
                </c:pt>
                <c:pt idx="5324">
                  <c:v>2.7853704750673773</c:v>
                </c:pt>
                <c:pt idx="5325">
                  <c:v>2.7853704750673773</c:v>
                </c:pt>
                <c:pt idx="5326">
                  <c:v>2.7853704750673773</c:v>
                </c:pt>
                <c:pt idx="5327">
                  <c:v>2.7853704750673773</c:v>
                </c:pt>
                <c:pt idx="5328">
                  <c:v>2.7853704750673773</c:v>
                </c:pt>
                <c:pt idx="5329">
                  <c:v>2.7853704750673773</c:v>
                </c:pt>
                <c:pt idx="5330">
                  <c:v>2.7853704750673773</c:v>
                </c:pt>
                <c:pt idx="5331">
                  <c:v>2.7853704750673773</c:v>
                </c:pt>
                <c:pt idx="5332">
                  <c:v>2.7853704750673773</c:v>
                </c:pt>
                <c:pt idx="5333">
                  <c:v>2.7853704750673773</c:v>
                </c:pt>
                <c:pt idx="5334">
                  <c:v>2.7853704750673773</c:v>
                </c:pt>
                <c:pt idx="5335">
                  <c:v>2.7853704750673773</c:v>
                </c:pt>
                <c:pt idx="5336">
                  <c:v>2.7853704750673773</c:v>
                </c:pt>
                <c:pt idx="5337">
                  <c:v>2.7853704750673773</c:v>
                </c:pt>
                <c:pt idx="5338">
                  <c:v>2.7853704750673773</c:v>
                </c:pt>
                <c:pt idx="5339">
                  <c:v>2.7853704750673773</c:v>
                </c:pt>
                <c:pt idx="5340">
                  <c:v>2.7853704750673773</c:v>
                </c:pt>
                <c:pt idx="5341">
                  <c:v>2.7853704750673773</c:v>
                </c:pt>
                <c:pt idx="5342">
                  <c:v>2.7853704750673773</c:v>
                </c:pt>
                <c:pt idx="5343">
                  <c:v>2.7853704750673773</c:v>
                </c:pt>
                <c:pt idx="5344">
                  <c:v>2.7853704750673773</c:v>
                </c:pt>
                <c:pt idx="5345">
                  <c:v>2.7853704750673773</c:v>
                </c:pt>
                <c:pt idx="5346">
                  <c:v>2.7853704750673773</c:v>
                </c:pt>
                <c:pt idx="5347">
                  <c:v>2.7853704750673773</c:v>
                </c:pt>
                <c:pt idx="5348">
                  <c:v>2.7853704750673773</c:v>
                </c:pt>
                <c:pt idx="5349">
                  <c:v>2.7853704750673773</c:v>
                </c:pt>
                <c:pt idx="5350">
                  <c:v>2.7853704750673773</c:v>
                </c:pt>
                <c:pt idx="5351">
                  <c:v>2.7853704750673773</c:v>
                </c:pt>
                <c:pt idx="5352">
                  <c:v>2.7853704750673773</c:v>
                </c:pt>
                <c:pt idx="5353">
                  <c:v>2.7853704750673773</c:v>
                </c:pt>
                <c:pt idx="5354">
                  <c:v>2.7853704750673773</c:v>
                </c:pt>
                <c:pt idx="5355">
                  <c:v>2.7853704750673773</c:v>
                </c:pt>
                <c:pt idx="5356">
                  <c:v>2.7853704750673773</c:v>
                </c:pt>
                <c:pt idx="5357">
                  <c:v>2.7853704750673773</c:v>
                </c:pt>
                <c:pt idx="5358">
                  <c:v>2.7853704750673773</c:v>
                </c:pt>
                <c:pt idx="5359">
                  <c:v>2.7853704750673773</c:v>
                </c:pt>
                <c:pt idx="5360">
                  <c:v>2.7853704750673773</c:v>
                </c:pt>
                <c:pt idx="5361">
                  <c:v>2.7853704750673773</c:v>
                </c:pt>
                <c:pt idx="5362">
                  <c:v>2.7853704750673773</c:v>
                </c:pt>
                <c:pt idx="5363">
                  <c:v>2.7853704750673773</c:v>
                </c:pt>
                <c:pt idx="5364">
                  <c:v>2.7853704750673773</c:v>
                </c:pt>
                <c:pt idx="5365">
                  <c:v>2.7853704750673773</c:v>
                </c:pt>
                <c:pt idx="5366">
                  <c:v>2.7853704750673773</c:v>
                </c:pt>
                <c:pt idx="5367">
                  <c:v>2.7853704750673773</c:v>
                </c:pt>
                <c:pt idx="5368">
                  <c:v>2.7853704750673773</c:v>
                </c:pt>
                <c:pt idx="5369">
                  <c:v>2.7853704750673773</c:v>
                </c:pt>
                <c:pt idx="5370">
                  <c:v>2.7853704750673773</c:v>
                </c:pt>
                <c:pt idx="5371">
                  <c:v>2.7853704750673773</c:v>
                </c:pt>
                <c:pt idx="5372">
                  <c:v>2.7853704750673773</c:v>
                </c:pt>
                <c:pt idx="5373">
                  <c:v>2.7853704750673773</c:v>
                </c:pt>
                <c:pt idx="5374">
                  <c:v>2.7853704750673773</c:v>
                </c:pt>
                <c:pt idx="5375">
                  <c:v>2.7853704750673773</c:v>
                </c:pt>
                <c:pt idx="5376">
                  <c:v>2.7853704750673773</c:v>
                </c:pt>
                <c:pt idx="5377">
                  <c:v>2.7853704750673773</c:v>
                </c:pt>
                <c:pt idx="5378">
                  <c:v>2.7853704750673773</c:v>
                </c:pt>
                <c:pt idx="5379">
                  <c:v>2.7853704750673773</c:v>
                </c:pt>
                <c:pt idx="5380">
                  <c:v>2.7853704750673773</c:v>
                </c:pt>
                <c:pt idx="5381">
                  <c:v>2.7853704750673773</c:v>
                </c:pt>
                <c:pt idx="5382">
                  <c:v>2.7853704750673773</c:v>
                </c:pt>
                <c:pt idx="5383">
                  <c:v>2.7853704750673773</c:v>
                </c:pt>
                <c:pt idx="5384">
                  <c:v>2.7853704750673773</c:v>
                </c:pt>
                <c:pt idx="5385">
                  <c:v>2.7853704750673773</c:v>
                </c:pt>
                <c:pt idx="5386">
                  <c:v>2.7853704750673773</c:v>
                </c:pt>
                <c:pt idx="5387">
                  <c:v>2.7853704750673773</c:v>
                </c:pt>
                <c:pt idx="5388">
                  <c:v>2.7853704750673773</c:v>
                </c:pt>
                <c:pt idx="5389">
                  <c:v>2.7853704750673773</c:v>
                </c:pt>
                <c:pt idx="5390">
                  <c:v>2.7853704750673773</c:v>
                </c:pt>
                <c:pt idx="5391">
                  <c:v>2.7853704750673773</c:v>
                </c:pt>
                <c:pt idx="5392">
                  <c:v>2.7853704750673773</c:v>
                </c:pt>
                <c:pt idx="5393">
                  <c:v>2.7853704750673773</c:v>
                </c:pt>
                <c:pt idx="5394">
                  <c:v>2.7853704750673773</c:v>
                </c:pt>
                <c:pt idx="5395">
                  <c:v>2.7853704750673773</c:v>
                </c:pt>
                <c:pt idx="5396">
                  <c:v>2.7853704750673773</c:v>
                </c:pt>
                <c:pt idx="5397">
                  <c:v>2.7853704750673773</c:v>
                </c:pt>
                <c:pt idx="5398">
                  <c:v>2.7853704750673773</c:v>
                </c:pt>
                <c:pt idx="5399">
                  <c:v>2.7853704750673773</c:v>
                </c:pt>
                <c:pt idx="5400">
                  <c:v>2.7853704750673773</c:v>
                </c:pt>
                <c:pt idx="5401">
                  <c:v>2.7853704750673773</c:v>
                </c:pt>
                <c:pt idx="5402">
                  <c:v>2.7853704750673773</c:v>
                </c:pt>
                <c:pt idx="5403">
                  <c:v>2.7853704750673773</c:v>
                </c:pt>
                <c:pt idx="5404">
                  <c:v>2.7853704750673773</c:v>
                </c:pt>
                <c:pt idx="5405">
                  <c:v>2.7853704750673773</c:v>
                </c:pt>
                <c:pt idx="5406">
                  <c:v>2.7853704750673773</c:v>
                </c:pt>
                <c:pt idx="5407">
                  <c:v>2.7853704750673773</c:v>
                </c:pt>
                <c:pt idx="5408">
                  <c:v>2.7853704750673773</c:v>
                </c:pt>
                <c:pt idx="5409">
                  <c:v>2.7853704750673773</c:v>
                </c:pt>
                <c:pt idx="5410">
                  <c:v>2.7853704750673773</c:v>
                </c:pt>
                <c:pt idx="5411">
                  <c:v>2.7853704750673773</c:v>
                </c:pt>
                <c:pt idx="5412">
                  <c:v>2.7853704750673773</c:v>
                </c:pt>
                <c:pt idx="5413">
                  <c:v>2.7853704750673773</c:v>
                </c:pt>
                <c:pt idx="5414">
                  <c:v>2.7853704750673773</c:v>
                </c:pt>
                <c:pt idx="5415">
                  <c:v>2.7853704750673773</c:v>
                </c:pt>
                <c:pt idx="5416">
                  <c:v>2.7853704750673773</c:v>
                </c:pt>
                <c:pt idx="5417">
                  <c:v>2.7853704750673773</c:v>
                </c:pt>
                <c:pt idx="5418">
                  <c:v>2.7853704750673773</c:v>
                </c:pt>
                <c:pt idx="5419">
                  <c:v>2.7853704750673773</c:v>
                </c:pt>
                <c:pt idx="5420">
                  <c:v>2.7853704750673773</c:v>
                </c:pt>
                <c:pt idx="5421">
                  <c:v>2.7853704750673773</c:v>
                </c:pt>
                <c:pt idx="5422">
                  <c:v>2.7853704750673773</c:v>
                </c:pt>
                <c:pt idx="5423">
                  <c:v>2.7853704750673773</c:v>
                </c:pt>
                <c:pt idx="5424">
                  <c:v>2.7853704750673773</c:v>
                </c:pt>
                <c:pt idx="5425">
                  <c:v>2.7853704750673773</c:v>
                </c:pt>
                <c:pt idx="5426">
                  <c:v>2.7853704750673773</c:v>
                </c:pt>
                <c:pt idx="5427">
                  <c:v>2.7853704750673773</c:v>
                </c:pt>
                <c:pt idx="5428">
                  <c:v>2.7853704750673773</c:v>
                </c:pt>
                <c:pt idx="5429">
                  <c:v>2.7853704750673773</c:v>
                </c:pt>
                <c:pt idx="5430">
                  <c:v>2.7853704750673773</c:v>
                </c:pt>
                <c:pt idx="5431">
                  <c:v>2.7853704750673773</c:v>
                </c:pt>
                <c:pt idx="5432">
                  <c:v>2.7853704750673773</c:v>
                </c:pt>
                <c:pt idx="5433">
                  <c:v>2.7853704750673773</c:v>
                </c:pt>
                <c:pt idx="5434">
                  <c:v>2.7853704750673773</c:v>
                </c:pt>
                <c:pt idx="5435">
                  <c:v>2.7853704750673773</c:v>
                </c:pt>
                <c:pt idx="5436">
                  <c:v>2.7853704750673773</c:v>
                </c:pt>
                <c:pt idx="5437">
                  <c:v>2.7853704750673773</c:v>
                </c:pt>
                <c:pt idx="5438">
                  <c:v>2.7853704750673773</c:v>
                </c:pt>
                <c:pt idx="5439">
                  <c:v>2.7853704750673773</c:v>
                </c:pt>
                <c:pt idx="5440">
                  <c:v>2.7853704750673773</c:v>
                </c:pt>
                <c:pt idx="5441">
                  <c:v>2.7853704750673773</c:v>
                </c:pt>
                <c:pt idx="5442">
                  <c:v>2.7853704750673773</c:v>
                </c:pt>
                <c:pt idx="5443">
                  <c:v>2.7853704750673773</c:v>
                </c:pt>
                <c:pt idx="5444">
                  <c:v>2.7853704750673773</c:v>
                </c:pt>
                <c:pt idx="5445">
                  <c:v>2.7853704750673773</c:v>
                </c:pt>
                <c:pt idx="5446">
                  <c:v>2.7853704750673773</c:v>
                </c:pt>
                <c:pt idx="5447">
                  <c:v>2.7853704750673773</c:v>
                </c:pt>
                <c:pt idx="5448">
                  <c:v>2.7853704750673773</c:v>
                </c:pt>
                <c:pt idx="5449">
                  <c:v>2.7853704750673773</c:v>
                </c:pt>
                <c:pt idx="5450">
                  <c:v>2.7853704750673773</c:v>
                </c:pt>
                <c:pt idx="5451">
                  <c:v>2.7853704750673773</c:v>
                </c:pt>
                <c:pt idx="5452">
                  <c:v>2.7853704750673773</c:v>
                </c:pt>
                <c:pt idx="5453">
                  <c:v>2.7853704750673773</c:v>
                </c:pt>
                <c:pt idx="5454">
                  <c:v>2.7853704750673773</c:v>
                </c:pt>
                <c:pt idx="5455">
                  <c:v>2.7853704750673773</c:v>
                </c:pt>
                <c:pt idx="5456">
                  <c:v>2.7853704750673773</c:v>
                </c:pt>
                <c:pt idx="5457">
                  <c:v>2.7853704750673773</c:v>
                </c:pt>
                <c:pt idx="5458">
                  <c:v>2.7853704750673773</c:v>
                </c:pt>
                <c:pt idx="5459">
                  <c:v>2.7853704750673773</c:v>
                </c:pt>
                <c:pt idx="5460">
                  <c:v>2.7853704750673773</c:v>
                </c:pt>
                <c:pt idx="5461">
                  <c:v>2.7853704750673773</c:v>
                </c:pt>
                <c:pt idx="5462">
                  <c:v>2.7853704750673773</c:v>
                </c:pt>
                <c:pt idx="5463">
                  <c:v>2.7853704750673773</c:v>
                </c:pt>
                <c:pt idx="5464">
                  <c:v>2.7853704750673773</c:v>
                </c:pt>
                <c:pt idx="5465">
                  <c:v>2.7853704750673773</c:v>
                </c:pt>
                <c:pt idx="5466">
                  <c:v>2.7853704750673773</c:v>
                </c:pt>
                <c:pt idx="5467">
                  <c:v>2.7853704750673773</c:v>
                </c:pt>
                <c:pt idx="5468">
                  <c:v>2.7853704750673773</c:v>
                </c:pt>
                <c:pt idx="5469">
                  <c:v>2.7853704750673773</c:v>
                </c:pt>
                <c:pt idx="5470">
                  <c:v>2.7853704750673773</c:v>
                </c:pt>
                <c:pt idx="5471">
                  <c:v>2.7853704750673773</c:v>
                </c:pt>
                <c:pt idx="5472">
                  <c:v>2.7853704750673773</c:v>
                </c:pt>
                <c:pt idx="5473">
                  <c:v>2.7853704750673773</c:v>
                </c:pt>
                <c:pt idx="5474">
                  <c:v>2.7853704750673773</c:v>
                </c:pt>
                <c:pt idx="5475">
                  <c:v>2.7853704750673773</c:v>
                </c:pt>
                <c:pt idx="5476">
                  <c:v>2.7853704750673773</c:v>
                </c:pt>
                <c:pt idx="5477">
                  <c:v>2.7853704750673773</c:v>
                </c:pt>
                <c:pt idx="5478">
                  <c:v>2.7853704750673773</c:v>
                </c:pt>
                <c:pt idx="5479">
                  <c:v>2.7853704750673773</c:v>
                </c:pt>
                <c:pt idx="5480">
                  <c:v>2.7853704750673773</c:v>
                </c:pt>
                <c:pt idx="5481">
                  <c:v>2.7853704750673773</c:v>
                </c:pt>
                <c:pt idx="5482">
                  <c:v>2.7853704750673773</c:v>
                </c:pt>
                <c:pt idx="5483">
                  <c:v>2.7853704750673773</c:v>
                </c:pt>
                <c:pt idx="5484">
                  <c:v>2.7853704750673773</c:v>
                </c:pt>
                <c:pt idx="5485">
                  <c:v>2.7853704750673773</c:v>
                </c:pt>
                <c:pt idx="5486">
                  <c:v>2.7853704750673773</c:v>
                </c:pt>
                <c:pt idx="5487">
                  <c:v>2.7853704750673773</c:v>
                </c:pt>
                <c:pt idx="5488">
                  <c:v>2.7853704750673773</c:v>
                </c:pt>
                <c:pt idx="5489">
                  <c:v>2.7853704750673773</c:v>
                </c:pt>
                <c:pt idx="5490">
                  <c:v>2.7853704750673773</c:v>
                </c:pt>
                <c:pt idx="5491">
                  <c:v>2.7853704750673773</c:v>
                </c:pt>
                <c:pt idx="5492">
                  <c:v>2.7853704750673773</c:v>
                </c:pt>
                <c:pt idx="5493">
                  <c:v>2.7853704750673773</c:v>
                </c:pt>
                <c:pt idx="5494">
                  <c:v>2.7853704750673773</c:v>
                </c:pt>
                <c:pt idx="5495">
                  <c:v>2.7853704750673773</c:v>
                </c:pt>
                <c:pt idx="5496">
                  <c:v>2.7853704750673773</c:v>
                </c:pt>
                <c:pt idx="5497">
                  <c:v>2.7853704750673773</c:v>
                </c:pt>
                <c:pt idx="5498">
                  <c:v>2.7853704750673773</c:v>
                </c:pt>
                <c:pt idx="5499">
                  <c:v>2.7853704750673773</c:v>
                </c:pt>
                <c:pt idx="5500">
                  <c:v>2.7853704750673773</c:v>
                </c:pt>
                <c:pt idx="5501">
                  <c:v>2.7853704750673773</c:v>
                </c:pt>
                <c:pt idx="5502">
                  <c:v>2.7853704750673773</c:v>
                </c:pt>
                <c:pt idx="5503">
                  <c:v>2.7853704750673773</c:v>
                </c:pt>
                <c:pt idx="5504">
                  <c:v>2.7853704750673773</c:v>
                </c:pt>
                <c:pt idx="5505">
                  <c:v>2.7853704750673773</c:v>
                </c:pt>
                <c:pt idx="5506">
                  <c:v>2.7853704750673773</c:v>
                </c:pt>
                <c:pt idx="5507">
                  <c:v>2.7853704750673773</c:v>
                </c:pt>
                <c:pt idx="5508">
                  <c:v>2.7853704750673773</c:v>
                </c:pt>
                <c:pt idx="5509">
                  <c:v>2.7853704750673773</c:v>
                </c:pt>
                <c:pt idx="5510">
                  <c:v>2.7853704750673773</c:v>
                </c:pt>
                <c:pt idx="5511">
                  <c:v>2.7853704750673773</c:v>
                </c:pt>
                <c:pt idx="5512">
                  <c:v>2.7853704750673773</c:v>
                </c:pt>
                <c:pt idx="5513">
                  <c:v>2.7853704750673773</c:v>
                </c:pt>
                <c:pt idx="5514">
                  <c:v>2.7853704750673773</c:v>
                </c:pt>
                <c:pt idx="5515">
                  <c:v>2.7853704750673773</c:v>
                </c:pt>
                <c:pt idx="5516">
                  <c:v>2.7853704750673773</c:v>
                </c:pt>
                <c:pt idx="5517">
                  <c:v>2.7853704750673773</c:v>
                </c:pt>
                <c:pt idx="5518">
                  <c:v>2.7853704750673773</c:v>
                </c:pt>
                <c:pt idx="5519">
                  <c:v>2.7853704750673773</c:v>
                </c:pt>
                <c:pt idx="5520">
                  <c:v>2.7853704750673773</c:v>
                </c:pt>
                <c:pt idx="5521">
                  <c:v>2.7853704750673773</c:v>
                </c:pt>
                <c:pt idx="5522">
                  <c:v>2.7853704750673773</c:v>
                </c:pt>
                <c:pt idx="5523">
                  <c:v>2.7853704750673773</c:v>
                </c:pt>
                <c:pt idx="5524">
                  <c:v>2.7853704750673773</c:v>
                </c:pt>
                <c:pt idx="5525">
                  <c:v>2.7853704750673773</c:v>
                </c:pt>
                <c:pt idx="5526">
                  <c:v>2.7853704750673773</c:v>
                </c:pt>
                <c:pt idx="5527">
                  <c:v>2.7853704750673773</c:v>
                </c:pt>
                <c:pt idx="5528">
                  <c:v>2.7853704750673773</c:v>
                </c:pt>
                <c:pt idx="5529">
                  <c:v>2.7853704750673773</c:v>
                </c:pt>
                <c:pt idx="5530">
                  <c:v>2.7853704750673773</c:v>
                </c:pt>
                <c:pt idx="5531">
                  <c:v>2.7853704750673773</c:v>
                </c:pt>
                <c:pt idx="5532">
                  <c:v>2.7853704750673773</c:v>
                </c:pt>
                <c:pt idx="5533">
                  <c:v>2.7853704750673773</c:v>
                </c:pt>
                <c:pt idx="5534">
                  <c:v>2.7853704750673773</c:v>
                </c:pt>
                <c:pt idx="5535">
                  <c:v>2.7853704750673773</c:v>
                </c:pt>
                <c:pt idx="5536">
                  <c:v>2.7853704750673773</c:v>
                </c:pt>
                <c:pt idx="5537">
                  <c:v>2.7853704750673773</c:v>
                </c:pt>
                <c:pt idx="5538">
                  <c:v>2.7853704750673773</c:v>
                </c:pt>
                <c:pt idx="5539">
                  <c:v>2.7853704750673773</c:v>
                </c:pt>
                <c:pt idx="5540">
                  <c:v>2.7853704750673773</c:v>
                </c:pt>
                <c:pt idx="5541">
                  <c:v>2.7853704750673773</c:v>
                </c:pt>
                <c:pt idx="5542">
                  <c:v>2.7853704750673773</c:v>
                </c:pt>
                <c:pt idx="5543">
                  <c:v>2.7853704750673773</c:v>
                </c:pt>
                <c:pt idx="5544">
                  <c:v>2.7853704750673773</c:v>
                </c:pt>
                <c:pt idx="5545">
                  <c:v>2.7853704750673773</c:v>
                </c:pt>
                <c:pt idx="5546">
                  <c:v>2.7853704750673773</c:v>
                </c:pt>
                <c:pt idx="5547">
                  <c:v>2.7853704750673773</c:v>
                </c:pt>
                <c:pt idx="5548">
                  <c:v>2.7853704750673773</c:v>
                </c:pt>
                <c:pt idx="5549">
                  <c:v>2.7853704750673773</c:v>
                </c:pt>
                <c:pt idx="5550">
                  <c:v>2.7853704750673773</c:v>
                </c:pt>
                <c:pt idx="5551">
                  <c:v>2.7853704750673773</c:v>
                </c:pt>
                <c:pt idx="5552">
                  <c:v>2.7853704750673773</c:v>
                </c:pt>
                <c:pt idx="5553">
                  <c:v>2.7853704750673773</c:v>
                </c:pt>
                <c:pt idx="5554">
                  <c:v>2.7853704750673773</c:v>
                </c:pt>
                <c:pt idx="5555">
                  <c:v>2.7853704750673773</c:v>
                </c:pt>
                <c:pt idx="5556">
                  <c:v>2.7853704750673773</c:v>
                </c:pt>
                <c:pt idx="5557">
                  <c:v>2.7853704750673773</c:v>
                </c:pt>
                <c:pt idx="5558">
                  <c:v>2.7853704750673773</c:v>
                </c:pt>
                <c:pt idx="5559">
                  <c:v>2.7853704750673773</c:v>
                </c:pt>
                <c:pt idx="5560">
                  <c:v>2.7853704750673773</c:v>
                </c:pt>
                <c:pt idx="5561">
                  <c:v>2.7853704750673773</c:v>
                </c:pt>
                <c:pt idx="5562">
                  <c:v>2.7853704750673773</c:v>
                </c:pt>
                <c:pt idx="5563">
                  <c:v>2.7853704750673773</c:v>
                </c:pt>
                <c:pt idx="5564">
                  <c:v>2.7853704750673773</c:v>
                </c:pt>
                <c:pt idx="5565">
                  <c:v>2.7853704750673773</c:v>
                </c:pt>
                <c:pt idx="5566">
                  <c:v>2.7853704750673773</c:v>
                </c:pt>
                <c:pt idx="5567">
                  <c:v>2.7853704750673773</c:v>
                </c:pt>
                <c:pt idx="5568">
                  <c:v>2.7853704750673773</c:v>
                </c:pt>
                <c:pt idx="5569">
                  <c:v>2.7853704750673773</c:v>
                </c:pt>
                <c:pt idx="5570">
                  <c:v>2.7853704750673773</c:v>
                </c:pt>
                <c:pt idx="5571">
                  <c:v>2.7853704750673773</c:v>
                </c:pt>
                <c:pt idx="5572">
                  <c:v>2.7853704750673773</c:v>
                </c:pt>
                <c:pt idx="5573">
                  <c:v>2.7853704750673773</c:v>
                </c:pt>
                <c:pt idx="5574">
                  <c:v>2.7853704750673773</c:v>
                </c:pt>
                <c:pt idx="5575">
                  <c:v>2.7853704750673773</c:v>
                </c:pt>
                <c:pt idx="5576">
                  <c:v>2.7853704750673773</c:v>
                </c:pt>
                <c:pt idx="5577">
                  <c:v>2.7853704750673773</c:v>
                </c:pt>
                <c:pt idx="5578">
                  <c:v>2.7853704750673773</c:v>
                </c:pt>
                <c:pt idx="5579">
                  <c:v>2.7853704750673773</c:v>
                </c:pt>
                <c:pt idx="5580">
                  <c:v>2.7853704750673773</c:v>
                </c:pt>
                <c:pt idx="5581">
                  <c:v>2.7853704750673773</c:v>
                </c:pt>
                <c:pt idx="5582">
                  <c:v>2.7853704750673773</c:v>
                </c:pt>
                <c:pt idx="5583">
                  <c:v>2.7853704750673773</c:v>
                </c:pt>
                <c:pt idx="5584">
                  <c:v>2.7853704750673773</c:v>
                </c:pt>
                <c:pt idx="5585">
                  <c:v>2.7853704750673773</c:v>
                </c:pt>
                <c:pt idx="5586">
                  <c:v>2.7853704750673773</c:v>
                </c:pt>
                <c:pt idx="5587">
                  <c:v>2.7853704750673773</c:v>
                </c:pt>
                <c:pt idx="5588">
                  <c:v>2.7853704750673773</c:v>
                </c:pt>
                <c:pt idx="5589">
                  <c:v>2.7853704750673773</c:v>
                </c:pt>
                <c:pt idx="5590">
                  <c:v>2.7853704750673773</c:v>
                </c:pt>
                <c:pt idx="5591">
                  <c:v>2.7853704750673773</c:v>
                </c:pt>
                <c:pt idx="5592">
                  <c:v>2.7853704750673773</c:v>
                </c:pt>
                <c:pt idx="5593">
                  <c:v>2.7853704750673773</c:v>
                </c:pt>
                <c:pt idx="5594">
                  <c:v>2.7853704750673773</c:v>
                </c:pt>
                <c:pt idx="5595">
                  <c:v>2.7853704750673773</c:v>
                </c:pt>
                <c:pt idx="5596">
                  <c:v>2.7853704750673773</c:v>
                </c:pt>
                <c:pt idx="5597">
                  <c:v>2.7853704750673773</c:v>
                </c:pt>
                <c:pt idx="5598">
                  <c:v>2.7853704750673773</c:v>
                </c:pt>
                <c:pt idx="5599">
                  <c:v>2.7853704750673773</c:v>
                </c:pt>
                <c:pt idx="5600">
                  <c:v>2.7853704750673773</c:v>
                </c:pt>
                <c:pt idx="5601">
                  <c:v>2.7853704750673773</c:v>
                </c:pt>
                <c:pt idx="5602">
                  <c:v>2.7853704750673773</c:v>
                </c:pt>
                <c:pt idx="5603">
                  <c:v>2.7853704750673773</c:v>
                </c:pt>
                <c:pt idx="5604">
                  <c:v>2.7853704750673773</c:v>
                </c:pt>
                <c:pt idx="5605">
                  <c:v>2.7853704750673773</c:v>
                </c:pt>
                <c:pt idx="5606">
                  <c:v>2.7853704750673773</c:v>
                </c:pt>
                <c:pt idx="5607">
                  <c:v>2.7853704750673773</c:v>
                </c:pt>
                <c:pt idx="5608">
                  <c:v>2.7853704750673773</c:v>
                </c:pt>
                <c:pt idx="5609">
                  <c:v>2.7853704750673773</c:v>
                </c:pt>
                <c:pt idx="5610">
                  <c:v>2.7853704750673773</c:v>
                </c:pt>
                <c:pt idx="5611">
                  <c:v>2.7853704750673773</c:v>
                </c:pt>
                <c:pt idx="5612">
                  <c:v>2.7853704750673773</c:v>
                </c:pt>
                <c:pt idx="5613">
                  <c:v>2.7853704750673773</c:v>
                </c:pt>
                <c:pt idx="5614">
                  <c:v>2.7853704750673773</c:v>
                </c:pt>
                <c:pt idx="5615">
                  <c:v>2.7853704750673773</c:v>
                </c:pt>
                <c:pt idx="5616">
                  <c:v>2.7853704750673773</c:v>
                </c:pt>
                <c:pt idx="5617">
                  <c:v>2.7853704750673773</c:v>
                </c:pt>
                <c:pt idx="5618">
                  <c:v>2.7853704750673773</c:v>
                </c:pt>
                <c:pt idx="5619">
                  <c:v>2.7853704750673773</c:v>
                </c:pt>
                <c:pt idx="5620">
                  <c:v>2.7853704750673773</c:v>
                </c:pt>
                <c:pt idx="5621">
                  <c:v>2.7853704750673773</c:v>
                </c:pt>
                <c:pt idx="5622">
                  <c:v>2.7853704750673773</c:v>
                </c:pt>
                <c:pt idx="5623">
                  <c:v>2.7853704750673773</c:v>
                </c:pt>
                <c:pt idx="5624">
                  <c:v>2.7853704750673773</c:v>
                </c:pt>
                <c:pt idx="5625">
                  <c:v>2.7853704750673773</c:v>
                </c:pt>
                <c:pt idx="5626">
                  <c:v>2.7853704750673773</c:v>
                </c:pt>
                <c:pt idx="5627">
                  <c:v>2.7853704750673773</c:v>
                </c:pt>
                <c:pt idx="5628">
                  <c:v>2.7853704750673773</c:v>
                </c:pt>
                <c:pt idx="5629">
                  <c:v>2.7853704750673773</c:v>
                </c:pt>
                <c:pt idx="5630">
                  <c:v>2.7853704750673773</c:v>
                </c:pt>
                <c:pt idx="5631">
                  <c:v>2.7853704750673773</c:v>
                </c:pt>
                <c:pt idx="5632">
                  <c:v>2.7853704750673773</c:v>
                </c:pt>
                <c:pt idx="5633">
                  <c:v>2.7853704750673773</c:v>
                </c:pt>
                <c:pt idx="5634">
                  <c:v>2.7853704750673773</c:v>
                </c:pt>
                <c:pt idx="5635">
                  <c:v>2.7853704750673773</c:v>
                </c:pt>
                <c:pt idx="5636">
                  <c:v>2.7853704750673773</c:v>
                </c:pt>
                <c:pt idx="5637">
                  <c:v>2.7853704750673773</c:v>
                </c:pt>
                <c:pt idx="5638">
                  <c:v>2.7853704750673773</c:v>
                </c:pt>
                <c:pt idx="5639">
                  <c:v>2.7853704750673773</c:v>
                </c:pt>
                <c:pt idx="5640">
                  <c:v>2.7853704750673773</c:v>
                </c:pt>
                <c:pt idx="5641">
                  <c:v>2.7853704750673773</c:v>
                </c:pt>
                <c:pt idx="5642">
                  <c:v>2.7853704750673773</c:v>
                </c:pt>
                <c:pt idx="5643">
                  <c:v>2.7853704750673773</c:v>
                </c:pt>
                <c:pt idx="5644">
                  <c:v>2.7853704750673773</c:v>
                </c:pt>
                <c:pt idx="5645">
                  <c:v>2.7853704750673773</c:v>
                </c:pt>
                <c:pt idx="5646">
                  <c:v>2.7853704750673773</c:v>
                </c:pt>
                <c:pt idx="5647">
                  <c:v>2.7853704750673773</c:v>
                </c:pt>
                <c:pt idx="5648">
                  <c:v>2.7853704750673773</c:v>
                </c:pt>
                <c:pt idx="5649">
                  <c:v>2.7853704750673773</c:v>
                </c:pt>
                <c:pt idx="5650">
                  <c:v>2.7853704750673773</c:v>
                </c:pt>
                <c:pt idx="5651">
                  <c:v>2.7853704750673773</c:v>
                </c:pt>
                <c:pt idx="5652">
                  <c:v>2.7853704750673773</c:v>
                </c:pt>
                <c:pt idx="5653">
                  <c:v>2.7853704750673773</c:v>
                </c:pt>
                <c:pt idx="5654">
                  <c:v>2.7853704750673773</c:v>
                </c:pt>
                <c:pt idx="5655">
                  <c:v>2.7853704750673773</c:v>
                </c:pt>
                <c:pt idx="5656">
                  <c:v>2.7853704750673773</c:v>
                </c:pt>
                <c:pt idx="5657">
                  <c:v>2.7853704750673773</c:v>
                </c:pt>
                <c:pt idx="5658">
                  <c:v>2.7853704750673773</c:v>
                </c:pt>
                <c:pt idx="5659">
                  <c:v>2.7853704750673773</c:v>
                </c:pt>
                <c:pt idx="5660">
                  <c:v>2.7853704750673773</c:v>
                </c:pt>
                <c:pt idx="5661">
                  <c:v>2.7853704750673773</c:v>
                </c:pt>
                <c:pt idx="5662">
                  <c:v>2.7853704750673773</c:v>
                </c:pt>
                <c:pt idx="5663">
                  <c:v>2.7853704750673773</c:v>
                </c:pt>
                <c:pt idx="5664">
                  <c:v>2.7853704750673773</c:v>
                </c:pt>
                <c:pt idx="5665">
                  <c:v>2.7853704750673773</c:v>
                </c:pt>
                <c:pt idx="5666">
                  <c:v>2.7853704750673773</c:v>
                </c:pt>
                <c:pt idx="5667">
                  <c:v>2.7853704750673773</c:v>
                </c:pt>
                <c:pt idx="5668">
                  <c:v>2.7853704750673773</c:v>
                </c:pt>
                <c:pt idx="5669">
                  <c:v>2.7853704750673773</c:v>
                </c:pt>
                <c:pt idx="5670">
                  <c:v>2.7853704750673773</c:v>
                </c:pt>
                <c:pt idx="5671">
                  <c:v>2.7853704750673773</c:v>
                </c:pt>
                <c:pt idx="5672">
                  <c:v>2.7853704750673773</c:v>
                </c:pt>
                <c:pt idx="5673">
                  <c:v>2.7853704750673773</c:v>
                </c:pt>
                <c:pt idx="5674">
                  <c:v>2.7853704750673773</c:v>
                </c:pt>
                <c:pt idx="5675">
                  <c:v>2.7853704750673773</c:v>
                </c:pt>
                <c:pt idx="5676">
                  <c:v>2.7853704750673773</c:v>
                </c:pt>
                <c:pt idx="5677">
                  <c:v>2.7853704750673773</c:v>
                </c:pt>
                <c:pt idx="5678">
                  <c:v>2.7853704750673773</c:v>
                </c:pt>
                <c:pt idx="5679">
                  <c:v>2.7853704750673773</c:v>
                </c:pt>
                <c:pt idx="5680">
                  <c:v>2.7853704750673773</c:v>
                </c:pt>
                <c:pt idx="5681">
                  <c:v>2.7853704750673773</c:v>
                </c:pt>
                <c:pt idx="5682">
                  <c:v>2.7853704750673773</c:v>
                </c:pt>
                <c:pt idx="5683">
                  <c:v>2.7853704750673773</c:v>
                </c:pt>
                <c:pt idx="5684">
                  <c:v>2.7853704750673773</c:v>
                </c:pt>
                <c:pt idx="5685">
                  <c:v>2.7853704750673773</c:v>
                </c:pt>
                <c:pt idx="5686">
                  <c:v>2.7853704750673773</c:v>
                </c:pt>
                <c:pt idx="5687">
                  <c:v>2.7853704750673773</c:v>
                </c:pt>
                <c:pt idx="5688">
                  <c:v>2.7853704750673773</c:v>
                </c:pt>
                <c:pt idx="5689">
                  <c:v>2.7853704750673773</c:v>
                </c:pt>
                <c:pt idx="5690">
                  <c:v>2.7853704750673773</c:v>
                </c:pt>
                <c:pt idx="5691">
                  <c:v>2.7853704750673773</c:v>
                </c:pt>
                <c:pt idx="5692">
                  <c:v>2.7853704750673773</c:v>
                </c:pt>
                <c:pt idx="5693">
                  <c:v>2.7853704750673773</c:v>
                </c:pt>
                <c:pt idx="5694">
                  <c:v>2.7853704750673773</c:v>
                </c:pt>
                <c:pt idx="5695">
                  <c:v>2.7853704750673773</c:v>
                </c:pt>
                <c:pt idx="5696">
                  <c:v>2.7853704750673773</c:v>
                </c:pt>
                <c:pt idx="5697">
                  <c:v>2.7853704750673773</c:v>
                </c:pt>
                <c:pt idx="5698">
                  <c:v>2.7853704750673773</c:v>
                </c:pt>
                <c:pt idx="5699">
                  <c:v>2.7853704750673773</c:v>
                </c:pt>
                <c:pt idx="5700">
                  <c:v>2.7853704750673773</c:v>
                </c:pt>
                <c:pt idx="5701">
                  <c:v>2.7853704750673773</c:v>
                </c:pt>
                <c:pt idx="5702">
                  <c:v>2.7853704750673773</c:v>
                </c:pt>
                <c:pt idx="5703">
                  <c:v>2.7853704750673773</c:v>
                </c:pt>
                <c:pt idx="5704">
                  <c:v>2.7853704750673773</c:v>
                </c:pt>
                <c:pt idx="5705">
                  <c:v>2.7853704750673773</c:v>
                </c:pt>
                <c:pt idx="5706">
                  <c:v>2.7853704750673773</c:v>
                </c:pt>
                <c:pt idx="5707">
                  <c:v>2.7853704750673773</c:v>
                </c:pt>
                <c:pt idx="5708">
                  <c:v>2.7853704750673773</c:v>
                </c:pt>
                <c:pt idx="5709">
                  <c:v>2.7853704750673773</c:v>
                </c:pt>
                <c:pt idx="5710">
                  <c:v>2.7853704750673773</c:v>
                </c:pt>
                <c:pt idx="5711">
                  <c:v>2.7853704750673773</c:v>
                </c:pt>
                <c:pt idx="5712">
                  <c:v>2.7853704750673773</c:v>
                </c:pt>
                <c:pt idx="5713">
                  <c:v>2.7853704750673773</c:v>
                </c:pt>
                <c:pt idx="5714">
                  <c:v>2.7853704750673773</c:v>
                </c:pt>
                <c:pt idx="5715">
                  <c:v>2.7853704750673773</c:v>
                </c:pt>
                <c:pt idx="5716">
                  <c:v>2.7853704750673773</c:v>
                </c:pt>
                <c:pt idx="5717">
                  <c:v>2.7853704750673773</c:v>
                </c:pt>
                <c:pt idx="5718">
                  <c:v>2.7853704750673773</c:v>
                </c:pt>
                <c:pt idx="5719">
                  <c:v>2.7853704750673773</c:v>
                </c:pt>
                <c:pt idx="5720">
                  <c:v>2.7853704750673773</c:v>
                </c:pt>
                <c:pt idx="5721">
                  <c:v>2.7853704750673773</c:v>
                </c:pt>
                <c:pt idx="5722">
                  <c:v>2.7853704750673773</c:v>
                </c:pt>
                <c:pt idx="5723">
                  <c:v>2.7853704750673773</c:v>
                </c:pt>
                <c:pt idx="5724">
                  <c:v>2.7853704750673773</c:v>
                </c:pt>
                <c:pt idx="5725">
                  <c:v>2.7853704750673773</c:v>
                </c:pt>
                <c:pt idx="5726">
                  <c:v>2.7853704750673773</c:v>
                </c:pt>
                <c:pt idx="5727">
                  <c:v>2.7853704750673773</c:v>
                </c:pt>
                <c:pt idx="5728">
                  <c:v>2.7853704750673773</c:v>
                </c:pt>
                <c:pt idx="5729">
                  <c:v>2.7853704750673773</c:v>
                </c:pt>
                <c:pt idx="5730">
                  <c:v>2.7853704750673773</c:v>
                </c:pt>
                <c:pt idx="5731">
                  <c:v>2.7853704750673773</c:v>
                </c:pt>
                <c:pt idx="5732">
                  <c:v>2.7853704750673773</c:v>
                </c:pt>
                <c:pt idx="5733">
                  <c:v>2.7853704750673773</c:v>
                </c:pt>
                <c:pt idx="5734">
                  <c:v>2.7853704750673773</c:v>
                </c:pt>
                <c:pt idx="5735">
                  <c:v>2.7853704750673773</c:v>
                </c:pt>
                <c:pt idx="5736">
                  <c:v>2.7853704750673773</c:v>
                </c:pt>
                <c:pt idx="5737">
                  <c:v>2.7853704750673773</c:v>
                </c:pt>
                <c:pt idx="5738">
                  <c:v>2.7853704750673773</c:v>
                </c:pt>
                <c:pt idx="5739">
                  <c:v>2.7853704750673773</c:v>
                </c:pt>
                <c:pt idx="5740">
                  <c:v>2.7853704750673773</c:v>
                </c:pt>
                <c:pt idx="5741">
                  <c:v>2.7853704750673773</c:v>
                </c:pt>
                <c:pt idx="5742">
                  <c:v>2.7853704750673773</c:v>
                </c:pt>
                <c:pt idx="5743">
                  <c:v>2.7853704750673773</c:v>
                </c:pt>
                <c:pt idx="5744">
                  <c:v>2.7853704750673773</c:v>
                </c:pt>
                <c:pt idx="5745">
                  <c:v>2.7853704750673773</c:v>
                </c:pt>
                <c:pt idx="5746">
                  <c:v>2.7853704750673773</c:v>
                </c:pt>
                <c:pt idx="5747">
                  <c:v>2.7853704750673773</c:v>
                </c:pt>
                <c:pt idx="5748">
                  <c:v>2.7853704750673773</c:v>
                </c:pt>
                <c:pt idx="5749">
                  <c:v>2.7853704750673773</c:v>
                </c:pt>
                <c:pt idx="5750">
                  <c:v>2.7853704750673773</c:v>
                </c:pt>
                <c:pt idx="5751">
                  <c:v>2.7853704750673773</c:v>
                </c:pt>
                <c:pt idx="5752">
                  <c:v>2.7853704750673773</c:v>
                </c:pt>
                <c:pt idx="5753">
                  <c:v>2.7853704750673773</c:v>
                </c:pt>
                <c:pt idx="5754">
                  <c:v>2.7853704750673773</c:v>
                </c:pt>
                <c:pt idx="5755">
                  <c:v>2.7853704750673773</c:v>
                </c:pt>
                <c:pt idx="5756">
                  <c:v>2.7853704750673773</c:v>
                </c:pt>
                <c:pt idx="5757">
                  <c:v>2.7853704750673773</c:v>
                </c:pt>
                <c:pt idx="5758">
                  <c:v>2.7853704750673773</c:v>
                </c:pt>
                <c:pt idx="5759">
                  <c:v>2.7853704750673773</c:v>
                </c:pt>
                <c:pt idx="5760">
                  <c:v>2.7853704750673773</c:v>
                </c:pt>
                <c:pt idx="5761">
                  <c:v>2.7853704750673773</c:v>
                </c:pt>
                <c:pt idx="5762">
                  <c:v>2.7853704750673773</c:v>
                </c:pt>
                <c:pt idx="5763">
                  <c:v>2.7853704750673773</c:v>
                </c:pt>
                <c:pt idx="5764">
                  <c:v>2.7853704750673773</c:v>
                </c:pt>
                <c:pt idx="5765">
                  <c:v>2.7853704750673773</c:v>
                </c:pt>
                <c:pt idx="5766">
                  <c:v>2.7853704750673773</c:v>
                </c:pt>
                <c:pt idx="5767">
                  <c:v>2.7853704750673773</c:v>
                </c:pt>
                <c:pt idx="5768">
                  <c:v>2.7853704750673773</c:v>
                </c:pt>
                <c:pt idx="5769">
                  <c:v>2.7853704750673773</c:v>
                </c:pt>
                <c:pt idx="5770">
                  <c:v>2.7853704750673773</c:v>
                </c:pt>
                <c:pt idx="5771">
                  <c:v>2.7853704750673773</c:v>
                </c:pt>
                <c:pt idx="5772">
                  <c:v>2.7853704750673773</c:v>
                </c:pt>
                <c:pt idx="5773">
                  <c:v>2.7853704750673773</c:v>
                </c:pt>
                <c:pt idx="5774">
                  <c:v>2.7853704750673773</c:v>
                </c:pt>
                <c:pt idx="5775">
                  <c:v>2.7853704750673773</c:v>
                </c:pt>
                <c:pt idx="5776">
                  <c:v>2.7853704750673773</c:v>
                </c:pt>
                <c:pt idx="5777">
                  <c:v>2.7853704750673773</c:v>
                </c:pt>
                <c:pt idx="5778">
                  <c:v>2.7853704750673773</c:v>
                </c:pt>
                <c:pt idx="5779">
                  <c:v>2.7853704750673773</c:v>
                </c:pt>
                <c:pt idx="5780">
                  <c:v>2.7853704750673773</c:v>
                </c:pt>
                <c:pt idx="5781">
                  <c:v>2.7853704750673773</c:v>
                </c:pt>
                <c:pt idx="5782">
                  <c:v>2.7853704750673773</c:v>
                </c:pt>
                <c:pt idx="5783">
                  <c:v>2.7853704750673773</c:v>
                </c:pt>
                <c:pt idx="5784">
                  <c:v>2.7853704750673773</c:v>
                </c:pt>
                <c:pt idx="5785">
                  <c:v>2.7853704750673773</c:v>
                </c:pt>
                <c:pt idx="5786">
                  <c:v>2.7853704750673773</c:v>
                </c:pt>
                <c:pt idx="5787">
                  <c:v>2.7853704750673773</c:v>
                </c:pt>
                <c:pt idx="5788">
                  <c:v>2.7853704750673773</c:v>
                </c:pt>
                <c:pt idx="5789">
                  <c:v>2.7853704750673773</c:v>
                </c:pt>
                <c:pt idx="5790">
                  <c:v>2.7853704750673773</c:v>
                </c:pt>
                <c:pt idx="5791">
                  <c:v>2.7853704750673773</c:v>
                </c:pt>
                <c:pt idx="5792">
                  <c:v>2.7853704750673773</c:v>
                </c:pt>
                <c:pt idx="5793">
                  <c:v>2.7853704750673773</c:v>
                </c:pt>
                <c:pt idx="5794">
                  <c:v>2.7853704750673773</c:v>
                </c:pt>
                <c:pt idx="5795">
                  <c:v>2.7853704750673773</c:v>
                </c:pt>
                <c:pt idx="5796">
                  <c:v>2.7853704750673773</c:v>
                </c:pt>
                <c:pt idx="5797">
                  <c:v>2.7853704750673773</c:v>
                </c:pt>
                <c:pt idx="5798">
                  <c:v>2.7853704750673773</c:v>
                </c:pt>
                <c:pt idx="5799">
                  <c:v>2.7853704750673773</c:v>
                </c:pt>
                <c:pt idx="5800">
                  <c:v>2.7853704750673773</c:v>
                </c:pt>
                <c:pt idx="5801">
                  <c:v>2.7853704750673773</c:v>
                </c:pt>
                <c:pt idx="5802">
                  <c:v>2.7853704750673773</c:v>
                </c:pt>
                <c:pt idx="5803">
                  <c:v>2.7853704750673773</c:v>
                </c:pt>
                <c:pt idx="5804">
                  <c:v>2.7853704750673773</c:v>
                </c:pt>
                <c:pt idx="5805">
                  <c:v>2.7853704750673773</c:v>
                </c:pt>
                <c:pt idx="5806">
                  <c:v>2.7853704750673773</c:v>
                </c:pt>
                <c:pt idx="5807">
                  <c:v>2.7853704750673773</c:v>
                </c:pt>
                <c:pt idx="5808">
                  <c:v>2.7853704750673773</c:v>
                </c:pt>
                <c:pt idx="5809">
                  <c:v>2.7853704750673773</c:v>
                </c:pt>
                <c:pt idx="5810">
                  <c:v>2.7853704750673773</c:v>
                </c:pt>
                <c:pt idx="5811">
                  <c:v>2.7853704750673773</c:v>
                </c:pt>
                <c:pt idx="5812">
                  <c:v>2.7853704750673773</c:v>
                </c:pt>
                <c:pt idx="5813">
                  <c:v>2.7853704750673773</c:v>
                </c:pt>
                <c:pt idx="5814">
                  <c:v>2.7853704750673773</c:v>
                </c:pt>
                <c:pt idx="5815">
                  <c:v>2.7853704750673773</c:v>
                </c:pt>
                <c:pt idx="5816">
                  <c:v>2.7853704750673773</c:v>
                </c:pt>
                <c:pt idx="5817">
                  <c:v>2.7853704750673773</c:v>
                </c:pt>
                <c:pt idx="5818">
                  <c:v>2.7853704750673773</c:v>
                </c:pt>
                <c:pt idx="5819">
                  <c:v>2.7853704750673773</c:v>
                </c:pt>
                <c:pt idx="5820">
                  <c:v>2.7853704750673773</c:v>
                </c:pt>
                <c:pt idx="5821">
                  <c:v>2.7853704750673773</c:v>
                </c:pt>
                <c:pt idx="5822">
                  <c:v>2.7853704750673773</c:v>
                </c:pt>
                <c:pt idx="5823">
                  <c:v>2.7853704750673773</c:v>
                </c:pt>
                <c:pt idx="5824">
                  <c:v>2.7853704750673773</c:v>
                </c:pt>
                <c:pt idx="5825">
                  <c:v>2.7853704750673773</c:v>
                </c:pt>
                <c:pt idx="5826">
                  <c:v>2.7853704750673773</c:v>
                </c:pt>
                <c:pt idx="5827">
                  <c:v>2.7853704750673773</c:v>
                </c:pt>
                <c:pt idx="5828">
                  <c:v>2.7853704750673773</c:v>
                </c:pt>
                <c:pt idx="5829">
                  <c:v>2.7853704750673773</c:v>
                </c:pt>
                <c:pt idx="5830">
                  <c:v>2.7853704750673773</c:v>
                </c:pt>
                <c:pt idx="5831">
                  <c:v>2.7853704750673773</c:v>
                </c:pt>
                <c:pt idx="5832">
                  <c:v>2.7853704750673773</c:v>
                </c:pt>
                <c:pt idx="5833">
                  <c:v>2.7853704750673773</c:v>
                </c:pt>
                <c:pt idx="5834">
                  <c:v>2.7853704750673773</c:v>
                </c:pt>
                <c:pt idx="5835">
                  <c:v>2.7853704750673773</c:v>
                </c:pt>
                <c:pt idx="5836">
                  <c:v>2.7853704750673773</c:v>
                </c:pt>
                <c:pt idx="5837">
                  <c:v>2.7853704750673773</c:v>
                </c:pt>
                <c:pt idx="5838">
                  <c:v>2.7853704750673773</c:v>
                </c:pt>
                <c:pt idx="5839">
                  <c:v>2.7853704750673773</c:v>
                </c:pt>
                <c:pt idx="5840">
                  <c:v>2.7853704750673773</c:v>
                </c:pt>
                <c:pt idx="5841">
                  <c:v>2.7853704750673773</c:v>
                </c:pt>
                <c:pt idx="5842">
                  <c:v>2.7853704750673773</c:v>
                </c:pt>
                <c:pt idx="5843">
                  <c:v>2.7853704750673773</c:v>
                </c:pt>
                <c:pt idx="5844">
                  <c:v>2.7853704750673773</c:v>
                </c:pt>
                <c:pt idx="5845">
                  <c:v>2.7853704750673773</c:v>
                </c:pt>
                <c:pt idx="5846">
                  <c:v>2.7853704750673773</c:v>
                </c:pt>
                <c:pt idx="5847">
                  <c:v>2.7853704750673773</c:v>
                </c:pt>
                <c:pt idx="5848">
                  <c:v>2.7853704750673773</c:v>
                </c:pt>
                <c:pt idx="5849">
                  <c:v>2.7853704750673773</c:v>
                </c:pt>
                <c:pt idx="5850">
                  <c:v>2.7853704750673773</c:v>
                </c:pt>
                <c:pt idx="5851">
                  <c:v>2.7853704750673773</c:v>
                </c:pt>
                <c:pt idx="5852">
                  <c:v>2.7853704750673773</c:v>
                </c:pt>
                <c:pt idx="5853">
                  <c:v>2.7853704750673773</c:v>
                </c:pt>
                <c:pt idx="5854">
                  <c:v>2.7853704750673773</c:v>
                </c:pt>
                <c:pt idx="5855">
                  <c:v>2.7853704750673773</c:v>
                </c:pt>
                <c:pt idx="5856">
                  <c:v>2.7853704750673773</c:v>
                </c:pt>
                <c:pt idx="5857">
                  <c:v>2.7853704750673773</c:v>
                </c:pt>
                <c:pt idx="5858">
                  <c:v>2.7853704750673773</c:v>
                </c:pt>
                <c:pt idx="5859">
                  <c:v>2.7853704750673773</c:v>
                </c:pt>
                <c:pt idx="5860">
                  <c:v>2.7853704750673773</c:v>
                </c:pt>
                <c:pt idx="5861">
                  <c:v>2.7853704750673773</c:v>
                </c:pt>
                <c:pt idx="5862">
                  <c:v>2.7853704750673773</c:v>
                </c:pt>
                <c:pt idx="5863">
                  <c:v>2.7853704750673773</c:v>
                </c:pt>
                <c:pt idx="5864">
                  <c:v>2.7853704750673773</c:v>
                </c:pt>
                <c:pt idx="5865">
                  <c:v>2.7853704750673773</c:v>
                </c:pt>
                <c:pt idx="5866">
                  <c:v>2.7853704750673773</c:v>
                </c:pt>
                <c:pt idx="5867">
                  <c:v>2.7853704750673773</c:v>
                </c:pt>
                <c:pt idx="5868">
                  <c:v>2.7853704750673773</c:v>
                </c:pt>
                <c:pt idx="5869">
                  <c:v>2.7853704750673773</c:v>
                </c:pt>
                <c:pt idx="5870">
                  <c:v>2.7853704750673773</c:v>
                </c:pt>
                <c:pt idx="5871">
                  <c:v>2.7853704750673773</c:v>
                </c:pt>
                <c:pt idx="5872">
                  <c:v>2.7853704750673773</c:v>
                </c:pt>
                <c:pt idx="5873">
                  <c:v>2.7853704750673773</c:v>
                </c:pt>
                <c:pt idx="5874">
                  <c:v>2.7853704750673773</c:v>
                </c:pt>
                <c:pt idx="5875">
                  <c:v>2.7853704750673773</c:v>
                </c:pt>
                <c:pt idx="5876">
                  <c:v>2.7853704750673773</c:v>
                </c:pt>
                <c:pt idx="5877">
                  <c:v>2.7853704750673773</c:v>
                </c:pt>
                <c:pt idx="5878">
                  <c:v>2.7853704750673773</c:v>
                </c:pt>
                <c:pt idx="5879">
                  <c:v>2.7853704750673773</c:v>
                </c:pt>
                <c:pt idx="5880">
                  <c:v>2.7853704750673773</c:v>
                </c:pt>
                <c:pt idx="5881">
                  <c:v>2.7853704750673773</c:v>
                </c:pt>
                <c:pt idx="5882">
                  <c:v>2.7853704750673773</c:v>
                </c:pt>
                <c:pt idx="5883">
                  <c:v>2.7853704750673773</c:v>
                </c:pt>
                <c:pt idx="5884">
                  <c:v>2.7853704750673773</c:v>
                </c:pt>
                <c:pt idx="5885">
                  <c:v>2.7853704750673773</c:v>
                </c:pt>
                <c:pt idx="5886">
                  <c:v>2.7853704750673773</c:v>
                </c:pt>
                <c:pt idx="5887">
                  <c:v>2.7853704750673773</c:v>
                </c:pt>
                <c:pt idx="5888">
                  <c:v>2.7853704750673773</c:v>
                </c:pt>
                <c:pt idx="5889">
                  <c:v>2.7853704750673773</c:v>
                </c:pt>
                <c:pt idx="5890">
                  <c:v>2.7853704750673773</c:v>
                </c:pt>
                <c:pt idx="5891">
                  <c:v>2.7853704750673773</c:v>
                </c:pt>
                <c:pt idx="5892">
                  <c:v>2.7853704750673773</c:v>
                </c:pt>
                <c:pt idx="5893">
                  <c:v>2.7853704750673773</c:v>
                </c:pt>
                <c:pt idx="5894">
                  <c:v>2.7853704750673773</c:v>
                </c:pt>
                <c:pt idx="5895">
                  <c:v>2.7853704750673773</c:v>
                </c:pt>
                <c:pt idx="5896">
                  <c:v>2.7853704750673773</c:v>
                </c:pt>
                <c:pt idx="5897">
                  <c:v>2.7853704750673773</c:v>
                </c:pt>
                <c:pt idx="5898">
                  <c:v>2.7853704750673773</c:v>
                </c:pt>
                <c:pt idx="5899">
                  <c:v>2.7853704750673773</c:v>
                </c:pt>
                <c:pt idx="5900">
                  <c:v>2.7853704750673773</c:v>
                </c:pt>
                <c:pt idx="5901">
                  <c:v>2.7853704750673773</c:v>
                </c:pt>
                <c:pt idx="5902">
                  <c:v>2.7853704750673773</c:v>
                </c:pt>
                <c:pt idx="5903">
                  <c:v>2.7853704750673773</c:v>
                </c:pt>
                <c:pt idx="5904">
                  <c:v>2.7853704750673773</c:v>
                </c:pt>
                <c:pt idx="5905">
                  <c:v>2.7853704750673773</c:v>
                </c:pt>
                <c:pt idx="5906">
                  <c:v>2.7853704750673773</c:v>
                </c:pt>
                <c:pt idx="5907">
                  <c:v>2.7853704750673773</c:v>
                </c:pt>
                <c:pt idx="5908">
                  <c:v>2.7853704750673773</c:v>
                </c:pt>
                <c:pt idx="5909">
                  <c:v>2.7853704750673773</c:v>
                </c:pt>
                <c:pt idx="5910">
                  <c:v>2.7853704750673773</c:v>
                </c:pt>
                <c:pt idx="5911">
                  <c:v>2.7853704750673773</c:v>
                </c:pt>
                <c:pt idx="5912">
                  <c:v>2.7853704750673773</c:v>
                </c:pt>
                <c:pt idx="5913">
                  <c:v>2.7853704750673773</c:v>
                </c:pt>
                <c:pt idx="5914">
                  <c:v>2.7853704750673773</c:v>
                </c:pt>
                <c:pt idx="5915">
                  <c:v>2.7853704750673773</c:v>
                </c:pt>
                <c:pt idx="5916">
                  <c:v>2.7853704750673773</c:v>
                </c:pt>
                <c:pt idx="5917">
                  <c:v>2.7853704750673773</c:v>
                </c:pt>
                <c:pt idx="5918">
                  <c:v>2.7853704750673773</c:v>
                </c:pt>
                <c:pt idx="5919">
                  <c:v>2.7853704750673773</c:v>
                </c:pt>
                <c:pt idx="5920">
                  <c:v>2.7853704750673773</c:v>
                </c:pt>
                <c:pt idx="5921">
                  <c:v>2.7853704750673773</c:v>
                </c:pt>
                <c:pt idx="5922">
                  <c:v>2.7853704750673773</c:v>
                </c:pt>
                <c:pt idx="5923">
                  <c:v>2.7853704750673773</c:v>
                </c:pt>
                <c:pt idx="5924">
                  <c:v>2.7853704750673773</c:v>
                </c:pt>
                <c:pt idx="5925">
                  <c:v>2.7853704750673773</c:v>
                </c:pt>
                <c:pt idx="5926">
                  <c:v>2.7853704750673773</c:v>
                </c:pt>
                <c:pt idx="5927">
                  <c:v>2.7853704750673773</c:v>
                </c:pt>
                <c:pt idx="5928">
                  <c:v>2.7853704750673773</c:v>
                </c:pt>
                <c:pt idx="5929">
                  <c:v>2.7853704750673773</c:v>
                </c:pt>
                <c:pt idx="5930">
                  <c:v>2.7853704750673773</c:v>
                </c:pt>
                <c:pt idx="5931">
                  <c:v>2.7853704750673773</c:v>
                </c:pt>
                <c:pt idx="5932">
                  <c:v>2.7853704750673773</c:v>
                </c:pt>
                <c:pt idx="5933">
                  <c:v>2.7853704750673773</c:v>
                </c:pt>
                <c:pt idx="5934">
                  <c:v>2.7853704750673773</c:v>
                </c:pt>
                <c:pt idx="5935">
                  <c:v>2.7853704750673773</c:v>
                </c:pt>
                <c:pt idx="5936">
                  <c:v>2.7853704750673773</c:v>
                </c:pt>
                <c:pt idx="5937">
                  <c:v>2.7853704750673773</c:v>
                </c:pt>
                <c:pt idx="5938">
                  <c:v>2.7853704750673773</c:v>
                </c:pt>
                <c:pt idx="5939">
                  <c:v>2.7853704750673773</c:v>
                </c:pt>
                <c:pt idx="5940">
                  <c:v>2.7853704750673773</c:v>
                </c:pt>
                <c:pt idx="5941">
                  <c:v>2.7853704750673773</c:v>
                </c:pt>
                <c:pt idx="5942">
                  <c:v>2.7853704750673773</c:v>
                </c:pt>
                <c:pt idx="5943">
                  <c:v>2.7853704750673773</c:v>
                </c:pt>
                <c:pt idx="5944">
                  <c:v>2.7853704750673773</c:v>
                </c:pt>
                <c:pt idx="5945">
                  <c:v>2.7853704750673773</c:v>
                </c:pt>
                <c:pt idx="5946">
                  <c:v>2.7853704750673773</c:v>
                </c:pt>
                <c:pt idx="5947">
                  <c:v>2.7853704750673773</c:v>
                </c:pt>
                <c:pt idx="5948">
                  <c:v>2.7853704750673773</c:v>
                </c:pt>
                <c:pt idx="5949">
                  <c:v>2.7853704750673773</c:v>
                </c:pt>
                <c:pt idx="5950">
                  <c:v>2.7853704750673773</c:v>
                </c:pt>
                <c:pt idx="5951">
                  <c:v>2.7853704750673773</c:v>
                </c:pt>
                <c:pt idx="5952">
                  <c:v>2.7853704750673773</c:v>
                </c:pt>
                <c:pt idx="5953">
                  <c:v>2.7853704750673773</c:v>
                </c:pt>
                <c:pt idx="5954">
                  <c:v>2.7853704750673773</c:v>
                </c:pt>
                <c:pt idx="5955">
                  <c:v>2.7853704750673773</c:v>
                </c:pt>
                <c:pt idx="5956">
                  <c:v>2.7853704750673773</c:v>
                </c:pt>
                <c:pt idx="5957">
                  <c:v>2.7853704750673773</c:v>
                </c:pt>
                <c:pt idx="5958">
                  <c:v>2.7853704750673773</c:v>
                </c:pt>
                <c:pt idx="5959">
                  <c:v>2.7853704750673773</c:v>
                </c:pt>
                <c:pt idx="5960">
                  <c:v>2.7853704750673773</c:v>
                </c:pt>
                <c:pt idx="5961">
                  <c:v>2.7853704750673773</c:v>
                </c:pt>
                <c:pt idx="5962">
                  <c:v>2.7853704750673773</c:v>
                </c:pt>
                <c:pt idx="5963">
                  <c:v>2.7853704750673773</c:v>
                </c:pt>
                <c:pt idx="5964">
                  <c:v>2.7853704750673773</c:v>
                </c:pt>
                <c:pt idx="5965">
                  <c:v>2.7853704750673773</c:v>
                </c:pt>
                <c:pt idx="5966">
                  <c:v>2.7853704750673773</c:v>
                </c:pt>
                <c:pt idx="5967">
                  <c:v>2.7853704750673773</c:v>
                </c:pt>
                <c:pt idx="5968">
                  <c:v>2.7853704750673773</c:v>
                </c:pt>
                <c:pt idx="5969">
                  <c:v>2.7853704750673773</c:v>
                </c:pt>
                <c:pt idx="5970">
                  <c:v>2.7853704750673773</c:v>
                </c:pt>
                <c:pt idx="5971">
                  <c:v>2.7853704750673773</c:v>
                </c:pt>
                <c:pt idx="5972">
                  <c:v>2.7853704750673773</c:v>
                </c:pt>
                <c:pt idx="5973">
                  <c:v>2.7853704750673773</c:v>
                </c:pt>
                <c:pt idx="5974">
                  <c:v>2.7853704750673773</c:v>
                </c:pt>
                <c:pt idx="5975">
                  <c:v>2.7853704750673773</c:v>
                </c:pt>
                <c:pt idx="5976">
                  <c:v>2.7853704750673773</c:v>
                </c:pt>
                <c:pt idx="5977">
                  <c:v>2.7853704750673773</c:v>
                </c:pt>
                <c:pt idx="5978">
                  <c:v>2.7853704750673773</c:v>
                </c:pt>
                <c:pt idx="5979">
                  <c:v>2.7853704750673773</c:v>
                </c:pt>
                <c:pt idx="5980">
                  <c:v>2.7853704750673773</c:v>
                </c:pt>
                <c:pt idx="5981">
                  <c:v>2.7853704750673773</c:v>
                </c:pt>
                <c:pt idx="5982">
                  <c:v>2.7853704750673773</c:v>
                </c:pt>
                <c:pt idx="5983">
                  <c:v>2.7853704750673773</c:v>
                </c:pt>
                <c:pt idx="5984">
                  <c:v>2.7853704750673773</c:v>
                </c:pt>
                <c:pt idx="5985">
                  <c:v>2.7853704750673773</c:v>
                </c:pt>
                <c:pt idx="5986">
                  <c:v>2.7853704750673773</c:v>
                </c:pt>
                <c:pt idx="5987">
                  <c:v>2.7853704750673773</c:v>
                </c:pt>
                <c:pt idx="5988">
                  <c:v>2.7853704750673773</c:v>
                </c:pt>
                <c:pt idx="5989">
                  <c:v>2.7853704750673773</c:v>
                </c:pt>
                <c:pt idx="5990">
                  <c:v>2.7853704750673773</c:v>
                </c:pt>
                <c:pt idx="5991">
                  <c:v>2.7853704750673773</c:v>
                </c:pt>
                <c:pt idx="5992">
                  <c:v>2.7853704750673773</c:v>
                </c:pt>
                <c:pt idx="5993">
                  <c:v>2.7853704750673773</c:v>
                </c:pt>
                <c:pt idx="5994">
                  <c:v>2.7853704750673773</c:v>
                </c:pt>
                <c:pt idx="5995">
                  <c:v>2.7853704750673773</c:v>
                </c:pt>
                <c:pt idx="5996">
                  <c:v>2.7853704750673773</c:v>
                </c:pt>
                <c:pt idx="5997">
                  <c:v>2.7853704750673773</c:v>
                </c:pt>
                <c:pt idx="5998">
                  <c:v>2.7853704750673773</c:v>
                </c:pt>
                <c:pt idx="5999">
                  <c:v>2.7853704750673773</c:v>
                </c:pt>
                <c:pt idx="6000">
                  <c:v>2.7853704750673773</c:v>
                </c:pt>
                <c:pt idx="6001">
                  <c:v>2.7853704750673773</c:v>
                </c:pt>
                <c:pt idx="6002">
                  <c:v>2.7853704750673773</c:v>
                </c:pt>
                <c:pt idx="6003">
                  <c:v>2.7853704750673773</c:v>
                </c:pt>
                <c:pt idx="6004">
                  <c:v>2.7853704750673773</c:v>
                </c:pt>
                <c:pt idx="6005">
                  <c:v>2.7853704750673773</c:v>
                </c:pt>
                <c:pt idx="6006">
                  <c:v>2.7853704750673773</c:v>
                </c:pt>
                <c:pt idx="6007">
                  <c:v>2.7853704750673773</c:v>
                </c:pt>
                <c:pt idx="6008">
                  <c:v>2.7853704750673773</c:v>
                </c:pt>
                <c:pt idx="6009">
                  <c:v>2.7853704750673773</c:v>
                </c:pt>
                <c:pt idx="6010">
                  <c:v>2.7853704750673773</c:v>
                </c:pt>
                <c:pt idx="6011">
                  <c:v>2.7853704750673773</c:v>
                </c:pt>
                <c:pt idx="6012">
                  <c:v>2.7853704750673773</c:v>
                </c:pt>
                <c:pt idx="6013">
                  <c:v>2.7853704750673773</c:v>
                </c:pt>
                <c:pt idx="6014">
                  <c:v>2.7853704750673773</c:v>
                </c:pt>
                <c:pt idx="6015">
                  <c:v>2.7853704750673773</c:v>
                </c:pt>
                <c:pt idx="6016">
                  <c:v>2.7853704750673773</c:v>
                </c:pt>
                <c:pt idx="6017">
                  <c:v>2.7853704750673773</c:v>
                </c:pt>
                <c:pt idx="6018">
                  <c:v>2.7853704750673773</c:v>
                </c:pt>
                <c:pt idx="6019">
                  <c:v>2.7853704750673773</c:v>
                </c:pt>
                <c:pt idx="6020">
                  <c:v>2.7853704750673773</c:v>
                </c:pt>
                <c:pt idx="6021">
                  <c:v>2.7853704750673773</c:v>
                </c:pt>
                <c:pt idx="6022">
                  <c:v>2.7853704750673773</c:v>
                </c:pt>
                <c:pt idx="6023">
                  <c:v>2.7853704750673773</c:v>
                </c:pt>
                <c:pt idx="6024">
                  <c:v>2.7853704750673773</c:v>
                </c:pt>
                <c:pt idx="6025">
                  <c:v>2.7853704750673773</c:v>
                </c:pt>
                <c:pt idx="6026">
                  <c:v>2.7853704750673773</c:v>
                </c:pt>
                <c:pt idx="6027">
                  <c:v>2.7853704750673773</c:v>
                </c:pt>
                <c:pt idx="6028">
                  <c:v>2.7853704750673773</c:v>
                </c:pt>
                <c:pt idx="6029">
                  <c:v>2.7853704750673773</c:v>
                </c:pt>
                <c:pt idx="6030">
                  <c:v>2.7853704750673773</c:v>
                </c:pt>
                <c:pt idx="6031">
                  <c:v>2.7853704750673773</c:v>
                </c:pt>
                <c:pt idx="6032">
                  <c:v>2.7853704750673773</c:v>
                </c:pt>
                <c:pt idx="6033">
                  <c:v>2.7853704750673773</c:v>
                </c:pt>
                <c:pt idx="6034">
                  <c:v>2.7853704750673773</c:v>
                </c:pt>
                <c:pt idx="6035">
                  <c:v>2.7853704750673773</c:v>
                </c:pt>
                <c:pt idx="6036">
                  <c:v>2.7853704750673773</c:v>
                </c:pt>
                <c:pt idx="6037">
                  <c:v>2.7853704750673773</c:v>
                </c:pt>
                <c:pt idx="6038">
                  <c:v>2.7853704750673773</c:v>
                </c:pt>
                <c:pt idx="6039">
                  <c:v>2.7853704750673773</c:v>
                </c:pt>
                <c:pt idx="6040">
                  <c:v>2.7853704750673773</c:v>
                </c:pt>
                <c:pt idx="6041">
                  <c:v>2.7853704750673773</c:v>
                </c:pt>
                <c:pt idx="6042">
                  <c:v>2.7853704750673773</c:v>
                </c:pt>
                <c:pt idx="6043">
                  <c:v>2.7853704750673773</c:v>
                </c:pt>
                <c:pt idx="6044">
                  <c:v>2.7853704750673773</c:v>
                </c:pt>
                <c:pt idx="6045">
                  <c:v>2.7853704750673773</c:v>
                </c:pt>
                <c:pt idx="6046">
                  <c:v>2.7853704750673773</c:v>
                </c:pt>
                <c:pt idx="6047">
                  <c:v>2.7853704750673773</c:v>
                </c:pt>
                <c:pt idx="6048">
                  <c:v>2.7853704750673773</c:v>
                </c:pt>
                <c:pt idx="6049">
                  <c:v>2.7853704750673773</c:v>
                </c:pt>
                <c:pt idx="6050">
                  <c:v>2.7853704750673773</c:v>
                </c:pt>
                <c:pt idx="6051">
                  <c:v>2.7853704750673773</c:v>
                </c:pt>
                <c:pt idx="6052">
                  <c:v>2.7853704750673773</c:v>
                </c:pt>
                <c:pt idx="6053">
                  <c:v>2.7853704750673773</c:v>
                </c:pt>
                <c:pt idx="6054">
                  <c:v>2.7853704750673773</c:v>
                </c:pt>
                <c:pt idx="6055">
                  <c:v>2.7853704750673773</c:v>
                </c:pt>
                <c:pt idx="6056">
                  <c:v>2.7853704750673773</c:v>
                </c:pt>
                <c:pt idx="6057">
                  <c:v>2.7853704750673773</c:v>
                </c:pt>
                <c:pt idx="6058">
                  <c:v>2.7853704750673773</c:v>
                </c:pt>
                <c:pt idx="6059">
                  <c:v>2.7853704750673773</c:v>
                </c:pt>
                <c:pt idx="6060">
                  <c:v>2.7853704750673773</c:v>
                </c:pt>
                <c:pt idx="6061">
                  <c:v>2.7853704750673773</c:v>
                </c:pt>
                <c:pt idx="6062">
                  <c:v>2.7853704750673773</c:v>
                </c:pt>
                <c:pt idx="6063">
                  <c:v>2.7853704750673773</c:v>
                </c:pt>
                <c:pt idx="6064">
                  <c:v>2.7853704750673773</c:v>
                </c:pt>
                <c:pt idx="6065">
                  <c:v>2.7853704750673773</c:v>
                </c:pt>
                <c:pt idx="6066">
                  <c:v>2.7853704750673773</c:v>
                </c:pt>
                <c:pt idx="6067">
                  <c:v>2.7853704750673773</c:v>
                </c:pt>
                <c:pt idx="6068">
                  <c:v>2.7853704750673773</c:v>
                </c:pt>
                <c:pt idx="6069">
                  <c:v>2.7853704750673773</c:v>
                </c:pt>
                <c:pt idx="6070">
                  <c:v>2.7853704750673773</c:v>
                </c:pt>
                <c:pt idx="6071">
                  <c:v>2.7853704750673773</c:v>
                </c:pt>
                <c:pt idx="6072">
                  <c:v>2.7853704750673773</c:v>
                </c:pt>
                <c:pt idx="6073">
                  <c:v>2.7853704750673773</c:v>
                </c:pt>
                <c:pt idx="6074">
                  <c:v>2.7853704750673773</c:v>
                </c:pt>
                <c:pt idx="6075">
                  <c:v>2.7853704750673773</c:v>
                </c:pt>
                <c:pt idx="6076">
                  <c:v>2.7853704750673773</c:v>
                </c:pt>
                <c:pt idx="6077">
                  <c:v>2.7853704750673773</c:v>
                </c:pt>
                <c:pt idx="6078">
                  <c:v>2.7853704750673773</c:v>
                </c:pt>
                <c:pt idx="6079">
                  <c:v>2.7853704750673773</c:v>
                </c:pt>
                <c:pt idx="6080">
                  <c:v>2.7853704750673773</c:v>
                </c:pt>
                <c:pt idx="6081">
                  <c:v>2.7853704750673773</c:v>
                </c:pt>
                <c:pt idx="6082">
                  <c:v>2.7853704750673773</c:v>
                </c:pt>
                <c:pt idx="6083">
                  <c:v>2.7853704750673773</c:v>
                </c:pt>
                <c:pt idx="6084">
                  <c:v>2.7853704750673773</c:v>
                </c:pt>
                <c:pt idx="6085">
                  <c:v>2.7853704750673773</c:v>
                </c:pt>
                <c:pt idx="6086">
                  <c:v>2.7853704750673773</c:v>
                </c:pt>
                <c:pt idx="6087">
                  <c:v>2.7853704750673773</c:v>
                </c:pt>
                <c:pt idx="6088">
                  <c:v>2.7853704750673773</c:v>
                </c:pt>
                <c:pt idx="6089">
                  <c:v>2.7853704750673773</c:v>
                </c:pt>
                <c:pt idx="6090">
                  <c:v>2.7853704750673773</c:v>
                </c:pt>
                <c:pt idx="6091">
                  <c:v>2.7853704750673773</c:v>
                </c:pt>
                <c:pt idx="6092">
                  <c:v>2.7853704750673773</c:v>
                </c:pt>
                <c:pt idx="6093">
                  <c:v>2.7853704750673773</c:v>
                </c:pt>
                <c:pt idx="6094">
                  <c:v>2.7853704750673773</c:v>
                </c:pt>
                <c:pt idx="6095">
                  <c:v>2.7853704750673773</c:v>
                </c:pt>
                <c:pt idx="6096">
                  <c:v>2.7853704750673773</c:v>
                </c:pt>
                <c:pt idx="6097">
                  <c:v>2.7853704750673773</c:v>
                </c:pt>
                <c:pt idx="6098">
                  <c:v>2.7853704750673773</c:v>
                </c:pt>
                <c:pt idx="6099">
                  <c:v>2.7853704750673773</c:v>
                </c:pt>
                <c:pt idx="6100">
                  <c:v>2.7853704750673773</c:v>
                </c:pt>
                <c:pt idx="6101">
                  <c:v>2.7853704750673773</c:v>
                </c:pt>
                <c:pt idx="6102">
                  <c:v>2.7853704750673773</c:v>
                </c:pt>
                <c:pt idx="6103">
                  <c:v>2.7853704750673773</c:v>
                </c:pt>
                <c:pt idx="6104">
                  <c:v>2.7853704750673773</c:v>
                </c:pt>
                <c:pt idx="6105">
                  <c:v>2.7853704750673773</c:v>
                </c:pt>
                <c:pt idx="6106">
                  <c:v>2.7853704750673773</c:v>
                </c:pt>
                <c:pt idx="6107">
                  <c:v>2.7853704750673773</c:v>
                </c:pt>
                <c:pt idx="6108">
                  <c:v>2.7853704750673773</c:v>
                </c:pt>
                <c:pt idx="6109">
                  <c:v>2.7853704750673773</c:v>
                </c:pt>
                <c:pt idx="6110">
                  <c:v>2.7853704750673773</c:v>
                </c:pt>
                <c:pt idx="6111">
                  <c:v>2.7853704750673773</c:v>
                </c:pt>
                <c:pt idx="6112">
                  <c:v>2.7853704750673773</c:v>
                </c:pt>
                <c:pt idx="6113">
                  <c:v>2.7853704750673773</c:v>
                </c:pt>
                <c:pt idx="6114">
                  <c:v>2.7853704750673773</c:v>
                </c:pt>
                <c:pt idx="6115">
                  <c:v>2.7853704750673773</c:v>
                </c:pt>
                <c:pt idx="6116">
                  <c:v>2.7853704750673773</c:v>
                </c:pt>
                <c:pt idx="6117">
                  <c:v>2.7853704750673773</c:v>
                </c:pt>
                <c:pt idx="6118">
                  <c:v>2.7853704750673773</c:v>
                </c:pt>
                <c:pt idx="6119">
                  <c:v>2.7853704750673773</c:v>
                </c:pt>
                <c:pt idx="6120">
                  <c:v>2.7853704750673773</c:v>
                </c:pt>
                <c:pt idx="6121">
                  <c:v>2.7853704750673773</c:v>
                </c:pt>
                <c:pt idx="6122">
                  <c:v>2.7853704750673773</c:v>
                </c:pt>
                <c:pt idx="6123">
                  <c:v>2.7853704750673773</c:v>
                </c:pt>
                <c:pt idx="6124">
                  <c:v>2.7853704750673773</c:v>
                </c:pt>
                <c:pt idx="6125">
                  <c:v>2.7853704750673773</c:v>
                </c:pt>
                <c:pt idx="6126">
                  <c:v>2.7853704750673773</c:v>
                </c:pt>
                <c:pt idx="6127">
                  <c:v>2.7853704750673773</c:v>
                </c:pt>
                <c:pt idx="6128">
                  <c:v>2.7853704750673773</c:v>
                </c:pt>
                <c:pt idx="6129">
                  <c:v>2.7853704750673773</c:v>
                </c:pt>
                <c:pt idx="6130">
                  <c:v>2.7853704750673773</c:v>
                </c:pt>
                <c:pt idx="6131">
                  <c:v>2.7853704750673773</c:v>
                </c:pt>
                <c:pt idx="6132">
                  <c:v>2.7853704750673773</c:v>
                </c:pt>
                <c:pt idx="6133">
                  <c:v>2.7853704750673773</c:v>
                </c:pt>
                <c:pt idx="6134">
                  <c:v>2.7853704750673773</c:v>
                </c:pt>
                <c:pt idx="6135">
                  <c:v>2.7853704750673773</c:v>
                </c:pt>
                <c:pt idx="6136">
                  <c:v>2.7853704750673773</c:v>
                </c:pt>
                <c:pt idx="6137">
                  <c:v>2.7853704750673773</c:v>
                </c:pt>
                <c:pt idx="6138">
                  <c:v>2.7853704750673773</c:v>
                </c:pt>
                <c:pt idx="6139">
                  <c:v>2.7853704750673773</c:v>
                </c:pt>
                <c:pt idx="6140">
                  <c:v>2.7853704750673773</c:v>
                </c:pt>
                <c:pt idx="6141">
                  <c:v>2.7853704750673773</c:v>
                </c:pt>
                <c:pt idx="6142">
                  <c:v>2.7853704750673773</c:v>
                </c:pt>
                <c:pt idx="6143">
                  <c:v>2.7853704750673773</c:v>
                </c:pt>
                <c:pt idx="6144">
                  <c:v>2.7853704750673773</c:v>
                </c:pt>
                <c:pt idx="6145">
                  <c:v>2.7853704750673773</c:v>
                </c:pt>
                <c:pt idx="6146">
                  <c:v>2.7853704750673773</c:v>
                </c:pt>
                <c:pt idx="6147">
                  <c:v>2.7853704750673773</c:v>
                </c:pt>
                <c:pt idx="6148">
                  <c:v>2.7853704750673773</c:v>
                </c:pt>
                <c:pt idx="6149">
                  <c:v>2.7853704750673773</c:v>
                </c:pt>
                <c:pt idx="6150">
                  <c:v>2.7853704750673773</c:v>
                </c:pt>
                <c:pt idx="6151">
                  <c:v>2.7853704750673773</c:v>
                </c:pt>
                <c:pt idx="6152">
                  <c:v>2.7853704750673773</c:v>
                </c:pt>
                <c:pt idx="6153">
                  <c:v>2.7853704750673773</c:v>
                </c:pt>
                <c:pt idx="6154">
                  <c:v>2.7853704750673773</c:v>
                </c:pt>
                <c:pt idx="6155">
                  <c:v>2.7853704750673773</c:v>
                </c:pt>
                <c:pt idx="6156">
                  <c:v>2.7853704750673773</c:v>
                </c:pt>
                <c:pt idx="6157">
                  <c:v>2.7853704750673773</c:v>
                </c:pt>
                <c:pt idx="6158">
                  <c:v>2.7853704750673773</c:v>
                </c:pt>
                <c:pt idx="6159">
                  <c:v>2.7853704750673773</c:v>
                </c:pt>
                <c:pt idx="6160">
                  <c:v>2.7853704750673773</c:v>
                </c:pt>
                <c:pt idx="6161">
                  <c:v>2.7853704750673773</c:v>
                </c:pt>
                <c:pt idx="6162">
                  <c:v>2.7853704750673773</c:v>
                </c:pt>
                <c:pt idx="6163">
                  <c:v>2.7853704750673773</c:v>
                </c:pt>
                <c:pt idx="6164">
                  <c:v>2.7853704750673773</c:v>
                </c:pt>
                <c:pt idx="6165">
                  <c:v>2.7853704750673773</c:v>
                </c:pt>
                <c:pt idx="6166">
                  <c:v>2.7853704750673773</c:v>
                </c:pt>
                <c:pt idx="6167">
                  <c:v>2.7853704750673773</c:v>
                </c:pt>
                <c:pt idx="6168">
                  <c:v>2.7853704750673773</c:v>
                </c:pt>
                <c:pt idx="6169">
                  <c:v>2.7853704750673773</c:v>
                </c:pt>
                <c:pt idx="6170">
                  <c:v>2.7853704750673773</c:v>
                </c:pt>
                <c:pt idx="6171">
                  <c:v>2.7853704750673773</c:v>
                </c:pt>
                <c:pt idx="6172">
                  <c:v>2.7853704750673773</c:v>
                </c:pt>
                <c:pt idx="6173">
                  <c:v>2.7853704750673773</c:v>
                </c:pt>
                <c:pt idx="6174">
                  <c:v>2.7853704750673773</c:v>
                </c:pt>
                <c:pt idx="6175">
                  <c:v>2.7853704750673773</c:v>
                </c:pt>
                <c:pt idx="6176">
                  <c:v>2.7853704750673773</c:v>
                </c:pt>
                <c:pt idx="6177">
                  <c:v>2.7853704750673773</c:v>
                </c:pt>
                <c:pt idx="6178">
                  <c:v>2.7853704750673773</c:v>
                </c:pt>
                <c:pt idx="6179">
                  <c:v>2.7853704750673773</c:v>
                </c:pt>
                <c:pt idx="6180">
                  <c:v>2.7853704750673773</c:v>
                </c:pt>
                <c:pt idx="6181">
                  <c:v>2.7853704750673773</c:v>
                </c:pt>
                <c:pt idx="6182">
                  <c:v>2.7853704750673773</c:v>
                </c:pt>
                <c:pt idx="6183">
                  <c:v>2.7853704750673773</c:v>
                </c:pt>
                <c:pt idx="6184">
                  <c:v>2.7853704750673773</c:v>
                </c:pt>
                <c:pt idx="6185">
                  <c:v>2.7853704750673773</c:v>
                </c:pt>
                <c:pt idx="6186">
                  <c:v>2.7853704750673773</c:v>
                </c:pt>
                <c:pt idx="6187">
                  <c:v>2.7853704750673773</c:v>
                </c:pt>
                <c:pt idx="6188">
                  <c:v>2.7853704750673773</c:v>
                </c:pt>
                <c:pt idx="6189">
                  <c:v>2.7853704750673773</c:v>
                </c:pt>
                <c:pt idx="6190">
                  <c:v>2.7853704750673773</c:v>
                </c:pt>
                <c:pt idx="6191">
                  <c:v>2.7853704750673773</c:v>
                </c:pt>
                <c:pt idx="6192">
                  <c:v>2.7853704750673773</c:v>
                </c:pt>
                <c:pt idx="6193">
                  <c:v>2.7853704750673773</c:v>
                </c:pt>
                <c:pt idx="6194">
                  <c:v>2.7853704750673773</c:v>
                </c:pt>
                <c:pt idx="6195">
                  <c:v>2.7853704750673773</c:v>
                </c:pt>
                <c:pt idx="6196">
                  <c:v>2.7853704750673773</c:v>
                </c:pt>
                <c:pt idx="6197">
                  <c:v>2.7853704750673773</c:v>
                </c:pt>
                <c:pt idx="6198">
                  <c:v>2.7853704750673773</c:v>
                </c:pt>
                <c:pt idx="6199">
                  <c:v>2.7853704750673773</c:v>
                </c:pt>
                <c:pt idx="6200">
                  <c:v>2.7853704750673773</c:v>
                </c:pt>
                <c:pt idx="6201">
                  <c:v>2.7853704750673773</c:v>
                </c:pt>
                <c:pt idx="6202">
                  <c:v>2.7853704750673773</c:v>
                </c:pt>
                <c:pt idx="6203">
                  <c:v>2.7853704750673773</c:v>
                </c:pt>
                <c:pt idx="6204">
                  <c:v>2.7853704750673773</c:v>
                </c:pt>
                <c:pt idx="6205">
                  <c:v>2.7853704750673773</c:v>
                </c:pt>
                <c:pt idx="6206">
                  <c:v>2.7853704750673773</c:v>
                </c:pt>
                <c:pt idx="6207">
                  <c:v>2.7853704750673773</c:v>
                </c:pt>
                <c:pt idx="6208">
                  <c:v>2.7853704750673773</c:v>
                </c:pt>
                <c:pt idx="6209">
                  <c:v>2.7853704750673773</c:v>
                </c:pt>
                <c:pt idx="6210">
                  <c:v>2.7853704750673773</c:v>
                </c:pt>
                <c:pt idx="6211">
                  <c:v>2.7853704750673773</c:v>
                </c:pt>
                <c:pt idx="6212">
                  <c:v>2.7853704750673773</c:v>
                </c:pt>
                <c:pt idx="6213">
                  <c:v>2.7853704750673773</c:v>
                </c:pt>
                <c:pt idx="6214">
                  <c:v>2.7853704750673773</c:v>
                </c:pt>
                <c:pt idx="6215">
                  <c:v>2.7853704750673773</c:v>
                </c:pt>
                <c:pt idx="6216">
                  <c:v>2.7853704750673773</c:v>
                </c:pt>
                <c:pt idx="6217">
                  <c:v>2.7853704750673773</c:v>
                </c:pt>
                <c:pt idx="6218">
                  <c:v>2.7853704750673773</c:v>
                </c:pt>
                <c:pt idx="6219">
                  <c:v>2.7853704750673773</c:v>
                </c:pt>
                <c:pt idx="6220">
                  <c:v>2.7853704750673773</c:v>
                </c:pt>
                <c:pt idx="6221">
                  <c:v>2.7853704750673773</c:v>
                </c:pt>
                <c:pt idx="6222">
                  <c:v>2.7853704750673773</c:v>
                </c:pt>
                <c:pt idx="6223">
                  <c:v>2.7853704750673773</c:v>
                </c:pt>
                <c:pt idx="6224">
                  <c:v>2.7853704750673773</c:v>
                </c:pt>
                <c:pt idx="6225">
                  <c:v>2.7853704750673773</c:v>
                </c:pt>
                <c:pt idx="6226">
                  <c:v>2.7853704750673773</c:v>
                </c:pt>
                <c:pt idx="6227">
                  <c:v>2.7853704750673773</c:v>
                </c:pt>
                <c:pt idx="6228">
                  <c:v>2.7853704750673773</c:v>
                </c:pt>
                <c:pt idx="6229">
                  <c:v>2.7853704750673773</c:v>
                </c:pt>
                <c:pt idx="6230">
                  <c:v>2.7853704750673773</c:v>
                </c:pt>
                <c:pt idx="6231">
                  <c:v>2.7853704750673773</c:v>
                </c:pt>
                <c:pt idx="6232">
                  <c:v>2.7853704750673773</c:v>
                </c:pt>
                <c:pt idx="6233">
                  <c:v>2.7853704750673773</c:v>
                </c:pt>
                <c:pt idx="6234">
                  <c:v>2.7853704750673773</c:v>
                </c:pt>
                <c:pt idx="6235">
                  <c:v>2.7853704750673773</c:v>
                </c:pt>
                <c:pt idx="6236">
                  <c:v>2.7853704750673773</c:v>
                </c:pt>
                <c:pt idx="6237">
                  <c:v>2.7853704750673773</c:v>
                </c:pt>
                <c:pt idx="6238">
                  <c:v>2.7853704750673773</c:v>
                </c:pt>
                <c:pt idx="6239">
                  <c:v>2.7853704750673773</c:v>
                </c:pt>
                <c:pt idx="6240">
                  <c:v>2.7853704750673773</c:v>
                </c:pt>
                <c:pt idx="6241">
                  <c:v>2.7853704750673773</c:v>
                </c:pt>
                <c:pt idx="6242">
                  <c:v>2.7853704750673773</c:v>
                </c:pt>
                <c:pt idx="6243">
                  <c:v>2.7853704750673773</c:v>
                </c:pt>
                <c:pt idx="6244">
                  <c:v>2.7853704750673773</c:v>
                </c:pt>
                <c:pt idx="6245">
                  <c:v>2.7853704750673773</c:v>
                </c:pt>
                <c:pt idx="6246">
                  <c:v>2.7853704750673773</c:v>
                </c:pt>
                <c:pt idx="6247">
                  <c:v>2.7853704750673773</c:v>
                </c:pt>
                <c:pt idx="6248">
                  <c:v>2.7853704750673773</c:v>
                </c:pt>
                <c:pt idx="6249">
                  <c:v>2.7853704750673773</c:v>
                </c:pt>
                <c:pt idx="6250">
                  <c:v>2.7853704750673773</c:v>
                </c:pt>
                <c:pt idx="6251">
                  <c:v>2.7853704750673773</c:v>
                </c:pt>
                <c:pt idx="6252">
                  <c:v>2.7853704750673773</c:v>
                </c:pt>
                <c:pt idx="6253">
                  <c:v>2.7853704750673773</c:v>
                </c:pt>
                <c:pt idx="6254">
                  <c:v>2.7853704750673773</c:v>
                </c:pt>
                <c:pt idx="6255">
                  <c:v>2.7853704750673773</c:v>
                </c:pt>
                <c:pt idx="6256">
                  <c:v>2.7853704750673773</c:v>
                </c:pt>
                <c:pt idx="6257">
                  <c:v>2.7853704750673773</c:v>
                </c:pt>
                <c:pt idx="6258">
                  <c:v>2.7853704750673773</c:v>
                </c:pt>
                <c:pt idx="6259">
                  <c:v>2.7853704750673773</c:v>
                </c:pt>
                <c:pt idx="6260">
                  <c:v>2.7853704750673773</c:v>
                </c:pt>
                <c:pt idx="6261">
                  <c:v>2.7853704750673773</c:v>
                </c:pt>
                <c:pt idx="6262">
                  <c:v>2.7853704750673773</c:v>
                </c:pt>
                <c:pt idx="6263">
                  <c:v>2.7853704750673773</c:v>
                </c:pt>
                <c:pt idx="6264">
                  <c:v>2.7853704750673773</c:v>
                </c:pt>
                <c:pt idx="6265">
                  <c:v>2.7853704750673773</c:v>
                </c:pt>
                <c:pt idx="6266">
                  <c:v>2.7853704750673773</c:v>
                </c:pt>
                <c:pt idx="6267">
                  <c:v>2.7853704750673773</c:v>
                </c:pt>
                <c:pt idx="6268">
                  <c:v>2.7853704750673773</c:v>
                </c:pt>
                <c:pt idx="6269">
                  <c:v>2.7853704750673773</c:v>
                </c:pt>
                <c:pt idx="6270">
                  <c:v>2.7853704750673773</c:v>
                </c:pt>
                <c:pt idx="6271">
                  <c:v>2.7853704750673773</c:v>
                </c:pt>
                <c:pt idx="6272">
                  <c:v>2.7853704750673773</c:v>
                </c:pt>
                <c:pt idx="6273">
                  <c:v>2.7853704750673773</c:v>
                </c:pt>
                <c:pt idx="6274">
                  <c:v>2.7853704750673773</c:v>
                </c:pt>
                <c:pt idx="6275">
                  <c:v>2.7853704750673773</c:v>
                </c:pt>
                <c:pt idx="6276">
                  <c:v>2.7853704750673773</c:v>
                </c:pt>
                <c:pt idx="6277">
                  <c:v>2.7853704750673773</c:v>
                </c:pt>
                <c:pt idx="6278">
                  <c:v>2.7853704750673773</c:v>
                </c:pt>
                <c:pt idx="6279">
                  <c:v>2.7853704750673773</c:v>
                </c:pt>
                <c:pt idx="6280">
                  <c:v>2.7853704750673773</c:v>
                </c:pt>
                <c:pt idx="6281">
                  <c:v>2.7853704750673773</c:v>
                </c:pt>
                <c:pt idx="6282">
                  <c:v>2.7853704750673773</c:v>
                </c:pt>
                <c:pt idx="6283">
                  <c:v>2.7853704750673773</c:v>
                </c:pt>
                <c:pt idx="6284">
                  <c:v>2.7853704750673773</c:v>
                </c:pt>
                <c:pt idx="6285">
                  <c:v>2.7853704750673773</c:v>
                </c:pt>
                <c:pt idx="6286">
                  <c:v>2.7853704750673773</c:v>
                </c:pt>
                <c:pt idx="6287">
                  <c:v>2.7853704750673773</c:v>
                </c:pt>
                <c:pt idx="6288">
                  <c:v>2.7853704750673773</c:v>
                </c:pt>
                <c:pt idx="6289">
                  <c:v>2.7853704750673773</c:v>
                </c:pt>
                <c:pt idx="6290">
                  <c:v>2.7853704750673773</c:v>
                </c:pt>
                <c:pt idx="6291">
                  <c:v>2.7853704750673773</c:v>
                </c:pt>
                <c:pt idx="6292">
                  <c:v>2.7853704750673773</c:v>
                </c:pt>
                <c:pt idx="6293">
                  <c:v>2.7853704750673773</c:v>
                </c:pt>
                <c:pt idx="6294">
                  <c:v>2.7853704750673773</c:v>
                </c:pt>
                <c:pt idx="6295">
                  <c:v>2.7853704750673773</c:v>
                </c:pt>
                <c:pt idx="6296">
                  <c:v>2.7853704750673773</c:v>
                </c:pt>
                <c:pt idx="6297">
                  <c:v>2.7853704750673773</c:v>
                </c:pt>
                <c:pt idx="6298">
                  <c:v>2.7853704750673773</c:v>
                </c:pt>
                <c:pt idx="6299">
                  <c:v>2.7853704750673773</c:v>
                </c:pt>
                <c:pt idx="6300">
                  <c:v>2.7853704750673773</c:v>
                </c:pt>
                <c:pt idx="6301">
                  <c:v>2.7853704750673773</c:v>
                </c:pt>
                <c:pt idx="6302">
                  <c:v>2.7853704750673773</c:v>
                </c:pt>
                <c:pt idx="6303">
                  <c:v>2.7853704750673773</c:v>
                </c:pt>
                <c:pt idx="6304">
                  <c:v>2.7853704750673773</c:v>
                </c:pt>
                <c:pt idx="6305">
                  <c:v>2.7853704750673773</c:v>
                </c:pt>
                <c:pt idx="6306">
                  <c:v>2.7853704750673773</c:v>
                </c:pt>
                <c:pt idx="6307">
                  <c:v>2.7853704750673773</c:v>
                </c:pt>
                <c:pt idx="6308">
                  <c:v>2.7853704750673773</c:v>
                </c:pt>
                <c:pt idx="6309">
                  <c:v>2.7853704750673773</c:v>
                </c:pt>
                <c:pt idx="6310">
                  <c:v>2.7853704750673773</c:v>
                </c:pt>
                <c:pt idx="6311">
                  <c:v>2.7853704750673773</c:v>
                </c:pt>
                <c:pt idx="6312">
                  <c:v>2.7853704750673773</c:v>
                </c:pt>
                <c:pt idx="6313">
                  <c:v>2.7853704750673773</c:v>
                </c:pt>
                <c:pt idx="6314">
                  <c:v>2.7853704750673773</c:v>
                </c:pt>
                <c:pt idx="6315">
                  <c:v>2.7853704750673773</c:v>
                </c:pt>
                <c:pt idx="6316">
                  <c:v>2.7853704750673773</c:v>
                </c:pt>
                <c:pt idx="6317">
                  <c:v>2.7853704750673773</c:v>
                </c:pt>
                <c:pt idx="6318">
                  <c:v>2.7853704750673773</c:v>
                </c:pt>
                <c:pt idx="6319">
                  <c:v>2.7853704750673773</c:v>
                </c:pt>
                <c:pt idx="6320">
                  <c:v>2.7853704750673773</c:v>
                </c:pt>
                <c:pt idx="6321">
                  <c:v>2.7853704750673773</c:v>
                </c:pt>
                <c:pt idx="6322">
                  <c:v>2.7853704750673773</c:v>
                </c:pt>
                <c:pt idx="6323">
                  <c:v>2.7853704750673773</c:v>
                </c:pt>
                <c:pt idx="6324">
                  <c:v>2.7853704750673773</c:v>
                </c:pt>
                <c:pt idx="6325">
                  <c:v>2.7853704750673773</c:v>
                </c:pt>
                <c:pt idx="6326">
                  <c:v>2.7853704750673773</c:v>
                </c:pt>
                <c:pt idx="6327">
                  <c:v>2.7853704750673773</c:v>
                </c:pt>
                <c:pt idx="6328">
                  <c:v>2.7853704750673773</c:v>
                </c:pt>
                <c:pt idx="6329">
                  <c:v>2.7853704750673773</c:v>
                </c:pt>
                <c:pt idx="6330">
                  <c:v>2.7853704750673773</c:v>
                </c:pt>
                <c:pt idx="6331">
                  <c:v>2.7853704750673773</c:v>
                </c:pt>
                <c:pt idx="6332">
                  <c:v>2.7853704750673773</c:v>
                </c:pt>
                <c:pt idx="6333">
                  <c:v>2.7853704750673773</c:v>
                </c:pt>
                <c:pt idx="6334">
                  <c:v>2.7853704750673773</c:v>
                </c:pt>
                <c:pt idx="6335">
                  <c:v>2.7853704750673773</c:v>
                </c:pt>
                <c:pt idx="6336">
                  <c:v>2.7853704750673773</c:v>
                </c:pt>
                <c:pt idx="6337">
                  <c:v>2.7853704750673773</c:v>
                </c:pt>
                <c:pt idx="6338">
                  <c:v>2.7853704750673773</c:v>
                </c:pt>
                <c:pt idx="6339">
                  <c:v>2.7853704750673773</c:v>
                </c:pt>
                <c:pt idx="6340">
                  <c:v>2.7853704750673773</c:v>
                </c:pt>
                <c:pt idx="6341">
                  <c:v>2.7853704750673773</c:v>
                </c:pt>
                <c:pt idx="6342">
                  <c:v>2.7853704750673773</c:v>
                </c:pt>
                <c:pt idx="6343">
                  <c:v>2.7853704750673773</c:v>
                </c:pt>
                <c:pt idx="6344">
                  <c:v>2.7853704750673773</c:v>
                </c:pt>
                <c:pt idx="6345">
                  <c:v>2.7853704750673773</c:v>
                </c:pt>
                <c:pt idx="6346">
                  <c:v>2.7853704750673773</c:v>
                </c:pt>
                <c:pt idx="6347">
                  <c:v>2.7853704750673773</c:v>
                </c:pt>
                <c:pt idx="6348">
                  <c:v>2.7853704750673773</c:v>
                </c:pt>
                <c:pt idx="6349">
                  <c:v>2.7853704750673773</c:v>
                </c:pt>
                <c:pt idx="6350">
                  <c:v>2.7853704750673773</c:v>
                </c:pt>
                <c:pt idx="6351">
                  <c:v>2.7853704750673773</c:v>
                </c:pt>
                <c:pt idx="6352">
                  <c:v>2.7853704750673773</c:v>
                </c:pt>
                <c:pt idx="6353">
                  <c:v>2.7853704750673773</c:v>
                </c:pt>
                <c:pt idx="6354">
                  <c:v>2.7853704750673773</c:v>
                </c:pt>
                <c:pt idx="6355">
                  <c:v>2.7853704750673773</c:v>
                </c:pt>
                <c:pt idx="6356">
                  <c:v>2.7853704750673773</c:v>
                </c:pt>
                <c:pt idx="6357">
                  <c:v>2.7853704750673773</c:v>
                </c:pt>
                <c:pt idx="6358">
                  <c:v>2.7853704750673773</c:v>
                </c:pt>
                <c:pt idx="6359">
                  <c:v>2.7853704750673773</c:v>
                </c:pt>
                <c:pt idx="6360">
                  <c:v>2.7853704750673773</c:v>
                </c:pt>
                <c:pt idx="6361">
                  <c:v>2.7853704750673773</c:v>
                </c:pt>
                <c:pt idx="6362">
                  <c:v>2.7853704750673773</c:v>
                </c:pt>
                <c:pt idx="6363">
                  <c:v>2.7853704750673773</c:v>
                </c:pt>
                <c:pt idx="6364">
                  <c:v>2.7853704750673773</c:v>
                </c:pt>
                <c:pt idx="6365">
                  <c:v>2.7853704750673773</c:v>
                </c:pt>
                <c:pt idx="6366">
                  <c:v>2.7853704750673773</c:v>
                </c:pt>
                <c:pt idx="6367">
                  <c:v>2.7853704750673773</c:v>
                </c:pt>
                <c:pt idx="6368">
                  <c:v>2.7853704750673773</c:v>
                </c:pt>
                <c:pt idx="6369">
                  <c:v>2.7853704750673773</c:v>
                </c:pt>
                <c:pt idx="6370">
                  <c:v>2.7853704750673773</c:v>
                </c:pt>
                <c:pt idx="6371">
                  <c:v>2.7853704750673773</c:v>
                </c:pt>
                <c:pt idx="6372">
                  <c:v>2.7853704750673773</c:v>
                </c:pt>
                <c:pt idx="6373">
                  <c:v>2.7853704750673773</c:v>
                </c:pt>
                <c:pt idx="6374">
                  <c:v>2.7853704750673773</c:v>
                </c:pt>
                <c:pt idx="6375">
                  <c:v>2.7853704750673773</c:v>
                </c:pt>
                <c:pt idx="6376">
                  <c:v>2.7853704750673773</c:v>
                </c:pt>
                <c:pt idx="6377">
                  <c:v>2.7853704750673773</c:v>
                </c:pt>
                <c:pt idx="6378">
                  <c:v>2.7853704750673773</c:v>
                </c:pt>
                <c:pt idx="6379">
                  <c:v>2.7853704750673773</c:v>
                </c:pt>
                <c:pt idx="6380">
                  <c:v>2.7853704750673773</c:v>
                </c:pt>
                <c:pt idx="6381">
                  <c:v>2.7853704750673773</c:v>
                </c:pt>
                <c:pt idx="6382">
                  <c:v>2.7853704750673773</c:v>
                </c:pt>
                <c:pt idx="6383">
                  <c:v>2.7853704750673773</c:v>
                </c:pt>
                <c:pt idx="6384">
                  <c:v>2.7853704750673773</c:v>
                </c:pt>
                <c:pt idx="6385">
                  <c:v>2.7853704750673773</c:v>
                </c:pt>
                <c:pt idx="6386">
                  <c:v>2.7853704750673773</c:v>
                </c:pt>
                <c:pt idx="6387">
                  <c:v>2.7853704750673773</c:v>
                </c:pt>
                <c:pt idx="6388">
                  <c:v>2.7853704750673773</c:v>
                </c:pt>
                <c:pt idx="6389">
                  <c:v>2.7853704750673773</c:v>
                </c:pt>
                <c:pt idx="6390">
                  <c:v>2.7853704750673773</c:v>
                </c:pt>
                <c:pt idx="6391">
                  <c:v>2.7853704750673773</c:v>
                </c:pt>
                <c:pt idx="6392">
                  <c:v>2.7853704750673773</c:v>
                </c:pt>
                <c:pt idx="6393">
                  <c:v>2.7853704750673773</c:v>
                </c:pt>
                <c:pt idx="6394">
                  <c:v>2.7853704750673773</c:v>
                </c:pt>
                <c:pt idx="6395">
                  <c:v>2.7853704750673773</c:v>
                </c:pt>
                <c:pt idx="6396">
                  <c:v>2.7853704750673773</c:v>
                </c:pt>
                <c:pt idx="6397">
                  <c:v>2.7853704750673773</c:v>
                </c:pt>
                <c:pt idx="6398">
                  <c:v>2.7853704750673773</c:v>
                </c:pt>
                <c:pt idx="6399">
                  <c:v>2.7853704750673773</c:v>
                </c:pt>
                <c:pt idx="6400">
                  <c:v>2.7853704750673773</c:v>
                </c:pt>
                <c:pt idx="6401">
                  <c:v>2.7853704750673773</c:v>
                </c:pt>
                <c:pt idx="6402">
                  <c:v>2.7853704750673773</c:v>
                </c:pt>
                <c:pt idx="6403">
                  <c:v>2.7853704750673773</c:v>
                </c:pt>
                <c:pt idx="6404">
                  <c:v>2.7853704750673773</c:v>
                </c:pt>
                <c:pt idx="6405">
                  <c:v>2.7853704750673773</c:v>
                </c:pt>
                <c:pt idx="6406">
                  <c:v>2.7853704750673773</c:v>
                </c:pt>
                <c:pt idx="6407">
                  <c:v>2.7853704750673773</c:v>
                </c:pt>
                <c:pt idx="6408">
                  <c:v>2.7853704750673773</c:v>
                </c:pt>
                <c:pt idx="6409">
                  <c:v>2.7853704750673773</c:v>
                </c:pt>
                <c:pt idx="6410">
                  <c:v>2.7853704750673773</c:v>
                </c:pt>
                <c:pt idx="6411">
                  <c:v>2.7853704750673773</c:v>
                </c:pt>
                <c:pt idx="6412">
                  <c:v>2.7853704750673773</c:v>
                </c:pt>
                <c:pt idx="6413">
                  <c:v>2.7853704750673773</c:v>
                </c:pt>
                <c:pt idx="6414">
                  <c:v>2.7853704750673773</c:v>
                </c:pt>
                <c:pt idx="6415">
                  <c:v>2.7853704750673773</c:v>
                </c:pt>
                <c:pt idx="6416">
                  <c:v>2.7853704750673773</c:v>
                </c:pt>
                <c:pt idx="6417">
                  <c:v>2.7853704750673773</c:v>
                </c:pt>
                <c:pt idx="6418">
                  <c:v>2.7853704750673773</c:v>
                </c:pt>
                <c:pt idx="6419">
                  <c:v>2.7853704750673773</c:v>
                </c:pt>
                <c:pt idx="6420">
                  <c:v>2.7853704750673773</c:v>
                </c:pt>
                <c:pt idx="6421">
                  <c:v>2.7853704750673773</c:v>
                </c:pt>
                <c:pt idx="6422">
                  <c:v>2.7853704750673773</c:v>
                </c:pt>
                <c:pt idx="6423">
                  <c:v>2.7853704750673773</c:v>
                </c:pt>
                <c:pt idx="6424">
                  <c:v>2.7853704750673773</c:v>
                </c:pt>
                <c:pt idx="6425">
                  <c:v>2.7853704750673773</c:v>
                </c:pt>
                <c:pt idx="6426">
                  <c:v>2.7853704750673773</c:v>
                </c:pt>
                <c:pt idx="6427">
                  <c:v>2.7853704750673773</c:v>
                </c:pt>
                <c:pt idx="6428">
                  <c:v>2.7853704750673773</c:v>
                </c:pt>
                <c:pt idx="6429">
                  <c:v>2.7853704750673773</c:v>
                </c:pt>
                <c:pt idx="6430">
                  <c:v>2.7853704750673773</c:v>
                </c:pt>
                <c:pt idx="6431">
                  <c:v>2.7853704750673773</c:v>
                </c:pt>
                <c:pt idx="6432">
                  <c:v>2.7853704750673773</c:v>
                </c:pt>
                <c:pt idx="6433">
                  <c:v>2.7853704750673773</c:v>
                </c:pt>
                <c:pt idx="6434">
                  <c:v>2.7853704750673773</c:v>
                </c:pt>
                <c:pt idx="6435">
                  <c:v>2.7853704750673773</c:v>
                </c:pt>
                <c:pt idx="6436">
                  <c:v>2.7853704750673773</c:v>
                </c:pt>
                <c:pt idx="6437">
                  <c:v>2.7853704750673773</c:v>
                </c:pt>
                <c:pt idx="6438">
                  <c:v>2.7853704750673773</c:v>
                </c:pt>
                <c:pt idx="6439">
                  <c:v>2.7853704750673773</c:v>
                </c:pt>
                <c:pt idx="6440">
                  <c:v>2.7853704750673773</c:v>
                </c:pt>
                <c:pt idx="6441">
                  <c:v>2.7853704750673773</c:v>
                </c:pt>
                <c:pt idx="6442">
                  <c:v>2.7853704750673773</c:v>
                </c:pt>
                <c:pt idx="6443">
                  <c:v>2.7853704750673773</c:v>
                </c:pt>
                <c:pt idx="6444">
                  <c:v>2.7853704750673773</c:v>
                </c:pt>
                <c:pt idx="6445">
                  <c:v>2.7853704750673773</c:v>
                </c:pt>
                <c:pt idx="6446">
                  <c:v>2.7853704750673773</c:v>
                </c:pt>
                <c:pt idx="6447">
                  <c:v>2.7853704750673773</c:v>
                </c:pt>
                <c:pt idx="6448">
                  <c:v>2.7853704750673773</c:v>
                </c:pt>
                <c:pt idx="6449">
                  <c:v>2.7853704750673773</c:v>
                </c:pt>
                <c:pt idx="6450">
                  <c:v>2.7853704750673773</c:v>
                </c:pt>
                <c:pt idx="6451">
                  <c:v>2.7853704750673773</c:v>
                </c:pt>
                <c:pt idx="6452">
                  <c:v>2.7853704750673773</c:v>
                </c:pt>
                <c:pt idx="6453">
                  <c:v>2.7853704750673773</c:v>
                </c:pt>
                <c:pt idx="6454">
                  <c:v>2.7853704750673773</c:v>
                </c:pt>
                <c:pt idx="6455">
                  <c:v>2.7853704750673773</c:v>
                </c:pt>
                <c:pt idx="6456">
                  <c:v>2.7853704750673773</c:v>
                </c:pt>
                <c:pt idx="6457">
                  <c:v>2.7853704750673773</c:v>
                </c:pt>
                <c:pt idx="6458">
                  <c:v>2.7853704750673773</c:v>
                </c:pt>
                <c:pt idx="6459">
                  <c:v>2.7853704750673773</c:v>
                </c:pt>
                <c:pt idx="6460">
                  <c:v>2.7853704750673773</c:v>
                </c:pt>
                <c:pt idx="6461">
                  <c:v>2.7853704750673773</c:v>
                </c:pt>
                <c:pt idx="6462">
                  <c:v>2.7853704750673773</c:v>
                </c:pt>
                <c:pt idx="6463">
                  <c:v>2.7853704750673773</c:v>
                </c:pt>
                <c:pt idx="6464">
                  <c:v>2.7853704750673773</c:v>
                </c:pt>
                <c:pt idx="6465">
                  <c:v>2.7853704750673773</c:v>
                </c:pt>
                <c:pt idx="6466">
                  <c:v>2.7853704750673773</c:v>
                </c:pt>
                <c:pt idx="6467">
                  <c:v>2.7853704750673773</c:v>
                </c:pt>
                <c:pt idx="6468">
                  <c:v>2.7853704750673773</c:v>
                </c:pt>
                <c:pt idx="6469">
                  <c:v>2.7853704750673773</c:v>
                </c:pt>
                <c:pt idx="6470">
                  <c:v>2.7853704750673773</c:v>
                </c:pt>
                <c:pt idx="6471">
                  <c:v>2.7853704750673773</c:v>
                </c:pt>
                <c:pt idx="6472">
                  <c:v>2.7853704750673773</c:v>
                </c:pt>
                <c:pt idx="6473">
                  <c:v>2.7853704750673773</c:v>
                </c:pt>
                <c:pt idx="6474">
                  <c:v>2.7853704750673773</c:v>
                </c:pt>
                <c:pt idx="6475">
                  <c:v>2.7853704750673773</c:v>
                </c:pt>
                <c:pt idx="6476">
                  <c:v>2.7853704750673773</c:v>
                </c:pt>
                <c:pt idx="6477">
                  <c:v>2.7853704750673773</c:v>
                </c:pt>
                <c:pt idx="6478">
                  <c:v>2.7853704750673773</c:v>
                </c:pt>
                <c:pt idx="6479">
                  <c:v>2.7853704750673773</c:v>
                </c:pt>
                <c:pt idx="6480">
                  <c:v>2.7853704750673773</c:v>
                </c:pt>
                <c:pt idx="6481">
                  <c:v>2.7853704750673773</c:v>
                </c:pt>
                <c:pt idx="6482">
                  <c:v>2.7853704750673773</c:v>
                </c:pt>
                <c:pt idx="6483">
                  <c:v>2.7853704750673773</c:v>
                </c:pt>
                <c:pt idx="6484">
                  <c:v>2.7853704750673773</c:v>
                </c:pt>
                <c:pt idx="6485">
                  <c:v>2.7853704750673773</c:v>
                </c:pt>
                <c:pt idx="6486">
                  <c:v>2.7853704750673773</c:v>
                </c:pt>
                <c:pt idx="6487">
                  <c:v>2.7853704750673773</c:v>
                </c:pt>
                <c:pt idx="6488">
                  <c:v>2.7853704750673773</c:v>
                </c:pt>
                <c:pt idx="6489">
                  <c:v>2.7853704750673773</c:v>
                </c:pt>
                <c:pt idx="6490">
                  <c:v>2.7853704750673773</c:v>
                </c:pt>
                <c:pt idx="6491">
                  <c:v>2.7853704750673773</c:v>
                </c:pt>
                <c:pt idx="6492">
                  <c:v>2.7853704750673773</c:v>
                </c:pt>
                <c:pt idx="6493">
                  <c:v>2.7853704750673773</c:v>
                </c:pt>
                <c:pt idx="6494">
                  <c:v>2.7853704750673773</c:v>
                </c:pt>
                <c:pt idx="6495">
                  <c:v>2.7853704750673773</c:v>
                </c:pt>
                <c:pt idx="6496">
                  <c:v>2.7853704750673773</c:v>
                </c:pt>
                <c:pt idx="6497">
                  <c:v>2.7853704750673773</c:v>
                </c:pt>
                <c:pt idx="6498">
                  <c:v>2.7853704750673773</c:v>
                </c:pt>
                <c:pt idx="6499">
                  <c:v>2.7853704750673773</c:v>
                </c:pt>
                <c:pt idx="6500">
                  <c:v>2.7853704750673773</c:v>
                </c:pt>
                <c:pt idx="6501">
                  <c:v>2.7853704750673773</c:v>
                </c:pt>
                <c:pt idx="6502">
                  <c:v>2.7853704750673773</c:v>
                </c:pt>
                <c:pt idx="6503">
                  <c:v>2.7853704750673773</c:v>
                </c:pt>
                <c:pt idx="6504">
                  <c:v>2.7853704750673773</c:v>
                </c:pt>
                <c:pt idx="6505">
                  <c:v>2.7853704750673773</c:v>
                </c:pt>
                <c:pt idx="6506">
                  <c:v>2.7853704750673773</c:v>
                </c:pt>
                <c:pt idx="6507">
                  <c:v>2.7853704750673773</c:v>
                </c:pt>
                <c:pt idx="6508">
                  <c:v>2.7853704750673773</c:v>
                </c:pt>
                <c:pt idx="6509">
                  <c:v>2.7853704750673773</c:v>
                </c:pt>
                <c:pt idx="6510">
                  <c:v>2.7853704750673773</c:v>
                </c:pt>
                <c:pt idx="6511">
                  <c:v>2.7853704750673773</c:v>
                </c:pt>
                <c:pt idx="6512">
                  <c:v>2.7853704750673773</c:v>
                </c:pt>
                <c:pt idx="6513">
                  <c:v>2.7853704750673773</c:v>
                </c:pt>
                <c:pt idx="6514">
                  <c:v>2.7853704750673773</c:v>
                </c:pt>
                <c:pt idx="6515">
                  <c:v>2.7853704750673773</c:v>
                </c:pt>
                <c:pt idx="6516">
                  <c:v>2.7853704750673773</c:v>
                </c:pt>
                <c:pt idx="6517">
                  <c:v>2.7853704750673773</c:v>
                </c:pt>
                <c:pt idx="6518">
                  <c:v>2.7853704750673773</c:v>
                </c:pt>
                <c:pt idx="6519">
                  <c:v>2.7853704750673773</c:v>
                </c:pt>
                <c:pt idx="6520">
                  <c:v>2.7853704750673773</c:v>
                </c:pt>
                <c:pt idx="6521">
                  <c:v>2.7853704750673773</c:v>
                </c:pt>
                <c:pt idx="6522">
                  <c:v>2.7853704750673773</c:v>
                </c:pt>
                <c:pt idx="6523">
                  <c:v>2.7853704750673773</c:v>
                </c:pt>
                <c:pt idx="6524">
                  <c:v>2.7853704750673773</c:v>
                </c:pt>
                <c:pt idx="6525">
                  <c:v>2.7853704750673773</c:v>
                </c:pt>
                <c:pt idx="6526">
                  <c:v>2.7853704750673773</c:v>
                </c:pt>
                <c:pt idx="6527">
                  <c:v>2.7853704750673773</c:v>
                </c:pt>
                <c:pt idx="6528">
                  <c:v>2.7853704750673773</c:v>
                </c:pt>
                <c:pt idx="6529">
                  <c:v>2.7853704750673773</c:v>
                </c:pt>
                <c:pt idx="6530">
                  <c:v>2.7853704750673773</c:v>
                </c:pt>
                <c:pt idx="6531">
                  <c:v>2.7853704750673773</c:v>
                </c:pt>
                <c:pt idx="6532">
                  <c:v>2.7853704750673773</c:v>
                </c:pt>
                <c:pt idx="6533">
                  <c:v>2.7853704750673773</c:v>
                </c:pt>
                <c:pt idx="6534">
                  <c:v>2.7853704750673773</c:v>
                </c:pt>
                <c:pt idx="6535">
                  <c:v>2.7853704750673773</c:v>
                </c:pt>
                <c:pt idx="6536">
                  <c:v>2.7853704750673773</c:v>
                </c:pt>
                <c:pt idx="6537">
                  <c:v>2.7853704750673773</c:v>
                </c:pt>
                <c:pt idx="6538">
                  <c:v>2.7853704750673773</c:v>
                </c:pt>
                <c:pt idx="6539">
                  <c:v>2.7853704750673773</c:v>
                </c:pt>
                <c:pt idx="6540">
                  <c:v>2.7853704750673773</c:v>
                </c:pt>
                <c:pt idx="6541">
                  <c:v>2.7853704750673773</c:v>
                </c:pt>
                <c:pt idx="6542">
                  <c:v>2.7853704750673773</c:v>
                </c:pt>
                <c:pt idx="6543">
                  <c:v>2.7853704750673773</c:v>
                </c:pt>
                <c:pt idx="6544">
                  <c:v>2.7853704750673773</c:v>
                </c:pt>
                <c:pt idx="6545">
                  <c:v>2.7853704750673773</c:v>
                </c:pt>
                <c:pt idx="6546">
                  <c:v>2.7853704750673773</c:v>
                </c:pt>
                <c:pt idx="6547">
                  <c:v>2.7853704750673773</c:v>
                </c:pt>
                <c:pt idx="6548">
                  <c:v>2.7853704750673773</c:v>
                </c:pt>
                <c:pt idx="6549">
                  <c:v>2.7853704750673773</c:v>
                </c:pt>
                <c:pt idx="6550">
                  <c:v>2.7853704750673773</c:v>
                </c:pt>
                <c:pt idx="6551">
                  <c:v>2.7853704750673773</c:v>
                </c:pt>
                <c:pt idx="6552">
                  <c:v>2.7853704750673773</c:v>
                </c:pt>
                <c:pt idx="6553">
                  <c:v>2.7853704750673773</c:v>
                </c:pt>
                <c:pt idx="6554">
                  <c:v>2.7853704750673773</c:v>
                </c:pt>
                <c:pt idx="6555">
                  <c:v>2.7853704750673773</c:v>
                </c:pt>
                <c:pt idx="6556">
                  <c:v>2.7853704750673773</c:v>
                </c:pt>
                <c:pt idx="6557">
                  <c:v>2.7853704750673773</c:v>
                </c:pt>
                <c:pt idx="6558">
                  <c:v>2.7853704750673773</c:v>
                </c:pt>
                <c:pt idx="6559">
                  <c:v>2.7853704750673773</c:v>
                </c:pt>
                <c:pt idx="6560">
                  <c:v>2.7853704750673773</c:v>
                </c:pt>
                <c:pt idx="6561">
                  <c:v>2.7853704750673773</c:v>
                </c:pt>
                <c:pt idx="6562">
                  <c:v>2.7853704750673773</c:v>
                </c:pt>
                <c:pt idx="6563">
                  <c:v>2.7853704750673773</c:v>
                </c:pt>
                <c:pt idx="6564">
                  <c:v>2.7853704750673773</c:v>
                </c:pt>
                <c:pt idx="6565">
                  <c:v>2.7853704750673773</c:v>
                </c:pt>
                <c:pt idx="6566">
                  <c:v>2.7853704750673773</c:v>
                </c:pt>
                <c:pt idx="6567">
                  <c:v>2.7853704750673773</c:v>
                </c:pt>
                <c:pt idx="6568">
                  <c:v>2.7853704750673773</c:v>
                </c:pt>
                <c:pt idx="6569">
                  <c:v>2.7853704750673773</c:v>
                </c:pt>
                <c:pt idx="6570">
                  <c:v>2.7853704750673773</c:v>
                </c:pt>
                <c:pt idx="6571">
                  <c:v>2.7853704750673773</c:v>
                </c:pt>
                <c:pt idx="6572">
                  <c:v>2.7853704750673773</c:v>
                </c:pt>
                <c:pt idx="6573">
                  <c:v>2.7853704750673773</c:v>
                </c:pt>
                <c:pt idx="6574">
                  <c:v>2.7853704750673773</c:v>
                </c:pt>
                <c:pt idx="6575">
                  <c:v>2.7853704750673773</c:v>
                </c:pt>
                <c:pt idx="6576">
                  <c:v>2.7853704750673773</c:v>
                </c:pt>
                <c:pt idx="6577">
                  <c:v>2.7853704750673773</c:v>
                </c:pt>
                <c:pt idx="6578">
                  <c:v>2.7853704750673773</c:v>
                </c:pt>
                <c:pt idx="6579">
                  <c:v>2.7853704750673773</c:v>
                </c:pt>
                <c:pt idx="6580">
                  <c:v>2.7853704750673773</c:v>
                </c:pt>
                <c:pt idx="6581">
                  <c:v>2.7853704750673773</c:v>
                </c:pt>
                <c:pt idx="6582">
                  <c:v>2.7853704750673773</c:v>
                </c:pt>
                <c:pt idx="6583">
                  <c:v>2.7853704750673773</c:v>
                </c:pt>
                <c:pt idx="6584">
                  <c:v>2.7853704750673773</c:v>
                </c:pt>
                <c:pt idx="6585">
                  <c:v>2.7853704750673773</c:v>
                </c:pt>
                <c:pt idx="6586">
                  <c:v>2.7853704750673773</c:v>
                </c:pt>
                <c:pt idx="6587">
                  <c:v>2.7853704750673773</c:v>
                </c:pt>
                <c:pt idx="6588">
                  <c:v>2.7853704750673773</c:v>
                </c:pt>
                <c:pt idx="6589">
                  <c:v>2.7853704750673773</c:v>
                </c:pt>
                <c:pt idx="6590">
                  <c:v>2.7853704750673773</c:v>
                </c:pt>
                <c:pt idx="6591">
                  <c:v>2.7853704750673773</c:v>
                </c:pt>
                <c:pt idx="6592">
                  <c:v>2.7853704750673773</c:v>
                </c:pt>
                <c:pt idx="6593">
                  <c:v>2.7853704750673773</c:v>
                </c:pt>
                <c:pt idx="6594">
                  <c:v>2.7853704750673773</c:v>
                </c:pt>
                <c:pt idx="6595">
                  <c:v>2.7853704750673773</c:v>
                </c:pt>
                <c:pt idx="6596">
                  <c:v>2.7853704750673773</c:v>
                </c:pt>
                <c:pt idx="6597">
                  <c:v>2.7853704750673773</c:v>
                </c:pt>
                <c:pt idx="6598">
                  <c:v>2.7853704750673773</c:v>
                </c:pt>
                <c:pt idx="6599">
                  <c:v>2.7853704750673773</c:v>
                </c:pt>
                <c:pt idx="6600">
                  <c:v>2.7853704750673773</c:v>
                </c:pt>
                <c:pt idx="6601">
                  <c:v>2.7853704750673773</c:v>
                </c:pt>
                <c:pt idx="6602">
                  <c:v>2.7853704750673773</c:v>
                </c:pt>
                <c:pt idx="6603">
                  <c:v>2.7853704750673773</c:v>
                </c:pt>
                <c:pt idx="6604">
                  <c:v>2.7853704750673773</c:v>
                </c:pt>
                <c:pt idx="6605">
                  <c:v>2.7853704750673773</c:v>
                </c:pt>
                <c:pt idx="6606">
                  <c:v>2.7853704750673773</c:v>
                </c:pt>
                <c:pt idx="6607">
                  <c:v>2.7853704750673773</c:v>
                </c:pt>
                <c:pt idx="6608">
                  <c:v>2.7853704750673773</c:v>
                </c:pt>
                <c:pt idx="6609">
                  <c:v>2.7853704750673773</c:v>
                </c:pt>
                <c:pt idx="6610">
                  <c:v>2.7853704750673773</c:v>
                </c:pt>
                <c:pt idx="6611">
                  <c:v>2.7853704750673773</c:v>
                </c:pt>
                <c:pt idx="6612">
                  <c:v>2.7853704750673773</c:v>
                </c:pt>
                <c:pt idx="6613">
                  <c:v>2.7853704750673773</c:v>
                </c:pt>
                <c:pt idx="6614">
                  <c:v>2.7853704750673773</c:v>
                </c:pt>
                <c:pt idx="6615">
                  <c:v>2.7853704750673773</c:v>
                </c:pt>
                <c:pt idx="6616">
                  <c:v>2.7853704750673773</c:v>
                </c:pt>
                <c:pt idx="6617">
                  <c:v>2.7853704750673773</c:v>
                </c:pt>
                <c:pt idx="6618">
                  <c:v>2.7853704750673773</c:v>
                </c:pt>
                <c:pt idx="6619">
                  <c:v>2.7853704750673773</c:v>
                </c:pt>
                <c:pt idx="6620">
                  <c:v>2.7853704750673773</c:v>
                </c:pt>
                <c:pt idx="6621">
                  <c:v>2.7853704750673773</c:v>
                </c:pt>
                <c:pt idx="6622">
                  <c:v>2.7853704750673773</c:v>
                </c:pt>
                <c:pt idx="6623">
                  <c:v>2.7853704750673773</c:v>
                </c:pt>
                <c:pt idx="6624">
                  <c:v>2.7853704750673773</c:v>
                </c:pt>
                <c:pt idx="6625">
                  <c:v>2.7853704750673773</c:v>
                </c:pt>
                <c:pt idx="6626">
                  <c:v>2.7853704750673773</c:v>
                </c:pt>
                <c:pt idx="6627">
                  <c:v>2.7853704750673773</c:v>
                </c:pt>
                <c:pt idx="6628">
                  <c:v>2.7853704750673773</c:v>
                </c:pt>
                <c:pt idx="6629">
                  <c:v>2.7853704750673773</c:v>
                </c:pt>
                <c:pt idx="6630">
                  <c:v>2.7853704750673773</c:v>
                </c:pt>
                <c:pt idx="6631">
                  <c:v>2.7853704750673773</c:v>
                </c:pt>
                <c:pt idx="6632">
                  <c:v>2.7853704750673773</c:v>
                </c:pt>
                <c:pt idx="6633">
                  <c:v>2.7853704750673773</c:v>
                </c:pt>
                <c:pt idx="6634">
                  <c:v>2.7853704750673773</c:v>
                </c:pt>
                <c:pt idx="6635">
                  <c:v>2.7853704750673773</c:v>
                </c:pt>
                <c:pt idx="6636">
                  <c:v>2.7853704750673773</c:v>
                </c:pt>
                <c:pt idx="6637">
                  <c:v>2.7853704750673773</c:v>
                </c:pt>
                <c:pt idx="6638">
                  <c:v>2.7853704750673773</c:v>
                </c:pt>
                <c:pt idx="6639">
                  <c:v>2.7853704750673773</c:v>
                </c:pt>
                <c:pt idx="6640">
                  <c:v>2.7853704750673773</c:v>
                </c:pt>
                <c:pt idx="6641">
                  <c:v>2.7853704750673773</c:v>
                </c:pt>
                <c:pt idx="6642">
                  <c:v>2.7853704750673773</c:v>
                </c:pt>
                <c:pt idx="6643">
                  <c:v>2.7853704750673773</c:v>
                </c:pt>
                <c:pt idx="6644">
                  <c:v>2.7853704750673773</c:v>
                </c:pt>
                <c:pt idx="6645">
                  <c:v>2.7853704750673773</c:v>
                </c:pt>
                <c:pt idx="6646">
                  <c:v>2.7853704750673773</c:v>
                </c:pt>
                <c:pt idx="6647">
                  <c:v>2.7853704750673773</c:v>
                </c:pt>
                <c:pt idx="6648">
                  <c:v>2.7853704750673773</c:v>
                </c:pt>
                <c:pt idx="6649">
                  <c:v>2.7853704750673773</c:v>
                </c:pt>
                <c:pt idx="6650">
                  <c:v>2.7853704750673773</c:v>
                </c:pt>
                <c:pt idx="6651">
                  <c:v>2.7853704750673773</c:v>
                </c:pt>
                <c:pt idx="6652">
                  <c:v>2.7853704750673773</c:v>
                </c:pt>
                <c:pt idx="6653">
                  <c:v>2.7853704750673773</c:v>
                </c:pt>
                <c:pt idx="6654">
                  <c:v>2.7853704750673773</c:v>
                </c:pt>
                <c:pt idx="6655">
                  <c:v>2.7853704750673773</c:v>
                </c:pt>
                <c:pt idx="6656">
                  <c:v>2.7853704750673773</c:v>
                </c:pt>
                <c:pt idx="6657">
                  <c:v>2.7853704750673773</c:v>
                </c:pt>
                <c:pt idx="6658">
                  <c:v>2.7853704750673773</c:v>
                </c:pt>
                <c:pt idx="6659">
                  <c:v>2.7853704750673773</c:v>
                </c:pt>
                <c:pt idx="6660">
                  <c:v>2.7853704750673773</c:v>
                </c:pt>
                <c:pt idx="6661">
                  <c:v>2.7853704750673773</c:v>
                </c:pt>
                <c:pt idx="6662">
                  <c:v>2.7853704750673773</c:v>
                </c:pt>
                <c:pt idx="6663">
                  <c:v>2.7853704750673773</c:v>
                </c:pt>
                <c:pt idx="6664">
                  <c:v>2.7853704750673773</c:v>
                </c:pt>
                <c:pt idx="6665">
                  <c:v>2.7853704750673773</c:v>
                </c:pt>
                <c:pt idx="6666">
                  <c:v>2.7853704750673773</c:v>
                </c:pt>
                <c:pt idx="6667">
                  <c:v>2.7853704750673773</c:v>
                </c:pt>
                <c:pt idx="6668">
                  <c:v>2.7853704750673773</c:v>
                </c:pt>
                <c:pt idx="6669">
                  <c:v>2.7853704750673773</c:v>
                </c:pt>
                <c:pt idx="6670">
                  <c:v>2.7853704750673773</c:v>
                </c:pt>
                <c:pt idx="6671">
                  <c:v>2.7853704750673773</c:v>
                </c:pt>
                <c:pt idx="6672">
                  <c:v>2.7853704750673773</c:v>
                </c:pt>
                <c:pt idx="6673">
                  <c:v>2.7853704750673773</c:v>
                </c:pt>
                <c:pt idx="6674">
                  <c:v>2.7853704750673773</c:v>
                </c:pt>
                <c:pt idx="6675">
                  <c:v>2.7853704750673773</c:v>
                </c:pt>
                <c:pt idx="6676">
                  <c:v>2.7853704750673773</c:v>
                </c:pt>
                <c:pt idx="6677">
                  <c:v>2.7853704750673773</c:v>
                </c:pt>
                <c:pt idx="6678">
                  <c:v>2.7853704750673773</c:v>
                </c:pt>
                <c:pt idx="6679">
                  <c:v>2.7853704750673773</c:v>
                </c:pt>
                <c:pt idx="6680">
                  <c:v>2.7853704750673773</c:v>
                </c:pt>
                <c:pt idx="6681">
                  <c:v>2.7853704750673773</c:v>
                </c:pt>
                <c:pt idx="6682">
                  <c:v>2.7853704750673773</c:v>
                </c:pt>
                <c:pt idx="6683">
                  <c:v>2.7853704750673773</c:v>
                </c:pt>
                <c:pt idx="6684">
                  <c:v>2.7853704750673773</c:v>
                </c:pt>
                <c:pt idx="6685">
                  <c:v>2.7853704750673773</c:v>
                </c:pt>
                <c:pt idx="6686">
                  <c:v>2.7853704750673773</c:v>
                </c:pt>
                <c:pt idx="6687">
                  <c:v>2.7853704750673773</c:v>
                </c:pt>
                <c:pt idx="6688">
                  <c:v>2.7853704750673773</c:v>
                </c:pt>
                <c:pt idx="6689">
                  <c:v>2.7853704750673773</c:v>
                </c:pt>
                <c:pt idx="6690">
                  <c:v>2.7853704750673773</c:v>
                </c:pt>
                <c:pt idx="6691">
                  <c:v>2.7853704750673773</c:v>
                </c:pt>
                <c:pt idx="6692">
                  <c:v>2.7853704750673773</c:v>
                </c:pt>
                <c:pt idx="6693">
                  <c:v>2.7853704750673773</c:v>
                </c:pt>
                <c:pt idx="6694">
                  <c:v>2.7853704750673773</c:v>
                </c:pt>
                <c:pt idx="6695">
                  <c:v>2.7853704750673773</c:v>
                </c:pt>
                <c:pt idx="6696">
                  <c:v>2.7853704750673773</c:v>
                </c:pt>
                <c:pt idx="6697">
                  <c:v>2.7853704750673773</c:v>
                </c:pt>
                <c:pt idx="6698">
                  <c:v>2.7853704750673773</c:v>
                </c:pt>
                <c:pt idx="6699">
                  <c:v>2.7853704750673773</c:v>
                </c:pt>
                <c:pt idx="6700">
                  <c:v>2.7853704750673773</c:v>
                </c:pt>
                <c:pt idx="6701">
                  <c:v>2.7853704750673773</c:v>
                </c:pt>
                <c:pt idx="6702">
                  <c:v>2.7853704750673773</c:v>
                </c:pt>
                <c:pt idx="6703">
                  <c:v>2.7853704750673773</c:v>
                </c:pt>
                <c:pt idx="6704">
                  <c:v>2.7853704750673773</c:v>
                </c:pt>
                <c:pt idx="6705">
                  <c:v>2.7853704750673773</c:v>
                </c:pt>
                <c:pt idx="6706">
                  <c:v>2.7853704750673773</c:v>
                </c:pt>
                <c:pt idx="6707">
                  <c:v>2.7853704750673773</c:v>
                </c:pt>
                <c:pt idx="6708">
                  <c:v>2.7853704750673773</c:v>
                </c:pt>
                <c:pt idx="6709">
                  <c:v>2.7853704750673773</c:v>
                </c:pt>
                <c:pt idx="6710">
                  <c:v>2.7853704750673773</c:v>
                </c:pt>
                <c:pt idx="6711">
                  <c:v>2.7853704750673773</c:v>
                </c:pt>
                <c:pt idx="6712">
                  <c:v>2.7853704750673773</c:v>
                </c:pt>
                <c:pt idx="6713">
                  <c:v>2.7853704750673773</c:v>
                </c:pt>
                <c:pt idx="6714">
                  <c:v>2.7853704750673773</c:v>
                </c:pt>
                <c:pt idx="6715">
                  <c:v>2.7853704750673773</c:v>
                </c:pt>
                <c:pt idx="6716">
                  <c:v>2.7853704750673773</c:v>
                </c:pt>
                <c:pt idx="6717">
                  <c:v>2.7853704750673773</c:v>
                </c:pt>
                <c:pt idx="6718">
                  <c:v>2.7853704750673773</c:v>
                </c:pt>
                <c:pt idx="6719">
                  <c:v>2.7853704750673773</c:v>
                </c:pt>
                <c:pt idx="6720">
                  <c:v>2.7853704750673773</c:v>
                </c:pt>
                <c:pt idx="6721">
                  <c:v>2.7853704750673773</c:v>
                </c:pt>
                <c:pt idx="6722">
                  <c:v>2.7853704750673773</c:v>
                </c:pt>
                <c:pt idx="6723">
                  <c:v>2.7853704750673773</c:v>
                </c:pt>
                <c:pt idx="6724">
                  <c:v>2.7853704750673773</c:v>
                </c:pt>
                <c:pt idx="6725">
                  <c:v>2.7853704750673773</c:v>
                </c:pt>
                <c:pt idx="6726">
                  <c:v>2.7853704750673773</c:v>
                </c:pt>
                <c:pt idx="6727">
                  <c:v>2.7853704750673773</c:v>
                </c:pt>
                <c:pt idx="6728">
                  <c:v>2.7853704750673773</c:v>
                </c:pt>
                <c:pt idx="6729">
                  <c:v>2.7853704750673773</c:v>
                </c:pt>
                <c:pt idx="6730">
                  <c:v>2.7853704750673773</c:v>
                </c:pt>
                <c:pt idx="6731">
                  <c:v>2.7853704750673773</c:v>
                </c:pt>
                <c:pt idx="6732">
                  <c:v>2.7853704750673773</c:v>
                </c:pt>
                <c:pt idx="6733">
                  <c:v>2.7853704750673773</c:v>
                </c:pt>
                <c:pt idx="6734">
                  <c:v>2.7853704750673773</c:v>
                </c:pt>
                <c:pt idx="6735">
                  <c:v>2.7853704750673773</c:v>
                </c:pt>
                <c:pt idx="6736">
                  <c:v>2.7853704750673773</c:v>
                </c:pt>
                <c:pt idx="6737">
                  <c:v>2.7853704750673773</c:v>
                </c:pt>
                <c:pt idx="6738">
                  <c:v>2.7853704750673773</c:v>
                </c:pt>
                <c:pt idx="6739">
                  <c:v>2.7853704750673773</c:v>
                </c:pt>
                <c:pt idx="6740">
                  <c:v>2.7853704750673773</c:v>
                </c:pt>
                <c:pt idx="6741">
                  <c:v>2.7853704750673773</c:v>
                </c:pt>
                <c:pt idx="6742">
                  <c:v>2.7853704750673773</c:v>
                </c:pt>
                <c:pt idx="6743">
                  <c:v>2.7853704750673773</c:v>
                </c:pt>
                <c:pt idx="6744">
                  <c:v>2.7853704750673773</c:v>
                </c:pt>
                <c:pt idx="6745">
                  <c:v>2.7853704750673773</c:v>
                </c:pt>
                <c:pt idx="6746">
                  <c:v>2.7853704750673773</c:v>
                </c:pt>
                <c:pt idx="6747">
                  <c:v>2.7853704750673773</c:v>
                </c:pt>
                <c:pt idx="6748">
                  <c:v>2.7853704750673773</c:v>
                </c:pt>
                <c:pt idx="6749">
                  <c:v>2.7853704750673773</c:v>
                </c:pt>
                <c:pt idx="6750">
                  <c:v>2.7853704750673773</c:v>
                </c:pt>
                <c:pt idx="6751">
                  <c:v>2.7853704750673773</c:v>
                </c:pt>
                <c:pt idx="6752">
                  <c:v>2.7853704750673773</c:v>
                </c:pt>
                <c:pt idx="6753">
                  <c:v>2.7853704750673773</c:v>
                </c:pt>
                <c:pt idx="6754">
                  <c:v>2.7853704750673773</c:v>
                </c:pt>
                <c:pt idx="6755">
                  <c:v>2.7853704750673773</c:v>
                </c:pt>
                <c:pt idx="6756">
                  <c:v>2.7853704750673773</c:v>
                </c:pt>
                <c:pt idx="6757">
                  <c:v>2.7853704750673773</c:v>
                </c:pt>
                <c:pt idx="6758">
                  <c:v>2.7853704750673773</c:v>
                </c:pt>
                <c:pt idx="6759">
                  <c:v>2.7853704750673773</c:v>
                </c:pt>
                <c:pt idx="6760">
                  <c:v>2.7853704750673773</c:v>
                </c:pt>
                <c:pt idx="6761">
                  <c:v>2.7853704750673773</c:v>
                </c:pt>
                <c:pt idx="6762">
                  <c:v>2.7853704750673773</c:v>
                </c:pt>
                <c:pt idx="6763">
                  <c:v>2.7853704750673773</c:v>
                </c:pt>
                <c:pt idx="6764">
                  <c:v>2.7853704750673773</c:v>
                </c:pt>
                <c:pt idx="6765">
                  <c:v>2.7853704750673773</c:v>
                </c:pt>
                <c:pt idx="6766">
                  <c:v>2.7853704750673773</c:v>
                </c:pt>
                <c:pt idx="6767">
                  <c:v>2.7853704750673773</c:v>
                </c:pt>
                <c:pt idx="6768">
                  <c:v>2.7853704750673773</c:v>
                </c:pt>
                <c:pt idx="6769">
                  <c:v>2.7853704750673773</c:v>
                </c:pt>
                <c:pt idx="6770">
                  <c:v>2.7853704750673773</c:v>
                </c:pt>
                <c:pt idx="6771">
                  <c:v>2.7853704750673773</c:v>
                </c:pt>
                <c:pt idx="6772">
                  <c:v>2.7853704750673773</c:v>
                </c:pt>
                <c:pt idx="6773">
                  <c:v>2.7853704750673773</c:v>
                </c:pt>
                <c:pt idx="6774">
                  <c:v>2.7853704750673773</c:v>
                </c:pt>
                <c:pt idx="6775">
                  <c:v>2.7853704750673773</c:v>
                </c:pt>
                <c:pt idx="6776">
                  <c:v>2.7853704750673773</c:v>
                </c:pt>
                <c:pt idx="6777">
                  <c:v>2.7853704750673773</c:v>
                </c:pt>
                <c:pt idx="6778">
                  <c:v>2.7853704750673773</c:v>
                </c:pt>
                <c:pt idx="6779">
                  <c:v>2.7853704750673773</c:v>
                </c:pt>
                <c:pt idx="6780">
                  <c:v>2.7853704750673773</c:v>
                </c:pt>
                <c:pt idx="6781">
                  <c:v>2.7853704750673773</c:v>
                </c:pt>
                <c:pt idx="6782">
                  <c:v>2.7853704750673773</c:v>
                </c:pt>
                <c:pt idx="6783">
                  <c:v>2.7853704750673773</c:v>
                </c:pt>
                <c:pt idx="6784">
                  <c:v>2.7853704750673773</c:v>
                </c:pt>
                <c:pt idx="6785">
                  <c:v>2.7853704750673773</c:v>
                </c:pt>
                <c:pt idx="6786">
                  <c:v>2.7853704750673773</c:v>
                </c:pt>
                <c:pt idx="6787">
                  <c:v>2.7853704750673773</c:v>
                </c:pt>
                <c:pt idx="6788">
                  <c:v>2.7853704750673773</c:v>
                </c:pt>
                <c:pt idx="6789">
                  <c:v>2.7853704750673773</c:v>
                </c:pt>
                <c:pt idx="6790">
                  <c:v>2.7853704750673773</c:v>
                </c:pt>
                <c:pt idx="6791">
                  <c:v>2.7853704750673773</c:v>
                </c:pt>
                <c:pt idx="6792">
                  <c:v>2.7853704750673773</c:v>
                </c:pt>
                <c:pt idx="6793">
                  <c:v>2.7853704750673773</c:v>
                </c:pt>
                <c:pt idx="6794">
                  <c:v>2.7853704750673773</c:v>
                </c:pt>
                <c:pt idx="6795">
                  <c:v>2.7853704750673773</c:v>
                </c:pt>
                <c:pt idx="6796">
                  <c:v>2.7853704750673773</c:v>
                </c:pt>
                <c:pt idx="6797">
                  <c:v>2.7853704750673773</c:v>
                </c:pt>
                <c:pt idx="6798">
                  <c:v>2.7853704750673773</c:v>
                </c:pt>
                <c:pt idx="6799">
                  <c:v>2.7853704750673773</c:v>
                </c:pt>
                <c:pt idx="6800">
                  <c:v>2.7853704750673773</c:v>
                </c:pt>
                <c:pt idx="6801">
                  <c:v>2.7853704750673773</c:v>
                </c:pt>
                <c:pt idx="6802">
                  <c:v>2.7853704750673773</c:v>
                </c:pt>
                <c:pt idx="6803">
                  <c:v>2.7853704750673773</c:v>
                </c:pt>
                <c:pt idx="6804">
                  <c:v>2.7853704750673773</c:v>
                </c:pt>
                <c:pt idx="6805">
                  <c:v>2.7853704750673773</c:v>
                </c:pt>
                <c:pt idx="6806">
                  <c:v>2.7853704750673773</c:v>
                </c:pt>
                <c:pt idx="6807">
                  <c:v>2.7853704750673773</c:v>
                </c:pt>
                <c:pt idx="6808">
                  <c:v>2.7853704750673773</c:v>
                </c:pt>
                <c:pt idx="6809">
                  <c:v>2.7853704750673773</c:v>
                </c:pt>
                <c:pt idx="6810">
                  <c:v>2.7853704750673773</c:v>
                </c:pt>
                <c:pt idx="6811">
                  <c:v>2.7853704750673773</c:v>
                </c:pt>
                <c:pt idx="6812">
                  <c:v>2.7853704750673773</c:v>
                </c:pt>
                <c:pt idx="6813">
                  <c:v>2.7853704750673773</c:v>
                </c:pt>
                <c:pt idx="6814">
                  <c:v>2.7853704750673773</c:v>
                </c:pt>
                <c:pt idx="6815">
                  <c:v>2.7853704750673773</c:v>
                </c:pt>
                <c:pt idx="6816">
                  <c:v>2.7853704750673773</c:v>
                </c:pt>
                <c:pt idx="6817">
                  <c:v>2.7853704750673773</c:v>
                </c:pt>
                <c:pt idx="6818">
                  <c:v>2.7853704750673773</c:v>
                </c:pt>
                <c:pt idx="6819">
                  <c:v>2.7853704750673773</c:v>
                </c:pt>
                <c:pt idx="6820">
                  <c:v>2.7853704750673773</c:v>
                </c:pt>
                <c:pt idx="6821">
                  <c:v>2.7853704750673773</c:v>
                </c:pt>
                <c:pt idx="6822">
                  <c:v>2.7853704750673773</c:v>
                </c:pt>
                <c:pt idx="6823">
                  <c:v>2.7853704750673773</c:v>
                </c:pt>
                <c:pt idx="6824">
                  <c:v>2.7853704750673773</c:v>
                </c:pt>
                <c:pt idx="6825">
                  <c:v>2.7853704750673773</c:v>
                </c:pt>
                <c:pt idx="6826">
                  <c:v>2.7853704750673773</c:v>
                </c:pt>
                <c:pt idx="6827">
                  <c:v>2.7853704750673773</c:v>
                </c:pt>
                <c:pt idx="6828">
                  <c:v>2.7853704750673773</c:v>
                </c:pt>
                <c:pt idx="6829">
                  <c:v>2.7853704750673773</c:v>
                </c:pt>
                <c:pt idx="6830">
                  <c:v>2.7853704750673773</c:v>
                </c:pt>
                <c:pt idx="6831">
                  <c:v>2.7853704750673773</c:v>
                </c:pt>
                <c:pt idx="6832">
                  <c:v>2.7853704750673773</c:v>
                </c:pt>
                <c:pt idx="6833">
                  <c:v>2.7853704750673773</c:v>
                </c:pt>
                <c:pt idx="6834">
                  <c:v>2.7853704750673773</c:v>
                </c:pt>
                <c:pt idx="6835">
                  <c:v>2.7853704750673773</c:v>
                </c:pt>
                <c:pt idx="6836">
                  <c:v>2.7853704750673773</c:v>
                </c:pt>
                <c:pt idx="6837">
                  <c:v>2.7853704750673773</c:v>
                </c:pt>
                <c:pt idx="6838">
                  <c:v>2.7853704750673773</c:v>
                </c:pt>
                <c:pt idx="6839">
                  <c:v>2.7853704750673773</c:v>
                </c:pt>
                <c:pt idx="6840">
                  <c:v>2.7853704750673773</c:v>
                </c:pt>
                <c:pt idx="6841">
                  <c:v>2.7853704750673773</c:v>
                </c:pt>
                <c:pt idx="6842">
                  <c:v>2.7853704750673773</c:v>
                </c:pt>
                <c:pt idx="6843">
                  <c:v>2.7853704750673773</c:v>
                </c:pt>
                <c:pt idx="6844">
                  <c:v>2.7853704750673773</c:v>
                </c:pt>
                <c:pt idx="6845">
                  <c:v>2.7853704750673773</c:v>
                </c:pt>
                <c:pt idx="6846">
                  <c:v>2.7853704750673773</c:v>
                </c:pt>
                <c:pt idx="6847">
                  <c:v>2.7853704750673773</c:v>
                </c:pt>
                <c:pt idx="6848">
                  <c:v>2.7853704750673773</c:v>
                </c:pt>
                <c:pt idx="6849">
                  <c:v>2.7853704750673773</c:v>
                </c:pt>
                <c:pt idx="6850">
                  <c:v>2.7853704750673773</c:v>
                </c:pt>
                <c:pt idx="6851">
                  <c:v>2.7853704750673773</c:v>
                </c:pt>
                <c:pt idx="6852">
                  <c:v>2.7853704750673773</c:v>
                </c:pt>
                <c:pt idx="6853">
                  <c:v>2.7853704750673773</c:v>
                </c:pt>
                <c:pt idx="6854">
                  <c:v>2.7853704750673773</c:v>
                </c:pt>
                <c:pt idx="6855">
                  <c:v>2.7853704750673773</c:v>
                </c:pt>
                <c:pt idx="6856">
                  <c:v>2.7853704750673773</c:v>
                </c:pt>
                <c:pt idx="6857">
                  <c:v>2.7853704750673773</c:v>
                </c:pt>
                <c:pt idx="6858">
                  <c:v>2.7853704750673773</c:v>
                </c:pt>
                <c:pt idx="6859">
                  <c:v>2.7853704750673773</c:v>
                </c:pt>
                <c:pt idx="6860">
                  <c:v>2.7853704750673773</c:v>
                </c:pt>
                <c:pt idx="6861">
                  <c:v>2.7853704750673773</c:v>
                </c:pt>
                <c:pt idx="6862">
                  <c:v>2.7853704750673773</c:v>
                </c:pt>
                <c:pt idx="6863">
                  <c:v>2.7853704750673773</c:v>
                </c:pt>
                <c:pt idx="6864">
                  <c:v>2.7853704750673773</c:v>
                </c:pt>
                <c:pt idx="6865">
                  <c:v>2.7853704750673773</c:v>
                </c:pt>
                <c:pt idx="6866">
                  <c:v>2.7853704750673773</c:v>
                </c:pt>
                <c:pt idx="6867">
                  <c:v>2.7853704750673773</c:v>
                </c:pt>
                <c:pt idx="6868">
                  <c:v>2.7853704750673773</c:v>
                </c:pt>
                <c:pt idx="6869">
                  <c:v>2.7853704750673773</c:v>
                </c:pt>
                <c:pt idx="6870">
                  <c:v>2.7853704750673773</c:v>
                </c:pt>
                <c:pt idx="6871">
                  <c:v>2.7853704750673773</c:v>
                </c:pt>
                <c:pt idx="6872">
                  <c:v>2.7853704750673773</c:v>
                </c:pt>
                <c:pt idx="6873">
                  <c:v>2.7853704750673773</c:v>
                </c:pt>
                <c:pt idx="6874">
                  <c:v>2.7853704750673773</c:v>
                </c:pt>
                <c:pt idx="6875">
                  <c:v>2.7853704750673773</c:v>
                </c:pt>
                <c:pt idx="6876">
                  <c:v>2.7853704750673773</c:v>
                </c:pt>
                <c:pt idx="6877">
                  <c:v>2.7853704750673773</c:v>
                </c:pt>
                <c:pt idx="6878">
                  <c:v>2.7853704750673773</c:v>
                </c:pt>
                <c:pt idx="6879">
                  <c:v>2.7853704750673773</c:v>
                </c:pt>
                <c:pt idx="6880">
                  <c:v>2.7853704750673773</c:v>
                </c:pt>
                <c:pt idx="6881">
                  <c:v>2.7853704750673773</c:v>
                </c:pt>
                <c:pt idx="6882">
                  <c:v>2.7853704750673773</c:v>
                </c:pt>
                <c:pt idx="6883">
                  <c:v>2.7853704750673773</c:v>
                </c:pt>
                <c:pt idx="6884">
                  <c:v>2.7853704750673773</c:v>
                </c:pt>
                <c:pt idx="6885">
                  <c:v>2.7853704750673773</c:v>
                </c:pt>
                <c:pt idx="6886">
                  <c:v>2.7853704750673773</c:v>
                </c:pt>
                <c:pt idx="6887">
                  <c:v>2.7853704750673773</c:v>
                </c:pt>
                <c:pt idx="6888">
                  <c:v>2.7853704750673773</c:v>
                </c:pt>
                <c:pt idx="6889">
                  <c:v>2.7853704750673773</c:v>
                </c:pt>
                <c:pt idx="6890">
                  <c:v>2.7853704750673773</c:v>
                </c:pt>
                <c:pt idx="6891">
                  <c:v>2.7853704750673773</c:v>
                </c:pt>
                <c:pt idx="6892">
                  <c:v>2.7853704750673773</c:v>
                </c:pt>
                <c:pt idx="6893">
                  <c:v>2.7853704750673773</c:v>
                </c:pt>
                <c:pt idx="6894">
                  <c:v>2.7853704750673773</c:v>
                </c:pt>
                <c:pt idx="6895">
                  <c:v>2.7853704750673773</c:v>
                </c:pt>
                <c:pt idx="6896">
                  <c:v>2.7853704750673773</c:v>
                </c:pt>
                <c:pt idx="6897">
                  <c:v>2.7853704750673773</c:v>
                </c:pt>
                <c:pt idx="6898">
                  <c:v>2.7853704750673773</c:v>
                </c:pt>
                <c:pt idx="6899">
                  <c:v>2.7853704750673773</c:v>
                </c:pt>
                <c:pt idx="6900">
                  <c:v>2.7853704750673773</c:v>
                </c:pt>
                <c:pt idx="6901">
                  <c:v>2.7853704750673773</c:v>
                </c:pt>
                <c:pt idx="6902">
                  <c:v>2.7853704750673773</c:v>
                </c:pt>
                <c:pt idx="6903">
                  <c:v>2.7853704750673773</c:v>
                </c:pt>
                <c:pt idx="6904">
                  <c:v>2.7853704750673773</c:v>
                </c:pt>
                <c:pt idx="6905">
                  <c:v>2.7853704750673773</c:v>
                </c:pt>
                <c:pt idx="6906">
                  <c:v>2.7853704750673773</c:v>
                </c:pt>
                <c:pt idx="6907">
                  <c:v>2.7853704750673773</c:v>
                </c:pt>
                <c:pt idx="6908">
                  <c:v>2.7853704750673773</c:v>
                </c:pt>
                <c:pt idx="6909">
                  <c:v>2.7853704750673773</c:v>
                </c:pt>
                <c:pt idx="6910">
                  <c:v>2.7853704750673773</c:v>
                </c:pt>
                <c:pt idx="6911">
                  <c:v>2.7853704750673773</c:v>
                </c:pt>
                <c:pt idx="6912">
                  <c:v>2.7853704750673773</c:v>
                </c:pt>
                <c:pt idx="6913">
                  <c:v>2.7853704750673773</c:v>
                </c:pt>
                <c:pt idx="6914">
                  <c:v>2.7853704750673773</c:v>
                </c:pt>
                <c:pt idx="6915">
                  <c:v>2.7853704750673773</c:v>
                </c:pt>
                <c:pt idx="6916">
                  <c:v>2.7853704750673773</c:v>
                </c:pt>
                <c:pt idx="6917">
                  <c:v>2.7853704750673773</c:v>
                </c:pt>
                <c:pt idx="6918">
                  <c:v>2.7853704750673773</c:v>
                </c:pt>
                <c:pt idx="6919">
                  <c:v>2.7853704750673773</c:v>
                </c:pt>
                <c:pt idx="6920">
                  <c:v>2.7853704750673773</c:v>
                </c:pt>
                <c:pt idx="6921">
                  <c:v>2.7853704750673773</c:v>
                </c:pt>
                <c:pt idx="6922">
                  <c:v>2.7853704750673773</c:v>
                </c:pt>
                <c:pt idx="6923">
                  <c:v>2.7853704750673773</c:v>
                </c:pt>
                <c:pt idx="6924">
                  <c:v>2.7853704750673773</c:v>
                </c:pt>
                <c:pt idx="6925">
                  <c:v>2.7853704750673773</c:v>
                </c:pt>
                <c:pt idx="6926">
                  <c:v>2.7853704750673773</c:v>
                </c:pt>
                <c:pt idx="6927">
                  <c:v>2.7853704750673773</c:v>
                </c:pt>
                <c:pt idx="6928">
                  <c:v>2.7853704750673773</c:v>
                </c:pt>
                <c:pt idx="6929">
                  <c:v>2.7853704750673773</c:v>
                </c:pt>
                <c:pt idx="6930">
                  <c:v>2.7853704750673773</c:v>
                </c:pt>
                <c:pt idx="6931">
                  <c:v>2.7853704750673773</c:v>
                </c:pt>
                <c:pt idx="6932">
                  <c:v>2.7853704750673773</c:v>
                </c:pt>
                <c:pt idx="6933">
                  <c:v>2.7853704750673773</c:v>
                </c:pt>
                <c:pt idx="6934">
                  <c:v>2.7853704750673773</c:v>
                </c:pt>
                <c:pt idx="6935">
                  <c:v>2.7853704750673773</c:v>
                </c:pt>
                <c:pt idx="6936">
                  <c:v>2.7853704750673773</c:v>
                </c:pt>
                <c:pt idx="6937">
                  <c:v>2.7853704750673773</c:v>
                </c:pt>
                <c:pt idx="6938">
                  <c:v>2.7853704750673773</c:v>
                </c:pt>
                <c:pt idx="6939">
                  <c:v>2.7853704750673773</c:v>
                </c:pt>
                <c:pt idx="6940">
                  <c:v>2.7853704750673773</c:v>
                </c:pt>
                <c:pt idx="6941">
                  <c:v>2.7853704750673773</c:v>
                </c:pt>
                <c:pt idx="6942">
                  <c:v>2.7853704750673773</c:v>
                </c:pt>
                <c:pt idx="6943">
                  <c:v>2.7853704750673773</c:v>
                </c:pt>
                <c:pt idx="6944">
                  <c:v>2.7853704750673773</c:v>
                </c:pt>
                <c:pt idx="6945">
                  <c:v>2.7853704750673773</c:v>
                </c:pt>
                <c:pt idx="6946">
                  <c:v>2.7853704750673773</c:v>
                </c:pt>
                <c:pt idx="6947">
                  <c:v>2.7853704750673773</c:v>
                </c:pt>
                <c:pt idx="6948">
                  <c:v>2.7853704750673773</c:v>
                </c:pt>
                <c:pt idx="6949">
                  <c:v>2.7853704750673773</c:v>
                </c:pt>
                <c:pt idx="6950">
                  <c:v>2.7853704750673773</c:v>
                </c:pt>
                <c:pt idx="6951">
                  <c:v>2.7853704750673773</c:v>
                </c:pt>
                <c:pt idx="6952">
                  <c:v>2.7853704750673773</c:v>
                </c:pt>
                <c:pt idx="6953">
                  <c:v>2.7853704750673773</c:v>
                </c:pt>
                <c:pt idx="6954">
                  <c:v>2.7853704750673773</c:v>
                </c:pt>
                <c:pt idx="6955">
                  <c:v>2.7853704750673773</c:v>
                </c:pt>
                <c:pt idx="6956">
                  <c:v>2.7853704750673773</c:v>
                </c:pt>
                <c:pt idx="6957">
                  <c:v>2.7853704750673773</c:v>
                </c:pt>
                <c:pt idx="6958">
                  <c:v>2.7853704750673773</c:v>
                </c:pt>
                <c:pt idx="6959">
                  <c:v>2.7853704750673773</c:v>
                </c:pt>
                <c:pt idx="6960">
                  <c:v>2.7853704750673773</c:v>
                </c:pt>
                <c:pt idx="6961">
                  <c:v>2.7853704750673773</c:v>
                </c:pt>
                <c:pt idx="6962">
                  <c:v>2.7853704750673773</c:v>
                </c:pt>
                <c:pt idx="6963">
                  <c:v>2.7853704750673773</c:v>
                </c:pt>
                <c:pt idx="6964">
                  <c:v>2.7853704750673773</c:v>
                </c:pt>
                <c:pt idx="6965">
                  <c:v>2.7853704750673773</c:v>
                </c:pt>
                <c:pt idx="6966">
                  <c:v>2.7853704750673773</c:v>
                </c:pt>
                <c:pt idx="6967">
                  <c:v>2.7853704750673773</c:v>
                </c:pt>
                <c:pt idx="6968">
                  <c:v>2.7853704750673773</c:v>
                </c:pt>
                <c:pt idx="6969">
                  <c:v>2.7853704750673773</c:v>
                </c:pt>
                <c:pt idx="6970">
                  <c:v>2.7853704750673773</c:v>
                </c:pt>
                <c:pt idx="6971">
                  <c:v>2.7853704750673773</c:v>
                </c:pt>
                <c:pt idx="6972">
                  <c:v>2.7853704750673773</c:v>
                </c:pt>
                <c:pt idx="6973">
                  <c:v>2.7853704750673773</c:v>
                </c:pt>
                <c:pt idx="6974">
                  <c:v>2.7853704750673773</c:v>
                </c:pt>
                <c:pt idx="6975">
                  <c:v>2.7853704750673773</c:v>
                </c:pt>
                <c:pt idx="6976">
                  <c:v>2.7853704750673773</c:v>
                </c:pt>
                <c:pt idx="6977">
                  <c:v>2.7853704750673773</c:v>
                </c:pt>
                <c:pt idx="6978">
                  <c:v>2.7853704750673773</c:v>
                </c:pt>
                <c:pt idx="6979">
                  <c:v>2.7853704750673773</c:v>
                </c:pt>
                <c:pt idx="6980">
                  <c:v>2.7853704750673773</c:v>
                </c:pt>
                <c:pt idx="6981">
                  <c:v>2.7853704750673773</c:v>
                </c:pt>
                <c:pt idx="6982">
                  <c:v>2.7853704750673773</c:v>
                </c:pt>
                <c:pt idx="6983">
                  <c:v>2.7853704750673773</c:v>
                </c:pt>
                <c:pt idx="6984">
                  <c:v>2.7853704750673773</c:v>
                </c:pt>
                <c:pt idx="6985">
                  <c:v>2.7853704750673773</c:v>
                </c:pt>
                <c:pt idx="6986">
                  <c:v>2.7853704750673773</c:v>
                </c:pt>
                <c:pt idx="6987">
                  <c:v>2.7853704750673773</c:v>
                </c:pt>
                <c:pt idx="6988">
                  <c:v>2.7853704750673773</c:v>
                </c:pt>
                <c:pt idx="6989">
                  <c:v>2.7853704750673773</c:v>
                </c:pt>
                <c:pt idx="6990">
                  <c:v>2.7853704750673773</c:v>
                </c:pt>
                <c:pt idx="6991">
                  <c:v>2.7853704750673773</c:v>
                </c:pt>
                <c:pt idx="6992">
                  <c:v>2.7853704750673773</c:v>
                </c:pt>
                <c:pt idx="6993">
                  <c:v>2.7853704750673773</c:v>
                </c:pt>
                <c:pt idx="6994">
                  <c:v>2.7853704750673773</c:v>
                </c:pt>
                <c:pt idx="6995">
                  <c:v>2.7853704750673773</c:v>
                </c:pt>
                <c:pt idx="6996">
                  <c:v>2.7853704750673773</c:v>
                </c:pt>
                <c:pt idx="6997">
                  <c:v>2.7853704750673773</c:v>
                </c:pt>
                <c:pt idx="6998">
                  <c:v>2.7853704750673773</c:v>
                </c:pt>
                <c:pt idx="6999">
                  <c:v>2.7853704750673773</c:v>
                </c:pt>
                <c:pt idx="7000">
                  <c:v>2.7853704750673773</c:v>
                </c:pt>
                <c:pt idx="7001">
                  <c:v>2.7853704750673773</c:v>
                </c:pt>
                <c:pt idx="7002">
                  <c:v>2.7853704750673773</c:v>
                </c:pt>
                <c:pt idx="7003">
                  <c:v>2.7853704750673773</c:v>
                </c:pt>
                <c:pt idx="7004">
                  <c:v>2.7853704750673773</c:v>
                </c:pt>
                <c:pt idx="7005">
                  <c:v>2.7853704750673773</c:v>
                </c:pt>
                <c:pt idx="7006">
                  <c:v>2.7853704750673773</c:v>
                </c:pt>
                <c:pt idx="7007">
                  <c:v>2.7853704750673773</c:v>
                </c:pt>
                <c:pt idx="7008">
                  <c:v>2.7853704750673773</c:v>
                </c:pt>
                <c:pt idx="7009">
                  <c:v>2.7853704750673773</c:v>
                </c:pt>
                <c:pt idx="7010">
                  <c:v>2.7853704750673773</c:v>
                </c:pt>
                <c:pt idx="7011">
                  <c:v>2.7853704750673773</c:v>
                </c:pt>
                <c:pt idx="7012">
                  <c:v>2.7853704750673773</c:v>
                </c:pt>
                <c:pt idx="7013">
                  <c:v>2.7853704750673773</c:v>
                </c:pt>
                <c:pt idx="7014">
                  <c:v>2.7853704750673773</c:v>
                </c:pt>
                <c:pt idx="7015">
                  <c:v>2.7853704750673773</c:v>
                </c:pt>
                <c:pt idx="7016">
                  <c:v>2.7853704750673773</c:v>
                </c:pt>
                <c:pt idx="7017">
                  <c:v>2.7853704750673773</c:v>
                </c:pt>
                <c:pt idx="7018">
                  <c:v>2.7853704750673773</c:v>
                </c:pt>
                <c:pt idx="7019">
                  <c:v>2.7853704750673773</c:v>
                </c:pt>
                <c:pt idx="7020">
                  <c:v>2.7853704750673773</c:v>
                </c:pt>
                <c:pt idx="7021">
                  <c:v>2.7853704750673773</c:v>
                </c:pt>
                <c:pt idx="7022">
                  <c:v>2.7853704750673773</c:v>
                </c:pt>
                <c:pt idx="7023">
                  <c:v>2.7853704750673773</c:v>
                </c:pt>
                <c:pt idx="7024">
                  <c:v>2.7853704750673773</c:v>
                </c:pt>
                <c:pt idx="7025">
                  <c:v>2.7853704750673773</c:v>
                </c:pt>
                <c:pt idx="7026">
                  <c:v>2.7853704750673773</c:v>
                </c:pt>
                <c:pt idx="7027">
                  <c:v>2.7853704750673773</c:v>
                </c:pt>
                <c:pt idx="7028">
                  <c:v>2.7853704750673773</c:v>
                </c:pt>
                <c:pt idx="7029">
                  <c:v>2.7853704750673773</c:v>
                </c:pt>
                <c:pt idx="7030">
                  <c:v>2.7853704750673773</c:v>
                </c:pt>
                <c:pt idx="7031">
                  <c:v>2.7853704750673773</c:v>
                </c:pt>
                <c:pt idx="7032">
                  <c:v>2.7853704750673773</c:v>
                </c:pt>
                <c:pt idx="7033">
                  <c:v>2.7853704750673773</c:v>
                </c:pt>
                <c:pt idx="7034">
                  <c:v>2.7853704750673773</c:v>
                </c:pt>
                <c:pt idx="7035">
                  <c:v>2.7853704750673773</c:v>
                </c:pt>
                <c:pt idx="7036">
                  <c:v>2.7853704750673773</c:v>
                </c:pt>
                <c:pt idx="7037">
                  <c:v>2.7853704750673773</c:v>
                </c:pt>
                <c:pt idx="7038">
                  <c:v>2.7853704750673773</c:v>
                </c:pt>
                <c:pt idx="7039">
                  <c:v>2.7853704750673773</c:v>
                </c:pt>
                <c:pt idx="7040">
                  <c:v>2.7853704750673773</c:v>
                </c:pt>
                <c:pt idx="7041">
                  <c:v>2.7853704750673773</c:v>
                </c:pt>
                <c:pt idx="7042">
                  <c:v>2.7853704750673773</c:v>
                </c:pt>
                <c:pt idx="7043">
                  <c:v>2.7853704750673773</c:v>
                </c:pt>
                <c:pt idx="7044">
                  <c:v>2.7853704750673773</c:v>
                </c:pt>
                <c:pt idx="7045">
                  <c:v>2.7853704750673773</c:v>
                </c:pt>
                <c:pt idx="7046">
                  <c:v>2.7853704750673773</c:v>
                </c:pt>
                <c:pt idx="7047">
                  <c:v>2.7853704750673773</c:v>
                </c:pt>
                <c:pt idx="7048">
                  <c:v>2.7853704750673773</c:v>
                </c:pt>
                <c:pt idx="7049">
                  <c:v>2.7853704750673773</c:v>
                </c:pt>
                <c:pt idx="7050">
                  <c:v>2.7853704750673773</c:v>
                </c:pt>
                <c:pt idx="7051">
                  <c:v>2.7853704750673773</c:v>
                </c:pt>
                <c:pt idx="7052">
                  <c:v>2.7853704750673773</c:v>
                </c:pt>
                <c:pt idx="7053">
                  <c:v>2.7853704750673773</c:v>
                </c:pt>
                <c:pt idx="7054">
                  <c:v>2.7853704750673773</c:v>
                </c:pt>
                <c:pt idx="7055">
                  <c:v>2.7853704750673773</c:v>
                </c:pt>
                <c:pt idx="7056">
                  <c:v>2.7853704750673773</c:v>
                </c:pt>
                <c:pt idx="7057">
                  <c:v>2.7853704750673773</c:v>
                </c:pt>
                <c:pt idx="7058">
                  <c:v>2.7853704750673773</c:v>
                </c:pt>
                <c:pt idx="7059">
                  <c:v>2.7853704750673773</c:v>
                </c:pt>
                <c:pt idx="7060">
                  <c:v>2.7853704750673773</c:v>
                </c:pt>
                <c:pt idx="7061">
                  <c:v>2.7853704750673773</c:v>
                </c:pt>
                <c:pt idx="7062">
                  <c:v>2.7853704750673773</c:v>
                </c:pt>
                <c:pt idx="7063">
                  <c:v>2.7853704750673773</c:v>
                </c:pt>
                <c:pt idx="7064">
                  <c:v>2.7853704750673773</c:v>
                </c:pt>
                <c:pt idx="7065">
                  <c:v>2.7853704750673773</c:v>
                </c:pt>
                <c:pt idx="7066">
                  <c:v>2.7853704750673773</c:v>
                </c:pt>
                <c:pt idx="7067">
                  <c:v>2.7853704750673773</c:v>
                </c:pt>
                <c:pt idx="7068">
                  <c:v>2.7853704750673773</c:v>
                </c:pt>
                <c:pt idx="7069">
                  <c:v>2.7853704750673773</c:v>
                </c:pt>
                <c:pt idx="7070">
                  <c:v>2.7853704750673773</c:v>
                </c:pt>
                <c:pt idx="7071">
                  <c:v>2.7853704750673773</c:v>
                </c:pt>
                <c:pt idx="7072">
                  <c:v>2.7853704750673773</c:v>
                </c:pt>
                <c:pt idx="7073">
                  <c:v>2.7853704750673773</c:v>
                </c:pt>
                <c:pt idx="7074">
                  <c:v>2.7853704750673773</c:v>
                </c:pt>
                <c:pt idx="7075">
                  <c:v>2.7853704750673773</c:v>
                </c:pt>
                <c:pt idx="7076">
                  <c:v>2.7853704750673773</c:v>
                </c:pt>
                <c:pt idx="7077">
                  <c:v>2.7853704750673773</c:v>
                </c:pt>
                <c:pt idx="7078">
                  <c:v>2.7853704750673773</c:v>
                </c:pt>
                <c:pt idx="7079">
                  <c:v>2.7853704750673773</c:v>
                </c:pt>
                <c:pt idx="7080">
                  <c:v>2.7853704750673773</c:v>
                </c:pt>
                <c:pt idx="7081">
                  <c:v>2.7853704750673773</c:v>
                </c:pt>
                <c:pt idx="7082">
                  <c:v>2.7853704750673773</c:v>
                </c:pt>
                <c:pt idx="7083">
                  <c:v>2.7853704750673773</c:v>
                </c:pt>
                <c:pt idx="7084">
                  <c:v>2.7853704750673773</c:v>
                </c:pt>
                <c:pt idx="7085">
                  <c:v>2.7853704750673773</c:v>
                </c:pt>
                <c:pt idx="7086">
                  <c:v>2.7853704750673773</c:v>
                </c:pt>
                <c:pt idx="7087">
                  <c:v>2.7853704750673773</c:v>
                </c:pt>
                <c:pt idx="7088">
                  <c:v>2.7853704750673773</c:v>
                </c:pt>
                <c:pt idx="7089">
                  <c:v>2.7853704750673773</c:v>
                </c:pt>
                <c:pt idx="7090">
                  <c:v>2.7853704750673773</c:v>
                </c:pt>
                <c:pt idx="7091">
                  <c:v>2.7853704750673773</c:v>
                </c:pt>
                <c:pt idx="7092">
                  <c:v>2.7853704750673773</c:v>
                </c:pt>
                <c:pt idx="7093">
                  <c:v>2.7853704750673773</c:v>
                </c:pt>
                <c:pt idx="7094">
                  <c:v>2.7853704750673773</c:v>
                </c:pt>
                <c:pt idx="7095">
                  <c:v>2.7853704750673773</c:v>
                </c:pt>
                <c:pt idx="7096">
                  <c:v>2.7853704750673773</c:v>
                </c:pt>
                <c:pt idx="7097">
                  <c:v>2.7853704750673773</c:v>
                </c:pt>
                <c:pt idx="7098">
                  <c:v>2.7853704750673773</c:v>
                </c:pt>
                <c:pt idx="7099">
                  <c:v>2.7853704750673773</c:v>
                </c:pt>
                <c:pt idx="7100">
                  <c:v>2.7853704750673773</c:v>
                </c:pt>
                <c:pt idx="7101">
                  <c:v>2.7853704750673773</c:v>
                </c:pt>
                <c:pt idx="7102">
                  <c:v>2.7853704750673773</c:v>
                </c:pt>
                <c:pt idx="7103">
                  <c:v>2.7853704750673773</c:v>
                </c:pt>
                <c:pt idx="7104">
                  <c:v>2.7853704750673773</c:v>
                </c:pt>
                <c:pt idx="7105">
                  <c:v>2.7853704750673773</c:v>
                </c:pt>
                <c:pt idx="7106">
                  <c:v>2.7853704750673773</c:v>
                </c:pt>
                <c:pt idx="7107">
                  <c:v>2.7853704750673773</c:v>
                </c:pt>
                <c:pt idx="7108">
                  <c:v>2.7853704750673773</c:v>
                </c:pt>
                <c:pt idx="7109">
                  <c:v>2.7853704750673773</c:v>
                </c:pt>
                <c:pt idx="7110">
                  <c:v>2.7853704750673773</c:v>
                </c:pt>
                <c:pt idx="7111">
                  <c:v>2.7853704750673773</c:v>
                </c:pt>
                <c:pt idx="7112">
                  <c:v>2.7853704750673773</c:v>
                </c:pt>
                <c:pt idx="7113">
                  <c:v>2.7853704750673773</c:v>
                </c:pt>
                <c:pt idx="7114">
                  <c:v>2.7853704750673773</c:v>
                </c:pt>
                <c:pt idx="7115">
                  <c:v>2.7853704750673773</c:v>
                </c:pt>
                <c:pt idx="7116">
                  <c:v>2.7853704750673773</c:v>
                </c:pt>
                <c:pt idx="7117">
                  <c:v>2.7853704750673773</c:v>
                </c:pt>
                <c:pt idx="7118">
                  <c:v>2.7853704750673773</c:v>
                </c:pt>
                <c:pt idx="7119">
                  <c:v>2.7853704750673773</c:v>
                </c:pt>
                <c:pt idx="7120">
                  <c:v>2.7853704750673773</c:v>
                </c:pt>
                <c:pt idx="7121">
                  <c:v>2.7853704750673773</c:v>
                </c:pt>
                <c:pt idx="7122">
                  <c:v>2.7853704750673773</c:v>
                </c:pt>
                <c:pt idx="7123">
                  <c:v>2.7853704750673773</c:v>
                </c:pt>
                <c:pt idx="7124">
                  <c:v>2.7853704750673773</c:v>
                </c:pt>
                <c:pt idx="7125">
                  <c:v>2.7853704750673773</c:v>
                </c:pt>
                <c:pt idx="7126">
                  <c:v>2.7853704750673773</c:v>
                </c:pt>
                <c:pt idx="7127">
                  <c:v>2.7853704750673773</c:v>
                </c:pt>
                <c:pt idx="7128">
                  <c:v>2.7853704750673773</c:v>
                </c:pt>
                <c:pt idx="7129">
                  <c:v>2.7853704750673773</c:v>
                </c:pt>
                <c:pt idx="7130">
                  <c:v>2.7853704750673773</c:v>
                </c:pt>
                <c:pt idx="7131">
                  <c:v>2.7853704750673773</c:v>
                </c:pt>
                <c:pt idx="7132">
                  <c:v>2.7853704750673773</c:v>
                </c:pt>
                <c:pt idx="7133">
                  <c:v>2.7853704750673773</c:v>
                </c:pt>
                <c:pt idx="7134">
                  <c:v>2.7853704750673773</c:v>
                </c:pt>
                <c:pt idx="7135">
                  <c:v>2.7853704750673773</c:v>
                </c:pt>
                <c:pt idx="7136">
                  <c:v>2.7853704750673773</c:v>
                </c:pt>
                <c:pt idx="7137">
                  <c:v>2.7853704750673773</c:v>
                </c:pt>
                <c:pt idx="7138">
                  <c:v>2.7853704750673773</c:v>
                </c:pt>
                <c:pt idx="7139">
                  <c:v>2.7853704750673773</c:v>
                </c:pt>
                <c:pt idx="7140">
                  <c:v>2.7853704750673773</c:v>
                </c:pt>
                <c:pt idx="7141">
                  <c:v>2.7853704750673773</c:v>
                </c:pt>
                <c:pt idx="7142">
                  <c:v>2.7853704750673773</c:v>
                </c:pt>
                <c:pt idx="7143">
                  <c:v>2.7853704750673773</c:v>
                </c:pt>
                <c:pt idx="7144">
                  <c:v>2.7853704750673773</c:v>
                </c:pt>
                <c:pt idx="7145">
                  <c:v>2.7853704750673773</c:v>
                </c:pt>
                <c:pt idx="7146">
                  <c:v>2.7853704750673773</c:v>
                </c:pt>
                <c:pt idx="7147">
                  <c:v>2.7853704750673773</c:v>
                </c:pt>
                <c:pt idx="7148">
                  <c:v>2.7853704750673773</c:v>
                </c:pt>
                <c:pt idx="7149">
                  <c:v>2.7853704750673773</c:v>
                </c:pt>
                <c:pt idx="7150">
                  <c:v>2.7853704750673773</c:v>
                </c:pt>
                <c:pt idx="7151">
                  <c:v>2.7853704750673773</c:v>
                </c:pt>
                <c:pt idx="7152">
                  <c:v>2.7853704750673773</c:v>
                </c:pt>
                <c:pt idx="7153">
                  <c:v>2.7853704750673773</c:v>
                </c:pt>
                <c:pt idx="7154">
                  <c:v>2.7853704750673773</c:v>
                </c:pt>
                <c:pt idx="7155">
                  <c:v>2.7853704750673773</c:v>
                </c:pt>
                <c:pt idx="7156">
                  <c:v>2.7853704750673773</c:v>
                </c:pt>
                <c:pt idx="7157">
                  <c:v>2.7853704750673773</c:v>
                </c:pt>
                <c:pt idx="7158">
                  <c:v>2.7853704750673773</c:v>
                </c:pt>
                <c:pt idx="7159">
                  <c:v>2.7853704750673773</c:v>
                </c:pt>
                <c:pt idx="7160">
                  <c:v>2.7853704750673773</c:v>
                </c:pt>
                <c:pt idx="7161">
                  <c:v>2.7853704750673773</c:v>
                </c:pt>
                <c:pt idx="7162">
                  <c:v>2.7853704750673773</c:v>
                </c:pt>
                <c:pt idx="7163">
                  <c:v>2.7853704750673773</c:v>
                </c:pt>
                <c:pt idx="7164">
                  <c:v>2.7853704750673773</c:v>
                </c:pt>
                <c:pt idx="7165">
                  <c:v>2.7853704750673773</c:v>
                </c:pt>
                <c:pt idx="7166">
                  <c:v>2.7853704750673773</c:v>
                </c:pt>
                <c:pt idx="7167">
                  <c:v>2.7853704750673773</c:v>
                </c:pt>
                <c:pt idx="7168">
                  <c:v>2.7853704750673773</c:v>
                </c:pt>
                <c:pt idx="7169">
                  <c:v>2.7853704750673773</c:v>
                </c:pt>
                <c:pt idx="7170">
                  <c:v>2.7853704750673773</c:v>
                </c:pt>
                <c:pt idx="7171">
                  <c:v>2.7853704750673773</c:v>
                </c:pt>
                <c:pt idx="7172">
                  <c:v>2.7853704750673773</c:v>
                </c:pt>
                <c:pt idx="7173">
                  <c:v>2.7853704750673773</c:v>
                </c:pt>
                <c:pt idx="7174">
                  <c:v>2.7853704750673773</c:v>
                </c:pt>
                <c:pt idx="7175">
                  <c:v>2.7853704750673773</c:v>
                </c:pt>
                <c:pt idx="7176">
                  <c:v>2.7853704750673773</c:v>
                </c:pt>
                <c:pt idx="7177">
                  <c:v>2.7853704750673773</c:v>
                </c:pt>
                <c:pt idx="7178">
                  <c:v>2.7853704750673773</c:v>
                </c:pt>
                <c:pt idx="7179">
                  <c:v>2.7853704750673773</c:v>
                </c:pt>
                <c:pt idx="7180">
                  <c:v>2.7853704750673773</c:v>
                </c:pt>
                <c:pt idx="7181">
                  <c:v>2.7853704750673773</c:v>
                </c:pt>
                <c:pt idx="7182">
                  <c:v>2.7853704750673773</c:v>
                </c:pt>
                <c:pt idx="7183">
                  <c:v>2.7853704750673773</c:v>
                </c:pt>
                <c:pt idx="7184">
                  <c:v>2.7853704750673773</c:v>
                </c:pt>
                <c:pt idx="7185">
                  <c:v>2.7853704750673773</c:v>
                </c:pt>
                <c:pt idx="7186">
                  <c:v>2.7853704750673773</c:v>
                </c:pt>
                <c:pt idx="7187">
                  <c:v>2.7853704750673773</c:v>
                </c:pt>
                <c:pt idx="7188">
                  <c:v>2.7853704750673773</c:v>
                </c:pt>
                <c:pt idx="7189">
                  <c:v>2.7853704750673773</c:v>
                </c:pt>
                <c:pt idx="7190">
                  <c:v>2.7853704750673773</c:v>
                </c:pt>
                <c:pt idx="7191">
                  <c:v>2.7853704750673773</c:v>
                </c:pt>
                <c:pt idx="7192">
                  <c:v>2.7853704750673773</c:v>
                </c:pt>
                <c:pt idx="7193">
                  <c:v>2.7853704750673773</c:v>
                </c:pt>
                <c:pt idx="7194">
                  <c:v>2.7853704750673773</c:v>
                </c:pt>
                <c:pt idx="7195">
                  <c:v>2.7853704750673773</c:v>
                </c:pt>
                <c:pt idx="7196">
                  <c:v>2.7853704750673773</c:v>
                </c:pt>
                <c:pt idx="7197">
                  <c:v>2.7853704750673773</c:v>
                </c:pt>
                <c:pt idx="7198">
                  <c:v>2.7853704750673773</c:v>
                </c:pt>
                <c:pt idx="7199">
                  <c:v>2.7853704750673773</c:v>
                </c:pt>
                <c:pt idx="7200">
                  <c:v>2.7853704750673773</c:v>
                </c:pt>
                <c:pt idx="7201">
                  <c:v>2.7853704750673773</c:v>
                </c:pt>
                <c:pt idx="7202">
                  <c:v>2.7853704750673773</c:v>
                </c:pt>
                <c:pt idx="7203">
                  <c:v>2.7853704750673773</c:v>
                </c:pt>
                <c:pt idx="7204">
                  <c:v>2.7853704750673773</c:v>
                </c:pt>
                <c:pt idx="7205">
                  <c:v>2.7853704750673773</c:v>
                </c:pt>
                <c:pt idx="7206">
                  <c:v>2.7853704750673773</c:v>
                </c:pt>
                <c:pt idx="7207">
                  <c:v>2.7853704750673773</c:v>
                </c:pt>
                <c:pt idx="7208">
                  <c:v>2.7853704750673773</c:v>
                </c:pt>
                <c:pt idx="7209">
                  <c:v>2.7853704750673773</c:v>
                </c:pt>
                <c:pt idx="7210">
                  <c:v>2.7853704750673773</c:v>
                </c:pt>
                <c:pt idx="7211">
                  <c:v>2.7853704750673773</c:v>
                </c:pt>
                <c:pt idx="7212">
                  <c:v>2.7853704750673773</c:v>
                </c:pt>
                <c:pt idx="7213">
                  <c:v>2.7853704750673773</c:v>
                </c:pt>
                <c:pt idx="7214">
                  <c:v>2.7853704750673773</c:v>
                </c:pt>
                <c:pt idx="7215">
                  <c:v>2.7853704750673773</c:v>
                </c:pt>
                <c:pt idx="7216">
                  <c:v>2.7853704750673773</c:v>
                </c:pt>
                <c:pt idx="7217">
                  <c:v>2.7853704750673773</c:v>
                </c:pt>
                <c:pt idx="7218">
                  <c:v>2.7853704750673773</c:v>
                </c:pt>
                <c:pt idx="7219">
                  <c:v>2.7853704750673773</c:v>
                </c:pt>
                <c:pt idx="7220">
                  <c:v>2.7853704750673773</c:v>
                </c:pt>
                <c:pt idx="7221">
                  <c:v>2.7853704750673773</c:v>
                </c:pt>
                <c:pt idx="7222">
                  <c:v>2.7853704750673773</c:v>
                </c:pt>
                <c:pt idx="7223">
                  <c:v>2.7853704750673773</c:v>
                </c:pt>
                <c:pt idx="7224">
                  <c:v>2.7853704750673773</c:v>
                </c:pt>
                <c:pt idx="7225">
                  <c:v>2.7853704750673773</c:v>
                </c:pt>
                <c:pt idx="7226">
                  <c:v>2.7853704750673773</c:v>
                </c:pt>
                <c:pt idx="7227">
                  <c:v>2.7853704750673773</c:v>
                </c:pt>
                <c:pt idx="7228">
                  <c:v>2.7853704750673773</c:v>
                </c:pt>
                <c:pt idx="7229">
                  <c:v>2.7853704750673773</c:v>
                </c:pt>
                <c:pt idx="7230">
                  <c:v>2.7853704750673773</c:v>
                </c:pt>
                <c:pt idx="7231">
                  <c:v>2.7853704750673773</c:v>
                </c:pt>
                <c:pt idx="7232">
                  <c:v>2.7853704750673773</c:v>
                </c:pt>
                <c:pt idx="7233">
                  <c:v>2.7853704750673773</c:v>
                </c:pt>
                <c:pt idx="7234">
                  <c:v>2.7853704750673773</c:v>
                </c:pt>
                <c:pt idx="7235">
                  <c:v>2.7853704750673773</c:v>
                </c:pt>
                <c:pt idx="7236">
                  <c:v>2.7853704750673773</c:v>
                </c:pt>
                <c:pt idx="7237">
                  <c:v>2.7853704750673773</c:v>
                </c:pt>
                <c:pt idx="7238">
                  <c:v>2.7853704750673773</c:v>
                </c:pt>
                <c:pt idx="7239">
                  <c:v>2.7853704750673773</c:v>
                </c:pt>
                <c:pt idx="7240">
                  <c:v>2.7853704750673773</c:v>
                </c:pt>
                <c:pt idx="7241">
                  <c:v>2.7853704750673773</c:v>
                </c:pt>
                <c:pt idx="7242">
                  <c:v>2.7853704750673773</c:v>
                </c:pt>
                <c:pt idx="7243">
                  <c:v>2.7853704750673773</c:v>
                </c:pt>
                <c:pt idx="7244">
                  <c:v>2.7853704750673773</c:v>
                </c:pt>
                <c:pt idx="7245">
                  <c:v>2.7853704750673773</c:v>
                </c:pt>
                <c:pt idx="7246">
                  <c:v>2.7853704750673773</c:v>
                </c:pt>
                <c:pt idx="7247">
                  <c:v>2.7853704750673773</c:v>
                </c:pt>
                <c:pt idx="7248">
                  <c:v>2.7853704750673773</c:v>
                </c:pt>
                <c:pt idx="7249">
                  <c:v>2.7853704750673773</c:v>
                </c:pt>
                <c:pt idx="7250">
                  <c:v>2.7853704750673773</c:v>
                </c:pt>
                <c:pt idx="7251">
                  <c:v>2.7853704750673773</c:v>
                </c:pt>
                <c:pt idx="7252">
                  <c:v>2.7853704750673773</c:v>
                </c:pt>
                <c:pt idx="7253">
                  <c:v>2.7853704750673773</c:v>
                </c:pt>
                <c:pt idx="7254">
                  <c:v>2.7853704750673773</c:v>
                </c:pt>
                <c:pt idx="7255">
                  <c:v>2.7853704750673773</c:v>
                </c:pt>
                <c:pt idx="7256">
                  <c:v>2.7853704750673773</c:v>
                </c:pt>
                <c:pt idx="7257">
                  <c:v>2.7853704750673773</c:v>
                </c:pt>
                <c:pt idx="7258">
                  <c:v>2.7853704750673773</c:v>
                </c:pt>
                <c:pt idx="7259">
                  <c:v>2.7853704750673773</c:v>
                </c:pt>
                <c:pt idx="7260">
                  <c:v>2.7853704750673773</c:v>
                </c:pt>
                <c:pt idx="7261">
                  <c:v>2.7853704750673773</c:v>
                </c:pt>
                <c:pt idx="7262">
                  <c:v>2.7853704750673773</c:v>
                </c:pt>
                <c:pt idx="7263">
                  <c:v>2.7853704750673773</c:v>
                </c:pt>
                <c:pt idx="7264">
                  <c:v>2.7853704750673773</c:v>
                </c:pt>
                <c:pt idx="7265">
                  <c:v>2.7853704750673773</c:v>
                </c:pt>
                <c:pt idx="7266">
                  <c:v>2.7853704750673773</c:v>
                </c:pt>
                <c:pt idx="7267">
                  <c:v>2.7853704750673773</c:v>
                </c:pt>
                <c:pt idx="7268">
                  <c:v>2.7853704750673773</c:v>
                </c:pt>
                <c:pt idx="7269">
                  <c:v>2.7853704750673773</c:v>
                </c:pt>
                <c:pt idx="7270">
                  <c:v>2.7853704750673773</c:v>
                </c:pt>
                <c:pt idx="7271">
                  <c:v>2.7853704750673773</c:v>
                </c:pt>
                <c:pt idx="7272">
                  <c:v>2.7853704750673773</c:v>
                </c:pt>
                <c:pt idx="7273">
                  <c:v>2.7853704750673773</c:v>
                </c:pt>
                <c:pt idx="7274">
                  <c:v>2.7853704750673773</c:v>
                </c:pt>
                <c:pt idx="7275">
                  <c:v>2.7853704750673773</c:v>
                </c:pt>
                <c:pt idx="7276">
                  <c:v>2.7853704750673773</c:v>
                </c:pt>
                <c:pt idx="7277">
                  <c:v>2.7853704750673773</c:v>
                </c:pt>
                <c:pt idx="7278">
                  <c:v>2.7853704750673773</c:v>
                </c:pt>
                <c:pt idx="7279">
                  <c:v>2.7853704750673773</c:v>
                </c:pt>
                <c:pt idx="7280">
                  <c:v>2.7853704750673773</c:v>
                </c:pt>
                <c:pt idx="7281">
                  <c:v>2.7853704750673773</c:v>
                </c:pt>
                <c:pt idx="7282">
                  <c:v>2.7853704750673773</c:v>
                </c:pt>
                <c:pt idx="7283">
                  <c:v>2.7853704750673773</c:v>
                </c:pt>
                <c:pt idx="7284">
                  <c:v>2.7853704750673773</c:v>
                </c:pt>
                <c:pt idx="7285">
                  <c:v>2.7853704750673773</c:v>
                </c:pt>
                <c:pt idx="7286">
                  <c:v>2.7853704750673773</c:v>
                </c:pt>
                <c:pt idx="7287">
                  <c:v>2.7853704750673773</c:v>
                </c:pt>
                <c:pt idx="7288">
                  <c:v>2.7853704750673773</c:v>
                </c:pt>
                <c:pt idx="7289">
                  <c:v>2.7853704750673773</c:v>
                </c:pt>
                <c:pt idx="7290">
                  <c:v>2.7853704750673773</c:v>
                </c:pt>
                <c:pt idx="7291">
                  <c:v>2.7853704750673773</c:v>
                </c:pt>
                <c:pt idx="7292">
                  <c:v>2.7853704750673773</c:v>
                </c:pt>
                <c:pt idx="7293">
                  <c:v>2.7853704750673773</c:v>
                </c:pt>
                <c:pt idx="7294">
                  <c:v>2.7853704750673773</c:v>
                </c:pt>
                <c:pt idx="7295">
                  <c:v>2.7853704750673773</c:v>
                </c:pt>
                <c:pt idx="7296">
                  <c:v>2.7853704750673773</c:v>
                </c:pt>
                <c:pt idx="7297">
                  <c:v>2.7853704750673773</c:v>
                </c:pt>
                <c:pt idx="7298">
                  <c:v>2.7853704750673773</c:v>
                </c:pt>
                <c:pt idx="7299">
                  <c:v>2.7853704750673773</c:v>
                </c:pt>
                <c:pt idx="7300">
                  <c:v>2.7853704750673773</c:v>
                </c:pt>
                <c:pt idx="7301">
                  <c:v>2.7853704750673773</c:v>
                </c:pt>
                <c:pt idx="7302">
                  <c:v>2.7853704750673773</c:v>
                </c:pt>
                <c:pt idx="7303">
                  <c:v>2.7853704750673773</c:v>
                </c:pt>
                <c:pt idx="7304">
                  <c:v>2.7853704750673773</c:v>
                </c:pt>
                <c:pt idx="7305">
                  <c:v>2.7853704750673773</c:v>
                </c:pt>
                <c:pt idx="7306">
                  <c:v>2.7853704750673773</c:v>
                </c:pt>
                <c:pt idx="7307">
                  <c:v>2.7853704750673773</c:v>
                </c:pt>
                <c:pt idx="7308">
                  <c:v>2.7853704750673773</c:v>
                </c:pt>
                <c:pt idx="7309">
                  <c:v>2.7853704750673773</c:v>
                </c:pt>
                <c:pt idx="7310">
                  <c:v>2.7853704750673773</c:v>
                </c:pt>
                <c:pt idx="7311">
                  <c:v>2.7853704750673773</c:v>
                </c:pt>
                <c:pt idx="7312">
                  <c:v>2.7853704750673773</c:v>
                </c:pt>
                <c:pt idx="7313">
                  <c:v>2.7853704750673773</c:v>
                </c:pt>
                <c:pt idx="7314">
                  <c:v>2.7853704750673773</c:v>
                </c:pt>
                <c:pt idx="7315">
                  <c:v>2.7853704750673773</c:v>
                </c:pt>
                <c:pt idx="7316">
                  <c:v>2.7853704750673773</c:v>
                </c:pt>
                <c:pt idx="7317">
                  <c:v>2.7853704750673773</c:v>
                </c:pt>
                <c:pt idx="7318">
                  <c:v>2.7853704750673773</c:v>
                </c:pt>
                <c:pt idx="7319">
                  <c:v>2.7853704750673773</c:v>
                </c:pt>
                <c:pt idx="7320">
                  <c:v>2.7853704750673773</c:v>
                </c:pt>
                <c:pt idx="7321">
                  <c:v>2.7853704750673773</c:v>
                </c:pt>
                <c:pt idx="7322">
                  <c:v>2.7853704750673773</c:v>
                </c:pt>
                <c:pt idx="7323">
                  <c:v>2.7853704750673773</c:v>
                </c:pt>
                <c:pt idx="7324">
                  <c:v>2.7853704750673773</c:v>
                </c:pt>
                <c:pt idx="7325">
                  <c:v>2.7853704750673773</c:v>
                </c:pt>
                <c:pt idx="7326">
                  <c:v>2.7853704750673773</c:v>
                </c:pt>
                <c:pt idx="7327">
                  <c:v>2.7853704750673773</c:v>
                </c:pt>
                <c:pt idx="7328">
                  <c:v>2.7853704750673773</c:v>
                </c:pt>
                <c:pt idx="7329">
                  <c:v>2.7853704750673773</c:v>
                </c:pt>
                <c:pt idx="7330">
                  <c:v>2.7853704750673773</c:v>
                </c:pt>
                <c:pt idx="7331">
                  <c:v>2.7853704750673773</c:v>
                </c:pt>
                <c:pt idx="7332">
                  <c:v>2.7853704750673773</c:v>
                </c:pt>
                <c:pt idx="7333">
                  <c:v>2.7853704750673773</c:v>
                </c:pt>
                <c:pt idx="7334">
                  <c:v>2.7853704750673773</c:v>
                </c:pt>
                <c:pt idx="7335">
                  <c:v>2.7853704750673773</c:v>
                </c:pt>
                <c:pt idx="7336">
                  <c:v>2.7853704750673773</c:v>
                </c:pt>
                <c:pt idx="7337">
                  <c:v>2.7853704750673773</c:v>
                </c:pt>
                <c:pt idx="7338">
                  <c:v>2.7853704750673773</c:v>
                </c:pt>
                <c:pt idx="7339">
                  <c:v>2.7853704750673773</c:v>
                </c:pt>
                <c:pt idx="7340">
                  <c:v>2.7853704750673773</c:v>
                </c:pt>
                <c:pt idx="7341">
                  <c:v>2.7853704750673773</c:v>
                </c:pt>
                <c:pt idx="7342">
                  <c:v>2.7853704750673773</c:v>
                </c:pt>
                <c:pt idx="7343">
                  <c:v>2.7853704750673773</c:v>
                </c:pt>
                <c:pt idx="7344">
                  <c:v>2.7853704750673773</c:v>
                </c:pt>
                <c:pt idx="7345">
                  <c:v>2.7853704750673773</c:v>
                </c:pt>
                <c:pt idx="7346">
                  <c:v>2.7853704750673773</c:v>
                </c:pt>
                <c:pt idx="7347">
                  <c:v>2.7853704750673773</c:v>
                </c:pt>
                <c:pt idx="7348">
                  <c:v>2.7853704750673773</c:v>
                </c:pt>
                <c:pt idx="7349">
                  <c:v>2.7853704750673773</c:v>
                </c:pt>
                <c:pt idx="7350">
                  <c:v>2.7853704750673773</c:v>
                </c:pt>
                <c:pt idx="7351">
                  <c:v>2.7853704750673773</c:v>
                </c:pt>
                <c:pt idx="7352">
                  <c:v>2.7853704750673773</c:v>
                </c:pt>
                <c:pt idx="7353">
                  <c:v>2.7853704750673773</c:v>
                </c:pt>
                <c:pt idx="7354">
                  <c:v>2.7853704750673773</c:v>
                </c:pt>
                <c:pt idx="7355">
                  <c:v>2.7853704750673773</c:v>
                </c:pt>
                <c:pt idx="7356">
                  <c:v>2.7853704750673773</c:v>
                </c:pt>
                <c:pt idx="7357">
                  <c:v>2.7853704750673773</c:v>
                </c:pt>
                <c:pt idx="7358">
                  <c:v>2.7853704750673773</c:v>
                </c:pt>
                <c:pt idx="7359">
                  <c:v>2.7853704750673773</c:v>
                </c:pt>
                <c:pt idx="7360">
                  <c:v>2.7853704750673773</c:v>
                </c:pt>
                <c:pt idx="7361">
                  <c:v>2.7853704750673773</c:v>
                </c:pt>
                <c:pt idx="7362">
                  <c:v>2.7853704750673773</c:v>
                </c:pt>
                <c:pt idx="7363">
                  <c:v>2.7853704750673773</c:v>
                </c:pt>
                <c:pt idx="7364">
                  <c:v>2.7853704750673773</c:v>
                </c:pt>
                <c:pt idx="7365">
                  <c:v>2.7853704750673773</c:v>
                </c:pt>
                <c:pt idx="7366">
                  <c:v>2.7853704750673773</c:v>
                </c:pt>
                <c:pt idx="7367">
                  <c:v>2.7853704750673773</c:v>
                </c:pt>
                <c:pt idx="7368">
                  <c:v>2.7853704750673773</c:v>
                </c:pt>
                <c:pt idx="7369">
                  <c:v>2.7853704750673773</c:v>
                </c:pt>
                <c:pt idx="7370">
                  <c:v>2.7853704750673773</c:v>
                </c:pt>
                <c:pt idx="7371">
                  <c:v>2.7853704750673773</c:v>
                </c:pt>
                <c:pt idx="7372">
                  <c:v>2.7853704750673773</c:v>
                </c:pt>
                <c:pt idx="7373">
                  <c:v>2.7853704750673773</c:v>
                </c:pt>
                <c:pt idx="7374">
                  <c:v>2.7853704750673773</c:v>
                </c:pt>
                <c:pt idx="7375">
                  <c:v>2.7853704750673773</c:v>
                </c:pt>
                <c:pt idx="7376">
                  <c:v>2.7853704750673773</c:v>
                </c:pt>
                <c:pt idx="7377">
                  <c:v>2.7853704750673773</c:v>
                </c:pt>
                <c:pt idx="7378">
                  <c:v>2.7853704750673773</c:v>
                </c:pt>
                <c:pt idx="7379">
                  <c:v>2.7853704750673773</c:v>
                </c:pt>
                <c:pt idx="7380">
                  <c:v>2.7853704750673773</c:v>
                </c:pt>
                <c:pt idx="7381">
                  <c:v>2.7853704750673773</c:v>
                </c:pt>
                <c:pt idx="7382">
                  <c:v>2.7853704750673773</c:v>
                </c:pt>
                <c:pt idx="7383">
                  <c:v>2.7853704750673773</c:v>
                </c:pt>
                <c:pt idx="7384">
                  <c:v>2.7853704750673773</c:v>
                </c:pt>
                <c:pt idx="7385">
                  <c:v>2.7853704750673773</c:v>
                </c:pt>
                <c:pt idx="7386">
                  <c:v>2.7853704750673773</c:v>
                </c:pt>
                <c:pt idx="7387">
                  <c:v>2.7853704750673773</c:v>
                </c:pt>
                <c:pt idx="7388">
                  <c:v>2.7853704750673773</c:v>
                </c:pt>
                <c:pt idx="7389">
                  <c:v>2.7853704750673773</c:v>
                </c:pt>
                <c:pt idx="7390">
                  <c:v>2.7853704750673773</c:v>
                </c:pt>
                <c:pt idx="7391">
                  <c:v>2.7853704750673773</c:v>
                </c:pt>
                <c:pt idx="7392">
                  <c:v>2.7853704750673773</c:v>
                </c:pt>
                <c:pt idx="7393">
                  <c:v>2.7853704750673773</c:v>
                </c:pt>
                <c:pt idx="7394">
                  <c:v>2.7853704750673773</c:v>
                </c:pt>
                <c:pt idx="7395">
                  <c:v>2.7853704750673773</c:v>
                </c:pt>
                <c:pt idx="7396">
                  <c:v>2.7853704750673773</c:v>
                </c:pt>
                <c:pt idx="7397">
                  <c:v>2.7853704750673773</c:v>
                </c:pt>
                <c:pt idx="7398">
                  <c:v>2.7853704750673773</c:v>
                </c:pt>
                <c:pt idx="7399">
                  <c:v>2.7853704750673773</c:v>
                </c:pt>
                <c:pt idx="7400">
                  <c:v>2.7853704750673773</c:v>
                </c:pt>
                <c:pt idx="7401">
                  <c:v>2.7853704750673773</c:v>
                </c:pt>
                <c:pt idx="7402">
                  <c:v>2.7853704750673773</c:v>
                </c:pt>
                <c:pt idx="7403">
                  <c:v>2.7853704750673773</c:v>
                </c:pt>
                <c:pt idx="7404">
                  <c:v>2.7853704750673773</c:v>
                </c:pt>
                <c:pt idx="7405">
                  <c:v>2.7853704750673773</c:v>
                </c:pt>
                <c:pt idx="7406">
                  <c:v>2.7853704750673773</c:v>
                </c:pt>
                <c:pt idx="7407">
                  <c:v>2.7853704750673773</c:v>
                </c:pt>
                <c:pt idx="7408">
                  <c:v>2.7853704750673773</c:v>
                </c:pt>
                <c:pt idx="7409">
                  <c:v>2.7853704750673773</c:v>
                </c:pt>
                <c:pt idx="7410">
                  <c:v>2.7853704750673773</c:v>
                </c:pt>
                <c:pt idx="7411">
                  <c:v>2.7853704750673773</c:v>
                </c:pt>
                <c:pt idx="7412">
                  <c:v>2.7853704750673773</c:v>
                </c:pt>
                <c:pt idx="7413">
                  <c:v>2.7853704750673773</c:v>
                </c:pt>
                <c:pt idx="7414">
                  <c:v>2.7853704750673773</c:v>
                </c:pt>
                <c:pt idx="7415">
                  <c:v>2.7853704750673773</c:v>
                </c:pt>
                <c:pt idx="7416">
                  <c:v>2.7853704750673773</c:v>
                </c:pt>
                <c:pt idx="7417">
                  <c:v>2.7853704750673773</c:v>
                </c:pt>
                <c:pt idx="7418">
                  <c:v>2.7853704750673773</c:v>
                </c:pt>
                <c:pt idx="7419">
                  <c:v>2.7853704750673773</c:v>
                </c:pt>
                <c:pt idx="7420">
                  <c:v>2.7853704750673773</c:v>
                </c:pt>
                <c:pt idx="7421">
                  <c:v>2.7853704750673773</c:v>
                </c:pt>
                <c:pt idx="7422">
                  <c:v>2.7853704750673773</c:v>
                </c:pt>
                <c:pt idx="7423">
                  <c:v>2.7853704750673773</c:v>
                </c:pt>
                <c:pt idx="7424">
                  <c:v>2.7853704750673773</c:v>
                </c:pt>
                <c:pt idx="7425">
                  <c:v>2.7853704750673773</c:v>
                </c:pt>
                <c:pt idx="7426">
                  <c:v>2.7853704750673773</c:v>
                </c:pt>
                <c:pt idx="7427">
                  <c:v>2.7853704750673773</c:v>
                </c:pt>
                <c:pt idx="7428">
                  <c:v>2.7853704750673773</c:v>
                </c:pt>
                <c:pt idx="7429">
                  <c:v>2.7853704750673773</c:v>
                </c:pt>
                <c:pt idx="7430">
                  <c:v>2.7853704750673773</c:v>
                </c:pt>
                <c:pt idx="7431">
                  <c:v>2.7853704750673773</c:v>
                </c:pt>
                <c:pt idx="7432">
                  <c:v>2.7853704750673773</c:v>
                </c:pt>
                <c:pt idx="7433">
                  <c:v>2.7853704750673773</c:v>
                </c:pt>
                <c:pt idx="7434">
                  <c:v>2.7853704750673773</c:v>
                </c:pt>
                <c:pt idx="7435">
                  <c:v>2.7853704750673773</c:v>
                </c:pt>
                <c:pt idx="7436">
                  <c:v>2.7853704750673773</c:v>
                </c:pt>
                <c:pt idx="7437">
                  <c:v>2.7853704750673773</c:v>
                </c:pt>
                <c:pt idx="7438">
                  <c:v>2.7853704750673773</c:v>
                </c:pt>
                <c:pt idx="7439">
                  <c:v>2.7853704750673773</c:v>
                </c:pt>
                <c:pt idx="7440">
                  <c:v>2.7853704750673773</c:v>
                </c:pt>
                <c:pt idx="7441">
                  <c:v>2.7853704750673773</c:v>
                </c:pt>
                <c:pt idx="7442">
                  <c:v>2.7853704750673773</c:v>
                </c:pt>
                <c:pt idx="7443">
                  <c:v>2.7853704750673773</c:v>
                </c:pt>
                <c:pt idx="7444">
                  <c:v>2.7853704750673773</c:v>
                </c:pt>
                <c:pt idx="7445">
                  <c:v>2.7853704750673773</c:v>
                </c:pt>
                <c:pt idx="7446">
                  <c:v>2.7853704750673773</c:v>
                </c:pt>
                <c:pt idx="7447">
                  <c:v>2.7853704750673773</c:v>
                </c:pt>
                <c:pt idx="7448">
                  <c:v>2.7853704750673773</c:v>
                </c:pt>
                <c:pt idx="7449">
                  <c:v>2.7853704750673773</c:v>
                </c:pt>
                <c:pt idx="7450">
                  <c:v>2.7853704750673773</c:v>
                </c:pt>
                <c:pt idx="7451">
                  <c:v>2.7853704750673773</c:v>
                </c:pt>
                <c:pt idx="7452">
                  <c:v>2.7853704750673773</c:v>
                </c:pt>
                <c:pt idx="7453">
                  <c:v>2.7853704750673773</c:v>
                </c:pt>
                <c:pt idx="7454">
                  <c:v>2.7853704750673773</c:v>
                </c:pt>
                <c:pt idx="7455">
                  <c:v>2.7853704750673773</c:v>
                </c:pt>
                <c:pt idx="7456">
                  <c:v>2.7853704750673773</c:v>
                </c:pt>
                <c:pt idx="7457">
                  <c:v>2.7853704750673773</c:v>
                </c:pt>
                <c:pt idx="7458">
                  <c:v>2.7853704750673773</c:v>
                </c:pt>
                <c:pt idx="7459">
                  <c:v>2.7853704750673773</c:v>
                </c:pt>
                <c:pt idx="7460">
                  <c:v>2.7853704750673773</c:v>
                </c:pt>
                <c:pt idx="7461">
                  <c:v>2.7853704750673773</c:v>
                </c:pt>
                <c:pt idx="7462">
                  <c:v>2.7853704750673773</c:v>
                </c:pt>
                <c:pt idx="7463">
                  <c:v>2.7853704750673773</c:v>
                </c:pt>
                <c:pt idx="7464">
                  <c:v>2.7853704750673773</c:v>
                </c:pt>
                <c:pt idx="7465">
                  <c:v>2.7853704750673773</c:v>
                </c:pt>
                <c:pt idx="7466">
                  <c:v>2.7853704750673773</c:v>
                </c:pt>
                <c:pt idx="7467">
                  <c:v>2.7853704750673773</c:v>
                </c:pt>
                <c:pt idx="7468">
                  <c:v>2.7853704750673773</c:v>
                </c:pt>
                <c:pt idx="7469">
                  <c:v>2.7853704750673773</c:v>
                </c:pt>
                <c:pt idx="7470">
                  <c:v>2.7853704750673773</c:v>
                </c:pt>
                <c:pt idx="7471">
                  <c:v>2.7853704750673773</c:v>
                </c:pt>
                <c:pt idx="7472">
                  <c:v>2.7853704750673773</c:v>
                </c:pt>
                <c:pt idx="7473">
                  <c:v>2.7853704750673773</c:v>
                </c:pt>
                <c:pt idx="7474">
                  <c:v>2.7853704750673773</c:v>
                </c:pt>
                <c:pt idx="7475">
                  <c:v>2.7853704750673773</c:v>
                </c:pt>
                <c:pt idx="7476">
                  <c:v>2.7853704750673773</c:v>
                </c:pt>
                <c:pt idx="7477">
                  <c:v>2.7853704750673773</c:v>
                </c:pt>
                <c:pt idx="7478">
                  <c:v>2.7853704750673773</c:v>
                </c:pt>
                <c:pt idx="7479">
                  <c:v>2.7853704750673773</c:v>
                </c:pt>
                <c:pt idx="7480">
                  <c:v>2.7853704750673773</c:v>
                </c:pt>
                <c:pt idx="7481">
                  <c:v>2.7853704750673773</c:v>
                </c:pt>
                <c:pt idx="7482">
                  <c:v>2.7853704750673773</c:v>
                </c:pt>
                <c:pt idx="7483">
                  <c:v>2.7853704750673773</c:v>
                </c:pt>
                <c:pt idx="7484">
                  <c:v>2.7853704750673773</c:v>
                </c:pt>
                <c:pt idx="7485">
                  <c:v>2.7853704750673773</c:v>
                </c:pt>
                <c:pt idx="7486">
                  <c:v>2.7853704750673773</c:v>
                </c:pt>
                <c:pt idx="7487">
                  <c:v>2.7853704750673773</c:v>
                </c:pt>
                <c:pt idx="7488">
                  <c:v>2.7853704750673773</c:v>
                </c:pt>
                <c:pt idx="7489">
                  <c:v>2.7853704750673773</c:v>
                </c:pt>
                <c:pt idx="7490">
                  <c:v>2.7853704750673773</c:v>
                </c:pt>
                <c:pt idx="7491">
                  <c:v>2.7853704750673773</c:v>
                </c:pt>
                <c:pt idx="7492">
                  <c:v>2.7853704750673773</c:v>
                </c:pt>
                <c:pt idx="7493">
                  <c:v>2.7853704750673773</c:v>
                </c:pt>
                <c:pt idx="7494">
                  <c:v>2.7853704750673773</c:v>
                </c:pt>
                <c:pt idx="7495">
                  <c:v>2.7853704750673773</c:v>
                </c:pt>
                <c:pt idx="7496">
                  <c:v>2.7853704750673773</c:v>
                </c:pt>
                <c:pt idx="7497">
                  <c:v>2.7853704750673773</c:v>
                </c:pt>
                <c:pt idx="7498">
                  <c:v>2.7853704750673773</c:v>
                </c:pt>
                <c:pt idx="7499">
                  <c:v>2.7853704750673773</c:v>
                </c:pt>
                <c:pt idx="7500">
                  <c:v>2.7853704750673773</c:v>
                </c:pt>
                <c:pt idx="7501">
                  <c:v>2.7853704750673773</c:v>
                </c:pt>
                <c:pt idx="7502">
                  <c:v>2.7853704750673773</c:v>
                </c:pt>
                <c:pt idx="7503">
                  <c:v>2.7853704750673773</c:v>
                </c:pt>
                <c:pt idx="7504">
                  <c:v>2.7853704750673773</c:v>
                </c:pt>
                <c:pt idx="7505">
                  <c:v>2.7853704750673773</c:v>
                </c:pt>
                <c:pt idx="7506">
                  <c:v>2.7853704750673773</c:v>
                </c:pt>
                <c:pt idx="7507">
                  <c:v>2.7853704750673773</c:v>
                </c:pt>
                <c:pt idx="7508">
                  <c:v>2.7853704750673773</c:v>
                </c:pt>
                <c:pt idx="7509">
                  <c:v>2.7853704750673773</c:v>
                </c:pt>
                <c:pt idx="7510">
                  <c:v>2.7853704750673773</c:v>
                </c:pt>
                <c:pt idx="7511">
                  <c:v>2.7853704750673773</c:v>
                </c:pt>
                <c:pt idx="7512">
                  <c:v>2.7853704750673773</c:v>
                </c:pt>
                <c:pt idx="7513">
                  <c:v>2.7853704750673773</c:v>
                </c:pt>
                <c:pt idx="7514">
                  <c:v>2.7853704750673773</c:v>
                </c:pt>
                <c:pt idx="7515">
                  <c:v>2.7853704750673773</c:v>
                </c:pt>
                <c:pt idx="7516">
                  <c:v>2.7853704750673773</c:v>
                </c:pt>
                <c:pt idx="7517">
                  <c:v>2.7853704750673773</c:v>
                </c:pt>
                <c:pt idx="7518">
                  <c:v>2.7853704750673773</c:v>
                </c:pt>
                <c:pt idx="7519">
                  <c:v>2.7853704750673773</c:v>
                </c:pt>
                <c:pt idx="7520">
                  <c:v>2.7853704750673773</c:v>
                </c:pt>
                <c:pt idx="7521">
                  <c:v>2.7853704750673773</c:v>
                </c:pt>
                <c:pt idx="7522">
                  <c:v>2.7853704750673773</c:v>
                </c:pt>
                <c:pt idx="7523">
                  <c:v>2.7853704750673773</c:v>
                </c:pt>
                <c:pt idx="7524">
                  <c:v>2.7853704750673773</c:v>
                </c:pt>
                <c:pt idx="7525">
                  <c:v>2.7853704750673773</c:v>
                </c:pt>
                <c:pt idx="7526">
                  <c:v>2.7853704750673773</c:v>
                </c:pt>
                <c:pt idx="7527">
                  <c:v>2.7853704750673773</c:v>
                </c:pt>
                <c:pt idx="7528">
                  <c:v>2.7853704750673773</c:v>
                </c:pt>
                <c:pt idx="7529">
                  <c:v>2.7853704750673773</c:v>
                </c:pt>
                <c:pt idx="7530">
                  <c:v>2.7853704750673773</c:v>
                </c:pt>
                <c:pt idx="7531">
                  <c:v>2.7853704750673773</c:v>
                </c:pt>
                <c:pt idx="7532">
                  <c:v>2.7853704750673773</c:v>
                </c:pt>
                <c:pt idx="7533">
                  <c:v>2.7853704750673773</c:v>
                </c:pt>
                <c:pt idx="7534">
                  <c:v>2.7853704750673773</c:v>
                </c:pt>
                <c:pt idx="7535">
                  <c:v>2.7853704750673773</c:v>
                </c:pt>
                <c:pt idx="7536">
                  <c:v>2.7853704750673773</c:v>
                </c:pt>
                <c:pt idx="7537">
                  <c:v>2.7853704750673773</c:v>
                </c:pt>
                <c:pt idx="7538">
                  <c:v>2.7853704750673773</c:v>
                </c:pt>
                <c:pt idx="7539">
                  <c:v>2.7853704750673773</c:v>
                </c:pt>
                <c:pt idx="7540">
                  <c:v>2.7853704750673773</c:v>
                </c:pt>
                <c:pt idx="7541">
                  <c:v>2.7853704750673773</c:v>
                </c:pt>
                <c:pt idx="7542">
                  <c:v>2.7853704750673773</c:v>
                </c:pt>
                <c:pt idx="7543">
                  <c:v>2.7853704750673773</c:v>
                </c:pt>
                <c:pt idx="7544">
                  <c:v>2.7853704750673773</c:v>
                </c:pt>
                <c:pt idx="7545">
                  <c:v>2.7853704750673773</c:v>
                </c:pt>
                <c:pt idx="7546">
                  <c:v>2.7853704750673773</c:v>
                </c:pt>
                <c:pt idx="7547">
                  <c:v>2.7853704750673773</c:v>
                </c:pt>
                <c:pt idx="7548">
                  <c:v>2.7853704750673773</c:v>
                </c:pt>
                <c:pt idx="7549">
                  <c:v>2.7853704750673773</c:v>
                </c:pt>
                <c:pt idx="7550">
                  <c:v>2.7853704750673773</c:v>
                </c:pt>
                <c:pt idx="7551">
                  <c:v>2.7853704750673773</c:v>
                </c:pt>
                <c:pt idx="7552">
                  <c:v>2.7853704750673773</c:v>
                </c:pt>
                <c:pt idx="7553">
                  <c:v>2.7853704750673773</c:v>
                </c:pt>
                <c:pt idx="7554">
                  <c:v>2.7853704750673773</c:v>
                </c:pt>
                <c:pt idx="7555">
                  <c:v>2.7853704750673773</c:v>
                </c:pt>
                <c:pt idx="7556">
                  <c:v>2.7853704750673773</c:v>
                </c:pt>
                <c:pt idx="7557">
                  <c:v>2.7853704750673773</c:v>
                </c:pt>
                <c:pt idx="7558">
                  <c:v>2.7853704750673773</c:v>
                </c:pt>
                <c:pt idx="7559">
                  <c:v>2.7853704750673773</c:v>
                </c:pt>
                <c:pt idx="7560">
                  <c:v>2.7853704750673773</c:v>
                </c:pt>
                <c:pt idx="7561">
                  <c:v>2.7853704750673773</c:v>
                </c:pt>
                <c:pt idx="7562">
                  <c:v>2.7853704750673773</c:v>
                </c:pt>
                <c:pt idx="7563">
                  <c:v>2.7853704750673773</c:v>
                </c:pt>
                <c:pt idx="7564">
                  <c:v>2.7853704750673773</c:v>
                </c:pt>
                <c:pt idx="7565">
                  <c:v>2.7853704750673773</c:v>
                </c:pt>
                <c:pt idx="7566">
                  <c:v>2.7853704750673773</c:v>
                </c:pt>
                <c:pt idx="7567">
                  <c:v>2.7853704750673773</c:v>
                </c:pt>
                <c:pt idx="7568">
                  <c:v>2.7853704750673773</c:v>
                </c:pt>
                <c:pt idx="7569">
                  <c:v>2.7853704750673773</c:v>
                </c:pt>
                <c:pt idx="7570">
                  <c:v>2.7853704750673773</c:v>
                </c:pt>
                <c:pt idx="7571">
                  <c:v>2.7853704750673773</c:v>
                </c:pt>
                <c:pt idx="7572">
                  <c:v>2.7853704750673773</c:v>
                </c:pt>
                <c:pt idx="7573">
                  <c:v>2.7853704750673773</c:v>
                </c:pt>
                <c:pt idx="7574">
                  <c:v>2.7853704750673773</c:v>
                </c:pt>
                <c:pt idx="7575">
                  <c:v>2.7853704750673773</c:v>
                </c:pt>
                <c:pt idx="7576">
                  <c:v>2.7853704750673773</c:v>
                </c:pt>
                <c:pt idx="7577">
                  <c:v>2.7853704750673773</c:v>
                </c:pt>
                <c:pt idx="7578">
                  <c:v>2.7853704750673773</c:v>
                </c:pt>
                <c:pt idx="7579">
                  <c:v>2.7853704750673773</c:v>
                </c:pt>
                <c:pt idx="7580">
                  <c:v>2.7853704750673773</c:v>
                </c:pt>
                <c:pt idx="7581">
                  <c:v>2.7853704750673773</c:v>
                </c:pt>
                <c:pt idx="7582">
                  <c:v>2.7853704750673773</c:v>
                </c:pt>
                <c:pt idx="7583">
                  <c:v>2.7853704750673773</c:v>
                </c:pt>
                <c:pt idx="7584">
                  <c:v>2.7853704750673773</c:v>
                </c:pt>
                <c:pt idx="7585">
                  <c:v>2.7853704750673773</c:v>
                </c:pt>
                <c:pt idx="7586">
                  <c:v>2.7853704750673773</c:v>
                </c:pt>
                <c:pt idx="7587">
                  <c:v>2.7853704750673773</c:v>
                </c:pt>
                <c:pt idx="7588">
                  <c:v>2.7853704750673773</c:v>
                </c:pt>
                <c:pt idx="7589">
                  <c:v>2.7853704750673773</c:v>
                </c:pt>
                <c:pt idx="7590">
                  <c:v>2.7853704750673773</c:v>
                </c:pt>
                <c:pt idx="7591">
                  <c:v>2.7853704750673773</c:v>
                </c:pt>
                <c:pt idx="7592">
                  <c:v>2.7853704750673773</c:v>
                </c:pt>
                <c:pt idx="7593">
                  <c:v>2.7853704750673773</c:v>
                </c:pt>
                <c:pt idx="7594">
                  <c:v>2.7853704750673773</c:v>
                </c:pt>
                <c:pt idx="7595">
                  <c:v>2.7853704750673773</c:v>
                </c:pt>
                <c:pt idx="7596">
                  <c:v>2.7853704750673773</c:v>
                </c:pt>
                <c:pt idx="7597">
                  <c:v>2.7853704750673773</c:v>
                </c:pt>
                <c:pt idx="7598">
                  <c:v>2.7853704750673773</c:v>
                </c:pt>
                <c:pt idx="7599">
                  <c:v>2.7853704750673773</c:v>
                </c:pt>
                <c:pt idx="7600">
                  <c:v>2.7853704750673773</c:v>
                </c:pt>
                <c:pt idx="7601">
                  <c:v>2.7853704750673773</c:v>
                </c:pt>
                <c:pt idx="7602">
                  <c:v>2.7853704750673773</c:v>
                </c:pt>
                <c:pt idx="7603">
                  <c:v>2.7853704750673773</c:v>
                </c:pt>
                <c:pt idx="7604">
                  <c:v>2.7853704750673773</c:v>
                </c:pt>
                <c:pt idx="7605">
                  <c:v>2.7853704750673773</c:v>
                </c:pt>
                <c:pt idx="7606">
                  <c:v>2.7853704750673773</c:v>
                </c:pt>
                <c:pt idx="7607">
                  <c:v>2.7853704750673773</c:v>
                </c:pt>
                <c:pt idx="7608">
                  <c:v>2.7853704750673773</c:v>
                </c:pt>
                <c:pt idx="7609">
                  <c:v>2.7853704750673773</c:v>
                </c:pt>
                <c:pt idx="7610">
                  <c:v>2.7853704750673773</c:v>
                </c:pt>
                <c:pt idx="7611">
                  <c:v>2.7853704750673773</c:v>
                </c:pt>
                <c:pt idx="7612">
                  <c:v>2.7853704750673773</c:v>
                </c:pt>
                <c:pt idx="7613">
                  <c:v>2.7853704750673773</c:v>
                </c:pt>
                <c:pt idx="7614">
                  <c:v>2.7853704750673773</c:v>
                </c:pt>
                <c:pt idx="7615">
                  <c:v>2.7853704750673773</c:v>
                </c:pt>
                <c:pt idx="7616">
                  <c:v>2.7853704750673773</c:v>
                </c:pt>
                <c:pt idx="7617">
                  <c:v>2.7853704750673773</c:v>
                </c:pt>
                <c:pt idx="7618">
                  <c:v>2.7853704750673773</c:v>
                </c:pt>
                <c:pt idx="7619">
                  <c:v>2.7853704750673773</c:v>
                </c:pt>
                <c:pt idx="7620">
                  <c:v>2.7853704750673773</c:v>
                </c:pt>
                <c:pt idx="7621">
                  <c:v>2.7853704750673773</c:v>
                </c:pt>
                <c:pt idx="7622">
                  <c:v>2.7853704750673773</c:v>
                </c:pt>
                <c:pt idx="7623">
                  <c:v>2.7853704750673773</c:v>
                </c:pt>
                <c:pt idx="7624">
                  <c:v>2.7853704750673773</c:v>
                </c:pt>
                <c:pt idx="7625">
                  <c:v>2.7853704750673773</c:v>
                </c:pt>
                <c:pt idx="7626">
                  <c:v>2.7853704750673773</c:v>
                </c:pt>
                <c:pt idx="7627">
                  <c:v>2.7853704750673773</c:v>
                </c:pt>
                <c:pt idx="7628">
                  <c:v>2.7853704750673773</c:v>
                </c:pt>
                <c:pt idx="7629">
                  <c:v>2.7853704750673773</c:v>
                </c:pt>
                <c:pt idx="7630">
                  <c:v>2.7853704750673773</c:v>
                </c:pt>
                <c:pt idx="7631">
                  <c:v>2.7853704750673773</c:v>
                </c:pt>
                <c:pt idx="7632">
                  <c:v>2.7853704750673773</c:v>
                </c:pt>
                <c:pt idx="7633">
                  <c:v>2.7853704750673773</c:v>
                </c:pt>
                <c:pt idx="7634">
                  <c:v>2.7853704750673773</c:v>
                </c:pt>
                <c:pt idx="7635">
                  <c:v>2.7853704750673773</c:v>
                </c:pt>
                <c:pt idx="7636">
                  <c:v>2.7853704750673773</c:v>
                </c:pt>
                <c:pt idx="7637">
                  <c:v>2.7853704750673773</c:v>
                </c:pt>
                <c:pt idx="7638">
                  <c:v>2.7853704750673773</c:v>
                </c:pt>
                <c:pt idx="7639">
                  <c:v>2.7853704750673773</c:v>
                </c:pt>
                <c:pt idx="7640">
                  <c:v>2.7853704750673773</c:v>
                </c:pt>
                <c:pt idx="7641">
                  <c:v>2.7853704750673773</c:v>
                </c:pt>
                <c:pt idx="7642">
                  <c:v>2.7853704750673773</c:v>
                </c:pt>
                <c:pt idx="7643">
                  <c:v>2.7853704750673773</c:v>
                </c:pt>
                <c:pt idx="7644">
                  <c:v>2.7853704750673773</c:v>
                </c:pt>
                <c:pt idx="7645">
                  <c:v>2.7853704750673773</c:v>
                </c:pt>
                <c:pt idx="7646">
                  <c:v>2.7853704750673773</c:v>
                </c:pt>
                <c:pt idx="7647">
                  <c:v>2.7853704750673773</c:v>
                </c:pt>
                <c:pt idx="7648">
                  <c:v>2.7853704750673773</c:v>
                </c:pt>
                <c:pt idx="7649">
                  <c:v>2.7853704750673773</c:v>
                </c:pt>
                <c:pt idx="7650">
                  <c:v>2.7853704750673773</c:v>
                </c:pt>
                <c:pt idx="7651">
                  <c:v>2.7853704750673773</c:v>
                </c:pt>
                <c:pt idx="7652">
                  <c:v>2.7853704750673773</c:v>
                </c:pt>
                <c:pt idx="7653">
                  <c:v>2.7853704750673773</c:v>
                </c:pt>
                <c:pt idx="7654">
                  <c:v>2.7853704750673773</c:v>
                </c:pt>
                <c:pt idx="7655">
                  <c:v>2.7853704750673773</c:v>
                </c:pt>
                <c:pt idx="7656">
                  <c:v>2.7853704750673773</c:v>
                </c:pt>
                <c:pt idx="7657">
                  <c:v>2.7853704750673773</c:v>
                </c:pt>
                <c:pt idx="7658">
                  <c:v>2.7853704750673773</c:v>
                </c:pt>
                <c:pt idx="7659">
                  <c:v>2.7853704750673773</c:v>
                </c:pt>
                <c:pt idx="7660">
                  <c:v>2.7853704750673773</c:v>
                </c:pt>
                <c:pt idx="7661">
                  <c:v>2.7853704750673773</c:v>
                </c:pt>
                <c:pt idx="7662">
                  <c:v>2.7853704750673773</c:v>
                </c:pt>
                <c:pt idx="7663">
                  <c:v>2.7853704750673773</c:v>
                </c:pt>
                <c:pt idx="7664">
                  <c:v>2.7853704750673773</c:v>
                </c:pt>
                <c:pt idx="7665">
                  <c:v>2.7853704750673773</c:v>
                </c:pt>
                <c:pt idx="7666">
                  <c:v>2.7853704750673773</c:v>
                </c:pt>
                <c:pt idx="7667">
                  <c:v>2.7853704750673773</c:v>
                </c:pt>
                <c:pt idx="7668">
                  <c:v>2.7853704750673773</c:v>
                </c:pt>
                <c:pt idx="7669">
                  <c:v>2.7853704750673773</c:v>
                </c:pt>
                <c:pt idx="7670">
                  <c:v>2.7853704750673773</c:v>
                </c:pt>
                <c:pt idx="7671">
                  <c:v>2.7853704750673773</c:v>
                </c:pt>
                <c:pt idx="7672">
                  <c:v>2.7853704750673773</c:v>
                </c:pt>
                <c:pt idx="7673">
                  <c:v>2.7853704750673773</c:v>
                </c:pt>
                <c:pt idx="7674">
                  <c:v>2.7853704750673773</c:v>
                </c:pt>
                <c:pt idx="7675">
                  <c:v>2.7853704750673773</c:v>
                </c:pt>
                <c:pt idx="7676">
                  <c:v>2.7853704750673773</c:v>
                </c:pt>
                <c:pt idx="7677">
                  <c:v>2.7853704750673773</c:v>
                </c:pt>
                <c:pt idx="7678">
                  <c:v>2.7853704750673773</c:v>
                </c:pt>
                <c:pt idx="7679">
                  <c:v>2.7853704750673773</c:v>
                </c:pt>
                <c:pt idx="7680">
                  <c:v>2.7853704750673773</c:v>
                </c:pt>
                <c:pt idx="7681">
                  <c:v>2.7853704750673773</c:v>
                </c:pt>
                <c:pt idx="7682">
                  <c:v>2.7853704750673773</c:v>
                </c:pt>
                <c:pt idx="7683">
                  <c:v>2.7853704750673773</c:v>
                </c:pt>
                <c:pt idx="7684">
                  <c:v>2.7853704750673773</c:v>
                </c:pt>
                <c:pt idx="7685">
                  <c:v>2.7853704750673773</c:v>
                </c:pt>
                <c:pt idx="7686">
                  <c:v>2.7853704750673773</c:v>
                </c:pt>
                <c:pt idx="7687">
                  <c:v>2.7853704750673773</c:v>
                </c:pt>
                <c:pt idx="7688">
                  <c:v>2.7853704750673773</c:v>
                </c:pt>
                <c:pt idx="7689">
                  <c:v>2.7853704750673773</c:v>
                </c:pt>
                <c:pt idx="7690">
                  <c:v>2.7853704750673773</c:v>
                </c:pt>
                <c:pt idx="7691">
                  <c:v>2.7853704750673773</c:v>
                </c:pt>
                <c:pt idx="7692">
                  <c:v>2.7853704750673773</c:v>
                </c:pt>
                <c:pt idx="7693">
                  <c:v>2.7853704750673773</c:v>
                </c:pt>
                <c:pt idx="7694">
                  <c:v>2.7853704750673773</c:v>
                </c:pt>
                <c:pt idx="7695">
                  <c:v>2.7853704750673773</c:v>
                </c:pt>
                <c:pt idx="7696">
                  <c:v>2.7853704750673773</c:v>
                </c:pt>
                <c:pt idx="7697">
                  <c:v>2.7853704750673773</c:v>
                </c:pt>
                <c:pt idx="7698">
                  <c:v>2.7853704750673773</c:v>
                </c:pt>
                <c:pt idx="7699">
                  <c:v>2.7853704750673773</c:v>
                </c:pt>
                <c:pt idx="7700">
                  <c:v>2.7853704750673773</c:v>
                </c:pt>
                <c:pt idx="7701">
                  <c:v>2.7853704750673773</c:v>
                </c:pt>
                <c:pt idx="7702">
                  <c:v>2.7853704750673773</c:v>
                </c:pt>
                <c:pt idx="7703">
                  <c:v>2.7853704750673773</c:v>
                </c:pt>
                <c:pt idx="7704">
                  <c:v>2.7853704750673773</c:v>
                </c:pt>
                <c:pt idx="7705">
                  <c:v>2.7853704750673773</c:v>
                </c:pt>
                <c:pt idx="7706">
                  <c:v>2.7853704750673773</c:v>
                </c:pt>
                <c:pt idx="7707">
                  <c:v>2.7853704750673773</c:v>
                </c:pt>
                <c:pt idx="7708">
                  <c:v>2.7853704750673773</c:v>
                </c:pt>
                <c:pt idx="7709">
                  <c:v>2.7853704750673773</c:v>
                </c:pt>
                <c:pt idx="7710">
                  <c:v>2.7853704750673773</c:v>
                </c:pt>
                <c:pt idx="7711">
                  <c:v>2.7853704750673773</c:v>
                </c:pt>
                <c:pt idx="7712">
                  <c:v>2.7853704750673773</c:v>
                </c:pt>
                <c:pt idx="7713">
                  <c:v>2.7853704750673773</c:v>
                </c:pt>
                <c:pt idx="7714">
                  <c:v>2.7853704750673773</c:v>
                </c:pt>
                <c:pt idx="7715">
                  <c:v>2.7853704750673773</c:v>
                </c:pt>
                <c:pt idx="7716">
                  <c:v>2.7853704750673773</c:v>
                </c:pt>
                <c:pt idx="7717">
                  <c:v>2.7853704750673773</c:v>
                </c:pt>
                <c:pt idx="7718">
                  <c:v>2.7853704750673773</c:v>
                </c:pt>
                <c:pt idx="7719">
                  <c:v>2.7853704750673773</c:v>
                </c:pt>
                <c:pt idx="7720">
                  <c:v>2.7853704750673773</c:v>
                </c:pt>
                <c:pt idx="7721">
                  <c:v>2.7853704750673773</c:v>
                </c:pt>
                <c:pt idx="7722">
                  <c:v>2.7853704750673773</c:v>
                </c:pt>
                <c:pt idx="7723">
                  <c:v>2.7853704750673773</c:v>
                </c:pt>
                <c:pt idx="7724">
                  <c:v>2.7853704750673773</c:v>
                </c:pt>
                <c:pt idx="7725">
                  <c:v>2.7853704750673773</c:v>
                </c:pt>
                <c:pt idx="7726">
                  <c:v>2.7853704750673773</c:v>
                </c:pt>
                <c:pt idx="7727">
                  <c:v>2.7853704750673773</c:v>
                </c:pt>
                <c:pt idx="7728">
                  <c:v>2.7853704750673773</c:v>
                </c:pt>
                <c:pt idx="7729">
                  <c:v>2.7853704750673773</c:v>
                </c:pt>
                <c:pt idx="7730">
                  <c:v>2.7853704750673773</c:v>
                </c:pt>
                <c:pt idx="7731">
                  <c:v>2.7853704750673773</c:v>
                </c:pt>
                <c:pt idx="7732">
                  <c:v>2.7853704750673773</c:v>
                </c:pt>
                <c:pt idx="7733">
                  <c:v>2.7853704750673773</c:v>
                </c:pt>
                <c:pt idx="7734">
                  <c:v>2.7853704750673773</c:v>
                </c:pt>
                <c:pt idx="7735">
                  <c:v>2.7853704750673773</c:v>
                </c:pt>
                <c:pt idx="7736">
                  <c:v>2.7853704750673773</c:v>
                </c:pt>
                <c:pt idx="7737">
                  <c:v>2.7853704750673773</c:v>
                </c:pt>
                <c:pt idx="7738">
                  <c:v>2.7853704750673773</c:v>
                </c:pt>
                <c:pt idx="7739">
                  <c:v>2.7853704750673773</c:v>
                </c:pt>
                <c:pt idx="7740">
                  <c:v>2.7853704750673773</c:v>
                </c:pt>
                <c:pt idx="7741">
                  <c:v>2.7853704750673773</c:v>
                </c:pt>
                <c:pt idx="7742">
                  <c:v>2.7853704750673773</c:v>
                </c:pt>
                <c:pt idx="7743">
                  <c:v>2.7853704750673773</c:v>
                </c:pt>
                <c:pt idx="7744">
                  <c:v>2.7853704750673773</c:v>
                </c:pt>
                <c:pt idx="7745">
                  <c:v>2.7853704750673773</c:v>
                </c:pt>
                <c:pt idx="7746">
                  <c:v>2.7853704750673773</c:v>
                </c:pt>
                <c:pt idx="7747">
                  <c:v>2.7853704750673773</c:v>
                </c:pt>
                <c:pt idx="7748">
                  <c:v>2.7853704750673773</c:v>
                </c:pt>
                <c:pt idx="7749">
                  <c:v>2.7853704750673773</c:v>
                </c:pt>
                <c:pt idx="7750">
                  <c:v>2.7853704750673773</c:v>
                </c:pt>
                <c:pt idx="7751">
                  <c:v>2.7853704750673773</c:v>
                </c:pt>
                <c:pt idx="7752">
                  <c:v>2.7853704750673773</c:v>
                </c:pt>
                <c:pt idx="7753">
                  <c:v>2.7853704750673773</c:v>
                </c:pt>
                <c:pt idx="7754">
                  <c:v>2.7853704750673773</c:v>
                </c:pt>
                <c:pt idx="7755">
                  <c:v>2.7853704750673773</c:v>
                </c:pt>
                <c:pt idx="7756">
                  <c:v>2.7853704750673773</c:v>
                </c:pt>
                <c:pt idx="7757">
                  <c:v>2.7853704750673773</c:v>
                </c:pt>
                <c:pt idx="7758">
                  <c:v>2.7853704750673773</c:v>
                </c:pt>
                <c:pt idx="7759">
                  <c:v>2.7853704750673773</c:v>
                </c:pt>
                <c:pt idx="7760">
                  <c:v>2.7853704750673773</c:v>
                </c:pt>
                <c:pt idx="7761">
                  <c:v>2.7853704750673773</c:v>
                </c:pt>
                <c:pt idx="7762">
                  <c:v>2.7853704750673773</c:v>
                </c:pt>
                <c:pt idx="7763">
                  <c:v>2.7853704750673773</c:v>
                </c:pt>
                <c:pt idx="7764">
                  <c:v>2.7853704750673773</c:v>
                </c:pt>
                <c:pt idx="7765">
                  <c:v>2.7853704750673773</c:v>
                </c:pt>
                <c:pt idx="7766">
                  <c:v>2.7853704750673773</c:v>
                </c:pt>
                <c:pt idx="7767">
                  <c:v>2.7853704750673773</c:v>
                </c:pt>
                <c:pt idx="7768">
                  <c:v>2.7853704750673773</c:v>
                </c:pt>
                <c:pt idx="7769">
                  <c:v>2.7853704750673773</c:v>
                </c:pt>
                <c:pt idx="7770">
                  <c:v>2.7853704750673773</c:v>
                </c:pt>
                <c:pt idx="7771">
                  <c:v>2.7853704750673773</c:v>
                </c:pt>
                <c:pt idx="7772">
                  <c:v>2.7853704750673773</c:v>
                </c:pt>
                <c:pt idx="7773">
                  <c:v>2.7853704750673773</c:v>
                </c:pt>
                <c:pt idx="7774">
                  <c:v>2.7853704750673773</c:v>
                </c:pt>
                <c:pt idx="7775">
                  <c:v>2.7853704750673773</c:v>
                </c:pt>
                <c:pt idx="7776">
                  <c:v>2.7853704750673773</c:v>
                </c:pt>
                <c:pt idx="7777">
                  <c:v>2.7853704750673773</c:v>
                </c:pt>
                <c:pt idx="7778">
                  <c:v>2.7853704750673773</c:v>
                </c:pt>
                <c:pt idx="7779">
                  <c:v>2.7853704750673773</c:v>
                </c:pt>
                <c:pt idx="7780">
                  <c:v>2.7853704750673773</c:v>
                </c:pt>
                <c:pt idx="7781">
                  <c:v>2.7853704750673773</c:v>
                </c:pt>
                <c:pt idx="7782">
                  <c:v>2.7853704750673773</c:v>
                </c:pt>
                <c:pt idx="7783">
                  <c:v>2.7853704750673773</c:v>
                </c:pt>
                <c:pt idx="7784">
                  <c:v>2.7853704750673773</c:v>
                </c:pt>
                <c:pt idx="7785">
                  <c:v>2.7853704750673773</c:v>
                </c:pt>
                <c:pt idx="7786">
                  <c:v>2.7853704750673773</c:v>
                </c:pt>
                <c:pt idx="7787">
                  <c:v>2.7853704750673773</c:v>
                </c:pt>
                <c:pt idx="7788">
                  <c:v>2.7853704750673773</c:v>
                </c:pt>
                <c:pt idx="7789">
                  <c:v>2.7853704750673773</c:v>
                </c:pt>
                <c:pt idx="7790">
                  <c:v>2.7853704750673773</c:v>
                </c:pt>
                <c:pt idx="7791">
                  <c:v>2.7853704750673773</c:v>
                </c:pt>
                <c:pt idx="7792">
                  <c:v>2.7853704750673773</c:v>
                </c:pt>
                <c:pt idx="7793">
                  <c:v>2.7853704750673773</c:v>
                </c:pt>
                <c:pt idx="7794">
                  <c:v>2.7853704750673773</c:v>
                </c:pt>
                <c:pt idx="7795">
                  <c:v>2.7853704750673773</c:v>
                </c:pt>
                <c:pt idx="7796">
                  <c:v>2.7853704750673773</c:v>
                </c:pt>
                <c:pt idx="7797">
                  <c:v>2.7853704750673773</c:v>
                </c:pt>
                <c:pt idx="7798">
                  <c:v>2.7853704750673773</c:v>
                </c:pt>
                <c:pt idx="7799">
                  <c:v>2.7853704750673773</c:v>
                </c:pt>
                <c:pt idx="7800">
                  <c:v>2.7853704750673773</c:v>
                </c:pt>
                <c:pt idx="7801">
                  <c:v>2.7853704750673773</c:v>
                </c:pt>
                <c:pt idx="7802">
                  <c:v>2.7853704750673773</c:v>
                </c:pt>
                <c:pt idx="7803">
                  <c:v>2.7853704750673773</c:v>
                </c:pt>
                <c:pt idx="7804">
                  <c:v>2.7853704750673773</c:v>
                </c:pt>
                <c:pt idx="7805">
                  <c:v>2.7853704750673773</c:v>
                </c:pt>
                <c:pt idx="7806">
                  <c:v>2.7853704750673773</c:v>
                </c:pt>
                <c:pt idx="7807">
                  <c:v>2.7853704750673773</c:v>
                </c:pt>
                <c:pt idx="7808">
                  <c:v>2.7853704750673773</c:v>
                </c:pt>
                <c:pt idx="7809">
                  <c:v>2.7853704750673773</c:v>
                </c:pt>
                <c:pt idx="7810">
                  <c:v>2.7853704750673773</c:v>
                </c:pt>
                <c:pt idx="7811">
                  <c:v>2.7853704750673773</c:v>
                </c:pt>
                <c:pt idx="7812">
                  <c:v>2.7853704750673773</c:v>
                </c:pt>
                <c:pt idx="7813">
                  <c:v>2.7853704750673773</c:v>
                </c:pt>
                <c:pt idx="7814">
                  <c:v>2.7853704750673773</c:v>
                </c:pt>
                <c:pt idx="7815">
                  <c:v>2.7853704750673773</c:v>
                </c:pt>
                <c:pt idx="7816">
                  <c:v>2.7853704750673773</c:v>
                </c:pt>
                <c:pt idx="7817">
                  <c:v>2.7853704750673773</c:v>
                </c:pt>
                <c:pt idx="7818">
                  <c:v>2.7853704750673773</c:v>
                </c:pt>
                <c:pt idx="7819">
                  <c:v>2.7853704750673773</c:v>
                </c:pt>
                <c:pt idx="7820">
                  <c:v>2.7853704750673773</c:v>
                </c:pt>
                <c:pt idx="7821">
                  <c:v>2.7853704750673773</c:v>
                </c:pt>
                <c:pt idx="7822">
                  <c:v>2.7853704750673773</c:v>
                </c:pt>
                <c:pt idx="7823">
                  <c:v>2.7853704750673773</c:v>
                </c:pt>
                <c:pt idx="7824">
                  <c:v>2.7853704750673773</c:v>
                </c:pt>
                <c:pt idx="7825">
                  <c:v>2.7853704750673773</c:v>
                </c:pt>
                <c:pt idx="7826">
                  <c:v>2.7853704750673773</c:v>
                </c:pt>
                <c:pt idx="7827">
                  <c:v>2.7853704750673773</c:v>
                </c:pt>
                <c:pt idx="7828">
                  <c:v>2.7853704750673773</c:v>
                </c:pt>
                <c:pt idx="7829">
                  <c:v>2.7853704750673773</c:v>
                </c:pt>
                <c:pt idx="7830">
                  <c:v>2.7853704750673773</c:v>
                </c:pt>
                <c:pt idx="7831">
                  <c:v>2.7853704750673773</c:v>
                </c:pt>
                <c:pt idx="7832">
                  <c:v>2.7853704750673773</c:v>
                </c:pt>
                <c:pt idx="7833">
                  <c:v>2.7853704750673773</c:v>
                </c:pt>
                <c:pt idx="7834">
                  <c:v>2.7853704750673773</c:v>
                </c:pt>
                <c:pt idx="7835">
                  <c:v>2.7853704750673773</c:v>
                </c:pt>
                <c:pt idx="7836">
                  <c:v>2.7853704750673773</c:v>
                </c:pt>
                <c:pt idx="7837">
                  <c:v>2.7853704750673773</c:v>
                </c:pt>
                <c:pt idx="7838">
                  <c:v>2.7853704750673773</c:v>
                </c:pt>
                <c:pt idx="7839">
                  <c:v>2.7853704750673773</c:v>
                </c:pt>
                <c:pt idx="7840">
                  <c:v>2.7853704750673773</c:v>
                </c:pt>
                <c:pt idx="7841">
                  <c:v>2.7853704750673773</c:v>
                </c:pt>
                <c:pt idx="7842">
                  <c:v>2.7853704750673773</c:v>
                </c:pt>
                <c:pt idx="7843">
                  <c:v>2.7853704750673773</c:v>
                </c:pt>
                <c:pt idx="7844">
                  <c:v>2.7853704750673773</c:v>
                </c:pt>
                <c:pt idx="7845">
                  <c:v>2.7853704750673773</c:v>
                </c:pt>
                <c:pt idx="7846">
                  <c:v>2.7853704750673773</c:v>
                </c:pt>
                <c:pt idx="7847">
                  <c:v>2.7853704750673773</c:v>
                </c:pt>
                <c:pt idx="7848">
                  <c:v>2.7853704750673773</c:v>
                </c:pt>
                <c:pt idx="7849">
                  <c:v>2.7853704750673773</c:v>
                </c:pt>
                <c:pt idx="7850">
                  <c:v>2.7853704750673773</c:v>
                </c:pt>
                <c:pt idx="7851">
                  <c:v>2.7853704750673773</c:v>
                </c:pt>
                <c:pt idx="7852">
                  <c:v>2.7853704750673773</c:v>
                </c:pt>
                <c:pt idx="7853">
                  <c:v>2.7853704750673773</c:v>
                </c:pt>
                <c:pt idx="7854">
                  <c:v>2.7853704750673773</c:v>
                </c:pt>
                <c:pt idx="7855">
                  <c:v>2.7853704750673773</c:v>
                </c:pt>
                <c:pt idx="7856">
                  <c:v>2.7853704750673773</c:v>
                </c:pt>
                <c:pt idx="7857">
                  <c:v>2.7853704750673773</c:v>
                </c:pt>
                <c:pt idx="7858">
                  <c:v>2.7853704750673773</c:v>
                </c:pt>
                <c:pt idx="7859">
                  <c:v>2.7853704750673773</c:v>
                </c:pt>
                <c:pt idx="7860">
                  <c:v>2.7853704750673773</c:v>
                </c:pt>
                <c:pt idx="7861">
                  <c:v>2.7853704750673773</c:v>
                </c:pt>
                <c:pt idx="7862">
                  <c:v>2.7853704750673773</c:v>
                </c:pt>
                <c:pt idx="7863">
                  <c:v>2.7853704750673773</c:v>
                </c:pt>
                <c:pt idx="7864">
                  <c:v>2.7853704750673773</c:v>
                </c:pt>
                <c:pt idx="7865">
                  <c:v>2.7853704750673773</c:v>
                </c:pt>
                <c:pt idx="7866">
                  <c:v>2.7853704750673773</c:v>
                </c:pt>
                <c:pt idx="7867">
                  <c:v>2.7853704750673773</c:v>
                </c:pt>
                <c:pt idx="7868">
                  <c:v>2.7853704750673773</c:v>
                </c:pt>
                <c:pt idx="7869">
                  <c:v>2.7853704750673773</c:v>
                </c:pt>
                <c:pt idx="7870">
                  <c:v>2.7853704750673773</c:v>
                </c:pt>
                <c:pt idx="7871">
                  <c:v>2.7853704750673773</c:v>
                </c:pt>
                <c:pt idx="7872">
                  <c:v>2.7853704750673773</c:v>
                </c:pt>
                <c:pt idx="7873">
                  <c:v>2.7853704750673773</c:v>
                </c:pt>
                <c:pt idx="7874">
                  <c:v>2.7853704750673773</c:v>
                </c:pt>
                <c:pt idx="7875">
                  <c:v>2.7853704750673773</c:v>
                </c:pt>
                <c:pt idx="7876">
                  <c:v>2.7853704750673773</c:v>
                </c:pt>
                <c:pt idx="7877">
                  <c:v>2.7853704750673773</c:v>
                </c:pt>
                <c:pt idx="7878">
                  <c:v>2.7853704750673773</c:v>
                </c:pt>
                <c:pt idx="7879">
                  <c:v>2.7853704750673773</c:v>
                </c:pt>
                <c:pt idx="7880">
                  <c:v>2.7853704750673773</c:v>
                </c:pt>
                <c:pt idx="7881">
                  <c:v>2.7853704750673773</c:v>
                </c:pt>
                <c:pt idx="7882">
                  <c:v>2.7853704750673773</c:v>
                </c:pt>
                <c:pt idx="7883">
                  <c:v>2.7853704750673773</c:v>
                </c:pt>
                <c:pt idx="7884">
                  <c:v>2.7853704750673773</c:v>
                </c:pt>
                <c:pt idx="7885">
                  <c:v>2.7853704750673773</c:v>
                </c:pt>
                <c:pt idx="7886">
                  <c:v>2.7853704750673773</c:v>
                </c:pt>
                <c:pt idx="7887">
                  <c:v>2.7853704750673773</c:v>
                </c:pt>
                <c:pt idx="7888">
                  <c:v>2.7853704750673773</c:v>
                </c:pt>
                <c:pt idx="7889">
                  <c:v>2.7853704750673773</c:v>
                </c:pt>
                <c:pt idx="7890">
                  <c:v>2.7853704750673773</c:v>
                </c:pt>
                <c:pt idx="7891">
                  <c:v>2.7853704750673773</c:v>
                </c:pt>
                <c:pt idx="7892">
                  <c:v>2.7853704750673773</c:v>
                </c:pt>
                <c:pt idx="7893">
                  <c:v>2.7853704750673773</c:v>
                </c:pt>
                <c:pt idx="7894">
                  <c:v>2.7853704750673773</c:v>
                </c:pt>
                <c:pt idx="7895">
                  <c:v>2.7853704750673773</c:v>
                </c:pt>
                <c:pt idx="7896">
                  <c:v>2.7853704750673773</c:v>
                </c:pt>
                <c:pt idx="7897">
                  <c:v>2.7853704750673773</c:v>
                </c:pt>
                <c:pt idx="7898">
                  <c:v>2.7853704750673773</c:v>
                </c:pt>
                <c:pt idx="7899">
                  <c:v>2.7853704750673773</c:v>
                </c:pt>
                <c:pt idx="7900">
                  <c:v>2.7853704750673773</c:v>
                </c:pt>
                <c:pt idx="7901">
                  <c:v>2.7853704750673773</c:v>
                </c:pt>
                <c:pt idx="7902">
                  <c:v>2.7853704750673773</c:v>
                </c:pt>
                <c:pt idx="7903">
                  <c:v>2.7853704750673773</c:v>
                </c:pt>
                <c:pt idx="7904">
                  <c:v>2.7853704750673773</c:v>
                </c:pt>
                <c:pt idx="7905">
                  <c:v>2.7853704750673773</c:v>
                </c:pt>
                <c:pt idx="7906">
                  <c:v>2.7853704750673773</c:v>
                </c:pt>
                <c:pt idx="7907">
                  <c:v>2.7853704750673773</c:v>
                </c:pt>
                <c:pt idx="7908">
                  <c:v>2.7853704750673773</c:v>
                </c:pt>
                <c:pt idx="7909">
                  <c:v>2.7853704750673773</c:v>
                </c:pt>
                <c:pt idx="7910">
                  <c:v>2.7853704750673773</c:v>
                </c:pt>
                <c:pt idx="7911">
                  <c:v>2.7853704750673773</c:v>
                </c:pt>
                <c:pt idx="7912">
                  <c:v>2.7853704750673773</c:v>
                </c:pt>
                <c:pt idx="7913">
                  <c:v>2.7853704750673773</c:v>
                </c:pt>
                <c:pt idx="7914">
                  <c:v>2.7853704750673773</c:v>
                </c:pt>
                <c:pt idx="7915">
                  <c:v>2.7853704750673773</c:v>
                </c:pt>
                <c:pt idx="7916">
                  <c:v>2.7853704750673773</c:v>
                </c:pt>
                <c:pt idx="7917">
                  <c:v>2.7853704750673773</c:v>
                </c:pt>
                <c:pt idx="7918">
                  <c:v>2.7853704750673773</c:v>
                </c:pt>
                <c:pt idx="7919">
                  <c:v>2.7853704750673773</c:v>
                </c:pt>
                <c:pt idx="7920">
                  <c:v>2.7853704750673773</c:v>
                </c:pt>
                <c:pt idx="7921">
                  <c:v>2.7853704750673773</c:v>
                </c:pt>
                <c:pt idx="7922">
                  <c:v>2.7853704750673773</c:v>
                </c:pt>
                <c:pt idx="7923">
                  <c:v>2.7853704750673773</c:v>
                </c:pt>
                <c:pt idx="7924">
                  <c:v>2.7853704750673773</c:v>
                </c:pt>
                <c:pt idx="7925">
                  <c:v>2.7853704750673773</c:v>
                </c:pt>
                <c:pt idx="7926">
                  <c:v>2.7853704750673773</c:v>
                </c:pt>
                <c:pt idx="7927">
                  <c:v>2.7853704750673773</c:v>
                </c:pt>
                <c:pt idx="7928">
                  <c:v>2.7853704750673773</c:v>
                </c:pt>
                <c:pt idx="7929">
                  <c:v>2.7853704750673773</c:v>
                </c:pt>
                <c:pt idx="7930">
                  <c:v>2.7853704750673773</c:v>
                </c:pt>
                <c:pt idx="7931">
                  <c:v>2.7853704750673773</c:v>
                </c:pt>
                <c:pt idx="7932">
                  <c:v>2.7853704750673773</c:v>
                </c:pt>
                <c:pt idx="7933">
                  <c:v>2.7853704750673773</c:v>
                </c:pt>
                <c:pt idx="7934">
                  <c:v>2.7853704750673773</c:v>
                </c:pt>
                <c:pt idx="7935">
                  <c:v>2.7853704750673773</c:v>
                </c:pt>
                <c:pt idx="7936">
                  <c:v>2.7853704750673773</c:v>
                </c:pt>
                <c:pt idx="7937">
                  <c:v>2.7853704750673773</c:v>
                </c:pt>
                <c:pt idx="7938">
                  <c:v>2.7853704750673773</c:v>
                </c:pt>
                <c:pt idx="7939">
                  <c:v>2.7853704750673773</c:v>
                </c:pt>
                <c:pt idx="7940">
                  <c:v>2.7853704750673773</c:v>
                </c:pt>
                <c:pt idx="7941">
                  <c:v>2.7853704750673773</c:v>
                </c:pt>
                <c:pt idx="7942">
                  <c:v>2.7853704750673773</c:v>
                </c:pt>
                <c:pt idx="7943">
                  <c:v>2.7853704750673773</c:v>
                </c:pt>
                <c:pt idx="7944">
                  <c:v>2.7853704750673773</c:v>
                </c:pt>
                <c:pt idx="7945">
                  <c:v>2.7853704750673773</c:v>
                </c:pt>
                <c:pt idx="7946">
                  <c:v>2.7853704750673773</c:v>
                </c:pt>
                <c:pt idx="7947">
                  <c:v>2.7853704750673773</c:v>
                </c:pt>
                <c:pt idx="7948">
                  <c:v>2.7853704750673773</c:v>
                </c:pt>
                <c:pt idx="7949">
                  <c:v>2.7853704750673773</c:v>
                </c:pt>
                <c:pt idx="7950">
                  <c:v>2.7853704750673773</c:v>
                </c:pt>
                <c:pt idx="7951">
                  <c:v>2.7853704750673773</c:v>
                </c:pt>
                <c:pt idx="7952">
                  <c:v>2.7853704750673773</c:v>
                </c:pt>
                <c:pt idx="7953">
                  <c:v>2.7853704750673773</c:v>
                </c:pt>
                <c:pt idx="7954">
                  <c:v>2.7853704750673773</c:v>
                </c:pt>
                <c:pt idx="7955">
                  <c:v>2.7853704750673773</c:v>
                </c:pt>
                <c:pt idx="7956">
                  <c:v>2.7853704750673773</c:v>
                </c:pt>
                <c:pt idx="7957">
                  <c:v>2.7853704750673773</c:v>
                </c:pt>
                <c:pt idx="7958">
                  <c:v>2.7853704750673773</c:v>
                </c:pt>
                <c:pt idx="7959">
                  <c:v>2.7853704750673773</c:v>
                </c:pt>
                <c:pt idx="7960">
                  <c:v>2.7853704750673773</c:v>
                </c:pt>
                <c:pt idx="7961">
                  <c:v>2.7853704750673773</c:v>
                </c:pt>
                <c:pt idx="7962">
                  <c:v>2.7853704750673773</c:v>
                </c:pt>
                <c:pt idx="7963">
                  <c:v>2.7853704750673773</c:v>
                </c:pt>
                <c:pt idx="7964">
                  <c:v>2.7853704750673773</c:v>
                </c:pt>
                <c:pt idx="7965">
                  <c:v>2.7853704750673773</c:v>
                </c:pt>
                <c:pt idx="7966">
                  <c:v>2.7853704750673773</c:v>
                </c:pt>
                <c:pt idx="7967">
                  <c:v>2.7853704750673773</c:v>
                </c:pt>
                <c:pt idx="7968">
                  <c:v>2.7853704750673773</c:v>
                </c:pt>
                <c:pt idx="7969">
                  <c:v>2.7853704750673773</c:v>
                </c:pt>
                <c:pt idx="7970">
                  <c:v>2.7853704750673773</c:v>
                </c:pt>
                <c:pt idx="7971">
                  <c:v>2.7853704750673773</c:v>
                </c:pt>
                <c:pt idx="7972">
                  <c:v>2.7853704750673773</c:v>
                </c:pt>
                <c:pt idx="7973">
                  <c:v>2.7853704750673773</c:v>
                </c:pt>
                <c:pt idx="7974">
                  <c:v>2.7853704750673773</c:v>
                </c:pt>
                <c:pt idx="7975">
                  <c:v>2.7853704750673773</c:v>
                </c:pt>
                <c:pt idx="7976">
                  <c:v>2.7853704750673773</c:v>
                </c:pt>
                <c:pt idx="7977">
                  <c:v>2.7853704750673773</c:v>
                </c:pt>
                <c:pt idx="7978">
                  <c:v>2.7853704750673773</c:v>
                </c:pt>
                <c:pt idx="7979">
                  <c:v>2.7853704750673773</c:v>
                </c:pt>
                <c:pt idx="7980">
                  <c:v>2.7853704750673773</c:v>
                </c:pt>
                <c:pt idx="7981">
                  <c:v>2.7853704750673773</c:v>
                </c:pt>
                <c:pt idx="7982">
                  <c:v>2.7853704750673773</c:v>
                </c:pt>
                <c:pt idx="7983">
                  <c:v>2.7853704750673773</c:v>
                </c:pt>
                <c:pt idx="7984">
                  <c:v>2.7853704750673773</c:v>
                </c:pt>
                <c:pt idx="7985">
                  <c:v>2.7853704750673773</c:v>
                </c:pt>
                <c:pt idx="7986">
                  <c:v>2.7853704750673773</c:v>
                </c:pt>
                <c:pt idx="7987">
                  <c:v>2.7853704750673773</c:v>
                </c:pt>
                <c:pt idx="7988">
                  <c:v>2.7853704750673773</c:v>
                </c:pt>
                <c:pt idx="7989">
                  <c:v>2.7853704750673773</c:v>
                </c:pt>
                <c:pt idx="7990">
                  <c:v>2.7853704750673773</c:v>
                </c:pt>
                <c:pt idx="7991">
                  <c:v>2.7853704750673773</c:v>
                </c:pt>
                <c:pt idx="7992">
                  <c:v>2.7853704750673773</c:v>
                </c:pt>
                <c:pt idx="7993">
                  <c:v>2.7853704750673773</c:v>
                </c:pt>
                <c:pt idx="7994">
                  <c:v>2.7853704750673773</c:v>
                </c:pt>
                <c:pt idx="7995">
                  <c:v>2.7853704750673773</c:v>
                </c:pt>
                <c:pt idx="7996">
                  <c:v>2.7853704750673773</c:v>
                </c:pt>
                <c:pt idx="7997">
                  <c:v>2.7853704750673773</c:v>
                </c:pt>
                <c:pt idx="7998">
                  <c:v>2.7853704750673773</c:v>
                </c:pt>
                <c:pt idx="7999">
                  <c:v>2.7853704750673773</c:v>
                </c:pt>
                <c:pt idx="8000">
                  <c:v>2.7853704750673773</c:v>
                </c:pt>
                <c:pt idx="8001">
                  <c:v>2.7853704750673773</c:v>
                </c:pt>
                <c:pt idx="8002">
                  <c:v>2.7853704750673773</c:v>
                </c:pt>
                <c:pt idx="8003">
                  <c:v>2.7853704750673773</c:v>
                </c:pt>
                <c:pt idx="8004">
                  <c:v>2.7853704750673773</c:v>
                </c:pt>
                <c:pt idx="8005">
                  <c:v>2.7853704750673773</c:v>
                </c:pt>
                <c:pt idx="8006">
                  <c:v>2.7853704750673773</c:v>
                </c:pt>
                <c:pt idx="8007">
                  <c:v>2.7853704750673773</c:v>
                </c:pt>
                <c:pt idx="8008">
                  <c:v>2.7853704750673773</c:v>
                </c:pt>
                <c:pt idx="8009">
                  <c:v>2.7853704750673773</c:v>
                </c:pt>
                <c:pt idx="8010">
                  <c:v>2.7853704750673773</c:v>
                </c:pt>
                <c:pt idx="8011">
                  <c:v>2.7853704750673773</c:v>
                </c:pt>
                <c:pt idx="8012">
                  <c:v>2.7853704750673773</c:v>
                </c:pt>
                <c:pt idx="8013">
                  <c:v>2.7853704750673773</c:v>
                </c:pt>
                <c:pt idx="8014">
                  <c:v>2.7853704750673773</c:v>
                </c:pt>
                <c:pt idx="8015">
                  <c:v>2.7853704750673773</c:v>
                </c:pt>
                <c:pt idx="8016">
                  <c:v>2.7853704750673773</c:v>
                </c:pt>
                <c:pt idx="8017">
                  <c:v>2.7853704750673773</c:v>
                </c:pt>
                <c:pt idx="8018">
                  <c:v>2.7853704750673773</c:v>
                </c:pt>
                <c:pt idx="8019">
                  <c:v>2.7853704750673773</c:v>
                </c:pt>
                <c:pt idx="8020">
                  <c:v>2.7853704750673773</c:v>
                </c:pt>
                <c:pt idx="8021">
                  <c:v>2.7853704750673773</c:v>
                </c:pt>
                <c:pt idx="8022">
                  <c:v>2.7853704750673773</c:v>
                </c:pt>
                <c:pt idx="8023">
                  <c:v>2.7853704750673773</c:v>
                </c:pt>
                <c:pt idx="8024">
                  <c:v>2.7853704750673773</c:v>
                </c:pt>
                <c:pt idx="8025">
                  <c:v>2.7853704750673773</c:v>
                </c:pt>
                <c:pt idx="8026">
                  <c:v>2.7853704750673773</c:v>
                </c:pt>
                <c:pt idx="8027">
                  <c:v>2.7853704750673773</c:v>
                </c:pt>
                <c:pt idx="8028">
                  <c:v>2.7853704750673773</c:v>
                </c:pt>
                <c:pt idx="8029">
                  <c:v>2.7853704750673773</c:v>
                </c:pt>
                <c:pt idx="8030">
                  <c:v>2.7853704750673773</c:v>
                </c:pt>
                <c:pt idx="8031">
                  <c:v>2.7853704750673773</c:v>
                </c:pt>
                <c:pt idx="8032">
                  <c:v>2.7853704750673773</c:v>
                </c:pt>
                <c:pt idx="8033">
                  <c:v>2.7853704750673773</c:v>
                </c:pt>
                <c:pt idx="8034">
                  <c:v>2.7853704750673773</c:v>
                </c:pt>
                <c:pt idx="8035">
                  <c:v>2.7853704750673773</c:v>
                </c:pt>
                <c:pt idx="8036">
                  <c:v>2.7853704750673773</c:v>
                </c:pt>
                <c:pt idx="8037">
                  <c:v>2.7853704750673773</c:v>
                </c:pt>
                <c:pt idx="8038">
                  <c:v>2.7853704750673773</c:v>
                </c:pt>
                <c:pt idx="8039">
                  <c:v>2.7853704750673773</c:v>
                </c:pt>
                <c:pt idx="8040">
                  <c:v>2.7853704750673773</c:v>
                </c:pt>
                <c:pt idx="8041">
                  <c:v>2.7853704750673773</c:v>
                </c:pt>
                <c:pt idx="8042">
                  <c:v>2.7853704750673773</c:v>
                </c:pt>
                <c:pt idx="8043">
                  <c:v>2.7853704750673773</c:v>
                </c:pt>
                <c:pt idx="8044">
                  <c:v>2.7853704750673773</c:v>
                </c:pt>
                <c:pt idx="8045">
                  <c:v>2.7853704750673773</c:v>
                </c:pt>
                <c:pt idx="8046">
                  <c:v>2.7853704750673773</c:v>
                </c:pt>
                <c:pt idx="8047">
                  <c:v>2.7853704750673773</c:v>
                </c:pt>
                <c:pt idx="8048">
                  <c:v>2.7853704750673773</c:v>
                </c:pt>
                <c:pt idx="8049">
                  <c:v>2.7853704750673773</c:v>
                </c:pt>
                <c:pt idx="8050">
                  <c:v>2.7853704750673773</c:v>
                </c:pt>
                <c:pt idx="8051">
                  <c:v>2.7853704750673773</c:v>
                </c:pt>
                <c:pt idx="8052">
                  <c:v>2.7853704750673773</c:v>
                </c:pt>
                <c:pt idx="8053">
                  <c:v>2.7853704750673773</c:v>
                </c:pt>
                <c:pt idx="8054">
                  <c:v>2.7853704750673773</c:v>
                </c:pt>
                <c:pt idx="8055">
                  <c:v>2.7853704750673773</c:v>
                </c:pt>
                <c:pt idx="8056">
                  <c:v>2.7853704750673773</c:v>
                </c:pt>
                <c:pt idx="8057">
                  <c:v>2.7853704750673773</c:v>
                </c:pt>
                <c:pt idx="8058">
                  <c:v>2.7853704750673773</c:v>
                </c:pt>
                <c:pt idx="8059">
                  <c:v>2.7853704750673773</c:v>
                </c:pt>
                <c:pt idx="8060">
                  <c:v>2.7853704750673773</c:v>
                </c:pt>
                <c:pt idx="8061">
                  <c:v>2.7853704750673773</c:v>
                </c:pt>
                <c:pt idx="8062">
                  <c:v>2.7853704750673773</c:v>
                </c:pt>
                <c:pt idx="8063">
                  <c:v>2.7853704750673773</c:v>
                </c:pt>
                <c:pt idx="8064">
                  <c:v>2.7853704750673773</c:v>
                </c:pt>
                <c:pt idx="8065">
                  <c:v>2.7853704750673773</c:v>
                </c:pt>
                <c:pt idx="8066">
                  <c:v>2.7853704750673773</c:v>
                </c:pt>
                <c:pt idx="8067">
                  <c:v>2.7853704750673773</c:v>
                </c:pt>
                <c:pt idx="8068">
                  <c:v>2.7853704750673773</c:v>
                </c:pt>
                <c:pt idx="8069">
                  <c:v>2.7853704750673773</c:v>
                </c:pt>
                <c:pt idx="8070">
                  <c:v>2.7853704750673773</c:v>
                </c:pt>
                <c:pt idx="8071">
                  <c:v>2.7853704750673773</c:v>
                </c:pt>
                <c:pt idx="8072">
                  <c:v>2.7853704750673773</c:v>
                </c:pt>
                <c:pt idx="8073">
                  <c:v>2.7853704750673773</c:v>
                </c:pt>
                <c:pt idx="8074">
                  <c:v>2.7853704750673773</c:v>
                </c:pt>
                <c:pt idx="8075">
                  <c:v>2.7853704750673773</c:v>
                </c:pt>
                <c:pt idx="8076">
                  <c:v>2.7853704750673773</c:v>
                </c:pt>
                <c:pt idx="8077">
                  <c:v>2.7853704750673773</c:v>
                </c:pt>
                <c:pt idx="8078">
                  <c:v>2.7853704750673773</c:v>
                </c:pt>
                <c:pt idx="8079">
                  <c:v>2.7853704750673773</c:v>
                </c:pt>
                <c:pt idx="8080">
                  <c:v>2.7853704750673773</c:v>
                </c:pt>
                <c:pt idx="8081">
                  <c:v>2.7853704750673773</c:v>
                </c:pt>
                <c:pt idx="8082">
                  <c:v>2.7853704750673773</c:v>
                </c:pt>
                <c:pt idx="8083">
                  <c:v>2.7853704750673773</c:v>
                </c:pt>
                <c:pt idx="8084">
                  <c:v>2.7853704750673773</c:v>
                </c:pt>
                <c:pt idx="8085">
                  <c:v>2.7853704750673773</c:v>
                </c:pt>
                <c:pt idx="8086">
                  <c:v>2.7853704750673773</c:v>
                </c:pt>
                <c:pt idx="8087">
                  <c:v>2.7853704750673773</c:v>
                </c:pt>
                <c:pt idx="8088">
                  <c:v>2.7853704750673773</c:v>
                </c:pt>
                <c:pt idx="8089">
                  <c:v>2.7853704750673773</c:v>
                </c:pt>
                <c:pt idx="8090">
                  <c:v>2.7853704750673773</c:v>
                </c:pt>
                <c:pt idx="8091">
                  <c:v>2.7853704750673773</c:v>
                </c:pt>
                <c:pt idx="8092">
                  <c:v>2.7853704750673773</c:v>
                </c:pt>
                <c:pt idx="8093">
                  <c:v>2.7853704750673773</c:v>
                </c:pt>
                <c:pt idx="8094">
                  <c:v>2.7853704750673773</c:v>
                </c:pt>
                <c:pt idx="8095">
                  <c:v>2.7853704750673773</c:v>
                </c:pt>
                <c:pt idx="8096">
                  <c:v>2.7853704750673773</c:v>
                </c:pt>
                <c:pt idx="8097">
                  <c:v>2.7853704750673773</c:v>
                </c:pt>
                <c:pt idx="8098">
                  <c:v>2.7853704750673773</c:v>
                </c:pt>
                <c:pt idx="8099">
                  <c:v>2.7853704750673773</c:v>
                </c:pt>
                <c:pt idx="8100">
                  <c:v>2.7853704750673773</c:v>
                </c:pt>
                <c:pt idx="8101">
                  <c:v>2.7853704750673773</c:v>
                </c:pt>
                <c:pt idx="8102">
                  <c:v>2.7853704750673773</c:v>
                </c:pt>
                <c:pt idx="8103">
                  <c:v>2.7853704750673773</c:v>
                </c:pt>
                <c:pt idx="8104">
                  <c:v>2.7853704750673773</c:v>
                </c:pt>
                <c:pt idx="8105">
                  <c:v>2.7853704750673773</c:v>
                </c:pt>
                <c:pt idx="8106">
                  <c:v>2.7853704750673773</c:v>
                </c:pt>
                <c:pt idx="8107">
                  <c:v>2.7853704750673773</c:v>
                </c:pt>
                <c:pt idx="8108">
                  <c:v>2.7853704750673773</c:v>
                </c:pt>
                <c:pt idx="8109">
                  <c:v>2.7853704750673773</c:v>
                </c:pt>
                <c:pt idx="8110">
                  <c:v>2.7853704750673773</c:v>
                </c:pt>
                <c:pt idx="8111">
                  <c:v>2.7853704750673773</c:v>
                </c:pt>
                <c:pt idx="8112">
                  <c:v>2.7853704750673773</c:v>
                </c:pt>
                <c:pt idx="8113">
                  <c:v>2.7853704750673773</c:v>
                </c:pt>
                <c:pt idx="8114">
                  <c:v>2.7853704750673773</c:v>
                </c:pt>
                <c:pt idx="8115">
                  <c:v>2.7853704750673773</c:v>
                </c:pt>
                <c:pt idx="8116">
                  <c:v>2.7853704750673773</c:v>
                </c:pt>
                <c:pt idx="8117">
                  <c:v>2.7853704750673773</c:v>
                </c:pt>
                <c:pt idx="8118">
                  <c:v>2.7853704750673773</c:v>
                </c:pt>
                <c:pt idx="8119">
                  <c:v>2.7853704750673773</c:v>
                </c:pt>
                <c:pt idx="8120">
                  <c:v>2.7853704750673773</c:v>
                </c:pt>
                <c:pt idx="8121">
                  <c:v>2.7853704750673773</c:v>
                </c:pt>
                <c:pt idx="8122">
                  <c:v>2.7853704750673773</c:v>
                </c:pt>
                <c:pt idx="8123">
                  <c:v>2.7853704750673773</c:v>
                </c:pt>
                <c:pt idx="8124">
                  <c:v>2.7853704750673773</c:v>
                </c:pt>
                <c:pt idx="8125">
                  <c:v>2.7853704750673773</c:v>
                </c:pt>
                <c:pt idx="8126">
                  <c:v>2.7853704750673773</c:v>
                </c:pt>
                <c:pt idx="8127">
                  <c:v>2.7853704750673773</c:v>
                </c:pt>
                <c:pt idx="8128">
                  <c:v>2.7853704750673773</c:v>
                </c:pt>
                <c:pt idx="8129">
                  <c:v>2.7853704750673773</c:v>
                </c:pt>
                <c:pt idx="8130">
                  <c:v>2.7853704750673773</c:v>
                </c:pt>
                <c:pt idx="8131">
                  <c:v>2.7853704750673773</c:v>
                </c:pt>
                <c:pt idx="8132">
                  <c:v>2.7853704750673773</c:v>
                </c:pt>
                <c:pt idx="8133">
                  <c:v>2.7853704750673773</c:v>
                </c:pt>
                <c:pt idx="8134">
                  <c:v>2.7853704750673773</c:v>
                </c:pt>
                <c:pt idx="8135">
                  <c:v>2.7853704750673773</c:v>
                </c:pt>
                <c:pt idx="8136">
                  <c:v>2.7853704750673773</c:v>
                </c:pt>
                <c:pt idx="8137">
                  <c:v>2.7853704750673773</c:v>
                </c:pt>
                <c:pt idx="8138">
                  <c:v>2.7853704750673773</c:v>
                </c:pt>
                <c:pt idx="8139">
                  <c:v>2.7853704750673773</c:v>
                </c:pt>
                <c:pt idx="8140">
                  <c:v>2.7853704750673773</c:v>
                </c:pt>
                <c:pt idx="8141">
                  <c:v>2.7853704750673773</c:v>
                </c:pt>
                <c:pt idx="8142">
                  <c:v>2.7853704750673773</c:v>
                </c:pt>
                <c:pt idx="8143">
                  <c:v>2.7853704750673773</c:v>
                </c:pt>
                <c:pt idx="8144">
                  <c:v>2.7853704750673773</c:v>
                </c:pt>
                <c:pt idx="8145">
                  <c:v>2.7853704750673773</c:v>
                </c:pt>
                <c:pt idx="8146">
                  <c:v>2.7853704750673773</c:v>
                </c:pt>
                <c:pt idx="8147">
                  <c:v>2.7853704750673773</c:v>
                </c:pt>
                <c:pt idx="8148">
                  <c:v>2.7853704750673773</c:v>
                </c:pt>
                <c:pt idx="8149">
                  <c:v>2.7853704750673773</c:v>
                </c:pt>
                <c:pt idx="8150">
                  <c:v>2.7853704750673773</c:v>
                </c:pt>
                <c:pt idx="8151">
                  <c:v>2.7853704750673773</c:v>
                </c:pt>
                <c:pt idx="8152">
                  <c:v>2.7853704750673773</c:v>
                </c:pt>
                <c:pt idx="8153">
                  <c:v>2.7853704750673773</c:v>
                </c:pt>
                <c:pt idx="8154">
                  <c:v>2.7853704750673773</c:v>
                </c:pt>
                <c:pt idx="8155">
                  <c:v>2.7853704750673773</c:v>
                </c:pt>
                <c:pt idx="8156">
                  <c:v>2.7853704750673773</c:v>
                </c:pt>
                <c:pt idx="8157">
                  <c:v>2.7853704750673773</c:v>
                </c:pt>
                <c:pt idx="8158">
                  <c:v>2.7853704750673773</c:v>
                </c:pt>
                <c:pt idx="8159">
                  <c:v>2.7853704750673773</c:v>
                </c:pt>
                <c:pt idx="8160">
                  <c:v>2.7853704750673773</c:v>
                </c:pt>
                <c:pt idx="8161">
                  <c:v>2.7853704750673773</c:v>
                </c:pt>
                <c:pt idx="8162">
                  <c:v>2.7853704750673773</c:v>
                </c:pt>
                <c:pt idx="8163">
                  <c:v>2.7853704750673773</c:v>
                </c:pt>
                <c:pt idx="8164">
                  <c:v>2.7853704750673773</c:v>
                </c:pt>
                <c:pt idx="8165">
                  <c:v>2.7853704750673773</c:v>
                </c:pt>
                <c:pt idx="8166">
                  <c:v>2.7853704750673773</c:v>
                </c:pt>
                <c:pt idx="8167">
                  <c:v>2.7853704750673773</c:v>
                </c:pt>
                <c:pt idx="8168">
                  <c:v>2.7853704750673773</c:v>
                </c:pt>
                <c:pt idx="8169">
                  <c:v>2.7853704750673773</c:v>
                </c:pt>
                <c:pt idx="8170">
                  <c:v>2.7853704750673773</c:v>
                </c:pt>
                <c:pt idx="8171">
                  <c:v>2.7853704750673773</c:v>
                </c:pt>
                <c:pt idx="8172">
                  <c:v>2.7853704750673773</c:v>
                </c:pt>
                <c:pt idx="8173">
                  <c:v>2.7853704750673773</c:v>
                </c:pt>
                <c:pt idx="8174">
                  <c:v>2.7853704750673773</c:v>
                </c:pt>
                <c:pt idx="8175">
                  <c:v>2.7853704750673773</c:v>
                </c:pt>
                <c:pt idx="8176">
                  <c:v>2.7853704750673773</c:v>
                </c:pt>
                <c:pt idx="8177">
                  <c:v>2.7853704750673773</c:v>
                </c:pt>
                <c:pt idx="8178">
                  <c:v>2.7853704750673773</c:v>
                </c:pt>
                <c:pt idx="8179">
                  <c:v>2.7853704750673773</c:v>
                </c:pt>
                <c:pt idx="8180">
                  <c:v>2.7853704750673773</c:v>
                </c:pt>
                <c:pt idx="8181">
                  <c:v>2.7853704750673773</c:v>
                </c:pt>
                <c:pt idx="8182">
                  <c:v>2.7853704750673773</c:v>
                </c:pt>
                <c:pt idx="8183">
                  <c:v>2.7853704750673773</c:v>
                </c:pt>
                <c:pt idx="8184">
                  <c:v>2.7853704750673773</c:v>
                </c:pt>
                <c:pt idx="8185">
                  <c:v>2.7853704750673773</c:v>
                </c:pt>
                <c:pt idx="8186">
                  <c:v>2.7853704750673773</c:v>
                </c:pt>
                <c:pt idx="8187">
                  <c:v>2.7853704750673773</c:v>
                </c:pt>
                <c:pt idx="8188">
                  <c:v>2.7853704750673773</c:v>
                </c:pt>
                <c:pt idx="8189">
                  <c:v>2.7853704750673773</c:v>
                </c:pt>
                <c:pt idx="8190">
                  <c:v>2.7853704750673773</c:v>
                </c:pt>
                <c:pt idx="8191">
                  <c:v>2.7853704750673773</c:v>
                </c:pt>
                <c:pt idx="8192">
                  <c:v>2.7853704750673773</c:v>
                </c:pt>
                <c:pt idx="8193">
                  <c:v>2.7853704750673773</c:v>
                </c:pt>
                <c:pt idx="8194">
                  <c:v>2.7853704750673773</c:v>
                </c:pt>
                <c:pt idx="8195">
                  <c:v>2.7853704750673773</c:v>
                </c:pt>
                <c:pt idx="8196">
                  <c:v>2.7853704750673773</c:v>
                </c:pt>
                <c:pt idx="8197">
                  <c:v>2.7853704750673773</c:v>
                </c:pt>
                <c:pt idx="8198">
                  <c:v>2.7853704750673773</c:v>
                </c:pt>
                <c:pt idx="8199">
                  <c:v>2.7853704750673773</c:v>
                </c:pt>
                <c:pt idx="8200">
                  <c:v>2.7853704750673773</c:v>
                </c:pt>
                <c:pt idx="8201">
                  <c:v>2.7853704750673773</c:v>
                </c:pt>
                <c:pt idx="8202">
                  <c:v>2.7853704750673773</c:v>
                </c:pt>
                <c:pt idx="8203">
                  <c:v>2.7853704750673773</c:v>
                </c:pt>
                <c:pt idx="8204">
                  <c:v>2.7853704750673773</c:v>
                </c:pt>
                <c:pt idx="8205">
                  <c:v>2.7853704750673773</c:v>
                </c:pt>
                <c:pt idx="8206">
                  <c:v>2.7853704750673773</c:v>
                </c:pt>
                <c:pt idx="8207">
                  <c:v>2.7853704750673773</c:v>
                </c:pt>
                <c:pt idx="8208">
                  <c:v>2.7853704750673773</c:v>
                </c:pt>
                <c:pt idx="8209">
                  <c:v>2.7853704750673773</c:v>
                </c:pt>
                <c:pt idx="8210">
                  <c:v>2.7853704750673773</c:v>
                </c:pt>
                <c:pt idx="8211">
                  <c:v>2.7853704750673773</c:v>
                </c:pt>
                <c:pt idx="8212">
                  <c:v>2.7853704750673773</c:v>
                </c:pt>
                <c:pt idx="8213">
                  <c:v>2.7853704750673773</c:v>
                </c:pt>
                <c:pt idx="8214">
                  <c:v>2.7853704750673773</c:v>
                </c:pt>
                <c:pt idx="8215">
                  <c:v>2.7853704750673773</c:v>
                </c:pt>
                <c:pt idx="8216">
                  <c:v>2.7853704750673773</c:v>
                </c:pt>
                <c:pt idx="8217">
                  <c:v>2.7853704750673773</c:v>
                </c:pt>
                <c:pt idx="8218">
                  <c:v>2.7853704750673773</c:v>
                </c:pt>
                <c:pt idx="8219">
                  <c:v>2.7853704750673773</c:v>
                </c:pt>
                <c:pt idx="8220">
                  <c:v>2.7853704750673773</c:v>
                </c:pt>
                <c:pt idx="8221">
                  <c:v>2.7853704750673773</c:v>
                </c:pt>
                <c:pt idx="8222">
                  <c:v>2.7853704750673773</c:v>
                </c:pt>
                <c:pt idx="8223">
                  <c:v>2.7853704750673773</c:v>
                </c:pt>
                <c:pt idx="8224">
                  <c:v>2.7853704750673773</c:v>
                </c:pt>
                <c:pt idx="8225">
                  <c:v>2.7853704750673773</c:v>
                </c:pt>
                <c:pt idx="8226">
                  <c:v>2.7853704750673773</c:v>
                </c:pt>
                <c:pt idx="8227">
                  <c:v>2.7853704750673773</c:v>
                </c:pt>
                <c:pt idx="8228">
                  <c:v>2.7853704750673773</c:v>
                </c:pt>
                <c:pt idx="8229">
                  <c:v>2.7853704750673773</c:v>
                </c:pt>
                <c:pt idx="8230">
                  <c:v>2.7853704750673773</c:v>
                </c:pt>
                <c:pt idx="8231">
                  <c:v>2.7853704750673773</c:v>
                </c:pt>
                <c:pt idx="8232">
                  <c:v>2.7853704750673773</c:v>
                </c:pt>
                <c:pt idx="8233">
                  <c:v>2.7853704750673773</c:v>
                </c:pt>
                <c:pt idx="8234">
                  <c:v>2.7853704750673773</c:v>
                </c:pt>
                <c:pt idx="8235">
                  <c:v>2.7853704750673773</c:v>
                </c:pt>
                <c:pt idx="8236">
                  <c:v>2.7853704750673773</c:v>
                </c:pt>
                <c:pt idx="8237">
                  <c:v>2.7853704750673773</c:v>
                </c:pt>
                <c:pt idx="8238">
                  <c:v>2.7853704750673773</c:v>
                </c:pt>
                <c:pt idx="8239">
                  <c:v>2.7853704750673773</c:v>
                </c:pt>
                <c:pt idx="8240">
                  <c:v>2.7853704750673773</c:v>
                </c:pt>
                <c:pt idx="8241">
                  <c:v>2.7853704750673773</c:v>
                </c:pt>
                <c:pt idx="8242">
                  <c:v>2.7853704750673773</c:v>
                </c:pt>
                <c:pt idx="8243">
                  <c:v>2.7853704750673773</c:v>
                </c:pt>
                <c:pt idx="8244">
                  <c:v>2.7853704750673773</c:v>
                </c:pt>
                <c:pt idx="8245">
                  <c:v>2.7853704750673773</c:v>
                </c:pt>
                <c:pt idx="8246">
                  <c:v>2.7853704750673773</c:v>
                </c:pt>
                <c:pt idx="8247">
                  <c:v>2.7853704750673773</c:v>
                </c:pt>
                <c:pt idx="8248">
                  <c:v>2.7853704750673773</c:v>
                </c:pt>
                <c:pt idx="8249">
                  <c:v>2.7853704750673773</c:v>
                </c:pt>
                <c:pt idx="8250">
                  <c:v>2.7853704750673773</c:v>
                </c:pt>
                <c:pt idx="8251">
                  <c:v>2.7853704750673773</c:v>
                </c:pt>
                <c:pt idx="8252">
                  <c:v>2.7853704750673773</c:v>
                </c:pt>
                <c:pt idx="8253">
                  <c:v>2.7853704750673773</c:v>
                </c:pt>
                <c:pt idx="8254">
                  <c:v>2.7853704750673773</c:v>
                </c:pt>
                <c:pt idx="8255">
                  <c:v>2.7853704750673773</c:v>
                </c:pt>
                <c:pt idx="8256">
                  <c:v>2.7853704750673773</c:v>
                </c:pt>
                <c:pt idx="8257">
                  <c:v>2.7853704750673773</c:v>
                </c:pt>
                <c:pt idx="8258">
                  <c:v>2.7853704750673773</c:v>
                </c:pt>
                <c:pt idx="8259">
                  <c:v>2.7853704750673773</c:v>
                </c:pt>
                <c:pt idx="8260">
                  <c:v>2.7853704750673773</c:v>
                </c:pt>
                <c:pt idx="8261">
                  <c:v>2.7853704750673773</c:v>
                </c:pt>
                <c:pt idx="8262">
                  <c:v>2.7853704750673773</c:v>
                </c:pt>
                <c:pt idx="8263">
                  <c:v>2.7853704750673773</c:v>
                </c:pt>
                <c:pt idx="8264">
                  <c:v>2.7853704750673773</c:v>
                </c:pt>
                <c:pt idx="8265">
                  <c:v>2.7853704750673773</c:v>
                </c:pt>
                <c:pt idx="8266">
                  <c:v>2.7853704750673773</c:v>
                </c:pt>
                <c:pt idx="8267">
                  <c:v>2.7853704750673773</c:v>
                </c:pt>
                <c:pt idx="8268">
                  <c:v>2.7853704750673773</c:v>
                </c:pt>
                <c:pt idx="8269">
                  <c:v>2.7853704750673773</c:v>
                </c:pt>
                <c:pt idx="8270">
                  <c:v>2.7853704750673773</c:v>
                </c:pt>
                <c:pt idx="8271">
                  <c:v>2.7853704750673773</c:v>
                </c:pt>
                <c:pt idx="8272">
                  <c:v>2.7853704750673773</c:v>
                </c:pt>
                <c:pt idx="8273">
                  <c:v>2.7853704750673773</c:v>
                </c:pt>
                <c:pt idx="8274">
                  <c:v>2.7853704750673773</c:v>
                </c:pt>
                <c:pt idx="8275">
                  <c:v>2.7853704750673773</c:v>
                </c:pt>
                <c:pt idx="8276">
                  <c:v>2.7853704750673773</c:v>
                </c:pt>
                <c:pt idx="8277">
                  <c:v>2.7853704750673773</c:v>
                </c:pt>
                <c:pt idx="8278">
                  <c:v>2.7853704750673773</c:v>
                </c:pt>
                <c:pt idx="8279">
                  <c:v>2.7853704750673773</c:v>
                </c:pt>
                <c:pt idx="8280">
                  <c:v>2.7853704750673773</c:v>
                </c:pt>
                <c:pt idx="8281">
                  <c:v>2.7853704750673773</c:v>
                </c:pt>
                <c:pt idx="8282">
                  <c:v>2.7853704750673773</c:v>
                </c:pt>
                <c:pt idx="8283">
                  <c:v>2.7853704750673773</c:v>
                </c:pt>
                <c:pt idx="8284">
                  <c:v>2.7853704750673773</c:v>
                </c:pt>
                <c:pt idx="8285">
                  <c:v>2.7853704750673773</c:v>
                </c:pt>
                <c:pt idx="8286">
                  <c:v>2.7853704750673773</c:v>
                </c:pt>
                <c:pt idx="8287">
                  <c:v>2.7853704750673773</c:v>
                </c:pt>
                <c:pt idx="8288">
                  <c:v>2.7853704750673773</c:v>
                </c:pt>
                <c:pt idx="8289">
                  <c:v>2.7853704750673773</c:v>
                </c:pt>
                <c:pt idx="8290">
                  <c:v>2.7853704750673773</c:v>
                </c:pt>
                <c:pt idx="8291">
                  <c:v>2.7853704750673773</c:v>
                </c:pt>
                <c:pt idx="8292">
                  <c:v>2.7853704750673773</c:v>
                </c:pt>
                <c:pt idx="8293">
                  <c:v>2.7853704750673773</c:v>
                </c:pt>
                <c:pt idx="8294">
                  <c:v>2.7853704750673773</c:v>
                </c:pt>
                <c:pt idx="8295">
                  <c:v>2.7853704750673773</c:v>
                </c:pt>
                <c:pt idx="8296">
                  <c:v>2.7853704750673773</c:v>
                </c:pt>
                <c:pt idx="8297">
                  <c:v>2.7853704750673773</c:v>
                </c:pt>
                <c:pt idx="8298">
                  <c:v>2.7853704750673773</c:v>
                </c:pt>
                <c:pt idx="8299">
                  <c:v>2.7853704750673773</c:v>
                </c:pt>
                <c:pt idx="8300">
                  <c:v>2.7853704750673773</c:v>
                </c:pt>
                <c:pt idx="8301">
                  <c:v>2.7853704750673773</c:v>
                </c:pt>
                <c:pt idx="8302">
                  <c:v>2.7853704750673773</c:v>
                </c:pt>
                <c:pt idx="8303">
                  <c:v>2.7853704750673773</c:v>
                </c:pt>
                <c:pt idx="8304">
                  <c:v>2.7853704750673773</c:v>
                </c:pt>
                <c:pt idx="8305">
                  <c:v>2.7853704750673773</c:v>
                </c:pt>
                <c:pt idx="8306">
                  <c:v>2.7853704750673773</c:v>
                </c:pt>
                <c:pt idx="8307">
                  <c:v>2.7853704750673773</c:v>
                </c:pt>
                <c:pt idx="8308">
                  <c:v>2.7853704750673773</c:v>
                </c:pt>
                <c:pt idx="8309">
                  <c:v>2.7853704750673773</c:v>
                </c:pt>
                <c:pt idx="8310">
                  <c:v>2.7853704750673773</c:v>
                </c:pt>
                <c:pt idx="8311">
                  <c:v>2.7853704750673773</c:v>
                </c:pt>
                <c:pt idx="8312">
                  <c:v>2.7853704750673773</c:v>
                </c:pt>
                <c:pt idx="8313">
                  <c:v>2.7853704750673773</c:v>
                </c:pt>
                <c:pt idx="8314">
                  <c:v>2.7853704750673773</c:v>
                </c:pt>
                <c:pt idx="8315">
                  <c:v>2.7853704750673773</c:v>
                </c:pt>
                <c:pt idx="8316">
                  <c:v>2.7853704750673773</c:v>
                </c:pt>
                <c:pt idx="8317">
                  <c:v>2.7853704750673773</c:v>
                </c:pt>
                <c:pt idx="8318">
                  <c:v>2.7853704750673773</c:v>
                </c:pt>
                <c:pt idx="8319">
                  <c:v>2.7853704750673773</c:v>
                </c:pt>
                <c:pt idx="8320">
                  <c:v>2.7853704750673773</c:v>
                </c:pt>
                <c:pt idx="8321">
                  <c:v>2.7853704750673773</c:v>
                </c:pt>
                <c:pt idx="8322">
                  <c:v>2.7853704750673773</c:v>
                </c:pt>
                <c:pt idx="8323">
                  <c:v>2.7853704750673773</c:v>
                </c:pt>
                <c:pt idx="8324">
                  <c:v>2.7853704750673773</c:v>
                </c:pt>
                <c:pt idx="8325">
                  <c:v>2.7853704750673773</c:v>
                </c:pt>
                <c:pt idx="8326">
                  <c:v>2.7853704750673773</c:v>
                </c:pt>
                <c:pt idx="8327">
                  <c:v>2.7853704750673773</c:v>
                </c:pt>
                <c:pt idx="8328">
                  <c:v>2.7853704750673773</c:v>
                </c:pt>
                <c:pt idx="8329">
                  <c:v>2.7853704750673773</c:v>
                </c:pt>
                <c:pt idx="8330">
                  <c:v>2.7853704750673773</c:v>
                </c:pt>
                <c:pt idx="8331">
                  <c:v>2.7853704750673773</c:v>
                </c:pt>
                <c:pt idx="8332">
                  <c:v>2.7853704750673773</c:v>
                </c:pt>
                <c:pt idx="8333">
                  <c:v>2.7853704750673773</c:v>
                </c:pt>
                <c:pt idx="8334">
                  <c:v>2.7853704750673773</c:v>
                </c:pt>
                <c:pt idx="8335">
                  <c:v>2.7853704750673773</c:v>
                </c:pt>
                <c:pt idx="8336">
                  <c:v>2.7853704750673773</c:v>
                </c:pt>
                <c:pt idx="8337">
                  <c:v>2.7853704750673773</c:v>
                </c:pt>
                <c:pt idx="8338">
                  <c:v>2.7853704750673773</c:v>
                </c:pt>
                <c:pt idx="8339">
                  <c:v>2.7853704750673773</c:v>
                </c:pt>
                <c:pt idx="8340">
                  <c:v>2.7853704750673773</c:v>
                </c:pt>
                <c:pt idx="8341">
                  <c:v>2.7853704750673773</c:v>
                </c:pt>
                <c:pt idx="8342">
                  <c:v>2.7853704750673773</c:v>
                </c:pt>
                <c:pt idx="8343">
                  <c:v>2.7853704750673773</c:v>
                </c:pt>
                <c:pt idx="8344">
                  <c:v>2.7853704750673773</c:v>
                </c:pt>
                <c:pt idx="8345">
                  <c:v>2.7853704750673773</c:v>
                </c:pt>
                <c:pt idx="8346">
                  <c:v>2.7853704750673773</c:v>
                </c:pt>
                <c:pt idx="8347">
                  <c:v>2.7853704750673773</c:v>
                </c:pt>
                <c:pt idx="8348">
                  <c:v>2.7853704750673773</c:v>
                </c:pt>
                <c:pt idx="8349">
                  <c:v>2.7853704750673773</c:v>
                </c:pt>
                <c:pt idx="8350">
                  <c:v>2.7853704750673773</c:v>
                </c:pt>
                <c:pt idx="8351">
                  <c:v>2.7853704750673773</c:v>
                </c:pt>
                <c:pt idx="8352">
                  <c:v>2.7853704750673773</c:v>
                </c:pt>
                <c:pt idx="8353">
                  <c:v>2.7853704750673773</c:v>
                </c:pt>
                <c:pt idx="8354">
                  <c:v>2.7853704750673773</c:v>
                </c:pt>
                <c:pt idx="8355">
                  <c:v>2.7853704750673773</c:v>
                </c:pt>
                <c:pt idx="8356">
                  <c:v>2.7853704750673773</c:v>
                </c:pt>
                <c:pt idx="8357">
                  <c:v>2.7853704750673773</c:v>
                </c:pt>
                <c:pt idx="8358">
                  <c:v>2.7853704750673773</c:v>
                </c:pt>
                <c:pt idx="8359">
                  <c:v>2.7853704750673773</c:v>
                </c:pt>
                <c:pt idx="8360">
                  <c:v>2.7853704750673773</c:v>
                </c:pt>
                <c:pt idx="8361">
                  <c:v>2.7853704750673773</c:v>
                </c:pt>
                <c:pt idx="8362">
                  <c:v>2.7853704750673773</c:v>
                </c:pt>
                <c:pt idx="8363">
                  <c:v>2.7853704750673773</c:v>
                </c:pt>
                <c:pt idx="8364">
                  <c:v>2.7853704750673773</c:v>
                </c:pt>
                <c:pt idx="8365">
                  <c:v>2.7853704750673773</c:v>
                </c:pt>
                <c:pt idx="8366">
                  <c:v>2.7853704750673773</c:v>
                </c:pt>
                <c:pt idx="8367">
                  <c:v>2.7853704750673773</c:v>
                </c:pt>
                <c:pt idx="8368">
                  <c:v>2.7853704750673773</c:v>
                </c:pt>
                <c:pt idx="8369">
                  <c:v>2.7853704750673773</c:v>
                </c:pt>
                <c:pt idx="8370">
                  <c:v>2.7853704750673773</c:v>
                </c:pt>
                <c:pt idx="8371">
                  <c:v>2.7853704750673773</c:v>
                </c:pt>
                <c:pt idx="8372">
                  <c:v>2.7853704750673773</c:v>
                </c:pt>
                <c:pt idx="8373">
                  <c:v>2.7853704750673773</c:v>
                </c:pt>
                <c:pt idx="8374">
                  <c:v>2.7853704750673773</c:v>
                </c:pt>
                <c:pt idx="8375">
                  <c:v>2.7853704750673773</c:v>
                </c:pt>
                <c:pt idx="8376">
                  <c:v>2.7853704750673773</c:v>
                </c:pt>
                <c:pt idx="8377">
                  <c:v>2.7853704750673773</c:v>
                </c:pt>
                <c:pt idx="8378">
                  <c:v>2.7853704750673773</c:v>
                </c:pt>
                <c:pt idx="8379">
                  <c:v>2.7853704750673773</c:v>
                </c:pt>
                <c:pt idx="8380">
                  <c:v>2.7853704750673773</c:v>
                </c:pt>
                <c:pt idx="8381">
                  <c:v>2.7853704750673773</c:v>
                </c:pt>
                <c:pt idx="8382">
                  <c:v>2.7853704750673773</c:v>
                </c:pt>
                <c:pt idx="8383">
                  <c:v>2.7853704750673773</c:v>
                </c:pt>
                <c:pt idx="8384">
                  <c:v>2.7853704750673773</c:v>
                </c:pt>
                <c:pt idx="8385">
                  <c:v>2.7853704750673773</c:v>
                </c:pt>
                <c:pt idx="8386">
                  <c:v>2.7853704750673773</c:v>
                </c:pt>
                <c:pt idx="8387">
                  <c:v>2.7853704750673773</c:v>
                </c:pt>
                <c:pt idx="8388">
                  <c:v>2.7853704750673773</c:v>
                </c:pt>
                <c:pt idx="8389">
                  <c:v>2.7853704750673773</c:v>
                </c:pt>
                <c:pt idx="8390">
                  <c:v>2.7853704750673773</c:v>
                </c:pt>
                <c:pt idx="8391">
                  <c:v>2.7853704750673773</c:v>
                </c:pt>
                <c:pt idx="8392">
                  <c:v>2.7853704750673773</c:v>
                </c:pt>
                <c:pt idx="8393">
                  <c:v>2.7853704750673773</c:v>
                </c:pt>
                <c:pt idx="8394">
                  <c:v>2.7853704750673773</c:v>
                </c:pt>
                <c:pt idx="8395">
                  <c:v>2.7853704750673773</c:v>
                </c:pt>
                <c:pt idx="8396">
                  <c:v>2.7853704750673773</c:v>
                </c:pt>
                <c:pt idx="8397">
                  <c:v>2.7853704750673773</c:v>
                </c:pt>
                <c:pt idx="8398">
                  <c:v>2.7853704750673773</c:v>
                </c:pt>
                <c:pt idx="8399">
                  <c:v>2.7853704750673773</c:v>
                </c:pt>
                <c:pt idx="8400">
                  <c:v>2.7853704750673773</c:v>
                </c:pt>
                <c:pt idx="8401">
                  <c:v>2.7853704750673773</c:v>
                </c:pt>
                <c:pt idx="8402">
                  <c:v>2.7853704750673773</c:v>
                </c:pt>
                <c:pt idx="8403">
                  <c:v>2.7853704750673773</c:v>
                </c:pt>
                <c:pt idx="8404">
                  <c:v>2.7853704750673773</c:v>
                </c:pt>
                <c:pt idx="8405">
                  <c:v>2.7853704750673773</c:v>
                </c:pt>
                <c:pt idx="8406">
                  <c:v>2.7853704750673773</c:v>
                </c:pt>
                <c:pt idx="8407">
                  <c:v>2.7853704750673773</c:v>
                </c:pt>
                <c:pt idx="8408">
                  <c:v>2.7853704750673773</c:v>
                </c:pt>
                <c:pt idx="8409">
                  <c:v>2.7853704750673773</c:v>
                </c:pt>
                <c:pt idx="8410">
                  <c:v>2.7853704750673773</c:v>
                </c:pt>
                <c:pt idx="8411">
                  <c:v>2.7853704750673773</c:v>
                </c:pt>
                <c:pt idx="8412">
                  <c:v>2.7853704750673773</c:v>
                </c:pt>
                <c:pt idx="8413">
                  <c:v>2.7853704750673773</c:v>
                </c:pt>
                <c:pt idx="8414">
                  <c:v>2.7853704750673773</c:v>
                </c:pt>
                <c:pt idx="8415">
                  <c:v>2.7853704750673773</c:v>
                </c:pt>
                <c:pt idx="8416">
                  <c:v>2.7853704750673773</c:v>
                </c:pt>
                <c:pt idx="8417">
                  <c:v>2.7853704750673773</c:v>
                </c:pt>
                <c:pt idx="8418">
                  <c:v>2.7853704750673773</c:v>
                </c:pt>
                <c:pt idx="8419">
                  <c:v>2.7853704750673773</c:v>
                </c:pt>
                <c:pt idx="8420">
                  <c:v>2.7853704750673773</c:v>
                </c:pt>
                <c:pt idx="8421">
                  <c:v>2.7853704750673773</c:v>
                </c:pt>
                <c:pt idx="8422">
                  <c:v>2.7853704750673773</c:v>
                </c:pt>
                <c:pt idx="8423">
                  <c:v>2.7853704750673773</c:v>
                </c:pt>
                <c:pt idx="8424">
                  <c:v>2.7853704750673773</c:v>
                </c:pt>
                <c:pt idx="8425">
                  <c:v>2.7853704750673773</c:v>
                </c:pt>
                <c:pt idx="8426">
                  <c:v>2.7853704750673773</c:v>
                </c:pt>
                <c:pt idx="8427">
                  <c:v>2.7853704750673773</c:v>
                </c:pt>
                <c:pt idx="8428">
                  <c:v>2.7853704750673773</c:v>
                </c:pt>
                <c:pt idx="8429">
                  <c:v>2.7853704750673773</c:v>
                </c:pt>
                <c:pt idx="8430">
                  <c:v>2.7853704750673773</c:v>
                </c:pt>
                <c:pt idx="8431">
                  <c:v>2.7853704750673773</c:v>
                </c:pt>
                <c:pt idx="8432">
                  <c:v>2.7853704750673773</c:v>
                </c:pt>
                <c:pt idx="8433">
                  <c:v>2.7853704750673773</c:v>
                </c:pt>
                <c:pt idx="8434">
                  <c:v>2.7853704750673773</c:v>
                </c:pt>
                <c:pt idx="8435">
                  <c:v>2.7853704750673773</c:v>
                </c:pt>
                <c:pt idx="8436">
                  <c:v>2.7853704750673773</c:v>
                </c:pt>
                <c:pt idx="8437">
                  <c:v>2.7853704750673773</c:v>
                </c:pt>
                <c:pt idx="8438">
                  <c:v>2.7853704750673773</c:v>
                </c:pt>
                <c:pt idx="8439">
                  <c:v>2.7853704750673773</c:v>
                </c:pt>
                <c:pt idx="8440">
                  <c:v>2.7853704750673773</c:v>
                </c:pt>
                <c:pt idx="8441">
                  <c:v>2.7853704750673773</c:v>
                </c:pt>
                <c:pt idx="8442">
                  <c:v>2.7853704750673773</c:v>
                </c:pt>
                <c:pt idx="8443">
                  <c:v>2.7853704750673773</c:v>
                </c:pt>
                <c:pt idx="8444">
                  <c:v>2.7853704750673773</c:v>
                </c:pt>
                <c:pt idx="8445">
                  <c:v>2.7853704750673773</c:v>
                </c:pt>
                <c:pt idx="8446">
                  <c:v>2.7853704750673773</c:v>
                </c:pt>
                <c:pt idx="8447">
                  <c:v>2.7853704750673773</c:v>
                </c:pt>
                <c:pt idx="8448">
                  <c:v>2.7853704750673773</c:v>
                </c:pt>
                <c:pt idx="8449">
                  <c:v>2.7853704750673773</c:v>
                </c:pt>
                <c:pt idx="8450">
                  <c:v>2.7853704750673773</c:v>
                </c:pt>
                <c:pt idx="8451">
                  <c:v>2.7853704750673773</c:v>
                </c:pt>
                <c:pt idx="8452">
                  <c:v>2.7853704750673773</c:v>
                </c:pt>
                <c:pt idx="8453">
                  <c:v>2.7853704750673773</c:v>
                </c:pt>
                <c:pt idx="8454">
                  <c:v>2.7853704750673773</c:v>
                </c:pt>
                <c:pt idx="8455">
                  <c:v>2.7853704750673773</c:v>
                </c:pt>
                <c:pt idx="8456">
                  <c:v>2.7853704750673773</c:v>
                </c:pt>
                <c:pt idx="8457">
                  <c:v>2.7853704750673773</c:v>
                </c:pt>
                <c:pt idx="8458">
                  <c:v>2.7853704750673773</c:v>
                </c:pt>
                <c:pt idx="8459">
                  <c:v>2.7853704750673773</c:v>
                </c:pt>
                <c:pt idx="8460">
                  <c:v>2.7853704750673773</c:v>
                </c:pt>
                <c:pt idx="8461">
                  <c:v>2.7853704750673773</c:v>
                </c:pt>
                <c:pt idx="8462">
                  <c:v>2.7853704750673773</c:v>
                </c:pt>
                <c:pt idx="8463">
                  <c:v>2.7853704750673773</c:v>
                </c:pt>
                <c:pt idx="8464">
                  <c:v>2.7853704750673773</c:v>
                </c:pt>
                <c:pt idx="8465">
                  <c:v>2.7853704750673773</c:v>
                </c:pt>
                <c:pt idx="8466">
                  <c:v>2.7853704750673773</c:v>
                </c:pt>
                <c:pt idx="8467">
                  <c:v>2.7853704750673773</c:v>
                </c:pt>
                <c:pt idx="8468">
                  <c:v>2.7853704750673773</c:v>
                </c:pt>
                <c:pt idx="8469">
                  <c:v>2.7853704750673773</c:v>
                </c:pt>
                <c:pt idx="8470">
                  <c:v>2.7853704750673773</c:v>
                </c:pt>
                <c:pt idx="8471">
                  <c:v>2.7853704750673773</c:v>
                </c:pt>
                <c:pt idx="8472">
                  <c:v>2.7853704750673773</c:v>
                </c:pt>
                <c:pt idx="8473">
                  <c:v>2.7853704750673773</c:v>
                </c:pt>
                <c:pt idx="8474">
                  <c:v>2.7853704750673773</c:v>
                </c:pt>
                <c:pt idx="8475">
                  <c:v>2.7853704750673773</c:v>
                </c:pt>
                <c:pt idx="8476">
                  <c:v>2.7853704750673773</c:v>
                </c:pt>
                <c:pt idx="8477">
                  <c:v>2.7853704750673773</c:v>
                </c:pt>
                <c:pt idx="8478">
                  <c:v>2.7853704750673773</c:v>
                </c:pt>
                <c:pt idx="8479">
                  <c:v>2.7853704750673773</c:v>
                </c:pt>
                <c:pt idx="8480">
                  <c:v>2.7853704750673773</c:v>
                </c:pt>
                <c:pt idx="8481">
                  <c:v>2.7853704750673773</c:v>
                </c:pt>
                <c:pt idx="8482">
                  <c:v>2.7853704750673773</c:v>
                </c:pt>
                <c:pt idx="8483">
                  <c:v>2.7853704750673773</c:v>
                </c:pt>
                <c:pt idx="8484">
                  <c:v>2.7853704750673773</c:v>
                </c:pt>
                <c:pt idx="8485">
                  <c:v>2.7853704750673773</c:v>
                </c:pt>
                <c:pt idx="8486">
                  <c:v>2.7853704750673773</c:v>
                </c:pt>
                <c:pt idx="8487">
                  <c:v>2.7853704750673773</c:v>
                </c:pt>
                <c:pt idx="8488">
                  <c:v>2.7853704750673773</c:v>
                </c:pt>
                <c:pt idx="8489">
                  <c:v>2.7853704750673773</c:v>
                </c:pt>
                <c:pt idx="8490">
                  <c:v>2.7853704750673773</c:v>
                </c:pt>
                <c:pt idx="8491">
                  <c:v>2.7853704750673773</c:v>
                </c:pt>
                <c:pt idx="8492">
                  <c:v>2.7853704750673773</c:v>
                </c:pt>
                <c:pt idx="8493">
                  <c:v>2.7853704750673773</c:v>
                </c:pt>
                <c:pt idx="8494">
                  <c:v>2.7853704750673773</c:v>
                </c:pt>
                <c:pt idx="8495">
                  <c:v>2.7853704750673773</c:v>
                </c:pt>
                <c:pt idx="8496">
                  <c:v>2.7853704750673773</c:v>
                </c:pt>
                <c:pt idx="8497">
                  <c:v>2.7853704750673773</c:v>
                </c:pt>
                <c:pt idx="8498">
                  <c:v>2.7853704750673773</c:v>
                </c:pt>
                <c:pt idx="8499">
                  <c:v>2.7853704750673773</c:v>
                </c:pt>
                <c:pt idx="8500">
                  <c:v>2.7853704750673773</c:v>
                </c:pt>
                <c:pt idx="8501">
                  <c:v>2.7853704750673773</c:v>
                </c:pt>
                <c:pt idx="8502">
                  <c:v>2.7853704750673773</c:v>
                </c:pt>
                <c:pt idx="8503">
                  <c:v>2.7853704750673773</c:v>
                </c:pt>
                <c:pt idx="8504">
                  <c:v>2.7853704750673773</c:v>
                </c:pt>
                <c:pt idx="8505">
                  <c:v>2.7853704750673773</c:v>
                </c:pt>
                <c:pt idx="8506">
                  <c:v>2.7853704750673773</c:v>
                </c:pt>
                <c:pt idx="8507">
                  <c:v>2.7853704750673773</c:v>
                </c:pt>
                <c:pt idx="8508">
                  <c:v>2.7853704750673773</c:v>
                </c:pt>
                <c:pt idx="8509">
                  <c:v>2.7853704750673773</c:v>
                </c:pt>
                <c:pt idx="8510">
                  <c:v>2.7853704750673773</c:v>
                </c:pt>
                <c:pt idx="8511">
                  <c:v>2.7853704750673773</c:v>
                </c:pt>
                <c:pt idx="8512">
                  <c:v>2.7853704750673773</c:v>
                </c:pt>
                <c:pt idx="8513">
                  <c:v>2.7853704750673773</c:v>
                </c:pt>
                <c:pt idx="8514">
                  <c:v>2.7853704750673773</c:v>
                </c:pt>
                <c:pt idx="8515">
                  <c:v>2.7853704750673773</c:v>
                </c:pt>
                <c:pt idx="8516">
                  <c:v>2.7853704750673773</c:v>
                </c:pt>
                <c:pt idx="8517">
                  <c:v>2.7853704750673773</c:v>
                </c:pt>
                <c:pt idx="8518">
                  <c:v>2.7853704750673773</c:v>
                </c:pt>
                <c:pt idx="8519">
                  <c:v>2.7853704750673773</c:v>
                </c:pt>
                <c:pt idx="8520">
                  <c:v>2.7853704750673773</c:v>
                </c:pt>
                <c:pt idx="8521">
                  <c:v>2.7853704750673773</c:v>
                </c:pt>
                <c:pt idx="8522">
                  <c:v>2.7853704750673773</c:v>
                </c:pt>
                <c:pt idx="8523">
                  <c:v>2.7853704750673773</c:v>
                </c:pt>
                <c:pt idx="8524">
                  <c:v>2.7853704750673773</c:v>
                </c:pt>
                <c:pt idx="8525">
                  <c:v>2.7853704750673773</c:v>
                </c:pt>
                <c:pt idx="8526">
                  <c:v>2.7853704750673773</c:v>
                </c:pt>
                <c:pt idx="8527">
                  <c:v>2.7853704750673773</c:v>
                </c:pt>
                <c:pt idx="8528">
                  <c:v>2.7853704750673773</c:v>
                </c:pt>
                <c:pt idx="8529">
                  <c:v>2.7853704750673773</c:v>
                </c:pt>
                <c:pt idx="8530">
                  <c:v>2.7853704750673773</c:v>
                </c:pt>
                <c:pt idx="8531">
                  <c:v>2.7853704750673773</c:v>
                </c:pt>
                <c:pt idx="8532">
                  <c:v>2.7853704750673773</c:v>
                </c:pt>
                <c:pt idx="8533">
                  <c:v>2.7853704750673773</c:v>
                </c:pt>
                <c:pt idx="8534">
                  <c:v>2.7853704750673773</c:v>
                </c:pt>
                <c:pt idx="8535">
                  <c:v>2.7853704750673773</c:v>
                </c:pt>
                <c:pt idx="8536">
                  <c:v>2.7853704750673773</c:v>
                </c:pt>
                <c:pt idx="8537">
                  <c:v>2.7853704750673773</c:v>
                </c:pt>
                <c:pt idx="8538">
                  <c:v>2.7853704750673773</c:v>
                </c:pt>
                <c:pt idx="8539">
                  <c:v>2.7853704750673773</c:v>
                </c:pt>
                <c:pt idx="8540">
                  <c:v>2.7853704750673773</c:v>
                </c:pt>
                <c:pt idx="8541">
                  <c:v>2.7853704750673773</c:v>
                </c:pt>
                <c:pt idx="8542">
                  <c:v>2.7853704750673773</c:v>
                </c:pt>
                <c:pt idx="8543">
                  <c:v>2.7853704750673773</c:v>
                </c:pt>
                <c:pt idx="8544">
                  <c:v>2.7853704750673773</c:v>
                </c:pt>
                <c:pt idx="8545">
                  <c:v>2.7853704750673773</c:v>
                </c:pt>
                <c:pt idx="8546">
                  <c:v>2.7853704750673773</c:v>
                </c:pt>
                <c:pt idx="8547">
                  <c:v>2.7853704750673773</c:v>
                </c:pt>
                <c:pt idx="8548">
                  <c:v>2.7853704750673773</c:v>
                </c:pt>
                <c:pt idx="8549">
                  <c:v>2.7853704750673773</c:v>
                </c:pt>
                <c:pt idx="8550">
                  <c:v>2.7853704750673773</c:v>
                </c:pt>
                <c:pt idx="8551">
                  <c:v>2.7853704750673773</c:v>
                </c:pt>
                <c:pt idx="8552">
                  <c:v>2.7853704750673773</c:v>
                </c:pt>
                <c:pt idx="8553">
                  <c:v>2.7853704750673773</c:v>
                </c:pt>
                <c:pt idx="8554">
                  <c:v>2.7853704750673773</c:v>
                </c:pt>
                <c:pt idx="8555">
                  <c:v>2.7853704750673773</c:v>
                </c:pt>
                <c:pt idx="8556">
                  <c:v>2.7853704750673773</c:v>
                </c:pt>
                <c:pt idx="8557">
                  <c:v>2.7853704750673773</c:v>
                </c:pt>
                <c:pt idx="8558">
                  <c:v>2.7853704750673773</c:v>
                </c:pt>
                <c:pt idx="8559">
                  <c:v>2.7853704750673773</c:v>
                </c:pt>
                <c:pt idx="8560">
                  <c:v>2.7853704750673773</c:v>
                </c:pt>
                <c:pt idx="8561">
                  <c:v>2.7853704750673773</c:v>
                </c:pt>
                <c:pt idx="8562">
                  <c:v>2.7853704750673773</c:v>
                </c:pt>
                <c:pt idx="8563">
                  <c:v>2.7853704750673773</c:v>
                </c:pt>
                <c:pt idx="8564">
                  <c:v>2.7853704750673773</c:v>
                </c:pt>
                <c:pt idx="8565">
                  <c:v>2.7853704750673773</c:v>
                </c:pt>
                <c:pt idx="8566">
                  <c:v>2.7853704750673773</c:v>
                </c:pt>
                <c:pt idx="8567">
                  <c:v>2.7853704750673773</c:v>
                </c:pt>
                <c:pt idx="8568">
                  <c:v>2.7853704750673773</c:v>
                </c:pt>
                <c:pt idx="8569">
                  <c:v>2.7853704750673773</c:v>
                </c:pt>
                <c:pt idx="8570">
                  <c:v>2.7853704750673773</c:v>
                </c:pt>
                <c:pt idx="8571">
                  <c:v>2.7853704750673773</c:v>
                </c:pt>
                <c:pt idx="8572">
                  <c:v>2.7853704750673773</c:v>
                </c:pt>
                <c:pt idx="8573">
                  <c:v>2.7853704750673773</c:v>
                </c:pt>
                <c:pt idx="8574">
                  <c:v>2.7853704750673773</c:v>
                </c:pt>
                <c:pt idx="8575">
                  <c:v>2.7853704750673773</c:v>
                </c:pt>
                <c:pt idx="8576">
                  <c:v>2.7853704750673773</c:v>
                </c:pt>
                <c:pt idx="8577">
                  <c:v>2.7853704750673773</c:v>
                </c:pt>
                <c:pt idx="8578">
                  <c:v>2.7853704750673773</c:v>
                </c:pt>
                <c:pt idx="8579">
                  <c:v>2.7853704750673773</c:v>
                </c:pt>
                <c:pt idx="8580">
                  <c:v>2.7853704750673773</c:v>
                </c:pt>
                <c:pt idx="8581">
                  <c:v>2.7853704750673773</c:v>
                </c:pt>
                <c:pt idx="8582">
                  <c:v>2.7853704750673773</c:v>
                </c:pt>
                <c:pt idx="8583">
                  <c:v>2.7853704750673773</c:v>
                </c:pt>
                <c:pt idx="8584">
                  <c:v>2.7853704750673773</c:v>
                </c:pt>
                <c:pt idx="8585">
                  <c:v>2.7853704750673773</c:v>
                </c:pt>
                <c:pt idx="8586">
                  <c:v>2.7853704750673773</c:v>
                </c:pt>
                <c:pt idx="8587">
                  <c:v>2.7853704750673773</c:v>
                </c:pt>
                <c:pt idx="8588">
                  <c:v>2.7853704750673773</c:v>
                </c:pt>
                <c:pt idx="8589">
                  <c:v>2.7853704750673773</c:v>
                </c:pt>
                <c:pt idx="8590">
                  <c:v>2.7853704750673773</c:v>
                </c:pt>
                <c:pt idx="8591">
                  <c:v>2.7853704750673773</c:v>
                </c:pt>
                <c:pt idx="8592">
                  <c:v>2.7853704750673773</c:v>
                </c:pt>
                <c:pt idx="8593">
                  <c:v>2.7853704750673773</c:v>
                </c:pt>
                <c:pt idx="8594">
                  <c:v>2.7853704750673773</c:v>
                </c:pt>
                <c:pt idx="8595">
                  <c:v>2.7853704750673773</c:v>
                </c:pt>
                <c:pt idx="8596">
                  <c:v>2.7853704750673773</c:v>
                </c:pt>
                <c:pt idx="8597">
                  <c:v>2.7853704750673773</c:v>
                </c:pt>
                <c:pt idx="8598">
                  <c:v>2.7853704750673773</c:v>
                </c:pt>
                <c:pt idx="8599">
                  <c:v>2.7853704750673773</c:v>
                </c:pt>
                <c:pt idx="8600">
                  <c:v>2.7853704750673773</c:v>
                </c:pt>
                <c:pt idx="8601">
                  <c:v>2.7853704750673773</c:v>
                </c:pt>
                <c:pt idx="8602">
                  <c:v>2.7853704750673773</c:v>
                </c:pt>
                <c:pt idx="8603">
                  <c:v>2.7853704750673773</c:v>
                </c:pt>
                <c:pt idx="8604">
                  <c:v>2.7853704750673773</c:v>
                </c:pt>
                <c:pt idx="8605">
                  <c:v>2.7853704750673773</c:v>
                </c:pt>
                <c:pt idx="8606">
                  <c:v>2.7853704750673773</c:v>
                </c:pt>
                <c:pt idx="8607">
                  <c:v>2.7853704750673773</c:v>
                </c:pt>
                <c:pt idx="8608">
                  <c:v>2.7853704750673773</c:v>
                </c:pt>
                <c:pt idx="8609">
                  <c:v>2.7853704750673773</c:v>
                </c:pt>
                <c:pt idx="8610">
                  <c:v>2.7853704750673773</c:v>
                </c:pt>
                <c:pt idx="8611">
                  <c:v>2.7853704750673773</c:v>
                </c:pt>
                <c:pt idx="8612">
                  <c:v>2.7853704750673773</c:v>
                </c:pt>
                <c:pt idx="8613">
                  <c:v>2.7853704750673773</c:v>
                </c:pt>
                <c:pt idx="8614">
                  <c:v>2.7853704750673773</c:v>
                </c:pt>
                <c:pt idx="8615">
                  <c:v>2.7853704750673773</c:v>
                </c:pt>
                <c:pt idx="8616">
                  <c:v>2.7853704750673773</c:v>
                </c:pt>
                <c:pt idx="8617">
                  <c:v>2.7853704750673773</c:v>
                </c:pt>
                <c:pt idx="8618">
                  <c:v>2.7853704750673773</c:v>
                </c:pt>
                <c:pt idx="8619">
                  <c:v>2.7853704750673773</c:v>
                </c:pt>
                <c:pt idx="8620">
                  <c:v>2.7853704750673773</c:v>
                </c:pt>
                <c:pt idx="8621">
                  <c:v>2.7853704750673773</c:v>
                </c:pt>
                <c:pt idx="8622">
                  <c:v>2.7853704750673773</c:v>
                </c:pt>
                <c:pt idx="8623">
                  <c:v>2.7853704750673773</c:v>
                </c:pt>
                <c:pt idx="8624">
                  <c:v>2.7853704750673773</c:v>
                </c:pt>
                <c:pt idx="8625">
                  <c:v>2.7853704750673773</c:v>
                </c:pt>
                <c:pt idx="8626">
                  <c:v>2.7853704750673773</c:v>
                </c:pt>
                <c:pt idx="8627">
                  <c:v>2.7853704750673773</c:v>
                </c:pt>
                <c:pt idx="8628">
                  <c:v>2.7853704750673773</c:v>
                </c:pt>
                <c:pt idx="8629">
                  <c:v>2.7853704750673773</c:v>
                </c:pt>
                <c:pt idx="8630">
                  <c:v>2.7853704750673773</c:v>
                </c:pt>
                <c:pt idx="8631">
                  <c:v>2.7853704750673773</c:v>
                </c:pt>
                <c:pt idx="8632">
                  <c:v>2.7853704750673773</c:v>
                </c:pt>
                <c:pt idx="8633">
                  <c:v>2.7853704750673773</c:v>
                </c:pt>
                <c:pt idx="8634">
                  <c:v>2.7853704750673773</c:v>
                </c:pt>
                <c:pt idx="8635">
                  <c:v>2.7853704750673773</c:v>
                </c:pt>
                <c:pt idx="8636">
                  <c:v>2.7853704750673773</c:v>
                </c:pt>
                <c:pt idx="8637">
                  <c:v>2.7853704750673773</c:v>
                </c:pt>
                <c:pt idx="8638">
                  <c:v>2.7853704750673773</c:v>
                </c:pt>
                <c:pt idx="8639">
                  <c:v>2.7853704750673773</c:v>
                </c:pt>
                <c:pt idx="8640">
                  <c:v>2.7853704750673773</c:v>
                </c:pt>
                <c:pt idx="8641">
                  <c:v>2.7853704750673773</c:v>
                </c:pt>
                <c:pt idx="8642">
                  <c:v>2.7853704750673773</c:v>
                </c:pt>
                <c:pt idx="8643">
                  <c:v>2.7853704750673773</c:v>
                </c:pt>
                <c:pt idx="8644">
                  <c:v>2.7853704750673773</c:v>
                </c:pt>
                <c:pt idx="8645">
                  <c:v>2.7853704750673773</c:v>
                </c:pt>
                <c:pt idx="8646">
                  <c:v>2.7853704750673773</c:v>
                </c:pt>
                <c:pt idx="8647">
                  <c:v>2.7853704750673773</c:v>
                </c:pt>
                <c:pt idx="8648">
                  <c:v>2.7853704750673773</c:v>
                </c:pt>
                <c:pt idx="8649">
                  <c:v>2.7853704750673773</c:v>
                </c:pt>
                <c:pt idx="8650">
                  <c:v>2.7853704750673773</c:v>
                </c:pt>
                <c:pt idx="8651">
                  <c:v>2.7853704750673773</c:v>
                </c:pt>
                <c:pt idx="8652">
                  <c:v>2.7853704750673773</c:v>
                </c:pt>
                <c:pt idx="8653">
                  <c:v>2.7853704750673773</c:v>
                </c:pt>
                <c:pt idx="8654">
                  <c:v>2.7853704750673773</c:v>
                </c:pt>
                <c:pt idx="8655">
                  <c:v>2.7853704750673773</c:v>
                </c:pt>
                <c:pt idx="8656">
                  <c:v>2.7853704750673773</c:v>
                </c:pt>
                <c:pt idx="8657">
                  <c:v>2.7853704750673773</c:v>
                </c:pt>
                <c:pt idx="8658">
                  <c:v>2.7853704750673773</c:v>
                </c:pt>
                <c:pt idx="8659">
                  <c:v>2.7853704750673773</c:v>
                </c:pt>
                <c:pt idx="8660">
                  <c:v>2.7853704750673773</c:v>
                </c:pt>
                <c:pt idx="8661">
                  <c:v>2.7853704750673773</c:v>
                </c:pt>
                <c:pt idx="8662">
                  <c:v>2.7853704750673773</c:v>
                </c:pt>
                <c:pt idx="8663">
                  <c:v>2.7853704750673773</c:v>
                </c:pt>
                <c:pt idx="8664">
                  <c:v>2.7853704750673773</c:v>
                </c:pt>
                <c:pt idx="8665">
                  <c:v>2.7853704750673773</c:v>
                </c:pt>
                <c:pt idx="8666">
                  <c:v>2.7853704750673773</c:v>
                </c:pt>
                <c:pt idx="8667">
                  <c:v>2.7853704750673773</c:v>
                </c:pt>
                <c:pt idx="8668">
                  <c:v>2.7853704750673773</c:v>
                </c:pt>
                <c:pt idx="8669">
                  <c:v>2.7853704750673773</c:v>
                </c:pt>
                <c:pt idx="8670">
                  <c:v>2.7853704750673773</c:v>
                </c:pt>
                <c:pt idx="8671">
                  <c:v>2.7853704750673773</c:v>
                </c:pt>
                <c:pt idx="8672">
                  <c:v>2.7853704750673773</c:v>
                </c:pt>
                <c:pt idx="8673">
                  <c:v>2.7853704750673773</c:v>
                </c:pt>
                <c:pt idx="8674">
                  <c:v>2.7853704750673773</c:v>
                </c:pt>
                <c:pt idx="8675">
                  <c:v>2.7853704750673773</c:v>
                </c:pt>
                <c:pt idx="8676">
                  <c:v>2.7853704750673773</c:v>
                </c:pt>
                <c:pt idx="8677">
                  <c:v>2.7853704750673773</c:v>
                </c:pt>
                <c:pt idx="8678">
                  <c:v>2.7853704750673773</c:v>
                </c:pt>
                <c:pt idx="8679">
                  <c:v>2.7853704750673773</c:v>
                </c:pt>
                <c:pt idx="8680">
                  <c:v>2.7853704750673773</c:v>
                </c:pt>
                <c:pt idx="8681">
                  <c:v>2.7853704750673773</c:v>
                </c:pt>
                <c:pt idx="8682">
                  <c:v>2.7853704750673773</c:v>
                </c:pt>
                <c:pt idx="8683">
                  <c:v>2.7853704750673773</c:v>
                </c:pt>
                <c:pt idx="8684">
                  <c:v>2.7853704750673773</c:v>
                </c:pt>
                <c:pt idx="8685">
                  <c:v>2.7853704750673773</c:v>
                </c:pt>
                <c:pt idx="8686">
                  <c:v>2.7853704750673773</c:v>
                </c:pt>
                <c:pt idx="8687">
                  <c:v>2.7853704750673773</c:v>
                </c:pt>
                <c:pt idx="8688">
                  <c:v>2.7853704750673773</c:v>
                </c:pt>
                <c:pt idx="8689">
                  <c:v>2.7853704750673773</c:v>
                </c:pt>
                <c:pt idx="8690">
                  <c:v>2.7853704750673773</c:v>
                </c:pt>
                <c:pt idx="8691">
                  <c:v>2.7853704750673773</c:v>
                </c:pt>
                <c:pt idx="8692">
                  <c:v>2.7853704750673773</c:v>
                </c:pt>
                <c:pt idx="8693">
                  <c:v>2.7853704750673773</c:v>
                </c:pt>
                <c:pt idx="8694">
                  <c:v>2.7853704750673773</c:v>
                </c:pt>
                <c:pt idx="8695">
                  <c:v>2.7853704750673773</c:v>
                </c:pt>
                <c:pt idx="8696">
                  <c:v>2.7853704750673773</c:v>
                </c:pt>
                <c:pt idx="8697">
                  <c:v>2.7853704750673773</c:v>
                </c:pt>
                <c:pt idx="8698">
                  <c:v>2.7853704750673773</c:v>
                </c:pt>
                <c:pt idx="8699">
                  <c:v>2.7853704750673773</c:v>
                </c:pt>
                <c:pt idx="8700">
                  <c:v>2.7853704750673773</c:v>
                </c:pt>
                <c:pt idx="8701">
                  <c:v>2.7853704750673773</c:v>
                </c:pt>
                <c:pt idx="8702">
                  <c:v>2.7853704750673773</c:v>
                </c:pt>
                <c:pt idx="8703">
                  <c:v>2.7853704750673773</c:v>
                </c:pt>
                <c:pt idx="8704">
                  <c:v>2.7853704750673773</c:v>
                </c:pt>
                <c:pt idx="8705">
                  <c:v>2.7853704750673773</c:v>
                </c:pt>
                <c:pt idx="8706">
                  <c:v>2.7853704750673773</c:v>
                </c:pt>
                <c:pt idx="8707">
                  <c:v>2.7853704750673773</c:v>
                </c:pt>
                <c:pt idx="8708">
                  <c:v>2.7853704750673773</c:v>
                </c:pt>
                <c:pt idx="8709">
                  <c:v>2.7853704750673773</c:v>
                </c:pt>
                <c:pt idx="8710">
                  <c:v>2.7853704750673773</c:v>
                </c:pt>
                <c:pt idx="8711">
                  <c:v>2.7853704750673773</c:v>
                </c:pt>
                <c:pt idx="8712">
                  <c:v>2.7853704750673773</c:v>
                </c:pt>
                <c:pt idx="8713">
                  <c:v>2.7853704750673773</c:v>
                </c:pt>
                <c:pt idx="8714">
                  <c:v>2.7853704750673773</c:v>
                </c:pt>
                <c:pt idx="8715">
                  <c:v>2.7853704750673773</c:v>
                </c:pt>
                <c:pt idx="8716">
                  <c:v>2.7853704750673773</c:v>
                </c:pt>
                <c:pt idx="8717">
                  <c:v>2.7853704750673773</c:v>
                </c:pt>
                <c:pt idx="8718">
                  <c:v>2.7853704750673773</c:v>
                </c:pt>
                <c:pt idx="8719">
                  <c:v>2.7853704750673773</c:v>
                </c:pt>
                <c:pt idx="8720">
                  <c:v>2.7853704750673773</c:v>
                </c:pt>
                <c:pt idx="8721">
                  <c:v>2.7853704750673773</c:v>
                </c:pt>
                <c:pt idx="8722">
                  <c:v>2.7853704750673773</c:v>
                </c:pt>
                <c:pt idx="8723">
                  <c:v>2.7853704750673773</c:v>
                </c:pt>
                <c:pt idx="8724">
                  <c:v>2.7853704750673773</c:v>
                </c:pt>
                <c:pt idx="8725">
                  <c:v>2.7853704750673773</c:v>
                </c:pt>
                <c:pt idx="8726">
                  <c:v>2.7853704750673773</c:v>
                </c:pt>
                <c:pt idx="8727">
                  <c:v>2.7853704750673773</c:v>
                </c:pt>
                <c:pt idx="8728">
                  <c:v>2.7853704750673773</c:v>
                </c:pt>
                <c:pt idx="8729">
                  <c:v>2.7853704750673773</c:v>
                </c:pt>
                <c:pt idx="8730">
                  <c:v>2.7853704750673773</c:v>
                </c:pt>
                <c:pt idx="8731">
                  <c:v>2.7853704750673773</c:v>
                </c:pt>
                <c:pt idx="8732">
                  <c:v>2.7853704750673773</c:v>
                </c:pt>
                <c:pt idx="8733">
                  <c:v>2.7853704750673773</c:v>
                </c:pt>
                <c:pt idx="8734">
                  <c:v>2.7853704750673773</c:v>
                </c:pt>
                <c:pt idx="8735">
                  <c:v>2.7853704750673773</c:v>
                </c:pt>
                <c:pt idx="8736">
                  <c:v>2.7853704750673773</c:v>
                </c:pt>
                <c:pt idx="8737">
                  <c:v>2.7853704750673773</c:v>
                </c:pt>
                <c:pt idx="8738">
                  <c:v>2.7853704750673773</c:v>
                </c:pt>
                <c:pt idx="8739">
                  <c:v>2.7853704750673773</c:v>
                </c:pt>
                <c:pt idx="8740">
                  <c:v>2.7853704750673773</c:v>
                </c:pt>
                <c:pt idx="8741">
                  <c:v>2.7853704750673773</c:v>
                </c:pt>
                <c:pt idx="8742">
                  <c:v>2.7853704750673773</c:v>
                </c:pt>
                <c:pt idx="8743">
                  <c:v>2.7853704750673773</c:v>
                </c:pt>
                <c:pt idx="8744">
                  <c:v>2.7853704750673773</c:v>
                </c:pt>
                <c:pt idx="8745">
                  <c:v>2.7853704750673773</c:v>
                </c:pt>
                <c:pt idx="8746">
                  <c:v>2.7853704750673773</c:v>
                </c:pt>
                <c:pt idx="8747">
                  <c:v>2.7853704750673773</c:v>
                </c:pt>
                <c:pt idx="8748">
                  <c:v>2.7853704750673773</c:v>
                </c:pt>
                <c:pt idx="8749">
                  <c:v>2.7853704750673773</c:v>
                </c:pt>
                <c:pt idx="8750">
                  <c:v>2.7853704750673773</c:v>
                </c:pt>
                <c:pt idx="8751">
                  <c:v>2.7853704750673773</c:v>
                </c:pt>
                <c:pt idx="8752">
                  <c:v>2.7853704750673773</c:v>
                </c:pt>
                <c:pt idx="8753">
                  <c:v>2.7853704750673773</c:v>
                </c:pt>
                <c:pt idx="8754">
                  <c:v>2.7853704750673773</c:v>
                </c:pt>
                <c:pt idx="8755">
                  <c:v>2.7853704750673773</c:v>
                </c:pt>
                <c:pt idx="8756">
                  <c:v>2.7853704750673773</c:v>
                </c:pt>
                <c:pt idx="8757">
                  <c:v>2.7853704750673773</c:v>
                </c:pt>
                <c:pt idx="8758">
                  <c:v>2.7853704750673773</c:v>
                </c:pt>
                <c:pt idx="8759">
                  <c:v>2.7853704750673773</c:v>
                </c:pt>
                <c:pt idx="8760">
                  <c:v>2.7853704750673773</c:v>
                </c:pt>
                <c:pt idx="8761">
                  <c:v>2.7853704750673773</c:v>
                </c:pt>
                <c:pt idx="8762">
                  <c:v>2.7853704750673773</c:v>
                </c:pt>
                <c:pt idx="8763">
                  <c:v>2.7853704750673773</c:v>
                </c:pt>
                <c:pt idx="8764">
                  <c:v>2.7853704750673773</c:v>
                </c:pt>
                <c:pt idx="8765">
                  <c:v>2.7853704750673773</c:v>
                </c:pt>
                <c:pt idx="8766">
                  <c:v>2.7853704750673773</c:v>
                </c:pt>
                <c:pt idx="8767">
                  <c:v>2.7853704750673773</c:v>
                </c:pt>
                <c:pt idx="8768">
                  <c:v>2.7853704750673773</c:v>
                </c:pt>
                <c:pt idx="8769">
                  <c:v>2.7853704750673773</c:v>
                </c:pt>
                <c:pt idx="8770">
                  <c:v>2.7853704750673773</c:v>
                </c:pt>
                <c:pt idx="8771">
                  <c:v>2.7853704750673773</c:v>
                </c:pt>
                <c:pt idx="8772">
                  <c:v>2.7853704750673773</c:v>
                </c:pt>
                <c:pt idx="8773">
                  <c:v>2.7853704750673773</c:v>
                </c:pt>
                <c:pt idx="8774">
                  <c:v>2.7853704750673773</c:v>
                </c:pt>
                <c:pt idx="8775">
                  <c:v>2.7853704750673773</c:v>
                </c:pt>
                <c:pt idx="8776">
                  <c:v>2.7853704750673773</c:v>
                </c:pt>
                <c:pt idx="8777">
                  <c:v>2.7853704750673773</c:v>
                </c:pt>
                <c:pt idx="8778">
                  <c:v>2.7853704750673773</c:v>
                </c:pt>
                <c:pt idx="8779">
                  <c:v>2.7853704750673773</c:v>
                </c:pt>
                <c:pt idx="8780">
                  <c:v>2.7853704750673773</c:v>
                </c:pt>
                <c:pt idx="8781">
                  <c:v>2.7853704750673773</c:v>
                </c:pt>
                <c:pt idx="8782">
                  <c:v>2.7853704750673773</c:v>
                </c:pt>
                <c:pt idx="8783">
                  <c:v>2.7853704750673773</c:v>
                </c:pt>
                <c:pt idx="8784">
                  <c:v>2.7853704750673773</c:v>
                </c:pt>
                <c:pt idx="8785">
                  <c:v>2.7853704750673773</c:v>
                </c:pt>
                <c:pt idx="8786">
                  <c:v>2.7853704750673773</c:v>
                </c:pt>
                <c:pt idx="8787">
                  <c:v>2.7853704750673773</c:v>
                </c:pt>
                <c:pt idx="8788">
                  <c:v>2.7853704750673773</c:v>
                </c:pt>
                <c:pt idx="8789">
                  <c:v>2.7853704750673773</c:v>
                </c:pt>
                <c:pt idx="8790">
                  <c:v>2.7853704750673773</c:v>
                </c:pt>
                <c:pt idx="8791">
                  <c:v>2.7853704750673773</c:v>
                </c:pt>
                <c:pt idx="8792">
                  <c:v>2.7853704750673773</c:v>
                </c:pt>
                <c:pt idx="8793">
                  <c:v>2.7853704750673773</c:v>
                </c:pt>
                <c:pt idx="8794">
                  <c:v>2.7853704750673773</c:v>
                </c:pt>
                <c:pt idx="8795">
                  <c:v>2.7853704750673773</c:v>
                </c:pt>
                <c:pt idx="8796">
                  <c:v>2.7853704750673773</c:v>
                </c:pt>
                <c:pt idx="8797">
                  <c:v>2.7853704750673773</c:v>
                </c:pt>
                <c:pt idx="8798">
                  <c:v>2.7853704750673773</c:v>
                </c:pt>
                <c:pt idx="8799">
                  <c:v>2.7853704750673773</c:v>
                </c:pt>
                <c:pt idx="8800">
                  <c:v>2.7853704750673773</c:v>
                </c:pt>
                <c:pt idx="8801">
                  <c:v>2.7853704750673773</c:v>
                </c:pt>
                <c:pt idx="8802">
                  <c:v>2.7853704750673773</c:v>
                </c:pt>
                <c:pt idx="8803">
                  <c:v>2.7853704750673773</c:v>
                </c:pt>
                <c:pt idx="8804">
                  <c:v>2.7853704750673773</c:v>
                </c:pt>
                <c:pt idx="8805">
                  <c:v>2.7853704750673773</c:v>
                </c:pt>
                <c:pt idx="8806">
                  <c:v>2.7853704750673773</c:v>
                </c:pt>
                <c:pt idx="8807">
                  <c:v>2.7853704750673773</c:v>
                </c:pt>
                <c:pt idx="8808">
                  <c:v>2.7853704750673773</c:v>
                </c:pt>
                <c:pt idx="8809">
                  <c:v>2.7853704750673773</c:v>
                </c:pt>
                <c:pt idx="8810">
                  <c:v>2.7853704750673773</c:v>
                </c:pt>
                <c:pt idx="8811">
                  <c:v>2.7853704750673773</c:v>
                </c:pt>
                <c:pt idx="8812">
                  <c:v>2.7853704750673773</c:v>
                </c:pt>
                <c:pt idx="8813">
                  <c:v>2.7853704750673773</c:v>
                </c:pt>
                <c:pt idx="8814">
                  <c:v>2.7853704750673773</c:v>
                </c:pt>
                <c:pt idx="8815">
                  <c:v>2.7853704750673773</c:v>
                </c:pt>
                <c:pt idx="8816">
                  <c:v>2.7853704750673773</c:v>
                </c:pt>
                <c:pt idx="8817">
                  <c:v>2.7853704750673773</c:v>
                </c:pt>
                <c:pt idx="8818">
                  <c:v>2.7853704750673773</c:v>
                </c:pt>
                <c:pt idx="8819">
                  <c:v>2.7853704750673773</c:v>
                </c:pt>
                <c:pt idx="8820">
                  <c:v>2.7853704750673773</c:v>
                </c:pt>
                <c:pt idx="8821">
                  <c:v>2.7853704750673773</c:v>
                </c:pt>
                <c:pt idx="8822">
                  <c:v>2.7853704750673773</c:v>
                </c:pt>
                <c:pt idx="8823">
                  <c:v>2.7853704750673773</c:v>
                </c:pt>
                <c:pt idx="8824">
                  <c:v>2.7853704750673773</c:v>
                </c:pt>
                <c:pt idx="8825">
                  <c:v>2.7853704750673773</c:v>
                </c:pt>
                <c:pt idx="8826">
                  <c:v>2.7853704750673773</c:v>
                </c:pt>
                <c:pt idx="8827">
                  <c:v>2.7853704750673773</c:v>
                </c:pt>
                <c:pt idx="8828">
                  <c:v>2.7853704750673773</c:v>
                </c:pt>
                <c:pt idx="8829">
                  <c:v>2.7853704750673773</c:v>
                </c:pt>
                <c:pt idx="8830">
                  <c:v>2.7853704750673773</c:v>
                </c:pt>
                <c:pt idx="8831">
                  <c:v>2.7853704750673773</c:v>
                </c:pt>
                <c:pt idx="8832">
                  <c:v>2.7853704750673773</c:v>
                </c:pt>
                <c:pt idx="8833">
                  <c:v>2.7853704750673773</c:v>
                </c:pt>
                <c:pt idx="8834">
                  <c:v>2.7853704750673773</c:v>
                </c:pt>
                <c:pt idx="8835">
                  <c:v>2.7853704750673773</c:v>
                </c:pt>
                <c:pt idx="8836">
                  <c:v>2.7853704750673773</c:v>
                </c:pt>
                <c:pt idx="8837">
                  <c:v>2.7853704750673773</c:v>
                </c:pt>
                <c:pt idx="8838">
                  <c:v>2.7853704750673773</c:v>
                </c:pt>
                <c:pt idx="8839">
                  <c:v>2.7853704750673773</c:v>
                </c:pt>
                <c:pt idx="8840">
                  <c:v>2.7853704750673773</c:v>
                </c:pt>
                <c:pt idx="8841">
                  <c:v>2.7853704750673773</c:v>
                </c:pt>
                <c:pt idx="8842">
                  <c:v>2.7853704750673773</c:v>
                </c:pt>
                <c:pt idx="8843">
                  <c:v>2.7853704750673773</c:v>
                </c:pt>
                <c:pt idx="8844">
                  <c:v>2.7853704750673773</c:v>
                </c:pt>
                <c:pt idx="8845">
                  <c:v>2.7853704750673773</c:v>
                </c:pt>
                <c:pt idx="8846">
                  <c:v>2.7853704750673773</c:v>
                </c:pt>
                <c:pt idx="8847">
                  <c:v>2.7853704750673773</c:v>
                </c:pt>
                <c:pt idx="8848">
                  <c:v>2.7853704750673773</c:v>
                </c:pt>
                <c:pt idx="8849">
                  <c:v>2.7853704750673773</c:v>
                </c:pt>
                <c:pt idx="8850">
                  <c:v>2.7853704750673773</c:v>
                </c:pt>
                <c:pt idx="8851">
                  <c:v>2.7853704750673773</c:v>
                </c:pt>
                <c:pt idx="8852">
                  <c:v>2.7853704750673773</c:v>
                </c:pt>
                <c:pt idx="8853">
                  <c:v>2.7853704750673773</c:v>
                </c:pt>
                <c:pt idx="8854">
                  <c:v>2.7853704750673773</c:v>
                </c:pt>
                <c:pt idx="8855">
                  <c:v>2.7853704750673773</c:v>
                </c:pt>
                <c:pt idx="8856">
                  <c:v>2.7853704750673773</c:v>
                </c:pt>
                <c:pt idx="8857">
                  <c:v>2.7853704750673773</c:v>
                </c:pt>
                <c:pt idx="8858">
                  <c:v>2.7853704750673773</c:v>
                </c:pt>
                <c:pt idx="8859">
                  <c:v>2.7853704750673773</c:v>
                </c:pt>
                <c:pt idx="8860">
                  <c:v>2.7853704750673773</c:v>
                </c:pt>
                <c:pt idx="8861">
                  <c:v>2.7853704750673773</c:v>
                </c:pt>
                <c:pt idx="8862">
                  <c:v>2.7853704750673773</c:v>
                </c:pt>
                <c:pt idx="8863">
                  <c:v>2.7853704750673773</c:v>
                </c:pt>
                <c:pt idx="8864">
                  <c:v>2.7853704750673773</c:v>
                </c:pt>
                <c:pt idx="8865">
                  <c:v>2.7853704750673773</c:v>
                </c:pt>
                <c:pt idx="8866">
                  <c:v>2.7853704750673773</c:v>
                </c:pt>
                <c:pt idx="8867">
                  <c:v>2.7853704750673773</c:v>
                </c:pt>
                <c:pt idx="8868">
                  <c:v>2.7853704750673773</c:v>
                </c:pt>
                <c:pt idx="8869">
                  <c:v>2.7853704750673773</c:v>
                </c:pt>
                <c:pt idx="8870">
                  <c:v>2.7853704750673773</c:v>
                </c:pt>
                <c:pt idx="8871">
                  <c:v>2.7853704750673773</c:v>
                </c:pt>
                <c:pt idx="8872">
                  <c:v>2.7853704750673773</c:v>
                </c:pt>
                <c:pt idx="8873">
                  <c:v>2.7853704750673773</c:v>
                </c:pt>
                <c:pt idx="8874">
                  <c:v>2.7853704750673773</c:v>
                </c:pt>
                <c:pt idx="8875">
                  <c:v>2.7853704750673773</c:v>
                </c:pt>
                <c:pt idx="8876">
                  <c:v>2.7853704750673773</c:v>
                </c:pt>
                <c:pt idx="8877">
                  <c:v>2.7853704750673773</c:v>
                </c:pt>
                <c:pt idx="8878">
                  <c:v>2.7853704750673773</c:v>
                </c:pt>
                <c:pt idx="8879">
                  <c:v>2.7853704750673773</c:v>
                </c:pt>
                <c:pt idx="8880">
                  <c:v>2.7853704750673773</c:v>
                </c:pt>
                <c:pt idx="8881">
                  <c:v>2.7853704750673773</c:v>
                </c:pt>
                <c:pt idx="8882">
                  <c:v>2.7853704750673773</c:v>
                </c:pt>
                <c:pt idx="8883">
                  <c:v>2.7853704750673773</c:v>
                </c:pt>
                <c:pt idx="8884">
                  <c:v>2.7853704750673773</c:v>
                </c:pt>
                <c:pt idx="8885">
                  <c:v>2.7853704750673773</c:v>
                </c:pt>
                <c:pt idx="8886">
                  <c:v>2.7853704750673773</c:v>
                </c:pt>
                <c:pt idx="8887">
                  <c:v>2.7853704750673773</c:v>
                </c:pt>
                <c:pt idx="8888">
                  <c:v>2.7853704750673773</c:v>
                </c:pt>
                <c:pt idx="8889">
                  <c:v>2.7853704750673773</c:v>
                </c:pt>
                <c:pt idx="8890">
                  <c:v>2.7853704750673773</c:v>
                </c:pt>
                <c:pt idx="8891">
                  <c:v>2.7853704750673773</c:v>
                </c:pt>
                <c:pt idx="8892">
                  <c:v>2.7853704750673773</c:v>
                </c:pt>
                <c:pt idx="8893">
                  <c:v>2.7853704750673773</c:v>
                </c:pt>
                <c:pt idx="8894">
                  <c:v>2.7853704750673773</c:v>
                </c:pt>
                <c:pt idx="8895">
                  <c:v>2.7853704750673773</c:v>
                </c:pt>
                <c:pt idx="8896">
                  <c:v>2.7853704750673773</c:v>
                </c:pt>
                <c:pt idx="8897">
                  <c:v>2.7853704750673773</c:v>
                </c:pt>
                <c:pt idx="8898">
                  <c:v>2.7853704750673773</c:v>
                </c:pt>
                <c:pt idx="8899">
                  <c:v>2.7853704750673773</c:v>
                </c:pt>
                <c:pt idx="8900">
                  <c:v>2.7853704750673773</c:v>
                </c:pt>
                <c:pt idx="8901">
                  <c:v>2.7853704750673773</c:v>
                </c:pt>
                <c:pt idx="8902">
                  <c:v>2.7853704750673773</c:v>
                </c:pt>
                <c:pt idx="8903">
                  <c:v>2.7853704750673773</c:v>
                </c:pt>
                <c:pt idx="8904">
                  <c:v>2.7853704750673773</c:v>
                </c:pt>
                <c:pt idx="8905">
                  <c:v>2.7853704750673773</c:v>
                </c:pt>
                <c:pt idx="8906">
                  <c:v>2.7853704750673773</c:v>
                </c:pt>
                <c:pt idx="8907">
                  <c:v>2.7853704750673773</c:v>
                </c:pt>
                <c:pt idx="8908">
                  <c:v>2.7853704750673773</c:v>
                </c:pt>
                <c:pt idx="8909">
                  <c:v>2.7853704750673773</c:v>
                </c:pt>
                <c:pt idx="8910">
                  <c:v>2.7853704750673773</c:v>
                </c:pt>
                <c:pt idx="8911">
                  <c:v>2.7853704750673773</c:v>
                </c:pt>
                <c:pt idx="8912">
                  <c:v>2.7853704750673773</c:v>
                </c:pt>
                <c:pt idx="8913">
                  <c:v>2.7853704750673773</c:v>
                </c:pt>
                <c:pt idx="8914">
                  <c:v>2.7853704750673773</c:v>
                </c:pt>
                <c:pt idx="8915">
                  <c:v>2.7853704750673773</c:v>
                </c:pt>
                <c:pt idx="8916">
                  <c:v>2.7853704750673773</c:v>
                </c:pt>
                <c:pt idx="8917">
                  <c:v>2.7853704750673773</c:v>
                </c:pt>
                <c:pt idx="8918">
                  <c:v>2.7853704750673773</c:v>
                </c:pt>
                <c:pt idx="8919">
                  <c:v>2.7853704750673773</c:v>
                </c:pt>
                <c:pt idx="8920">
                  <c:v>2.7853704750673773</c:v>
                </c:pt>
                <c:pt idx="8921">
                  <c:v>2.7853704750673773</c:v>
                </c:pt>
                <c:pt idx="8922">
                  <c:v>2.7853704750673773</c:v>
                </c:pt>
                <c:pt idx="8923">
                  <c:v>2.7853704750673773</c:v>
                </c:pt>
                <c:pt idx="8924">
                  <c:v>2.7853704750673773</c:v>
                </c:pt>
                <c:pt idx="8925">
                  <c:v>2.7853704750673773</c:v>
                </c:pt>
                <c:pt idx="8926">
                  <c:v>2.7853704750673773</c:v>
                </c:pt>
                <c:pt idx="8927">
                  <c:v>2.7853704750673773</c:v>
                </c:pt>
                <c:pt idx="8928">
                  <c:v>2.7853704750673773</c:v>
                </c:pt>
                <c:pt idx="8929">
                  <c:v>2.7853704750673773</c:v>
                </c:pt>
                <c:pt idx="8930">
                  <c:v>2.7853704750673773</c:v>
                </c:pt>
                <c:pt idx="8931">
                  <c:v>2.7853704750673773</c:v>
                </c:pt>
                <c:pt idx="8932">
                  <c:v>2.7853704750673773</c:v>
                </c:pt>
                <c:pt idx="8933">
                  <c:v>2.7853704750673773</c:v>
                </c:pt>
                <c:pt idx="8934">
                  <c:v>2.7853704750673773</c:v>
                </c:pt>
                <c:pt idx="8935">
                  <c:v>2.7853704750673773</c:v>
                </c:pt>
                <c:pt idx="8936">
                  <c:v>2.7853704750673773</c:v>
                </c:pt>
                <c:pt idx="8937">
                  <c:v>2.7853704750673773</c:v>
                </c:pt>
                <c:pt idx="8938">
                  <c:v>2.7853704750673773</c:v>
                </c:pt>
                <c:pt idx="8939">
                  <c:v>2.7853704750673773</c:v>
                </c:pt>
                <c:pt idx="8940">
                  <c:v>2.7853704750673773</c:v>
                </c:pt>
                <c:pt idx="8941">
                  <c:v>2.7853704750673773</c:v>
                </c:pt>
                <c:pt idx="8942">
                  <c:v>2.7853704750673773</c:v>
                </c:pt>
                <c:pt idx="8943">
                  <c:v>2.7853704750673773</c:v>
                </c:pt>
                <c:pt idx="8944">
                  <c:v>2.7853704750673773</c:v>
                </c:pt>
                <c:pt idx="8945">
                  <c:v>2.7853704750673773</c:v>
                </c:pt>
                <c:pt idx="8946">
                  <c:v>2.7853704750673773</c:v>
                </c:pt>
                <c:pt idx="8947">
                  <c:v>2.7853704750673773</c:v>
                </c:pt>
                <c:pt idx="8948">
                  <c:v>2.7853704750673773</c:v>
                </c:pt>
                <c:pt idx="8949">
                  <c:v>2.7853704750673773</c:v>
                </c:pt>
                <c:pt idx="8950">
                  <c:v>2.7853704750673773</c:v>
                </c:pt>
                <c:pt idx="8951">
                  <c:v>2.7853704750673773</c:v>
                </c:pt>
                <c:pt idx="8952">
                  <c:v>2.7853704750673773</c:v>
                </c:pt>
                <c:pt idx="8953">
                  <c:v>2.7853704750673773</c:v>
                </c:pt>
                <c:pt idx="8954">
                  <c:v>2.7853704750673773</c:v>
                </c:pt>
                <c:pt idx="8955">
                  <c:v>2.7853704750673773</c:v>
                </c:pt>
                <c:pt idx="8956">
                  <c:v>2.7853704750673773</c:v>
                </c:pt>
                <c:pt idx="8957">
                  <c:v>2.7853704750673773</c:v>
                </c:pt>
                <c:pt idx="8958">
                  <c:v>2.7853704750673773</c:v>
                </c:pt>
                <c:pt idx="8959">
                  <c:v>2.7853704750673773</c:v>
                </c:pt>
                <c:pt idx="8960">
                  <c:v>2.7853704750673773</c:v>
                </c:pt>
                <c:pt idx="8961">
                  <c:v>2.7853704750673773</c:v>
                </c:pt>
                <c:pt idx="8962">
                  <c:v>2.7853704750673773</c:v>
                </c:pt>
                <c:pt idx="8963">
                  <c:v>2.7853704750673773</c:v>
                </c:pt>
                <c:pt idx="8964">
                  <c:v>2.7853704750673773</c:v>
                </c:pt>
                <c:pt idx="8965">
                  <c:v>2.7853704750673773</c:v>
                </c:pt>
                <c:pt idx="8966">
                  <c:v>2.7853704750673773</c:v>
                </c:pt>
                <c:pt idx="8967">
                  <c:v>2.7853704750673773</c:v>
                </c:pt>
                <c:pt idx="8968">
                  <c:v>2.7853704750673773</c:v>
                </c:pt>
                <c:pt idx="8969">
                  <c:v>2.7853704750673773</c:v>
                </c:pt>
                <c:pt idx="8970">
                  <c:v>2.7853704750673773</c:v>
                </c:pt>
                <c:pt idx="8971">
                  <c:v>2.7853704750673773</c:v>
                </c:pt>
                <c:pt idx="8972">
                  <c:v>2.7853704750673773</c:v>
                </c:pt>
                <c:pt idx="8973">
                  <c:v>2.7853704750673773</c:v>
                </c:pt>
                <c:pt idx="8974">
                  <c:v>2.7853704750673773</c:v>
                </c:pt>
                <c:pt idx="8975">
                  <c:v>2.7853704750673773</c:v>
                </c:pt>
                <c:pt idx="8976">
                  <c:v>2.7853704750673773</c:v>
                </c:pt>
                <c:pt idx="8977">
                  <c:v>2.7853704750673773</c:v>
                </c:pt>
                <c:pt idx="8978">
                  <c:v>2.7853704750673773</c:v>
                </c:pt>
                <c:pt idx="8979">
                  <c:v>2.7853704750673773</c:v>
                </c:pt>
                <c:pt idx="8980">
                  <c:v>2.7853704750673773</c:v>
                </c:pt>
                <c:pt idx="8981">
                  <c:v>2.7853704750673773</c:v>
                </c:pt>
                <c:pt idx="8982">
                  <c:v>2.7853704750673773</c:v>
                </c:pt>
                <c:pt idx="8983">
                  <c:v>2.7853704750673773</c:v>
                </c:pt>
                <c:pt idx="8984">
                  <c:v>2.7853704750673773</c:v>
                </c:pt>
                <c:pt idx="8985">
                  <c:v>2.7853704750673773</c:v>
                </c:pt>
                <c:pt idx="8986">
                  <c:v>2.7853704750673773</c:v>
                </c:pt>
                <c:pt idx="8987">
                  <c:v>2.7853704750673773</c:v>
                </c:pt>
                <c:pt idx="8988">
                  <c:v>2.7853704750673773</c:v>
                </c:pt>
                <c:pt idx="8989">
                  <c:v>2.7853704750673773</c:v>
                </c:pt>
                <c:pt idx="8990">
                  <c:v>2.7853704750673773</c:v>
                </c:pt>
                <c:pt idx="8991">
                  <c:v>2.7853704750673773</c:v>
                </c:pt>
                <c:pt idx="8992">
                  <c:v>2.7853704750673773</c:v>
                </c:pt>
                <c:pt idx="8993">
                  <c:v>2.7853704750673773</c:v>
                </c:pt>
                <c:pt idx="8994">
                  <c:v>2.7853704750673773</c:v>
                </c:pt>
                <c:pt idx="8995">
                  <c:v>2.7853704750673773</c:v>
                </c:pt>
                <c:pt idx="8996">
                  <c:v>2.7853704750673773</c:v>
                </c:pt>
                <c:pt idx="8997">
                  <c:v>2.7853704750673773</c:v>
                </c:pt>
                <c:pt idx="8998">
                  <c:v>2.7853704750673773</c:v>
                </c:pt>
                <c:pt idx="8999">
                  <c:v>2.7853704750673773</c:v>
                </c:pt>
                <c:pt idx="9000">
                  <c:v>2.7853704750673773</c:v>
                </c:pt>
                <c:pt idx="9001">
                  <c:v>2.7853704750673773</c:v>
                </c:pt>
                <c:pt idx="9002">
                  <c:v>2.7853704750673773</c:v>
                </c:pt>
                <c:pt idx="9003">
                  <c:v>2.7853704750673773</c:v>
                </c:pt>
                <c:pt idx="9004">
                  <c:v>2.7853704750673773</c:v>
                </c:pt>
                <c:pt idx="9005">
                  <c:v>2.7853704750673773</c:v>
                </c:pt>
                <c:pt idx="9006">
                  <c:v>2.7853704750673773</c:v>
                </c:pt>
                <c:pt idx="9007">
                  <c:v>2.7853704750673773</c:v>
                </c:pt>
                <c:pt idx="9008">
                  <c:v>2.7853704750673773</c:v>
                </c:pt>
                <c:pt idx="9009">
                  <c:v>2.7853704750673773</c:v>
                </c:pt>
                <c:pt idx="9010">
                  <c:v>2.7853704750673773</c:v>
                </c:pt>
                <c:pt idx="9011">
                  <c:v>2.7853704750673773</c:v>
                </c:pt>
                <c:pt idx="9012">
                  <c:v>2.7853704750673773</c:v>
                </c:pt>
                <c:pt idx="9013">
                  <c:v>2.7853704750673773</c:v>
                </c:pt>
                <c:pt idx="9014">
                  <c:v>2.7853704750673773</c:v>
                </c:pt>
                <c:pt idx="9015">
                  <c:v>2.7853704750673773</c:v>
                </c:pt>
                <c:pt idx="9016">
                  <c:v>2.7853704750673773</c:v>
                </c:pt>
                <c:pt idx="9017">
                  <c:v>2.7853704750673773</c:v>
                </c:pt>
                <c:pt idx="9018">
                  <c:v>2.7853704750673773</c:v>
                </c:pt>
                <c:pt idx="9019">
                  <c:v>2.7853704750673773</c:v>
                </c:pt>
                <c:pt idx="9020">
                  <c:v>2.7853704750673773</c:v>
                </c:pt>
                <c:pt idx="9021">
                  <c:v>2.7853704750673773</c:v>
                </c:pt>
                <c:pt idx="9022">
                  <c:v>2.7853704750673773</c:v>
                </c:pt>
                <c:pt idx="9023">
                  <c:v>2.7853704750673773</c:v>
                </c:pt>
                <c:pt idx="9024">
                  <c:v>2.7853704750673773</c:v>
                </c:pt>
                <c:pt idx="9025">
                  <c:v>2.7853704750673773</c:v>
                </c:pt>
                <c:pt idx="9026">
                  <c:v>2.7853704750673773</c:v>
                </c:pt>
                <c:pt idx="9027">
                  <c:v>2.7853704750673773</c:v>
                </c:pt>
                <c:pt idx="9028">
                  <c:v>2.7853704750673773</c:v>
                </c:pt>
                <c:pt idx="9029">
                  <c:v>2.7853704750673773</c:v>
                </c:pt>
                <c:pt idx="9030">
                  <c:v>2.7853704750673773</c:v>
                </c:pt>
                <c:pt idx="9031">
                  <c:v>2.7853704750673773</c:v>
                </c:pt>
                <c:pt idx="9032">
                  <c:v>2.7853704750673773</c:v>
                </c:pt>
                <c:pt idx="9033">
                  <c:v>2.7853704750673773</c:v>
                </c:pt>
                <c:pt idx="9034">
                  <c:v>2.7853704750673773</c:v>
                </c:pt>
                <c:pt idx="9035">
                  <c:v>2.7853704750673773</c:v>
                </c:pt>
                <c:pt idx="9036">
                  <c:v>2.7853704750673773</c:v>
                </c:pt>
                <c:pt idx="9037">
                  <c:v>2.7853704750673773</c:v>
                </c:pt>
                <c:pt idx="9038">
                  <c:v>2.7853704750673773</c:v>
                </c:pt>
                <c:pt idx="9039">
                  <c:v>2.7853704750673773</c:v>
                </c:pt>
                <c:pt idx="9040">
                  <c:v>2.7853704750673773</c:v>
                </c:pt>
                <c:pt idx="9041">
                  <c:v>2.7853704750673773</c:v>
                </c:pt>
                <c:pt idx="9042">
                  <c:v>2.7853704750673773</c:v>
                </c:pt>
                <c:pt idx="9043">
                  <c:v>2.7853704750673773</c:v>
                </c:pt>
                <c:pt idx="9044">
                  <c:v>2.7853704750673773</c:v>
                </c:pt>
                <c:pt idx="9045">
                  <c:v>2.7853704750673773</c:v>
                </c:pt>
                <c:pt idx="9046">
                  <c:v>2.7853704750673773</c:v>
                </c:pt>
                <c:pt idx="9047">
                  <c:v>2.7853704750673773</c:v>
                </c:pt>
                <c:pt idx="9048">
                  <c:v>2.7853704750673773</c:v>
                </c:pt>
                <c:pt idx="9049">
                  <c:v>2.7853704750673773</c:v>
                </c:pt>
                <c:pt idx="9050">
                  <c:v>2.7853704750673773</c:v>
                </c:pt>
                <c:pt idx="9051">
                  <c:v>2.7853704750673773</c:v>
                </c:pt>
                <c:pt idx="9052">
                  <c:v>2.7853704750673773</c:v>
                </c:pt>
                <c:pt idx="9053">
                  <c:v>2.7853704750673773</c:v>
                </c:pt>
                <c:pt idx="9054">
                  <c:v>2.7853704750673773</c:v>
                </c:pt>
                <c:pt idx="9055">
                  <c:v>2.7853704750673773</c:v>
                </c:pt>
                <c:pt idx="9056">
                  <c:v>2.7853704750673773</c:v>
                </c:pt>
                <c:pt idx="9057">
                  <c:v>2.7853704750673773</c:v>
                </c:pt>
                <c:pt idx="9058">
                  <c:v>2.7853704750673773</c:v>
                </c:pt>
                <c:pt idx="9059">
                  <c:v>2.7853704750673773</c:v>
                </c:pt>
                <c:pt idx="9060">
                  <c:v>2.7853704750673773</c:v>
                </c:pt>
                <c:pt idx="9061">
                  <c:v>2.7853704750673773</c:v>
                </c:pt>
                <c:pt idx="9062">
                  <c:v>2.7853704750673773</c:v>
                </c:pt>
                <c:pt idx="9063">
                  <c:v>2.7853704750673773</c:v>
                </c:pt>
                <c:pt idx="9064">
                  <c:v>2.7853704750673773</c:v>
                </c:pt>
                <c:pt idx="9065">
                  <c:v>2.7853704750673773</c:v>
                </c:pt>
                <c:pt idx="9066">
                  <c:v>2.7853704750673773</c:v>
                </c:pt>
                <c:pt idx="9067">
                  <c:v>2.7853704750673773</c:v>
                </c:pt>
                <c:pt idx="9068">
                  <c:v>2.7853704750673773</c:v>
                </c:pt>
                <c:pt idx="9069">
                  <c:v>2.7853704750673773</c:v>
                </c:pt>
                <c:pt idx="9070">
                  <c:v>2.7853704750673773</c:v>
                </c:pt>
                <c:pt idx="9071">
                  <c:v>2.7853704750673773</c:v>
                </c:pt>
                <c:pt idx="9072">
                  <c:v>2.7853704750673773</c:v>
                </c:pt>
                <c:pt idx="9073">
                  <c:v>2.7853704750673773</c:v>
                </c:pt>
                <c:pt idx="9074">
                  <c:v>2.7853704750673773</c:v>
                </c:pt>
                <c:pt idx="9075">
                  <c:v>2.7853704750673773</c:v>
                </c:pt>
                <c:pt idx="9076">
                  <c:v>2.7853704750673773</c:v>
                </c:pt>
                <c:pt idx="9077">
                  <c:v>2.7853704750673773</c:v>
                </c:pt>
                <c:pt idx="9078">
                  <c:v>2.7853704750673773</c:v>
                </c:pt>
                <c:pt idx="9079">
                  <c:v>2.7853704750673773</c:v>
                </c:pt>
                <c:pt idx="9080">
                  <c:v>2.7853704750673773</c:v>
                </c:pt>
                <c:pt idx="9081">
                  <c:v>2.7853704750673773</c:v>
                </c:pt>
                <c:pt idx="9082">
                  <c:v>2.7853704750673773</c:v>
                </c:pt>
                <c:pt idx="9083">
                  <c:v>2.7853704750673773</c:v>
                </c:pt>
                <c:pt idx="9084">
                  <c:v>2.7853704750673773</c:v>
                </c:pt>
                <c:pt idx="9085">
                  <c:v>2.7853704750673773</c:v>
                </c:pt>
                <c:pt idx="9086">
                  <c:v>2.7853704750673773</c:v>
                </c:pt>
                <c:pt idx="9087">
                  <c:v>2.7853704750673773</c:v>
                </c:pt>
                <c:pt idx="9088">
                  <c:v>2.7853704750673773</c:v>
                </c:pt>
                <c:pt idx="9089">
                  <c:v>2.7853704750673773</c:v>
                </c:pt>
                <c:pt idx="9090">
                  <c:v>2.7853704750673773</c:v>
                </c:pt>
                <c:pt idx="9091">
                  <c:v>2.7853704750673773</c:v>
                </c:pt>
                <c:pt idx="9092">
                  <c:v>2.7853704750673773</c:v>
                </c:pt>
                <c:pt idx="9093">
                  <c:v>2.7853704750673773</c:v>
                </c:pt>
                <c:pt idx="9094">
                  <c:v>2.7853704750673773</c:v>
                </c:pt>
                <c:pt idx="9095">
                  <c:v>2.7853704750673773</c:v>
                </c:pt>
                <c:pt idx="9096">
                  <c:v>2.7853704750673773</c:v>
                </c:pt>
                <c:pt idx="9097">
                  <c:v>2.7853704750673773</c:v>
                </c:pt>
                <c:pt idx="9098">
                  <c:v>2.7853704750673773</c:v>
                </c:pt>
                <c:pt idx="9099">
                  <c:v>2.7853704750673773</c:v>
                </c:pt>
                <c:pt idx="9100">
                  <c:v>2.7853704750673773</c:v>
                </c:pt>
                <c:pt idx="9101">
                  <c:v>2.7853704750673773</c:v>
                </c:pt>
                <c:pt idx="9102">
                  <c:v>2.7853704750673773</c:v>
                </c:pt>
                <c:pt idx="9103">
                  <c:v>2.7853704750673773</c:v>
                </c:pt>
                <c:pt idx="9104">
                  <c:v>2.7853704750673773</c:v>
                </c:pt>
                <c:pt idx="9105">
                  <c:v>2.7853704750673773</c:v>
                </c:pt>
                <c:pt idx="9106">
                  <c:v>2.7853704750673773</c:v>
                </c:pt>
                <c:pt idx="9107">
                  <c:v>2.7853704750673773</c:v>
                </c:pt>
                <c:pt idx="9108">
                  <c:v>2.7853704750673773</c:v>
                </c:pt>
                <c:pt idx="9109">
                  <c:v>2.7853704750673773</c:v>
                </c:pt>
                <c:pt idx="9110">
                  <c:v>2.7853704750673773</c:v>
                </c:pt>
                <c:pt idx="9111">
                  <c:v>2.7853704750673773</c:v>
                </c:pt>
                <c:pt idx="9112">
                  <c:v>2.7853704750673773</c:v>
                </c:pt>
                <c:pt idx="9113">
                  <c:v>2.7853704750673773</c:v>
                </c:pt>
                <c:pt idx="9114">
                  <c:v>2.7853704750673773</c:v>
                </c:pt>
                <c:pt idx="9115">
                  <c:v>2.7853704750673773</c:v>
                </c:pt>
                <c:pt idx="9116">
                  <c:v>2.7853704750673773</c:v>
                </c:pt>
                <c:pt idx="9117">
                  <c:v>2.7853704750673773</c:v>
                </c:pt>
                <c:pt idx="9118">
                  <c:v>2.7853704750673773</c:v>
                </c:pt>
                <c:pt idx="9119">
                  <c:v>2.7853704750673773</c:v>
                </c:pt>
                <c:pt idx="9120">
                  <c:v>2.7853704750673773</c:v>
                </c:pt>
                <c:pt idx="9121">
                  <c:v>2.7853704750673773</c:v>
                </c:pt>
                <c:pt idx="9122">
                  <c:v>2.7853704750673773</c:v>
                </c:pt>
                <c:pt idx="9123">
                  <c:v>2.7853704750673773</c:v>
                </c:pt>
                <c:pt idx="9124">
                  <c:v>2.7853704750673773</c:v>
                </c:pt>
                <c:pt idx="9125">
                  <c:v>2.7853704750673773</c:v>
                </c:pt>
                <c:pt idx="9126">
                  <c:v>2.7853704750673773</c:v>
                </c:pt>
                <c:pt idx="9127">
                  <c:v>2.7853704750673773</c:v>
                </c:pt>
                <c:pt idx="9128">
                  <c:v>2.7853704750673773</c:v>
                </c:pt>
                <c:pt idx="9129">
                  <c:v>2.7853704750673773</c:v>
                </c:pt>
                <c:pt idx="9130">
                  <c:v>2.7853704750673773</c:v>
                </c:pt>
                <c:pt idx="9131">
                  <c:v>2.7853704750673773</c:v>
                </c:pt>
                <c:pt idx="9132">
                  <c:v>2.7853704750673773</c:v>
                </c:pt>
                <c:pt idx="9133">
                  <c:v>2.7853704750673773</c:v>
                </c:pt>
                <c:pt idx="9134">
                  <c:v>2.7853704750673773</c:v>
                </c:pt>
                <c:pt idx="9135">
                  <c:v>2.7853704750673773</c:v>
                </c:pt>
                <c:pt idx="9136">
                  <c:v>2.7853704750673773</c:v>
                </c:pt>
                <c:pt idx="9137">
                  <c:v>2.7853704750673773</c:v>
                </c:pt>
                <c:pt idx="9138">
                  <c:v>2.7853704750673773</c:v>
                </c:pt>
                <c:pt idx="9139">
                  <c:v>2.7853704750673773</c:v>
                </c:pt>
                <c:pt idx="9140">
                  <c:v>2.7853704750673773</c:v>
                </c:pt>
                <c:pt idx="9141">
                  <c:v>2.7853704750673773</c:v>
                </c:pt>
                <c:pt idx="9142">
                  <c:v>2.7853704750673773</c:v>
                </c:pt>
                <c:pt idx="9143">
                  <c:v>2.7853704750673773</c:v>
                </c:pt>
                <c:pt idx="9144">
                  <c:v>2.7853704750673773</c:v>
                </c:pt>
                <c:pt idx="9145">
                  <c:v>2.7853704750673773</c:v>
                </c:pt>
                <c:pt idx="9146">
                  <c:v>2.7853704750673773</c:v>
                </c:pt>
                <c:pt idx="9147">
                  <c:v>2.7853704750673773</c:v>
                </c:pt>
                <c:pt idx="9148">
                  <c:v>2.7853704750673773</c:v>
                </c:pt>
                <c:pt idx="9149">
                  <c:v>2.7853704750673773</c:v>
                </c:pt>
                <c:pt idx="9150">
                  <c:v>2.7853704750673773</c:v>
                </c:pt>
                <c:pt idx="9151">
                  <c:v>2.7853704750673773</c:v>
                </c:pt>
                <c:pt idx="9152">
                  <c:v>2.7853704750673773</c:v>
                </c:pt>
                <c:pt idx="9153">
                  <c:v>2.7853704750673773</c:v>
                </c:pt>
                <c:pt idx="9154">
                  <c:v>2.7853704750673773</c:v>
                </c:pt>
                <c:pt idx="9155">
                  <c:v>2.7853704750673773</c:v>
                </c:pt>
                <c:pt idx="9156">
                  <c:v>2.7853704750673773</c:v>
                </c:pt>
                <c:pt idx="9157">
                  <c:v>2.7853704750673773</c:v>
                </c:pt>
                <c:pt idx="9158">
                  <c:v>2.7853704750673773</c:v>
                </c:pt>
                <c:pt idx="9159">
                  <c:v>2.7853704750673773</c:v>
                </c:pt>
                <c:pt idx="9160">
                  <c:v>2.7853704750673773</c:v>
                </c:pt>
                <c:pt idx="9161">
                  <c:v>2.7853704750673773</c:v>
                </c:pt>
                <c:pt idx="9162">
                  <c:v>2.7853704750673773</c:v>
                </c:pt>
                <c:pt idx="9163">
                  <c:v>2.7853704750673773</c:v>
                </c:pt>
                <c:pt idx="9164">
                  <c:v>2.7853704750673773</c:v>
                </c:pt>
                <c:pt idx="9165">
                  <c:v>2.7853704750673773</c:v>
                </c:pt>
                <c:pt idx="9166">
                  <c:v>2.7853704750673773</c:v>
                </c:pt>
                <c:pt idx="9167">
                  <c:v>2.7853704750673773</c:v>
                </c:pt>
                <c:pt idx="9168">
                  <c:v>2.7853704750673773</c:v>
                </c:pt>
                <c:pt idx="9169">
                  <c:v>2.7853704750673773</c:v>
                </c:pt>
                <c:pt idx="9170">
                  <c:v>2.7853704750673773</c:v>
                </c:pt>
                <c:pt idx="9171">
                  <c:v>2.7853704750673773</c:v>
                </c:pt>
                <c:pt idx="9172">
                  <c:v>2.7853704750673773</c:v>
                </c:pt>
                <c:pt idx="9173">
                  <c:v>2.7853704750673773</c:v>
                </c:pt>
                <c:pt idx="9174">
                  <c:v>2.7853704750673773</c:v>
                </c:pt>
                <c:pt idx="9175">
                  <c:v>2.7853704750673773</c:v>
                </c:pt>
                <c:pt idx="9176">
                  <c:v>2.7853704750673773</c:v>
                </c:pt>
                <c:pt idx="9177">
                  <c:v>2.7853704750673773</c:v>
                </c:pt>
                <c:pt idx="9178">
                  <c:v>2.7853704750673773</c:v>
                </c:pt>
                <c:pt idx="9179">
                  <c:v>2.7853704750673773</c:v>
                </c:pt>
                <c:pt idx="9180">
                  <c:v>2.7853704750673773</c:v>
                </c:pt>
                <c:pt idx="9181">
                  <c:v>2.7853704750673773</c:v>
                </c:pt>
                <c:pt idx="9182">
                  <c:v>2.7853704750673773</c:v>
                </c:pt>
                <c:pt idx="9183">
                  <c:v>2.7853704750673773</c:v>
                </c:pt>
                <c:pt idx="9184">
                  <c:v>2.7853704750673773</c:v>
                </c:pt>
                <c:pt idx="9185">
                  <c:v>2.7853704750673773</c:v>
                </c:pt>
                <c:pt idx="9186">
                  <c:v>2.7853704750673773</c:v>
                </c:pt>
                <c:pt idx="9187">
                  <c:v>2.7853704750673773</c:v>
                </c:pt>
                <c:pt idx="9188">
                  <c:v>2.7853704750673773</c:v>
                </c:pt>
                <c:pt idx="9189">
                  <c:v>2.7853704750673773</c:v>
                </c:pt>
                <c:pt idx="9190">
                  <c:v>2.7853704750673773</c:v>
                </c:pt>
                <c:pt idx="9191">
                  <c:v>2.7853704750673773</c:v>
                </c:pt>
                <c:pt idx="9192">
                  <c:v>2.7853704750673773</c:v>
                </c:pt>
                <c:pt idx="9193">
                  <c:v>2.7853704750673773</c:v>
                </c:pt>
                <c:pt idx="9194">
                  <c:v>2.7853704750673773</c:v>
                </c:pt>
                <c:pt idx="9195">
                  <c:v>2.7853704750673773</c:v>
                </c:pt>
                <c:pt idx="9196">
                  <c:v>2.7853704750673773</c:v>
                </c:pt>
                <c:pt idx="9197">
                  <c:v>2.7853704750673773</c:v>
                </c:pt>
                <c:pt idx="9198">
                  <c:v>2.7853704750673773</c:v>
                </c:pt>
                <c:pt idx="9199">
                  <c:v>2.7853704750673773</c:v>
                </c:pt>
                <c:pt idx="9200">
                  <c:v>2.7853704750673773</c:v>
                </c:pt>
                <c:pt idx="9201">
                  <c:v>2.7853704750673773</c:v>
                </c:pt>
                <c:pt idx="9202">
                  <c:v>2.7853704750673773</c:v>
                </c:pt>
                <c:pt idx="9203">
                  <c:v>2.7853704750673773</c:v>
                </c:pt>
                <c:pt idx="9204">
                  <c:v>2.7853704750673773</c:v>
                </c:pt>
                <c:pt idx="9205">
                  <c:v>2.7853704750673773</c:v>
                </c:pt>
                <c:pt idx="9206">
                  <c:v>2.7853704750673773</c:v>
                </c:pt>
                <c:pt idx="9207">
                  <c:v>2.7853704750673773</c:v>
                </c:pt>
                <c:pt idx="9208">
                  <c:v>2.7853704750673773</c:v>
                </c:pt>
                <c:pt idx="9209">
                  <c:v>2.7853704750673773</c:v>
                </c:pt>
                <c:pt idx="9210">
                  <c:v>2.7853704750673773</c:v>
                </c:pt>
                <c:pt idx="9211">
                  <c:v>2.7853704750673773</c:v>
                </c:pt>
                <c:pt idx="9212">
                  <c:v>2.7853704750673773</c:v>
                </c:pt>
                <c:pt idx="9213">
                  <c:v>2.7853704750673773</c:v>
                </c:pt>
                <c:pt idx="9214">
                  <c:v>2.7853704750673773</c:v>
                </c:pt>
                <c:pt idx="9215">
                  <c:v>2.7853704750673773</c:v>
                </c:pt>
                <c:pt idx="9216">
                  <c:v>2.7853704750673773</c:v>
                </c:pt>
                <c:pt idx="9217">
                  <c:v>2.7853704750673773</c:v>
                </c:pt>
                <c:pt idx="9218">
                  <c:v>2.7853704750673773</c:v>
                </c:pt>
                <c:pt idx="9219">
                  <c:v>2.7853704750673773</c:v>
                </c:pt>
                <c:pt idx="9220">
                  <c:v>2.7853704750673773</c:v>
                </c:pt>
                <c:pt idx="9221">
                  <c:v>2.7853704750673773</c:v>
                </c:pt>
                <c:pt idx="9222">
                  <c:v>2.7853704750673773</c:v>
                </c:pt>
                <c:pt idx="9223">
                  <c:v>2.7853704750673773</c:v>
                </c:pt>
                <c:pt idx="9224">
                  <c:v>2.7853704750673773</c:v>
                </c:pt>
                <c:pt idx="9225">
                  <c:v>2.7853704750673773</c:v>
                </c:pt>
                <c:pt idx="9226">
                  <c:v>2.7853704750673773</c:v>
                </c:pt>
                <c:pt idx="9227">
                  <c:v>2.7853704750673773</c:v>
                </c:pt>
                <c:pt idx="9228">
                  <c:v>2.7853704750673773</c:v>
                </c:pt>
                <c:pt idx="9229">
                  <c:v>2.7853704750673773</c:v>
                </c:pt>
                <c:pt idx="9230">
                  <c:v>2.7853704750673773</c:v>
                </c:pt>
                <c:pt idx="9231">
                  <c:v>2.7853704750673773</c:v>
                </c:pt>
                <c:pt idx="9232">
                  <c:v>2.7853704750673773</c:v>
                </c:pt>
                <c:pt idx="9233">
                  <c:v>2.7853704750673773</c:v>
                </c:pt>
                <c:pt idx="9234">
                  <c:v>2.7853704750673773</c:v>
                </c:pt>
                <c:pt idx="9235">
                  <c:v>2.7853704750673773</c:v>
                </c:pt>
                <c:pt idx="9236">
                  <c:v>2.7853704750673773</c:v>
                </c:pt>
                <c:pt idx="9237">
                  <c:v>2.7853704750673773</c:v>
                </c:pt>
                <c:pt idx="9238">
                  <c:v>2.7853704750673773</c:v>
                </c:pt>
                <c:pt idx="9239">
                  <c:v>2.7853704750673773</c:v>
                </c:pt>
                <c:pt idx="9240">
                  <c:v>2.7853704750673773</c:v>
                </c:pt>
                <c:pt idx="9241">
                  <c:v>2.7853704750673773</c:v>
                </c:pt>
                <c:pt idx="9242">
                  <c:v>2.7853704750673773</c:v>
                </c:pt>
                <c:pt idx="9243">
                  <c:v>2.7853704750673773</c:v>
                </c:pt>
                <c:pt idx="9244">
                  <c:v>2.7853704750673773</c:v>
                </c:pt>
                <c:pt idx="9245">
                  <c:v>2.7853704750673773</c:v>
                </c:pt>
                <c:pt idx="9246">
                  <c:v>2.7853704750673773</c:v>
                </c:pt>
                <c:pt idx="9247">
                  <c:v>2.7853704750673773</c:v>
                </c:pt>
                <c:pt idx="9248">
                  <c:v>2.7853704750673773</c:v>
                </c:pt>
                <c:pt idx="9249">
                  <c:v>2.7853704750673773</c:v>
                </c:pt>
                <c:pt idx="9250">
                  <c:v>2.7853704750673773</c:v>
                </c:pt>
                <c:pt idx="9251">
                  <c:v>2.7853704750673773</c:v>
                </c:pt>
                <c:pt idx="9252">
                  <c:v>2.7853704750673773</c:v>
                </c:pt>
                <c:pt idx="9253">
                  <c:v>2.7853704750673773</c:v>
                </c:pt>
                <c:pt idx="9254">
                  <c:v>2.7853704750673773</c:v>
                </c:pt>
                <c:pt idx="9255">
                  <c:v>2.7853704750673773</c:v>
                </c:pt>
                <c:pt idx="9256">
                  <c:v>2.7853704750673773</c:v>
                </c:pt>
                <c:pt idx="9257">
                  <c:v>2.7853704750673773</c:v>
                </c:pt>
                <c:pt idx="9258">
                  <c:v>2.7853704750673773</c:v>
                </c:pt>
                <c:pt idx="9259">
                  <c:v>2.7853704750673773</c:v>
                </c:pt>
                <c:pt idx="9260">
                  <c:v>2.7853704750673773</c:v>
                </c:pt>
                <c:pt idx="9261">
                  <c:v>2.7853704750673773</c:v>
                </c:pt>
                <c:pt idx="9262">
                  <c:v>2.7853704750673773</c:v>
                </c:pt>
                <c:pt idx="9263">
                  <c:v>2.7853704750673773</c:v>
                </c:pt>
                <c:pt idx="9264">
                  <c:v>2.7853704750673773</c:v>
                </c:pt>
                <c:pt idx="9265">
                  <c:v>2.7853704750673773</c:v>
                </c:pt>
                <c:pt idx="9266">
                  <c:v>2.7853704750673773</c:v>
                </c:pt>
                <c:pt idx="9267">
                  <c:v>2.7853704750673773</c:v>
                </c:pt>
                <c:pt idx="9268">
                  <c:v>2.7853704750673773</c:v>
                </c:pt>
                <c:pt idx="9269">
                  <c:v>2.7853704750673773</c:v>
                </c:pt>
                <c:pt idx="9270">
                  <c:v>2.7853704750673773</c:v>
                </c:pt>
                <c:pt idx="9271">
                  <c:v>2.7853704750673773</c:v>
                </c:pt>
                <c:pt idx="9272">
                  <c:v>2.7853704750673773</c:v>
                </c:pt>
                <c:pt idx="9273">
                  <c:v>2.7853704750673773</c:v>
                </c:pt>
                <c:pt idx="9274">
                  <c:v>2.7853704750673773</c:v>
                </c:pt>
                <c:pt idx="9275">
                  <c:v>2.7853704750673773</c:v>
                </c:pt>
                <c:pt idx="9276">
                  <c:v>2.7853704750673773</c:v>
                </c:pt>
                <c:pt idx="9277">
                  <c:v>2.7853704750673773</c:v>
                </c:pt>
                <c:pt idx="9278">
                  <c:v>2.7853704750673773</c:v>
                </c:pt>
                <c:pt idx="9279">
                  <c:v>2.7853704750673773</c:v>
                </c:pt>
                <c:pt idx="9280">
                  <c:v>2.7853704750673773</c:v>
                </c:pt>
                <c:pt idx="9281">
                  <c:v>2.7853704750673773</c:v>
                </c:pt>
                <c:pt idx="9282">
                  <c:v>2.7853704750673773</c:v>
                </c:pt>
                <c:pt idx="9283">
                  <c:v>2.7853704750673773</c:v>
                </c:pt>
                <c:pt idx="9284">
                  <c:v>2.7853704750673773</c:v>
                </c:pt>
                <c:pt idx="9285">
                  <c:v>2.7853704750673773</c:v>
                </c:pt>
                <c:pt idx="9286">
                  <c:v>2.7853704750673773</c:v>
                </c:pt>
                <c:pt idx="9287">
                  <c:v>2.7853704750673773</c:v>
                </c:pt>
                <c:pt idx="9288">
                  <c:v>2.7853704750673773</c:v>
                </c:pt>
                <c:pt idx="9289">
                  <c:v>2.7853704750673773</c:v>
                </c:pt>
                <c:pt idx="9290">
                  <c:v>2.7853704750673773</c:v>
                </c:pt>
                <c:pt idx="9291">
                  <c:v>2.7853704750673773</c:v>
                </c:pt>
                <c:pt idx="9292">
                  <c:v>2.7853704750673773</c:v>
                </c:pt>
                <c:pt idx="9293">
                  <c:v>2.7853704750673773</c:v>
                </c:pt>
                <c:pt idx="9294">
                  <c:v>2.7853704750673773</c:v>
                </c:pt>
                <c:pt idx="9295">
                  <c:v>2.7853704750673773</c:v>
                </c:pt>
                <c:pt idx="9296">
                  <c:v>2.7853704750673773</c:v>
                </c:pt>
                <c:pt idx="9297">
                  <c:v>2.7853704750673773</c:v>
                </c:pt>
                <c:pt idx="9298">
                  <c:v>2.7853704750673773</c:v>
                </c:pt>
                <c:pt idx="9299">
                  <c:v>2.7853704750673773</c:v>
                </c:pt>
                <c:pt idx="9300">
                  <c:v>2.7853704750673773</c:v>
                </c:pt>
                <c:pt idx="9301">
                  <c:v>2.7853704750673773</c:v>
                </c:pt>
                <c:pt idx="9302">
                  <c:v>2.7853704750673773</c:v>
                </c:pt>
                <c:pt idx="9303">
                  <c:v>2.7853704750673773</c:v>
                </c:pt>
                <c:pt idx="9304">
                  <c:v>2.7853704750673773</c:v>
                </c:pt>
                <c:pt idx="9305">
                  <c:v>2.7853704750673773</c:v>
                </c:pt>
                <c:pt idx="9306">
                  <c:v>2.7853704750673773</c:v>
                </c:pt>
                <c:pt idx="9307">
                  <c:v>2.7853704750673773</c:v>
                </c:pt>
                <c:pt idx="9308">
                  <c:v>2.7853704750673773</c:v>
                </c:pt>
                <c:pt idx="9309">
                  <c:v>2.7853704750673773</c:v>
                </c:pt>
                <c:pt idx="9310">
                  <c:v>2.7853704750673773</c:v>
                </c:pt>
                <c:pt idx="9311">
                  <c:v>2.7853704750673773</c:v>
                </c:pt>
                <c:pt idx="9312">
                  <c:v>2.7853704750673773</c:v>
                </c:pt>
                <c:pt idx="9313">
                  <c:v>2.7853704750673773</c:v>
                </c:pt>
                <c:pt idx="9314">
                  <c:v>2.7853704750673773</c:v>
                </c:pt>
                <c:pt idx="9315">
                  <c:v>2.7853704750673773</c:v>
                </c:pt>
                <c:pt idx="9316">
                  <c:v>2.7853704750673773</c:v>
                </c:pt>
                <c:pt idx="9317">
                  <c:v>2.7853704750673773</c:v>
                </c:pt>
                <c:pt idx="9318">
                  <c:v>2.7853704750673773</c:v>
                </c:pt>
                <c:pt idx="9319">
                  <c:v>2.7853704750673773</c:v>
                </c:pt>
                <c:pt idx="9320">
                  <c:v>2.7853704750673773</c:v>
                </c:pt>
                <c:pt idx="9321">
                  <c:v>2.7853704750673773</c:v>
                </c:pt>
                <c:pt idx="9322">
                  <c:v>2.7853704750673773</c:v>
                </c:pt>
                <c:pt idx="9323">
                  <c:v>2.7853704750673773</c:v>
                </c:pt>
                <c:pt idx="9324">
                  <c:v>2.7853704750673773</c:v>
                </c:pt>
                <c:pt idx="9325">
                  <c:v>2.7853704750673773</c:v>
                </c:pt>
                <c:pt idx="9326">
                  <c:v>2.7853704750673773</c:v>
                </c:pt>
                <c:pt idx="9327">
                  <c:v>2.7853704750673773</c:v>
                </c:pt>
                <c:pt idx="9328">
                  <c:v>2.7853704750673773</c:v>
                </c:pt>
                <c:pt idx="9329">
                  <c:v>2.7853704750673773</c:v>
                </c:pt>
                <c:pt idx="9330">
                  <c:v>2.7853704750673773</c:v>
                </c:pt>
                <c:pt idx="9331">
                  <c:v>2.7853704750673773</c:v>
                </c:pt>
                <c:pt idx="9332">
                  <c:v>2.7853704750673773</c:v>
                </c:pt>
                <c:pt idx="9333">
                  <c:v>2.7853704750673773</c:v>
                </c:pt>
                <c:pt idx="9334">
                  <c:v>2.7853704750673773</c:v>
                </c:pt>
                <c:pt idx="9335">
                  <c:v>2.7853704750673773</c:v>
                </c:pt>
                <c:pt idx="9336">
                  <c:v>2.7853704750673773</c:v>
                </c:pt>
                <c:pt idx="9337">
                  <c:v>2.7853704750673773</c:v>
                </c:pt>
                <c:pt idx="9338">
                  <c:v>2.7853704750673773</c:v>
                </c:pt>
                <c:pt idx="9339">
                  <c:v>2.7853704750673773</c:v>
                </c:pt>
                <c:pt idx="9340">
                  <c:v>2.7853704750673773</c:v>
                </c:pt>
                <c:pt idx="9341">
                  <c:v>2.7853704750673773</c:v>
                </c:pt>
                <c:pt idx="9342">
                  <c:v>2.7853704750673773</c:v>
                </c:pt>
                <c:pt idx="9343">
                  <c:v>2.7853704750673773</c:v>
                </c:pt>
                <c:pt idx="9344">
                  <c:v>2.7853704750673773</c:v>
                </c:pt>
                <c:pt idx="9345">
                  <c:v>2.7853704750673773</c:v>
                </c:pt>
                <c:pt idx="9346">
                  <c:v>2.7853704750673773</c:v>
                </c:pt>
                <c:pt idx="9347">
                  <c:v>2.7853704750673773</c:v>
                </c:pt>
                <c:pt idx="9348">
                  <c:v>2.7853704750673773</c:v>
                </c:pt>
                <c:pt idx="9349">
                  <c:v>2.7853704750673773</c:v>
                </c:pt>
                <c:pt idx="9350">
                  <c:v>2.7853704750673773</c:v>
                </c:pt>
                <c:pt idx="9351">
                  <c:v>2.7853704750673773</c:v>
                </c:pt>
                <c:pt idx="9352">
                  <c:v>2.7853704750673773</c:v>
                </c:pt>
                <c:pt idx="9353">
                  <c:v>2.7853704750673773</c:v>
                </c:pt>
                <c:pt idx="9354">
                  <c:v>2.7853704750673773</c:v>
                </c:pt>
                <c:pt idx="9355">
                  <c:v>2.7853704750673773</c:v>
                </c:pt>
                <c:pt idx="9356">
                  <c:v>2.7853704750673773</c:v>
                </c:pt>
                <c:pt idx="9357">
                  <c:v>2.7853704750673773</c:v>
                </c:pt>
                <c:pt idx="9358">
                  <c:v>2.7853704750673773</c:v>
                </c:pt>
                <c:pt idx="9359">
                  <c:v>2.7853704750673773</c:v>
                </c:pt>
                <c:pt idx="9360">
                  <c:v>2.7853704750673773</c:v>
                </c:pt>
                <c:pt idx="9361">
                  <c:v>2.7853704750673773</c:v>
                </c:pt>
                <c:pt idx="9362">
                  <c:v>2.7853704750673773</c:v>
                </c:pt>
                <c:pt idx="9363">
                  <c:v>2.7853704750673773</c:v>
                </c:pt>
                <c:pt idx="9364">
                  <c:v>2.7853704750673773</c:v>
                </c:pt>
                <c:pt idx="9365">
                  <c:v>2.7853704750673773</c:v>
                </c:pt>
                <c:pt idx="9366">
                  <c:v>2.7853704750673773</c:v>
                </c:pt>
                <c:pt idx="9367">
                  <c:v>2.7853704750673773</c:v>
                </c:pt>
                <c:pt idx="9368">
                  <c:v>2.7853704750673773</c:v>
                </c:pt>
                <c:pt idx="9369">
                  <c:v>2.7853704750673773</c:v>
                </c:pt>
                <c:pt idx="9370">
                  <c:v>2.7853704750673773</c:v>
                </c:pt>
                <c:pt idx="9371">
                  <c:v>2.7853704750673773</c:v>
                </c:pt>
                <c:pt idx="9372">
                  <c:v>2.7853704750673773</c:v>
                </c:pt>
                <c:pt idx="9373">
                  <c:v>2.7853704750673773</c:v>
                </c:pt>
                <c:pt idx="9374">
                  <c:v>2.7853704750673773</c:v>
                </c:pt>
                <c:pt idx="9375">
                  <c:v>2.7853704750673773</c:v>
                </c:pt>
                <c:pt idx="9376">
                  <c:v>2.7853704750673773</c:v>
                </c:pt>
                <c:pt idx="9377">
                  <c:v>2.7853704750673773</c:v>
                </c:pt>
                <c:pt idx="9378">
                  <c:v>2.7853704750673773</c:v>
                </c:pt>
                <c:pt idx="9379">
                  <c:v>2.7853704750673773</c:v>
                </c:pt>
                <c:pt idx="9380">
                  <c:v>2.7853704750673773</c:v>
                </c:pt>
                <c:pt idx="9381">
                  <c:v>2.7853704750673773</c:v>
                </c:pt>
                <c:pt idx="9382">
                  <c:v>2.7853704750673773</c:v>
                </c:pt>
                <c:pt idx="9383">
                  <c:v>2.7853704750673773</c:v>
                </c:pt>
                <c:pt idx="9384">
                  <c:v>2.7853704750673773</c:v>
                </c:pt>
                <c:pt idx="9385">
                  <c:v>2.7853704750673773</c:v>
                </c:pt>
                <c:pt idx="9386">
                  <c:v>2.7853704750673773</c:v>
                </c:pt>
                <c:pt idx="9387">
                  <c:v>2.7853704750673773</c:v>
                </c:pt>
                <c:pt idx="9388">
                  <c:v>2.7853704750673773</c:v>
                </c:pt>
                <c:pt idx="9389">
                  <c:v>2.7853704750673773</c:v>
                </c:pt>
                <c:pt idx="9390">
                  <c:v>2.7853704750673773</c:v>
                </c:pt>
                <c:pt idx="9391">
                  <c:v>2.7853704750673773</c:v>
                </c:pt>
                <c:pt idx="9392">
                  <c:v>2.7853704750673773</c:v>
                </c:pt>
                <c:pt idx="9393">
                  <c:v>2.7853704750673773</c:v>
                </c:pt>
                <c:pt idx="9394">
                  <c:v>2.7853704750673773</c:v>
                </c:pt>
                <c:pt idx="9395">
                  <c:v>2.7853704750673773</c:v>
                </c:pt>
                <c:pt idx="9396">
                  <c:v>2.7853704750673773</c:v>
                </c:pt>
                <c:pt idx="9397">
                  <c:v>2.7853704750673773</c:v>
                </c:pt>
                <c:pt idx="9398">
                  <c:v>2.7853704750673773</c:v>
                </c:pt>
                <c:pt idx="9399">
                  <c:v>2.7853704750673773</c:v>
                </c:pt>
                <c:pt idx="9400">
                  <c:v>2.7853704750673773</c:v>
                </c:pt>
                <c:pt idx="9401">
                  <c:v>2.7853704750673773</c:v>
                </c:pt>
                <c:pt idx="9402">
                  <c:v>2.7853704750673773</c:v>
                </c:pt>
                <c:pt idx="9403">
                  <c:v>2.7853704750673773</c:v>
                </c:pt>
                <c:pt idx="9404">
                  <c:v>2.7853704750673773</c:v>
                </c:pt>
                <c:pt idx="9405">
                  <c:v>2.7853704750673773</c:v>
                </c:pt>
                <c:pt idx="9406">
                  <c:v>2.7853704750673773</c:v>
                </c:pt>
                <c:pt idx="9407">
                  <c:v>2.7853704750673773</c:v>
                </c:pt>
                <c:pt idx="9408">
                  <c:v>2.7853704750673773</c:v>
                </c:pt>
                <c:pt idx="9409">
                  <c:v>2.7853704750673773</c:v>
                </c:pt>
                <c:pt idx="9410">
                  <c:v>2.7853704750673773</c:v>
                </c:pt>
                <c:pt idx="9411">
                  <c:v>2.7853704750673773</c:v>
                </c:pt>
                <c:pt idx="9412">
                  <c:v>2.7853704750673773</c:v>
                </c:pt>
                <c:pt idx="9413">
                  <c:v>2.7853704750673773</c:v>
                </c:pt>
                <c:pt idx="9414">
                  <c:v>2.7853704750673773</c:v>
                </c:pt>
                <c:pt idx="9415">
                  <c:v>2.7853704750673773</c:v>
                </c:pt>
                <c:pt idx="9416">
                  <c:v>2.7853704750673773</c:v>
                </c:pt>
                <c:pt idx="9417">
                  <c:v>2.7853704750673773</c:v>
                </c:pt>
                <c:pt idx="9418">
                  <c:v>2.7853704750673773</c:v>
                </c:pt>
                <c:pt idx="9419">
                  <c:v>2.7853704750673773</c:v>
                </c:pt>
                <c:pt idx="9420">
                  <c:v>2.7853704750673773</c:v>
                </c:pt>
                <c:pt idx="9421">
                  <c:v>2.7853704750673773</c:v>
                </c:pt>
                <c:pt idx="9422">
                  <c:v>2.7853704750673773</c:v>
                </c:pt>
                <c:pt idx="9423">
                  <c:v>2.7853704750673773</c:v>
                </c:pt>
                <c:pt idx="9424">
                  <c:v>2.7853704750673773</c:v>
                </c:pt>
                <c:pt idx="9425">
                  <c:v>2.7853704750673773</c:v>
                </c:pt>
                <c:pt idx="9426">
                  <c:v>2.7853704750673773</c:v>
                </c:pt>
                <c:pt idx="9427">
                  <c:v>2.7853704750673773</c:v>
                </c:pt>
                <c:pt idx="9428">
                  <c:v>2.7853704750673773</c:v>
                </c:pt>
                <c:pt idx="9429">
                  <c:v>2.7853704750673773</c:v>
                </c:pt>
                <c:pt idx="9430">
                  <c:v>2.7853704750673773</c:v>
                </c:pt>
                <c:pt idx="9431">
                  <c:v>2.7853704750673773</c:v>
                </c:pt>
                <c:pt idx="9432">
                  <c:v>2.7853704750673773</c:v>
                </c:pt>
                <c:pt idx="9433">
                  <c:v>2.7853704750673773</c:v>
                </c:pt>
                <c:pt idx="9434">
                  <c:v>2.7853704750673773</c:v>
                </c:pt>
                <c:pt idx="9435">
                  <c:v>2.7853704750673773</c:v>
                </c:pt>
                <c:pt idx="9436">
                  <c:v>2.7853704750673773</c:v>
                </c:pt>
                <c:pt idx="9437">
                  <c:v>2.7853704750673773</c:v>
                </c:pt>
                <c:pt idx="9438">
                  <c:v>2.7853704750673773</c:v>
                </c:pt>
                <c:pt idx="9439">
                  <c:v>2.7853704750673773</c:v>
                </c:pt>
                <c:pt idx="9440">
                  <c:v>2.7853704750673773</c:v>
                </c:pt>
                <c:pt idx="9441">
                  <c:v>2.7853704750673773</c:v>
                </c:pt>
                <c:pt idx="9442">
                  <c:v>2.7853704750673773</c:v>
                </c:pt>
                <c:pt idx="9443">
                  <c:v>2.7853704750673773</c:v>
                </c:pt>
                <c:pt idx="9444">
                  <c:v>2.7853704750673773</c:v>
                </c:pt>
                <c:pt idx="9445">
                  <c:v>2.7853704750673773</c:v>
                </c:pt>
                <c:pt idx="9446">
                  <c:v>2.7853704750673773</c:v>
                </c:pt>
                <c:pt idx="9447">
                  <c:v>2.7853704750673773</c:v>
                </c:pt>
                <c:pt idx="9448">
                  <c:v>2.7853704750673773</c:v>
                </c:pt>
                <c:pt idx="9449">
                  <c:v>2.7853704750673773</c:v>
                </c:pt>
                <c:pt idx="9450">
                  <c:v>2.7853704750673773</c:v>
                </c:pt>
                <c:pt idx="9451">
                  <c:v>2.7853704750673773</c:v>
                </c:pt>
                <c:pt idx="9452">
                  <c:v>2.7853704750673773</c:v>
                </c:pt>
                <c:pt idx="9453">
                  <c:v>2.7853704750673773</c:v>
                </c:pt>
                <c:pt idx="9454">
                  <c:v>2.7853704750673773</c:v>
                </c:pt>
                <c:pt idx="9455">
                  <c:v>2.7853704750673773</c:v>
                </c:pt>
                <c:pt idx="9456">
                  <c:v>2.7853704750673773</c:v>
                </c:pt>
                <c:pt idx="9457">
                  <c:v>2.7853704750673773</c:v>
                </c:pt>
                <c:pt idx="9458">
                  <c:v>2.7853704750673773</c:v>
                </c:pt>
                <c:pt idx="9459">
                  <c:v>2.7853704750673773</c:v>
                </c:pt>
                <c:pt idx="9460">
                  <c:v>2.7853704750673773</c:v>
                </c:pt>
                <c:pt idx="9461">
                  <c:v>2.7853704750673773</c:v>
                </c:pt>
                <c:pt idx="9462">
                  <c:v>2.7853704750673773</c:v>
                </c:pt>
                <c:pt idx="9463">
                  <c:v>2.7853704750673773</c:v>
                </c:pt>
                <c:pt idx="9464">
                  <c:v>2.7853704750673773</c:v>
                </c:pt>
                <c:pt idx="9465">
                  <c:v>2.7853704750673773</c:v>
                </c:pt>
                <c:pt idx="9466">
                  <c:v>2.7853704750673773</c:v>
                </c:pt>
                <c:pt idx="9467">
                  <c:v>2.7853704750673773</c:v>
                </c:pt>
                <c:pt idx="9468">
                  <c:v>2.7853704750673773</c:v>
                </c:pt>
                <c:pt idx="9469">
                  <c:v>2.7853704750673773</c:v>
                </c:pt>
                <c:pt idx="9470">
                  <c:v>2.7853704750673773</c:v>
                </c:pt>
                <c:pt idx="9471">
                  <c:v>2.7853704750673773</c:v>
                </c:pt>
                <c:pt idx="9472">
                  <c:v>2.7853704750673773</c:v>
                </c:pt>
                <c:pt idx="9473">
                  <c:v>2.7853704750673773</c:v>
                </c:pt>
                <c:pt idx="9474">
                  <c:v>2.7853704750673773</c:v>
                </c:pt>
                <c:pt idx="9475">
                  <c:v>2.7853704750673773</c:v>
                </c:pt>
                <c:pt idx="9476">
                  <c:v>2.7853704750673773</c:v>
                </c:pt>
                <c:pt idx="9477">
                  <c:v>2.7853704750673773</c:v>
                </c:pt>
                <c:pt idx="9478">
                  <c:v>2.7853704750673773</c:v>
                </c:pt>
                <c:pt idx="9479">
                  <c:v>2.7853704750673773</c:v>
                </c:pt>
                <c:pt idx="9480">
                  <c:v>2.7853704750673773</c:v>
                </c:pt>
                <c:pt idx="9481">
                  <c:v>2.7853704750673773</c:v>
                </c:pt>
                <c:pt idx="9482">
                  <c:v>2.7853704750673773</c:v>
                </c:pt>
                <c:pt idx="9483">
                  <c:v>2.7853704750673773</c:v>
                </c:pt>
                <c:pt idx="9484">
                  <c:v>2.7853704750673773</c:v>
                </c:pt>
                <c:pt idx="9485">
                  <c:v>2.7853704750673773</c:v>
                </c:pt>
                <c:pt idx="9486">
                  <c:v>2.7853704750673773</c:v>
                </c:pt>
                <c:pt idx="9487">
                  <c:v>2.7853704750673773</c:v>
                </c:pt>
                <c:pt idx="9488">
                  <c:v>2.7853704750673773</c:v>
                </c:pt>
                <c:pt idx="9489">
                  <c:v>2.7853704750673773</c:v>
                </c:pt>
                <c:pt idx="9490">
                  <c:v>2.7853704750673773</c:v>
                </c:pt>
                <c:pt idx="9491">
                  <c:v>2.7853704750673773</c:v>
                </c:pt>
                <c:pt idx="9492">
                  <c:v>2.7853704750673773</c:v>
                </c:pt>
                <c:pt idx="9493">
                  <c:v>2.7853704750673773</c:v>
                </c:pt>
                <c:pt idx="9494">
                  <c:v>2.7853704750673773</c:v>
                </c:pt>
                <c:pt idx="9495">
                  <c:v>2.7853704750673773</c:v>
                </c:pt>
                <c:pt idx="9496">
                  <c:v>2.7853704750673773</c:v>
                </c:pt>
                <c:pt idx="9497">
                  <c:v>2.7853704750673773</c:v>
                </c:pt>
                <c:pt idx="9498">
                  <c:v>2.7853704750673773</c:v>
                </c:pt>
                <c:pt idx="9499">
                  <c:v>2.7853704750673773</c:v>
                </c:pt>
                <c:pt idx="9500">
                  <c:v>2.7853704750673773</c:v>
                </c:pt>
                <c:pt idx="9501">
                  <c:v>2.7853704750673773</c:v>
                </c:pt>
                <c:pt idx="9502">
                  <c:v>2.7853704750673773</c:v>
                </c:pt>
                <c:pt idx="9503">
                  <c:v>2.7853704750673773</c:v>
                </c:pt>
                <c:pt idx="9504">
                  <c:v>2.7853704750673773</c:v>
                </c:pt>
                <c:pt idx="9505">
                  <c:v>2.7853704750673773</c:v>
                </c:pt>
                <c:pt idx="9506">
                  <c:v>2.7853704750673773</c:v>
                </c:pt>
                <c:pt idx="9507">
                  <c:v>2.7853704750673773</c:v>
                </c:pt>
                <c:pt idx="9508">
                  <c:v>2.7853704750673773</c:v>
                </c:pt>
                <c:pt idx="9509">
                  <c:v>2.7853704750673773</c:v>
                </c:pt>
                <c:pt idx="9510">
                  <c:v>2.7853704750673773</c:v>
                </c:pt>
                <c:pt idx="9511">
                  <c:v>2.7853704750673773</c:v>
                </c:pt>
                <c:pt idx="9512">
                  <c:v>2.7853704750673773</c:v>
                </c:pt>
                <c:pt idx="9513">
                  <c:v>2.7853704750673773</c:v>
                </c:pt>
                <c:pt idx="9514">
                  <c:v>2.7853704750673773</c:v>
                </c:pt>
                <c:pt idx="9515">
                  <c:v>2.7853704750673773</c:v>
                </c:pt>
                <c:pt idx="9516">
                  <c:v>2.7853704750673773</c:v>
                </c:pt>
                <c:pt idx="9517">
                  <c:v>2.7853704750673773</c:v>
                </c:pt>
                <c:pt idx="9518">
                  <c:v>2.7853704750673773</c:v>
                </c:pt>
                <c:pt idx="9519">
                  <c:v>2.7853704750673773</c:v>
                </c:pt>
                <c:pt idx="9520">
                  <c:v>2.7853704750673773</c:v>
                </c:pt>
                <c:pt idx="9521">
                  <c:v>2.7853704750673773</c:v>
                </c:pt>
                <c:pt idx="9522">
                  <c:v>2.7853704750673773</c:v>
                </c:pt>
                <c:pt idx="9523">
                  <c:v>2.7853704750673773</c:v>
                </c:pt>
                <c:pt idx="9524">
                  <c:v>2.7853704750673773</c:v>
                </c:pt>
                <c:pt idx="9525">
                  <c:v>2.7853704750673773</c:v>
                </c:pt>
                <c:pt idx="9526">
                  <c:v>2.7853704750673773</c:v>
                </c:pt>
                <c:pt idx="9527">
                  <c:v>2.7853704750673773</c:v>
                </c:pt>
                <c:pt idx="9528">
                  <c:v>2.7853704750673773</c:v>
                </c:pt>
                <c:pt idx="9529">
                  <c:v>2.7853704750673773</c:v>
                </c:pt>
                <c:pt idx="9530">
                  <c:v>2.7853704750673773</c:v>
                </c:pt>
                <c:pt idx="9531">
                  <c:v>2.7853704750673773</c:v>
                </c:pt>
                <c:pt idx="9532">
                  <c:v>2.7853704750673773</c:v>
                </c:pt>
                <c:pt idx="9533">
                  <c:v>2.7853704750673773</c:v>
                </c:pt>
                <c:pt idx="9534">
                  <c:v>2.7853704750673773</c:v>
                </c:pt>
                <c:pt idx="9535">
                  <c:v>2.7853704750673773</c:v>
                </c:pt>
                <c:pt idx="9536">
                  <c:v>2.7853704750673773</c:v>
                </c:pt>
                <c:pt idx="9537">
                  <c:v>2.7853704750673773</c:v>
                </c:pt>
                <c:pt idx="9538">
                  <c:v>2.7853704750673773</c:v>
                </c:pt>
                <c:pt idx="9539">
                  <c:v>2.7853704750673773</c:v>
                </c:pt>
                <c:pt idx="9540">
                  <c:v>2.7853704750673773</c:v>
                </c:pt>
                <c:pt idx="9541">
                  <c:v>2.7853704750673773</c:v>
                </c:pt>
                <c:pt idx="9542">
                  <c:v>2.7853704750673773</c:v>
                </c:pt>
                <c:pt idx="9543">
                  <c:v>2.7853704750673773</c:v>
                </c:pt>
                <c:pt idx="9544">
                  <c:v>2.7853704750673773</c:v>
                </c:pt>
                <c:pt idx="9545">
                  <c:v>2.7853704750673773</c:v>
                </c:pt>
                <c:pt idx="9546">
                  <c:v>2.7853704750673773</c:v>
                </c:pt>
                <c:pt idx="9547">
                  <c:v>2.7853704750673773</c:v>
                </c:pt>
                <c:pt idx="9548">
                  <c:v>2.7853704750673773</c:v>
                </c:pt>
                <c:pt idx="9549">
                  <c:v>2.7853704750673773</c:v>
                </c:pt>
                <c:pt idx="9550">
                  <c:v>2.7853704750673773</c:v>
                </c:pt>
                <c:pt idx="9551">
                  <c:v>2.7853704750673773</c:v>
                </c:pt>
                <c:pt idx="9552">
                  <c:v>2.7853704750673773</c:v>
                </c:pt>
                <c:pt idx="9553">
                  <c:v>2.7853704750673773</c:v>
                </c:pt>
                <c:pt idx="9554">
                  <c:v>2.7853704750673773</c:v>
                </c:pt>
                <c:pt idx="9555">
                  <c:v>2.7853704750673773</c:v>
                </c:pt>
                <c:pt idx="9556">
                  <c:v>2.7853704750673773</c:v>
                </c:pt>
                <c:pt idx="9557">
                  <c:v>2.7853704750673773</c:v>
                </c:pt>
                <c:pt idx="9558">
                  <c:v>2.7853704750673773</c:v>
                </c:pt>
                <c:pt idx="9559">
                  <c:v>2.7853704750673773</c:v>
                </c:pt>
                <c:pt idx="9560">
                  <c:v>2.7853704750673773</c:v>
                </c:pt>
                <c:pt idx="9561">
                  <c:v>2.7853704750673773</c:v>
                </c:pt>
                <c:pt idx="9562">
                  <c:v>2.7853704750673773</c:v>
                </c:pt>
                <c:pt idx="9563">
                  <c:v>2.7853704750673773</c:v>
                </c:pt>
                <c:pt idx="9564">
                  <c:v>2.7853704750673773</c:v>
                </c:pt>
                <c:pt idx="9565">
                  <c:v>2.7853704750673773</c:v>
                </c:pt>
                <c:pt idx="9566">
                  <c:v>2.7853704750673773</c:v>
                </c:pt>
                <c:pt idx="9567">
                  <c:v>2.7853704750673773</c:v>
                </c:pt>
                <c:pt idx="9568">
                  <c:v>2.7853704750673773</c:v>
                </c:pt>
                <c:pt idx="9569">
                  <c:v>2.7853704750673773</c:v>
                </c:pt>
                <c:pt idx="9570">
                  <c:v>2.7853704750673773</c:v>
                </c:pt>
                <c:pt idx="9571">
                  <c:v>2.7853704750673773</c:v>
                </c:pt>
                <c:pt idx="9572">
                  <c:v>2.7853704750673773</c:v>
                </c:pt>
                <c:pt idx="9573">
                  <c:v>2.7853704750673773</c:v>
                </c:pt>
                <c:pt idx="9574">
                  <c:v>2.7853704750673773</c:v>
                </c:pt>
                <c:pt idx="9575">
                  <c:v>2.7853704750673773</c:v>
                </c:pt>
                <c:pt idx="9576">
                  <c:v>2.7853704750673773</c:v>
                </c:pt>
                <c:pt idx="9577">
                  <c:v>2.7853704750673773</c:v>
                </c:pt>
                <c:pt idx="9578">
                  <c:v>2.7853704750673773</c:v>
                </c:pt>
                <c:pt idx="9579">
                  <c:v>2.7853704750673773</c:v>
                </c:pt>
                <c:pt idx="9580">
                  <c:v>2.7853704750673773</c:v>
                </c:pt>
                <c:pt idx="9581">
                  <c:v>2.7853704750673773</c:v>
                </c:pt>
                <c:pt idx="9582">
                  <c:v>2.7853704750673773</c:v>
                </c:pt>
                <c:pt idx="9583">
                  <c:v>2.7853704750673773</c:v>
                </c:pt>
                <c:pt idx="9584">
                  <c:v>2.7853704750673773</c:v>
                </c:pt>
                <c:pt idx="9585">
                  <c:v>2.7853704750673773</c:v>
                </c:pt>
                <c:pt idx="9586">
                  <c:v>2.7853704750673773</c:v>
                </c:pt>
                <c:pt idx="9587">
                  <c:v>2.7853704750673773</c:v>
                </c:pt>
                <c:pt idx="9588">
                  <c:v>2.7853704750673773</c:v>
                </c:pt>
                <c:pt idx="9589">
                  <c:v>2.7853704750673773</c:v>
                </c:pt>
                <c:pt idx="9590">
                  <c:v>2.7853704750673773</c:v>
                </c:pt>
                <c:pt idx="9591">
                  <c:v>2.7853704750673773</c:v>
                </c:pt>
                <c:pt idx="9592">
                  <c:v>2.7853704750673773</c:v>
                </c:pt>
                <c:pt idx="9593">
                  <c:v>2.7853704750673773</c:v>
                </c:pt>
                <c:pt idx="9594">
                  <c:v>2.7853704750673773</c:v>
                </c:pt>
                <c:pt idx="9595">
                  <c:v>2.7853704750673773</c:v>
                </c:pt>
                <c:pt idx="9596">
                  <c:v>2.7853704750673773</c:v>
                </c:pt>
                <c:pt idx="9597">
                  <c:v>2.7853704750673773</c:v>
                </c:pt>
                <c:pt idx="9598">
                  <c:v>2.7853704750673773</c:v>
                </c:pt>
                <c:pt idx="9599">
                  <c:v>2.7853704750673773</c:v>
                </c:pt>
                <c:pt idx="9600">
                  <c:v>2.7853704750673773</c:v>
                </c:pt>
                <c:pt idx="9601">
                  <c:v>2.7853704750673773</c:v>
                </c:pt>
                <c:pt idx="9602">
                  <c:v>2.7853704750673773</c:v>
                </c:pt>
                <c:pt idx="9603">
                  <c:v>2.7853704750673773</c:v>
                </c:pt>
                <c:pt idx="9604">
                  <c:v>2.7853704750673773</c:v>
                </c:pt>
                <c:pt idx="9605">
                  <c:v>2.7853704750673773</c:v>
                </c:pt>
                <c:pt idx="9606">
                  <c:v>2.7853704750673773</c:v>
                </c:pt>
                <c:pt idx="9607">
                  <c:v>2.7853704750673773</c:v>
                </c:pt>
                <c:pt idx="9608">
                  <c:v>2.7853704750673773</c:v>
                </c:pt>
                <c:pt idx="9609">
                  <c:v>2.7853704750673773</c:v>
                </c:pt>
                <c:pt idx="9610">
                  <c:v>2.7853704750673773</c:v>
                </c:pt>
                <c:pt idx="9611">
                  <c:v>2.7853704750673773</c:v>
                </c:pt>
                <c:pt idx="9612">
                  <c:v>2.7853704750673773</c:v>
                </c:pt>
                <c:pt idx="9613">
                  <c:v>2.7853704750673773</c:v>
                </c:pt>
                <c:pt idx="9614">
                  <c:v>2.7853704750673773</c:v>
                </c:pt>
                <c:pt idx="9615">
                  <c:v>2.7853704750673773</c:v>
                </c:pt>
                <c:pt idx="9616">
                  <c:v>2.7853704750673773</c:v>
                </c:pt>
                <c:pt idx="9617">
                  <c:v>2.7853704750673773</c:v>
                </c:pt>
                <c:pt idx="9618">
                  <c:v>2.7853704750673773</c:v>
                </c:pt>
                <c:pt idx="9619">
                  <c:v>2.7853704750673773</c:v>
                </c:pt>
                <c:pt idx="9620">
                  <c:v>2.7853704750673773</c:v>
                </c:pt>
                <c:pt idx="9621">
                  <c:v>2.7853704750673773</c:v>
                </c:pt>
                <c:pt idx="9622">
                  <c:v>2.7853704750673773</c:v>
                </c:pt>
                <c:pt idx="9623">
                  <c:v>2.7853704750673773</c:v>
                </c:pt>
                <c:pt idx="9624">
                  <c:v>2.7853704750673773</c:v>
                </c:pt>
                <c:pt idx="9625">
                  <c:v>2.7853704750673773</c:v>
                </c:pt>
                <c:pt idx="9626">
                  <c:v>2.7853704750673773</c:v>
                </c:pt>
                <c:pt idx="9627">
                  <c:v>2.7853704750673773</c:v>
                </c:pt>
                <c:pt idx="9628">
                  <c:v>2.7853704750673773</c:v>
                </c:pt>
                <c:pt idx="9629">
                  <c:v>2.7853704750673773</c:v>
                </c:pt>
                <c:pt idx="9630">
                  <c:v>2.7853704750673773</c:v>
                </c:pt>
                <c:pt idx="9631">
                  <c:v>2.7853704750673773</c:v>
                </c:pt>
                <c:pt idx="9632">
                  <c:v>2.7853704750673773</c:v>
                </c:pt>
                <c:pt idx="9633">
                  <c:v>2.7853704750673773</c:v>
                </c:pt>
                <c:pt idx="9634">
                  <c:v>2.7853704750673773</c:v>
                </c:pt>
                <c:pt idx="9635">
                  <c:v>2.7853704750673773</c:v>
                </c:pt>
                <c:pt idx="9636">
                  <c:v>2.7853704750673773</c:v>
                </c:pt>
                <c:pt idx="9637">
                  <c:v>2.7853704750673773</c:v>
                </c:pt>
                <c:pt idx="9638">
                  <c:v>2.7853704750673773</c:v>
                </c:pt>
                <c:pt idx="9639">
                  <c:v>2.7853704750673773</c:v>
                </c:pt>
                <c:pt idx="9640">
                  <c:v>2.7853704750673773</c:v>
                </c:pt>
                <c:pt idx="9641">
                  <c:v>2.7853704750673773</c:v>
                </c:pt>
                <c:pt idx="9642">
                  <c:v>2.7853704750673773</c:v>
                </c:pt>
                <c:pt idx="9643">
                  <c:v>2.7853704750673773</c:v>
                </c:pt>
                <c:pt idx="9644">
                  <c:v>2.7853704750673773</c:v>
                </c:pt>
                <c:pt idx="9645">
                  <c:v>2.7853704750673773</c:v>
                </c:pt>
                <c:pt idx="9646">
                  <c:v>2.7853704750673773</c:v>
                </c:pt>
                <c:pt idx="9647">
                  <c:v>2.7853704750673773</c:v>
                </c:pt>
                <c:pt idx="9648">
                  <c:v>2.7853704750673773</c:v>
                </c:pt>
                <c:pt idx="9649">
                  <c:v>2.7853704750673773</c:v>
                </c:pt>
                <c:pt idx="9650">
                  <c:v>2.7853704750673773</c:v>
                </c:pt>
                <c:pt idx="9651">
                  <c:v>2.7853704750673773</c:v>
                </c:pt>
                <c:pt idx="9652">
                  <c:v>2.7853704750673773</c:v>
                </c:pt>
                <c:pt idx="9653">
                  <c:v>2.7853704750673773</c:v>
                </c:pt>
                <c:pt idx="9654">
                  <c:v>2.7853704750673773</c:v>
                </c:pt>
                <c:pt idx="9655">
                  <c:v>2.7853704750673773</c:v>
                </c:pt>
                <c:pt idx="9656">
                  <c:v>2.7853704750673773</c:v>
                </c:pt>
                <c:pt idx="9657">
                  <c:v>2.7853704750673773</c:v>
                </c:pt>
                <c:pt idx="9658">
                  <c:v>2.7853704750673773</c:v>
                </c:pt>
                <c:pt idx="9659">
                  <c:v>2.7853704750673773</c:v>
                </c:pt>
                <c:pt idx="9660">
                  <c:v>2.7853704750673773</c:v>
                </c:pt>
                <c:pt idx="9661">
                  <c:v>2.7853704750673773</c:v>
                </c:pt>
                <c:pt idx="9662">
                  <c:v>2.7853704750673773</c:v>
                </c:pt>
                <c:pt idx="9663">
                  <c:v>2.7853704750673773</c:v>
                </c:pt>
                <c:pt idx="9664">
                  <c:v>2.7853704750673773</c:v>
                </c:pt>
                <c:pt idx="9665">
                  <c:v>2.7853704750673773</c:v>
                </c:pt>
                <c:pt idx="9666">
                  <c:v>2.7853704750673773</c:v>
                </c:pt>
                <c:pt idx="9667">
                  <c:v>2.7853704750673773</c:v>
                </c:pt>
                <c:pt idx="9668">
                  <c:v>2.7853704750673773</c:v>
                </c:pt>
                <c:pt idx="9669">
                  <c:v>2.7853704750673773</c:v>
                </c:pt>
                <c:pt idx="9670">
                  <c:v>2.7853704750673773</c:v>
                </c:pt>
                <c:pt idx="9671">
                  <c:v>2.7853704750673773</c:v>
                </c:pt>
                <c:pt idx="9672">
                  <c:v>2.7853704750673773</c:v>
                </c:pt>
                <c:pt idx="9673">
                  <c:v>2.7853704750673773</c:v>
                </c:pt>
                <c:pt idx="9674">
                  <c:v>2.7853704750673773</c:v>
                </c:pt>
                <c:pt idx="9675">
                  <c:v>2.7853704750673773</c:v>
                </c:pt>
                <c:pt idx="9676">
                  <c:v>2.7853704750673773</c:v>
                </c:pt>
                <c:pt idx="9677">
                  <c:v>2.7853704750673773</c:v>
                </c:pt>
                <c:pt idx="9678">
                  <c:v>2.7853704750673773</c:v>
                </c:pt>
                <c:pt idx="9679">
                  <c:v>2.7853704750673773</c:v>
                </c:pt>
                <c:pt idx="9680">
                  <c:v>2.7853704750673773</c:v>
                </c:pt>
                <c:pt idx="9681">
                  <c:v>2.7853704750673773</c:v>
                </c:pt>
                <c:pt idx="9682">
                  <c:v>2.7853704750673773</c:v>
                </c:pt>
                <c:pt idx="9683">
                  <c:v>2.7853704750673773</c:v>
                </c:pt>
                <c:pt idx="9684">
                  <c:v>2.7853704750673773</c:v>
                </c:pt>
                <c:pt idx="9685">
                  <c:v>2.7853704750673773</c:v>
                </c:pt>
                <c:pt idx="9686">
                  <c:v>2.7853704750673773</c:v>
                </c:pt>
                <c:pt idx="9687">
                  <c:v>2.7853704750673773</c:v>
                </c:pt>
                <c:pt idx="9688">
                  <c:v>2.7853704750673773</c:v>
                </c:pt>
                <c:pt idx="9689">
                  <c:v>2.7853704750673773</c:v>
                </c:pt>
                <c:pt idx="9690">
                  <c:v>2.7853704750673773</c:v>
                </c:pt>
                <c:pt idx="9691">
                  <c:v>2.7853704750673773</c:v>
                </c:pt>
                <c:pt idx="9692">
                  <c:v>2.7853704750673773</c:v>
                </c:pt>
                <c:pt idx="9693">
                  <c:v>2.7853704750673773</c:v>
                </c:pt>
                <c:pt idx="9694">
                  <c:v>2.7853704750673773</c:v>
                </c:pt>
                <c:pt idx="9695">
                  <c:v>2.7853704750673773</c:v>
                </c:pt>
                <c:pt idx="9696">
                  <c:v>2.7853704750673773</c:v>
                </c:pt>
                <c:pt idx="9697">
                  <c:v>2.7853704750673773</c:v>
                </c:pt>
                <c:pt idx="9698">
                  <c:v>2.7853704750673773</c:v>
                </c:pt>
                <c:pt idx="9699">
                  <c:v>2.7853704750673773</c:v>
                </c:pt>
                <c:pt idx="9700">
                  <c:v>2.7853704750673773</c:v>
                </c:pt>
                <c:pt idx="9701">
                  <c:v>2.7853704750673773</c:v>
                </c:pt>
                <c:pt idx="9702">
                  <c:v>2.7853704750673773</c:v>
                </c:pt>
                <c:pt idx="9703">
                  <c:v>2.7853704750673773</c:v>
                </c:pt>
                <c:pt idx="9704">
                  <c:v>2.7853704750673773</c:v>
                </c:pt>
                <c:pt idx="9705">
                  <c:v>2.7853704750673773</c:v>
                </c:pt>
                <c:pt idx="9706">
                  <c:v>2.7853704750673773</c:v>
                </c:pt>
                <c:pt idx="9707">
                  <c:v>2.7853704750673773</c:v>
                </c:pt>
                <c:pt idx="9708">
                  <c:v>2.7853704750673773</c:v>
                </c:pt>
                <c:pt idx="9709">
                  <c:v>2.7853704750673773</c:v>
                </c:pt>
                <c:pt idx="9710">
                  <c:v>2.7853704750673773</c:v>
                </c:pt>
                <c:pt idx="9711">
                  <c:v>2.7853704750673773</c:v>
                </c:pt>
                <c:pt idx="9712">
                  <c:v>2.7853704750673773</c:v>
                </c:pt>
                <c:pt idx="9713">
                  <c:v>2.7853704750673773</c:v>
                </c:pt>
                <c:pt idx="9714">
                  <c:v>2.7853704750673773</c:v>
                </c:pt>
                <c:pt idx="9715">
                  <c:v>2.7853704750673773</c:v>
                </c:pt>
                <c:pt idx="9716">
                  <c:v>2.7853704750673773</c:v>
                </c:pt>
                <c:pt idx="9717">
                  <c:v>2.7853704750673773</c:v>
                </c:pt>
                <c:pt idx="9718">
                  <c:v>2.7853704750673773</c:v>
                </c:pt>
                <c:pt idx="9719">
                  <c:v>2.7853704750673773</c:v>
                </c:pt>
                <c:pt idx="9720">
                  <c:v>2.7853704750673773</c:v>
                </c:pt>
                <c:pt idx="9721">
                  <c:v>2.7853704750673773</c:v>
                </c:pt>
                <c:pt idx="9722">
                  <c:v>2.7853704750673773</c:v>
                </c:pt>
                <c:pt idx="9723">
                  <c:v>2.7853704750673773</c:v>
                </c:pt>
                <c:pt idx="9724">
                  <c:v>2.7853704750673773</c:v>
                </c:pt>
                <c:pt idx="9725">
                  <c:v>2.7853704750673773</c:v>
                </c:pt>
                <c:pt idx="9726">
                  <c:v>2.7853704750673773</c:v>
                </c:pt>
                <c:pt idx="9727">
                  <c:v>2.7853704750673773</c:v>
                </c:pt>
                <c:pt idx="9728">
                  <c:v>2.7853704750673773</c:v>
                </c:pt>
                <c:pt idx="9729">
                  <c:v>2.7853704750673773</c:v>
                </c:pt>
                <c:pt idx="9730">
                  <c:v>2.7853704750673773</c:v>
                </c:pt>
                <c:pt idx="9731">
                  <c:v>2.7853704750673773</c:v>
                </c:pt>
                <c:pt idx="9732">
                  <c:v>2.7853704750673773</c:v>
                </c:pt>
                <c:pt idx="9733">
                  <c:v>2.7853704750673773</c:v>
                </c:pt>
                <c:pt idx="9734">
                  <c:v>2.7853704750673773</c:v>
                </c:pt>
                <c:pt idx="9735">
                  <c:v>2.7853704750673773</c:v>
                </c:pt>
                <c:pt idx="9736">
                  <c:v>2.7853704750673773</c:v>
                </c:pt>
                <c:pt idx="9737">
                  <c:v>2.7853704750673773</c:v>
                </c:pt>
                <c:pt idx="9738">
                  <c:v>2.7853704750673773</c:v>
                </c:pt>
                <c:pt idx="9739">
                  <c:v>2.7853704750673773</c:v>
                </c:pt>
                <c:pt idx="9740">
                  <c:v>2.7853704750673773</c:v>
                </c:pt>
                <c:pt idx="9741">
                  <c:v>2.7853704750673773</c:v>
                </c:pt>
                <c:pt idx="9742">
                  <c:v>2.7853704750673773</c:v>
                </c:pt>
                <c:pt idx="9743">
                  <c:v>2.7853704750673773</c:v>
                </c:pt>
                <c:pt idx="9744">
                  <c:v>2.7853704750673773</c:v>
                </c:pt>
                <c:pt idx="9745">
                  <c:v>2.7853704750673773</c:v>
                </c:pt>
                <c:pt idx="9746">
                  <c:v>2.7853704750673773</c:v>
                </c:pt>
                <c:pt idx="9747">
                  <c:v>2.7853704750673773</c:v>
                </c:pt>
                <c:pt idx="9748">
                  <c:v>2.7853704750673773</c:v>
                </c:pt>
                <c:pt idx="9749">
                  <c:v>2.7853704750673773</c:v>
                </c:pt>
                <c:pt idx="9750">
                  <c:v>2.7853704750673773</c:v>
                </c:pt>
                <c:pt idx="9751">
                  <c:v>2.7853704750673773</c:v>
                </c:pt>
                <c:pt idx="9752">
                  <c:v>2.7853704750673773</c:v>
                </c:pt>
                <c:pt idx="9753">
                  <c:v>2.7853704750673773</c:v>
                </c:pt>
                <c:pt idx="9754">
                  <c:v>2.7853704750673773</c:v>
                </c:pt>
                <c:pt idx="9755">
                  <c:v>2.7853704750673773</c:v>
                </c:pt>
                <c:pt idx="9756">
                  <c:v>2.7853704750673773</c:v>
                </c:pt>
                <c:pt idx="9757">
                  <c:v>2.7853704750673773</c:v>
                </c:pt>
                <c:pt idx="9758">
                  <c:v>2.7853704750673773</c:v>
                </c:pt>
                <c:pt idx="9759">
                  <c:v>2.7853704750673773</c:v>
                </c:pt>
                <c:pt idx="9760">
                  <c:v>2.7853704750673773</c:v>
                </c:pt>
                <c:pt idx="9761">
                  <c:v>2.7853704750673773</c:v>
                </c:pt>
                <c:pt idx="9762">
                  <c:v>2.7853704750673773</c:v>
                </c:pt>
                <c:pt idx="9763">
                  <c:v>2.7853704750673773</c:v>
                </c:pt>
                <c:pt idx="9764">
                  <c:v>2.7853704750673773</c:v>
                </c:pt>
                <c:pt idx="9765">
                  <c:v>2.7853704750673773</c:v>
                </c:pt>
                <c:pt idx="9766">
                  <c:v>2.7853704750673773</c:v>
                </c:pt>
                <c:pt idx="9767">
                  <c:v>2.7853704750673773</c:v>
                </c:pt>
                <c:pt idx="9768">
                  <c:v>2.7853704750673773</c:v>
                </c:pt>
                <c:pt idx="9769">
                  <c:v>2.7853704750673773</c:v>
                </c:pt>
                <c:pt idx="9770">
                  <c:v>2.7853704750673773</c:v>
                </c:pt>
                <c:pt idx="9771">
                  <c:v>2.7853704750673773</c:v>
                </c:pt>
                <c:pt idx="9772">
                  <c:v>2.7853704750673773</c:v>
                </c:pt>
                <c:pt idx="9773">
                  <c:v>2.7853704750673773</c:v>
                </c:pt>
                <c:pt idx="9774">
                  <c:v>2.7853704750673773</c:v>
                </c:pt>
                <c:pt idx="9775">
                  <c:v>2.7853704750673773</c:v>
                </c:pt>
                <c:pt idx="9776">
                  <c:v>2.7853704750673773</c:v>
                </c:pt>
                <c:pt idx="9777">
                  <c:v>2.7853704750673773</c:v>
                </c:pt>
                <c:pt idx="9778">
                  <c:v>2.7853704750673773</c:v>
                </c:pt>
                <c:pt idx="9779">
                  <c:v>2.7853704750673773</c:v>
                </c:pt>
                <c:pt idx="9780">
                  <c:v>2.7853704750673773</c:v>
                </c:pt>
                <c:pt idx="9781">
                  <c:v>2.7853704750673773</c:v>
                </c:pt>
                <c:pt idx="9782">
                  <c:v>2.7853704750673773</c:v>
                </c:pt>
                <c:pt idx="9783">
                  <c:v>2.7853704750673773</c:v>
                </c:pt>
                <c:pt idx="9784">
                  <c:v>2.7853704750673773</c:v>
                </c:pt>
                <c:pt idx="9785">
                  <c:v>2.7853704750673773</c:v>
                </c:pt>
                <c:pt idx="9786">
                  <c:v>2.7853704750673773</c:v>
                </c:pt>
                <c:pt idx="9787">
                  <c:v>2.7853704750673773</c:v>
                </c:pt>
                <c:pt idx="9788">
                  <c:v>2.7853704750673773</c:v>
                </c:pt>
                <c:pt idx="9789">
                  <c:v>2.7853704750673773</c:v>
                </c:pt>
                <c:pt idx="9790">
                  <c:v>2.7853704750673773</c:v>
                </c:pt>
                <c:pt idx="9791">
                  <c:v>2.7853704750673773</c:v>
                </c:pt>
                <c:pt idx="9792">
                  <c:v>2.7853704750673773</c:v>
                </c:pt>
                <c:pt idx="9793">
                  <c:v>2.7853704750673773</c:v>
                </c:pt>
                <c:pt idx="9794">
                  <c:v>2.7853704750673773</c:v>
                </c:pt>
                <c:pt idx="9795">
                  <c:v>2.7853704750673773</c:v>
                </c:pt>
                <c:pt idx="9796">
                  <c:v>2.7853704750673773</c:v>
                </c:pt>
                <c:pt idx="9797">
                  <c:v>2.7853704750673773</c:v>
                </c:pt>
                <c:pt idx="9798">
                  <c:v>2.7853704750673773</c:v>
                </c:pt>
                <c:pt idx="9799">
                  <c:v>2.7853704750673773</c:v>
                </c:pt>
                <c:pt idx="9800">
                  <c:v>2.7853704750673773</c:v>
                </c:pt>
                <c:pt idx="9801">
                  <c:v>2.7853704750673773</c:v>
                </c:pt>
                <c:pt idx="9802">
                  <c:v>2.7853704750673773</c:v>
                </c:pt>
                <c:pt idx="9803">
                  <c:v>2.7853704750673773</c:v>
                </c:pt>
                <c:pt idx="9804">
                  <c:v>2.7853704750673773</c:v>
                </c:pt>
                <c:pt idx="9805">
                  <c:v>2.7853704750673773</c:v>
                </c:pt>
                <c:pt idx="9806">
                  <c:v>2.7853704750673773</c:v>
                </c:pt>
                <c:pt idx="9807">
                  <c:v>2.7853704750673773</c:v>
                </c:pt>
                <c:pt idx="9808">
                  <c:v>2.7853704750673773</c:v>
                </c:pt>
                <c:pt idx="9809">
                  <c:v>2.7853704750673773</c:v>
                </c:pt>
                <c:pt idx="9810">
                  <c:v>2.7853704750673773</c:v>
                </c:pt>
                <c:pt idx="9811">
                  <c:v>2.7853704750673773</c:v>
                </c:pt>
                <c:pt idx="9812">
                  <c:v>2.7853704750673773</c:v>
                </c:pt>
                <c:pt idx="9813">
                  <c:v>2.7853704750673773</c:v>
                </c:pt>
                <c:pt idx="9814">
                  <c:v>2.7853704750673773</c:v>
                </c:pt>
                <c:pt idx="9815">
                  <c:v>2.7853704750673773</c:v>
                </c:pt>
                <c:pt idx="9816">
                  <c:v>2.7853704750673773</c:v>
                </c:pt>
                <c:pt idx="9817">
                  <c:v>2.7853704750673773</c:v>
                </c:pt>
                <c:pt idx="9818">
                  <c:v>2.7853704750673773</c:v>
                </c:pt>
                <c:pt idx="9819">
                  <c:v>2.7853704750673773</c:v>
                </c:pt>
                <c:pt idx="9820">
                  <c:v>2.7853704750673773</c:v>
                </c:pt>
                <c:pt idx="9821">
                  <c:v>2.7853704750673773</c:v>
                </c:pt>
                <c:pt idx="9822">
                  <c:v>2.7853704750673773</c:v>
                </c:pt>
                <c:pt idx="9823">
                  <c:v>2.7853704750673773</c:v>
                </c:pt>
                <c:pt idx="9824">
                  <c:v>2.7853704750673773</c:v>
                </c:pt>
                <c:pt idx="9825">
                  <c:v>2.7853704750673773</c:v>
                </c:pt>
                <c:pt idx="9826">
                  <c:v>2.7853704750673773</c:v>
                </c:pt>
                <c:pt idx="9827">
                  <c:v>2.7853704750673773</c:v>
                </c:pt>
                <c:pt idx="9828">
                  <c:v>2.7853704750673773</c:v>
                </c:pt>
                <c:pt idx="9829">
                  <c:v>2.7853704750673773</c:v>
                </c:pt>
                <c:pt idx="9830">
                  <c:v>2.7853704750673773</c:v>
                </c:pt>
                <c:pt idx="9831">
                  <c:v>2.7853704750673773</c:v>
                </c:pt>
                <c:pt idx="9832">
                  <c:v>2.7853704750673773</c:v>
                </c:pt>
                <c:pt idx="9833">
                  <c:v>2.7853704750673773</c:v>
                </c:pt>
                <c:pt idx="9834">
                  <c:v>2.7853704750673773</c:v>
                </c:pt>
                <c:pt idx="9835">
                  <c:v>2.7853704750673773</c:v>
                </c:pt>
                <c:pt idx="9836">
                  <c:v>2.7853704750673773</c:v>
                </c:pt>
                <c:pt idx="9837">
                  <c:v>2.7853704750673773</c:v>
                </c:pt>
                <c:pt idx="9838">
                  <c:v>2.7853704750673773</c:v>
                </c:pt>
                <c:pt idx="9839">
                  <c:v>2.7853704750673773</c:v>
                </c:pt>
                <c:pt idx="9840">
                  <c:v>2.7853704750673773</c:v>
                </c:pt>
                <c:pt idx="9841">
                  <c:v>2.7853704750673773</c:v>
                </c:pt>
                <c:pt idx="9842">
                  <c:v>2.7853704750673773</c:v>
                </c:pt>
                <c:pt idx="9843">
                  <c:v>2.7853704750673773</c:v>
                </c:pt>
                <c:pt idx="9844">
                  <c:v>2.7853704750673773</c:v>
                </c:pt>
                <c:pt idx="9845">
                  <c:v>2.7853704750673773</c:v>
                </c:pt>
                <c:pt idx="9846">
                  <c:v>2.7853704750673773</c:v>
                </c:pt>
                <c:pt idx="9847">
                  <c:v>2.7853704750673773</c:v>
                </c:pt>
                <c:pt idx="9848">
                  <c:v>2.7853704750673773</c:v>
                </c:pt>
                <c:pt idx="9849">
                  <c:v>2.7853704750673773</c:v>
                </c:pt>
                <c:pt idx="9850">
                  <c:v>2.7853704750673773</c:v>
                </c:pt>
                <c:pt idx="9851">
                  <c:v>2.7853704750673773</c:v>
                </c:pt>
                <c:pt idx="9852">
                  <c:v>2.7853704750673773</c:v>
                </c:pt>
                <c:pt idx="9853">
                  <c:v>2.7853704750673773</c:v>
                </c:pt>
                <c:pt idx="9854">
                  <c:v>2.7853704750673773</c:v>
                </c:pt>
                <c:pt idx="9855">
                  <c:v>2.7853704750673773</c:v>
                </c:pt>
                <c:pt idx="9856">
                  <c:v>2.7853704750673773</c:v>
                </c:pt>
                <c:pt idx="9857">
                  <c:v>2.7853704750673773</c:v>
                </c:pt>
                <c:pt idx="9858">
                  <c:v>2.7853704750673773</c:v>
                </c:pt>
                <c:pt idx="9859">
                  <c:v>2.7853704750673773</c:v>
                </c:pt>
                <c:pt idx="9860">
                  <c:v>2.7853704750673773</c:v>
                </c:pt>
                <c:pt idx="9861">
                  <c:v>2.7853704750673773</c:v>
                </c:pt>
                <c:pt idx="9862">
                  <c:v>2.7853704750673773</c:v>
                </c:pt>
                <c:pt idx="9863">
                  <c:v>2.7853704750673773</c:v>
                </c:pt>
                <c:pt idx="9864">
                  <c:v>2.7853704750673773</c:v>
                </c:pt>
                <c:pt idx="9865">
                  <c:v>2.7853704750673773</c:v>
                </c:pt>
                <c:pt idx="9866">
                  <c:v>2.7853704750673773</c:v>
                </c:pt>
                <c:pt idx="9867">
                  <c:v>2.7853704750673773</c:v>
                </c:pt>
                <c:pt idx="9868">
                  <c:v>2.7853704750673773</c:v>
                </c:pt>
                <c:pt idx="9869">
                  <c:v>2.7853704750673773</c:v>
                </c:pt>
                <c:pt idx="9870">
                  <c:v>2.7853704750673773</c:v>
                </c:pt>
                <c:pt idx="9871">
                  <c:v>2.7853704750673773</c:v>
                </c:pt>
                <c:pt idx="9872">
                  <c:v>2.7853704750673773</c:v>
                </c:pt>
                <c:pt idx="9873">
                  <c:v>2.7853704750673773</c:v>
                </c:pt>
                <c:pt idx="9874">
                  <c:v>2.7853704750673773</c:v>
                </c:pt>
                <c:pt idx="9875">
                  <c:v>2.7853704750673773</c:v>
                </c:pt>
                <c:pt idx="9876">
                  <c:v>2.7853704750673773</c:v>
                </c:pt>
                <c:pt idx="9877">
                  <c:v>2.7853704750673773</c:v>
                </c:pt>
                <c:pt idx="9878">
                  <c:v>2.7853704750673773</c:v>
                </c:pt>
                <c:pt idx="9879">
                  <c:v>2.7853704750673773</c:v>
                </c:pt>
                <c:pt idx="9880">
                  <c:v>2.7853704750673773</c:v>
                </c:pt>
                <c:pt idx="9881">
                  <c:v>2.7853704750673773</c:v>
                </c:pt>
                <c:pt idx="9882">
                  <c:v>2.7853704750673773</c:v>
                </c:pt>
                <c:pt idx="9883">
                  <c:v>2.7853704750673773</c:v>
                </c:pt>
                <c:pt idx="9884">
                  <c:v>2.7853704750673773</c:v>
                </c:pt>
                <c:pt idx="9885">
                  <c:v>2.7853704750673773</c:v>
                </c:pt>
                <c:pt idx="9886">
                  <c:v>2.7853704750673773</c:v>
                </c:pt>
                <c:pt idx="9887">
                  <c:v>2.7853704750673773</c:v>
                </c:pt>
                <c:pt idx="9888">
                  <c:v>2.7853704750673773</c:v>
                </c:pt>
                <c:pt idx="9889">
                  <c:v>2.7853704750673773</c:v>
                </c:pt>
                <c:pt idx="9890">
                  <c:v>2.7853704750673773</c:v>
                </c:pt>
                <c:pt idx="9891">
                  <c:v>2.7853704750673773</c:v>
                </c:pt>
                <c:pt idx="9892">
                  <c:v>2.7853704750673773</c:v>
                </c:pt>
                <c:pt idx="9893">
                  <c:v>2.7853704750673773</c:v>
                </c:pt>
                <c:pt idx="9894">
                  <c:v>2.7853704750673773</c:v>
                </c:pt>
                <c:pt idx="9895">
                  <c:v>2.7853704750673773</c:v>
                </c:pt>
                <c:pt idx="9896">
                  <c:v>2.7853704750673773</c:v>
                </c:pt>
                <c:pt idx="9897">
                  <c:v>2.7853704750673773</c:v>
                </c:pt>
                <c:pt idx="9898">
                  <c:v>2.7853704750673773</c:v>
                </c:pt>
                <c:pt idx="9899">
                  <c:v>2.7853704750673773</c:v>
                </c:pt>
                <c:pt idx="9900">
                  <c:v>2.7853704750673773</c:v>
                </c:pt>
                <c:pt idx="9901">
                  <c:v>2.7853704750673773</c:v>
                </c:pt>
                <c:pt idx="9902">
                  <c:v>2.7853704750673773</c:v>
                </c:pt>
                <c:pt idx="9903">
                  <c:v>2.7853704750673773</c:v>
                </c:pt>
                <c:pt idx="9904">
                  <c:v>2.7853704750673773</c:v>
                </c:pt>
                <c:pt idx="9905">
                  <c:v>2.7853704750673773</c:v>
                </c:pt>
                <c:pt idx="9906">
                  <c:v>2.7853704750673773</c:v>
                </c:pt>
                <c:pt idx="9907">
                  <c:v>2.7853704750673773</c:v>
                </c:pt>
                <c:pt idx="9908">
                  <c:v>2.7853704750673773</c:v>
                </c:pt>
                <c:pt idx="9909">
                  <c:v>2.7853704750673773</c:v>
                </c:pt>
                <c:pt idx="9910">
                  <c:v>2.7853704750673773</c:v>
                </c:pt>
                <c:pt idx="9911">
                  <c:v>2.7853704750673773</c:v>
                </c:pt>
                <c:pt idx="9912">
                  <c:v>2.7853704750673773</c:v>
                </c:pt>
                <c:pt idx="9913">
                  <c:v>2.7853704750673773</c:v>
                </c:pt>
                <c:pt idx="9914">
                  <c:v>2.7853704750673773</c:v>
                </c:pt>
                <c:pt idx="9915">
                  <c:v>2.7853704750673773</c:v>
                </c:pt>
                <c:pt idx="9916">
                  <c:v>2.7853704750673773</c:v>
                </c:pt>
                <c:pt idx="9917">
                  <c:v>2.7853704750673773</c:v>
                </c:pt>
                <c:pt idx="9918">
                  <c:v>2.7853704750673773</c:v>
                </c:pt>
                <c:pt idx="9919">
                  <c:v>2.7853704750673773</c:v>
                </c:pt>
                <c:pt idx="9920">
                  <c:v>2.7853704750673773</c:v>
                </c:pt>
                <c:pt idx="9921">
                  <c:v>2.7853704750673773</c:v>
                </c:pt>
                <c:pt idx="9922">
                  <c:v>2.7853704750673773</c:v>
                </c:pt>
                <c:pt idx="9923">
                  <c:v>2.7853704750673773</c:v>
                </c:pt>
                <c:pt idx="9924">
                  <c:v>2.7853704750673773</c:v>
                </c:pt>
                <c:pt idx="9925">
                  <c:v>2.7853704750673773</c:v>
                </c:pt>
                <c:pt idx="9926">
                  <c:v>2.7853704750673773</c:v>
                </c:pt>
                <c:pt idx="9927">
                  <c:v>2.7853704750673773</c:v>
                </c:pt>
                <c:pt idx="9928">
                  <c:v>2.7853704750673773</c:v>
                </c:pt>
                <c:pt idx="9929">
                  <c:v>2.7853704750673773</c:v>
                </c:pt>
                <c:pt idx="9930">
                  <c:v>2.7853704750673773</c:v>
                </c:pt>
                <c:pt idx="9931">
                  <c:v>2.7853704750673773</c:v>
                </c:pt>
                <c:pt idx="9932">
                  <c:v>2.7853704750673773</c:v>
                </c:pt>
                <c:pt idx="9933">
                  <c:v>2.7853704750673773</c:v>
                </c:pt>
                <c:pt idx="9934">
                  <c:v>2.7853704750673773</c:v>
                </c:pt>
                <c:pt idx="9935">
                  <c:v>2.7853704750673773</c:v>
                </c:pt>
                <c:pt idx="9936">
                  <c:v>2.7853704750673773</c:v>
                </c:pt>
                <c:pt idx="9937">
                  <c:v>2.7853704750673773</c:v>
                </c:pt>
                <c:pt idx="9938">
                  <c:v>2.7853704750673773</c:v>
                </c:pt>
                <c:pt idx="9939">
                  <c:v>2.7853704750673773</c:v>
                </c:pt>
                <c:pt idx="9940">
                  <c:v>2.7853704750673773</c:v>
                </c:pt>
                <c:pt idx="9941">
                  <c:v>2.7853704750673773</c:v>
                </c:pt>
                <c:pt idx="9942">
                  <c:v>2.7853704750673773</c:v>
                </c:pt>
                <c:pt idx="9943">
                  <c:v>2.7853704750673773</c:v>
                </c:pt>
                <c:pt idx="9944">
                  <c:v>2.7853704750673773</c:v>
                </c:pt>
                <c:pt idx="9945">
                  <c:v>2.7853704750673773</c:v>
                </c:pt>
                <c:pt idx="9946">
                  <c:v>2.7853704750673773</c:v>
                </c:pt>
                <c:pt idx="9947">
                  <c:v>2.7853704750673773</c:v>
                </c:pt>
                <c:pt idx="9948">
                  <c:v>2.7853704750673773</c:v>
                </c:pt>
                <c:pt idx="9949">
                  <c:v>2.7853704750673773</c:v>
                </c:pt>
                <c:pt idx="9950">
                  <c:v>2.7853704750673773</c:v>
                </c:pt>
                <c:pt idx="9951">
                  <c:v>2.7853704750673773</c:v>
                </c:pt>
                <c:pt idx="9952">
                  <c:v>2.7853704750673773</c:v>
                </c:pt>
                <c:pt idx="9953">
                  <c:v>2.7853704750673773</c:v>
                </c:pt>
                <c:pt idx="9954">
                  <c:v>2.7853704750673773</c:v>
                </c:pt>
                <c:pt idx="9955">
                  <c:v>2.7853704750673773</c:v>
                </c:pt>
                <c:pt idx="9956">
                  <c:v>2.7853704750673773</c:v>
                </c:pt>
                <c:pt idx="9957">
                  <c:v>2.7853704750673773</c:v>
                </c:pt>
                <c:pt idx="9958">
                  <c:v>2.7853704750673773</c:v>
                </c:pt>
                <c:pt idx="9959">
                  <c:v>2.7853704750673773</c:v>
                </c:pt>
                <c:pt idx="9960">
                  <c:v>2.7853704750673773</c:v>
                </c:pt>
                <c:pt idx="9961">
                  <c:v>2.7853704750673773</c:v>
                </c:pt>
                <c:pt idx="9962">
                  <c:v>2.7853704750673773</c:v>
                </c:pt>
                <c:pt idx="9963">
                  <c:v>2.7853704750673773</c:v>
                </c:pt>
                <c:pt idx="9964">
                  <c:v>2.7853704750673773</c:v>
                </c:pt>
                <c:pt idx="9965">
                  <c:v>2.7853704750673773</c:v>
                </c:pt>
                <c:pt idx="9966">
                  <c:v>2.7853704750673773</c:v>
                </c:pt>
                <c:pt idx="9967">
                  <c:v>2.7853704750673773</c:v>
                </c:pt>
                <c:pt idx="9968">
                  <c:v>2.7853704750673773</c:v>
                </c:pt>
                <c:pt idx="9969">
                  <c:v>2.7853704750673773</c:v>
                </c:pt>
                <c:pt idx="9970">
                  <c:v>2.7853704750673773</c:v>
                </c:pt>
                <c:pt idx="9971">
                  <c:v>2.7853704750673773</c:v>
                </c:pt>
                <c:pt idx="9972">
                  <c:v>2.7853704750673773</c:v>
                </c:pt>
                <c:pt idx="9973">
                  <c:v>2.7853704750673773</c:v>
                </c:pt>
                <c:pt idx="9974">
                  <c:v>2.7853704750673773</c:v>
                </c:pt>
                <c:pt idx="9975">
                  <c:v>2.7853704750673773</c:v>
                </c:pt>
                <c:pt idx="9976">
                  <c:v>2.7853704750673773</c:v>
                </c:pt>
                <c:pt idx="9977">
                  <c:v>2.7853704750673773</c:v>
                </c:pt>
                <c:pt idx="9978">
                  <c:v>2.7853704750673773</c:v>
                </c:pt>
                <c:pt idx="9979">
                  <c:v>2.7853704750673773</c:v>
                </c:pt>
                <c:pt idx="9980">
                  <c:v>2.7853704750673773</c:v>
                </c:pt>
                <c:pt idx="9981">
                  <c:v>2.7853704750673773</c:v>
                </c:pt>
                <c:pt idx="9982">
                  <c:v>2.7853704750673773</c:v>
                </c:pt>
                <c:pt idx="9983">
                  <c:v>2.7853704750673773</c:v>
                </c:pt>
                <c:pt idx="9984">
                  <c:v>2.7853704750673773</c:v>
                </c:pt>
                <c:pt idx="9985">
                  <c:v>2.7853704750673773</c:v>
                </c:pt>
                <c:pt idx="9986">
                  <c:v>2.7853704750673773</c:v>
                </c:pt>
                <c:pt idx="9987">
                  <c:v>2.7853704750673773</c:v>
                </c:pt>
                <c:pt idx="9988">
                  <c:v>2.7853704750673773</c:v>
                </c:pt>
                <c:pt idx="9989">
                  <c:v>2.7853704750673773</c:v>
                </c:pt>
                <c:pt idx="9990">
                  <c:v>2.7853704750673773</c:v>
                </c:pt>
                <c:pt idx="9991">
                  <c:v>2.7853704750673773</c:v>
                </c:pt>
                <c:pt idx="9992">
                  <c:v>2.7853704750673773</c:v>
                </c:pt>
                <c:pt idx="9993">
                  <c:v>2.7853704750673773</c:v>
                </c:pt>
                <c:pt idx="9994">
                  <c:v>2.7853704750673773</c:v>
                </c:pt>
                <c:pt idx="9995">
                  <c:v>2.7853704750673773</c:v>
                </c:pt>
                <c:pt idx="9996">
                  <c:v>2.7853704750673773</c:v>
                </c:pt>
                <c:pt idx="9997">
                  <c:v>2.7853704750673773</c:v>
                </c:pt>
                <c:pt idx="9998">
                  <c:v>2.7853704750673773</c:v>
                </c:pt>
                <c:pt idx="9999">
                  <c:v>2.7853704750673773</c:v>
                </c:pt>
                <c:pt idx="10000">
                  <c:v>2.7853704750673773</c:v>
                </c:pt>
                <c:pt idx="10001">
                  <c:v>2.7853704750673773</c:v>
                </c:pt>
                <c:pt idx="10002">
                  <c:v>2.7853704750673773</c:v>
                </c:pt>
                <c:pt idx="10003">
                  <c:v>2.7853704750673773</c:v>
                </c:pt>
                <c:pt idx="10004">
                  <c:v>2.7853704750673773</c:v>
                </c:pt>
                <c:pt idx="10005">
                  <c:v>2.7853704750673773</c:v>
                </c:pt>
                <c:pt idx="10006">
                  <c:v>2.7853704750673773</c:v>
                </c:pt>
                <c:pt idx="10007">
                  <c:v>2.7853704750673773</c:v>
                </c:pt>
                <c:pt idx="10008">
                  <c:v>2.7853704750673773</c:v>
                </c:pt>
                <c:pt idx="10009">
                  <c:v>2.7853704750673773</c:v>
                </c:pt>
                <c:pt idx="10010">
                  <c:v>2.7853704750673773</c:v>
                </c:pt>
                <c:pt idx="10011">
                  <c:v>2.7853704750673773</c:v>
                </c:pt>
                <c:pt idx="10012">
                  <c:v>2.7853704750673773</c:v>
                </c:pt>
                <c:pt idx="10013">
                  <c:v>2.7853704750673773</c:v>
                </c:pt>
                <c:pt idx="10014">
                  <c:v>2.7853704750673773</c:v>
                </c:pt>
                <c:pt idx="10015">
                  <c:v>2.7853704750673773</c:v>
                </c:pt>
                <c:pt idx="10016">
                  <c:v>2.7853704750673773</c:v>
                </c:pt>
                <c:pt idx="10017">
                  <c:v>2.7853704750673773</c:v>
                </c:pt>
                <c:pt idx="10018">
                  <c:v>2.7853704750673773</c:v>
                </c:pt>
                <c:pt idx="10019">
                  <c:v>2.7853704750673773</c:v>
                </c:pt>
                <c:pt idx="10020">
                  <c:v>2.7853704750673773</c:v>
                </c:pt>
                <c:pt idx="10021">
                  <c:v>2.7853704750673773</c:v>
                </c:pt>
                <c:pt idx="10022">
                  <c:v>2.7853704750673773</c:v>
                </c:pt>
                <c:pt idx="10023">
                  <c:v>2.7853704750673773</c:v>
                </c:pt>
                <c:pt idx="10024">
                  <c:v>2.7853704750673773</c:v>
                </c:pt>
                <c:pt idx="10025">
                  <c:v>2.7853704750673773</c:v>
                </c:pt>
                <c:pt idx="10026">
                  <c:v>2.7853704750673773</c:v>
                </c:pt>
                <c:pt idx="10027">
                  <c:v>2.7853704750673773</c:v>
                </c:pt>
                <c:pt idx="10028">
                  <c:v>2.7853704750673773</c:v>
                </c:pt>
                <c:pt idx="10029">
                  <c:v>2.7853704750673773</c:v>
                </c:pt>
                <c:pt idx="10030">
                  <c:v>2.7853704750673773</c:v>
                </c:pt>
                <c:pt idx="10031">
                  <c:v>2.7853704750673773</c:v>
                </c:pt>
                <c:pt idx="10032">
                  <c:v>2.7853704750673773</c:v>
                </c:pt>
                <c:pt idx="10033">
                  <c:v>2.7853704750673773</c:v>
                </c:pt>
                <c:pt idx="10034">
                  <c:v>2.7853704750673773</c:v>
                </c:pt>
                <c:pt idx="10035">
                  <c:v>2.7853704750673773</c:v>
                </c:pt>
                <c:pt idx="10036">
                  <c:v>2.7853704750673773</c:v>
                </c:pt>
                <c:pt idx="10037">
                  <c:v>2.7853704750673773</c:v>
                </c:pt>
                <c:pt idx="10038">
                  <c:v>2.7853704750673773</c:v>
                </c:pt>
                <c:pt idx="10039">
                  <c:v>2.7853704750673773</c:v>
                </c:pt>
                <c:pt idx="10040">
                  <c:v>2.7853704750673773</c:v>
                </c:pt>
                <c:pt idx="10041">
                  <c:v>2.7853704750673773</c:v>
                </c:pt>
                <c:pt idx="10042">
                  <c:v>2.7853704750673773</c:v>
                </c:pt>
                <c:pt idx="10043">
                  <c:v>2.7853704750673773</c:v>
                </c:pt>
                <c:pt idx="10044">
                  <c:v>2.7853704750673773</c:v>
                </c:pt>
                <c:pt idx="10045">
                  <c:v>2.7853704750673773</c:v>
                </c:pt>
                <c:pt idx="10046">
                  <c:v>2.7853704750673773</c:v>
                </c:pt>
                <c:pt idx="10047">
                  <c:v>2.7853704750673773</c:v>
                </c:pt>
                <c:pt idx="10048">
                  <c:v>2.7853704750673773</c:v>
                </c:pt>
                <c:pt idx="10049">
                  <c:v>2.7853704750673773</c:v>
                </c:pt>
                <c:pt idx="10050">
                  <c:v>2.7853704750673773</c:v>
                </c:pt>
                <c:pt idx="10051">
                  <c:v>2.7853704750673773</c:v>
                </c:pt>
                <c:pt idx="10052">
                  <c:v>2.7853704750673773</c:v>
                </c:pt>
                <c:pt idx="10053">
                  <c:v>2.7853704750673773</c:v>
                </c:pt>
                <c:pt idx="10054">
                  <c:v>2.7853704750673773</c:v>
                </c:pt>
                <c:pt idx="10055">
                  <c:v>2.7853704750673773</c:v>
                </c:pt>
                <c:pt idx="10056">
                  <c:v>2.7853704750673773</c:v>
                </c:pt>
                <c:pt idx="10057">
                  <c:v>2.7853704750673773</c:v>
                </c:pt>
                <c:pt idx="10058">
                  <c:v>2.7853704750673773</c:v>
                </c:pt>
                <c:pt idx="10059">
                  <c:v>2.7853704750673773</c:v>
                </c:pt>
                <c:pt idx="10060">
                  <c:v>2.7853704750673773</c:v>
                </c:pt>
                <c:pt idx="10061">
                  <c:v>2.7853704750673773</c:v>
                </c:pt>
                <c:pt idx="10062">
                  <c:v>2.7853704750673773</c:v>
                </c:pt>
                <c:pt idx="10063">
                  <c:v>2.7853704750673773</c:v>
                </c:pt>
                <c:pt idx="10064">
                  <c:v>2.7853704750673773</c:v>
                </c:pt>
                <c:pt idx="10065">
                  <c:v>2.7853704750673773</c:v>
                </c:pt>
                <c:pt idx="10066">
                  <c:v>2.7853704750673773</c:v>
                </c:pt>
                <c:pt idx="10067">
                  <c:v>2.7853704750673773</c:v>
                </c:pt>
                <c:pt idx="10068">
                  <c:v>2.7853704750673773</c:v>
                </c:pt>
                <c:pt idx="10069">
                  <c:v>2.7853704750673773</c:v>
                </c:pt>
                <c:pt idx="10070">
                  <c:v>2.7853704750673773</c:v>
                </c:pt>
                <c:pt idx="10071">
                  <c:v>2.7853704750673773</c:v>
                </c:pt>
                <c:pt idx="10072">
                  <c:v>2.7853704750673773</c:v>
                </c:pt>
                <c:pt idx="10073">
                  <c:v>2.7853704750673773</c:v>
                </c:pt>
                <c:pt idx="10074">
                  <c:v>2.7853704750673773</c:v>
                </c:pt>
                <c:pt idx="10075">
                  <c:v>2.7853704750673773</c:v>
                </c:pt>
                <c:pt idx="10076">
                  <c:v>2.7853704750673773</c:v>
                </c:pt>
                <c:pt idx="10077">
                  <c:v>2.7853704750673773</c:v>
                </c:pt>
                <c:pt idx="10078">
                  <c:v>2.7853704750673773</c:v>
                </c:pt>
                <c:pt idx="10079">
                  <c:v>2.7853704750673773</c:v>
                </c:pt>
                <c:pt idx="10080">
                  <c:v>2.7853704750673773</c:v>
                </c:pt>
                <c:pt idx="10081">
                  <c:v>2.7853704750673773</c:v>
                </c:pt>
                <c:pt idx="10082">
                  <c:v>2.7853704750673773</c:v>
                </c:pt>
                <c:pt idx="10083">
                  <c:v>2.7853704750673773</c:v>
                </c:pt>
                <c:pt idx="10084">
                  <c:v>2.7853704750673773</c:v>
                </c:pt>
                <c:pt idx="10085">
                  <c:v>2.7853704750673773</c:v>
                </c:pt>
                <c:pt idx="10086">
                  <c:v>2.7853704750673773</c:v>
                </c:pt>
                <c:pt idx="10087">
                  <c:v>2.7853704750673773</c:v>
                </c:pt>
                <c:pt idx="10088">
                  <c:v>2.7853704750673773</c:v>
                </c:pt>
                <c:pt idx="10089">
                  <c:v>2.7853704750673773</c:v>
                </c:pt>
                <c:pt idx="10090">
                  <c:v>2.7853704750673773</c:v>
                </c:pt>
                <c:pt idx="10091">
                  <c:v>2.7853704750673773</c:v>
                </c:pt>
                <c:pt idx="10092">
                  <c:v>2.7853704750673773</c:v>
                </c:pt>
                <c:pt idx="10093">
                  <c:v>2.7853704750673773</c:v>
                </c:pt>
                <c:pt idx="10094">
                  <c:v>2.7853704750673773</c:v>
                </c:pt>
                <c:pt idx="10095">
                  <c:v>2.7853704750673773</c:v>
                </c:pt>
                <c:pt idx="10096">
                  <c:v>2.7853704750673773</c:v>
                </c:pt>
                <c:pt idx="10097">
                  <c:v>2.7853704750673773</c:v>
                </c:pt>
                <c:pt idx="10098">
                  <c:v>2.7853704750673773</c:v>
                </c:pt>
                <c:pt idx="10099">
                  <c:v>2.7853704750673773</c:v>
                </c:pt>
                <c:pt idx="10100">
                  <c:v>2.7853704750673773</c:v>
                </c:pt>
                <c:pt idx="10101">
                  <c:v>2.7853704750673773</c:v>
                </c:pt>
                <c:pt idx="10102">
                  <c:v>2.7853704750673773</c:v>
                </c:pt>
                <c:pt idx="10103">
                  <c:v>2.7853704750673773</c:v>
                </c:pt>
                <c:pt idx="10104">
                  <c:v>2.7853704750673773</c:v>
                </c:pt>
                <c:pt idx="10105">
                  <c:v>2.7853704750673773</c:v>
                </c:pt>
                <c:pt idx="10106">
                  <c:v>2.7853704750673773</c:v>
                </c:pt>
                <c:pt idx="10107">
                  <c:v>2.7853704750673773</c:v>
                </c:pt>
                <c:pt idx="10108">
                  <c:v>2.7853704750673773</c:v>
                </c:pt>
                <c:pt idx="10109">
                  <c:v>2.7853704750673773</c:v>
                </c:pt>
                <c:pt idx="10110">
                  <c:v>2.7853704750673773</c:v>
                </c:pt>
                <c:pt idx="10111">
                  <c:v>2.7853704750673773</c:v>
                </c:pt>
                <c:pt idx="10112">
                  <c:v>2.7853704750673773</c:v>
                </c:pt>
                <c:pt idx="10113">
                  <c:v>2.7853704750673773</c:v>
                </c:pt>
                <c:pt idx="10114">
                  <c:v>2.7853704750673773</c:v>
                </c:pt>
                <c:pt idx="10115">
                  <c:v>2.7853704750673773</c:v>
                </c:pt>
                <c:pt idx="10116">
                  <c:v>2.7853704750673773</c:v>
                </c:pt>
                <c:pt idx="10117">
                  <c:v>2.7853704750673773</c:v>
                </c:pt>
                <c:pt idx="10118">
                  <c:v>2.7853704750673773</c:v>
                </c:pt>
                <c:pt idx="10119">
                  <c:v>2.7853704750673773</c:v>
                </c:pt>
                <c:pt idx="10120">
                  <c:v>2.7853704750673773</c:v>
                </c:pt>
                <c:pt idx="10121">
                  <c:v>2.7853704750673773</c:v>
                </c:pt>
                <c:pt idx="10122">
                  <c:v>2.7853704750673773</c:v>
                </c:pt>
                <c:pt idx="10123">
                  <c:v>2.7853704750673773</c:v>
                </c:pt>
                <c:pt idx="10124">
                  <c:v>2.7853704750673773</c:v>
                </c:pt>
                <c:pt idx="10125">
                  <c:v>2.7853704750673773</c:v>
                </c:pt>
                <c:pt idx="10126">
                  <c:v>2.7853704750673773</c:v>
                </c:pt>
                <c:pt idx="10127">
                  <c:v>2.7853704750673773</c:v>
                </c:pt>
                <c:pt idx="10128">
                  <c:v>2.7853704750673773</c:v>
                </c:pt>
                <c:pt idx="10129">
                  <c:v>2.7853704750673773</c:v>
                </c:pt>
                <c:pt idx="10130">
                  <c:v>2.7853704750673773</c:v>
                </c:pt>
                <c:pt idx="10131">
                  <c:v>2.7853704750673773</c:v>
                </c:pt>
                <c:pt idx="10132">
                  <c:v>2.7853704750673773</c:v>
                </c:pt>
                <c:pt idx="10133">
                  <c:v>2.7853704750673773</c:v>
                </c:pt>
                <c:pt idx="10134">
                  <c:v>2.7853704750673773</c:v>
                </c:pt>
                <c:pt idx="10135">
                  <c:v>2.7853704750673773</c:v>
                </c:pt>
                <c:pt idx="10136">
                  <c:v>2.7853704750673773</c:v>
                </c:pt>
                <c:pt idx="10137">
                  <c:v>2.7853704750673773</c:v>
                </c:pt>
                <c:pt idx="10138">
                  <c:v>2.7853704750673773</c:v>
                </c:pt>
                <c:pt idx="10139">
                  <c:v>2.7853704750673773</c:v>
                </c:pt>
                <c:pt idx="10140">
                  <c:v>2.7853704750673773</c:v>
                </c:pt>
                <c:pt idx="10141">
                  <c:v>2.7853704750673773</c:v>
                </c:pt>
                <c:pt idx="10142">
                  <c:v>2.7853704750673773</c:v>
                </c:pt>
                <c:pt idx="10143">
                  <c:v>2.7853704750673773</c:v>
                </c:pt>
                <c:pt idx="10144">
                  <c:v>2.7853704750673773</c:v>
                </c:pt>
                <c:pt idx="10145">
                  <c:v>2.7853704750673773</c:v>
                </c:pt>
                <c:pt idx="10146">
                  <c:v>2.7853704750673773</c:v>
                </c:pt>
                <c:pt idx="10147">
                  <c:v>2.7853704750673773</c:v>
                </c:pt>
                <c:pt idx="10148">
                  <c:v>2.7853704750673773</c:v>
                </c:pt>
                <c:pt idx="10149">
                  <c:v>2.7853704750673773</c:v>
                </c:pt>
                <c:pt idx="10150">
                  <c:v>2.7853704750673773</c:v>
                </c:pt>
                <c:pt idx="10151">
                  <c:v>2.7853704750673773</c:v>
                </c:pt>
                <c:pt idx="10152">
                  <c:v>2.7853704750673773</c:v>
                </c:pt>
                <c:pt idx="10153">
                  <c:v>2.7853704750673773</c:v>
                </c:pt>
                <c:pt idx="10154">
                  <c:v>2.7853704750673773</c:v>
                </c:pt>
                <c:pt idx="10155">
                  <c:v>2.7853704750673773</c:v>
                </c:pt>
                <c:pt idx="10156">
                  <c:v>2.7853704750673773</c:v>
                </c:pt>
                <c:pt idx="10157">
                  <c:v>2.7853704750673773</c:v>
                </c:pt>
                <c:pt idx="10158">
                  <c:v>2.7853704750673773</c:v>
                </c:pt>
                <c:pt idx="10159">
                  <c:v>2.7853704750673773</c:v>
                </c:pt>
                <c:pt idx="10160">
                  <c:v>2.7853704750673773</c:v>
                </c:pt>
                <c:pt idx="10161">
                  <c:v>2.7853704750673773</c:v>
                </c:pt>
                <c:pt idx="10162">
                  <c:v>2.7853704750673773</c:v>
                </c:pt>
                <c:pt idx="10163">
                  <c:v>2.7853704750673773</c:v>
                </c:pt>
                <c:pt idx="10164">
                  <c:v>2.7853704750673773</c:v>
                </c:pt>
                <c:pt idx="10165">
                  <c:v>2.7853704750673773</c:v>
                </c:pt>
                <c:pt idx="10166">
                  <c:v>2.7853704750673773</c:v>
                </c:pt>
                <c:pt idx="10167">
                  <c:v>2.7853704750673773</c:v>
                </c:pt>
                <c:pt idx="10168">
                  <c:v>2.7853704750673773</c:v>
                </c:pt>
                <c:pt idx="10169">
                  <c:v>2.7853704750673773</c:v>
                </c:pt>
                <c:pt idx="10170">
                  <c:v>2.7853704750673773</c:v>
                </c:pt>
                <c:pt idx="10171">
                  <c:v>2.7853704750673773</c:v>
                </c:pt>
                <c:pt idx="10172">
                  <c:v>2.7853704750673773</c:v>
                </c:pt>
                <c:pt idx="10173">
                  <c:v>2.7853704750673773</c:v>
                </c:pt>
                <c:pt idx="10174">
                  <c:v>2.7853704750673773</c:v>
                </c:pt>
                <c:pt idx="10175">
                  <c:v>2.7853704750673773</c:v>
                </c:pt>
                <c:pt idx="10176">
                  <c:v>2.7853704750673773</c:v>
                </c:pt>
                <c:pt idx="10177">
                  <c:v>2.7853704750673773</c:v>
                </c:pt>
                <c:pt idx="10178">
                  <c:v>2.7853704750673773</c:v>
                </c:pt>
                <c:pt idx="10179">
                  <c:v>2.7853704750673773</c:v>
                </c:pt>
                <c:pt idx="10180">
                  <c:v>2.7853704750673773</c:v>
                </c:pt>
                <c:pt idx="10181">
                  <c:v>2.7853704750673773</c:v>
                </c:pt>
                <c:pt idx="10182">
                  <c:v>2.7853704750673773</c:v>
                </c:pt>
                <c:pt idx="10183">
                  <c:v>2.7853704750673773</c:v>
                </c:pt>
                <c:pt idx="10184">
                  <c:v>2.7853704750673773</c:v>
                </c:pt>
                <c:pt idx="10185">
                  <c:v>2.7853704750673773</c:v>
                </c:pt>
                <c:pt idx="10186">
                  <c:v>2.7853704750673773</c:v>
                </c:pt>
                <c:pt idx="10187">
                  <c:v>2.7853704750673773</c:v>
                </c:pt>
                <c:pt idx="10188">
                  <c:v>2.7853704750673773</c:v>
                </c:pt>
                <c:pt idx="10189">
                  <c:v>2.7853704750673773</c:v>
                </c:pt>
                <c:pt idx="10190">
                  <c:v>2.7853704750673773</c:v>
                </c:pt>
                <c:pt idx="10191">
                  <c:v>2.7853704750673773</c:v>
                </c:pt>
                <c:pt idx="10192">
                  <c:v>2.7853704750673773</c:v>
                </c:pt>
                <c:pt idx="10193">
                  <c:v>2.7853704750673773</c:v>
                </c:pt>
                <c:pt idx="10194">
                  <c:v>2.7853704750673773</c:v>
                </c:pt>
                <c:pt idx="10195">
                  <c:v>2.7853704750673773</c:v>
                </c:pt>
                <c:pt idx="10196">
                  <c:v>2.7853704750673773</c:v>
                </c:pt>
                <c:pt idx="10197">
                  <c:v>2.7853704750673773</c:v>
                </c:pt>
                <c:pt idx="10198">
                  <c:v>2.7853704750673773</c:v>
                </c:pt>
                <c:pt idx="10199">
                  <c:v>2.7853704750673773</c:v>
                </c:pt>
                <c:pt idx="10200">
                  <c:v>2.7853704750673773</c:v>
                </c:pt>
                <c:pt idx="10201">
                  <c:v>2.7853704750673773</c:v>
                </c:pt>
                <c:pt idx="10202">
                  <c:v>2.7853704750673773</c:v>
                </c:pt>
                <c:pt idx="10203">
                  <c:v>2.7853704750673773</c:v>
                </c:pt>
                <c:pt idx="10204">
                  <c:v>2.7853704750673773</c:v>
                </c:pt>
                <c:pt idx="10205">
                  <c:v>2.7853704750673773</c:v>
                </c:pt>
                <c:pt idx="10206">
                  <c:v>2.7853704750673773</c:v>
                </c:pt>
                <c:pt idx="10207">
                  <c:v>2.7853704750673773</c:v>
                </c:pt>
                <c:pt idx="10208">
                  <c:v>2.7853704750673773</c:v>
                </c:pt>
                <c:pt idx="10209">
                  <c:v>2.7853704750673773</c:v>
                </c:pt>
                <c:pt idx="10210">
                  <c:v>2.7853704750673773</c:v>
                </c:pt>
                <c:pt idx="10211">
                  <c:v>2.7853704750673773</c:v>
                </c:pt>
                <c:pt idx="10212">
                  <c:v>2.7853704750673773</c:v>
                </c:pt>
                <c:pt idx="10213">
                  <c:v>2.7853704750673773</c:v>
                </c:pt>
                <c:pt idx="10214">
                  <c:v>2.7853704750673773</c:v>
                </c:pt>
                <c:pt idx="10215">
                  <c:v>2.7853704750673773</c:v>
                </c:pt>
                <c:pt idx="10216">
                  <c:v>2.7853704750673773</c:v>
                </c:pt>
                <c:pt idx="10217">
                  <c:v>2.7853704750673773</c:v>
                </c:pt>
                <c:pt idx="10218">
                  <c:v>2.7853704750673773</c:v>
                </c:pt>
                <c:pt idx="10219">
                  <c:v>2.7853704750673773</c:v>
                </c:pt>
                <c:pt idx="10220">
                  <c:v>2.7853704750673773</c:v>
                </c:pt>
                <c:pt idx="10221">
                  <c:v>2.7853704750673773</c:v>
                </c:pt>
                <c:pt idx="10222">
                  <c:v>2.7853704750673773</c:v>
                </c:pt>
                <c:pt idx="10223">
                  <c:v>2.7853704750673773</c:v>
                </c:pt>
                <c:pt idx="10224">
                  <c:v>2.7853704750673773</c:v>
                </c:pt>
                <c:pt idx="10225">
                  <c:v>2.7853704750673773</c:v>
                </c:pt>
                <c:pt idx="10226">
                  <c:v>2.7853704750673773</c:v>
                </c:pt>
                <c:pt idx="10227">
                  <c:v>2.7853704750673773</c:v>
                </c:pt>
                <c:pt idx="10228">
                  <c:v>2.7853704750673773</c:v>
                </c:pt>
                <c:pt idx="10229">
                  <c:v>2.7853704750673773</c:v>
                </c:pt>
                <c:pt idx="10230">
                  <c:v>2.7853704750673773</c:v>
                </c:pt>
                <c:pt idx="10231">
                  <c:v>2.7853704750673773</c:v>
                </c:pt>
                <c:pt idx="10232">
                  <c:v>2.7853704750673773</c:v>
                </c:pt>
                <c:pt idx="10233">
                  <c:v>2.7853704750673773</c:v>
                </c:pt>
                <c:pt idx="10234">
                  <c:v>2.7853704750673773</c:v>
                </c:pt>
                <c:pt idx="10235">
                  <c:v>2.7853704750673773</c:v>
                </c:pt>
                <c:pt idx="10236">
                  <c:v>2.7853704750673773</c:v>
                </c:pt>
                <c:pt idx="10237">
                  <c:v>2.7853704750673773</c:v>
                </c:pt>
                <c:pt idx="10238">
                  <c:v>2.7853704750673773</c:v>
                </c:pt>
                <c:pt idx="10239">
                  <c:v>2.7853704750673773</c:v>
                </c:pt>
                <c:pt idx="10240">
                  <c:v>2.7853704750673773</c:v>
                </c:pt>
                <c:pt idx="10241">
                  <c:v>2.7853704750673773</c:v>
                </c:pt>
                <c:pt idx="10242">
                  <c:v>2.7853704750673773</c:v>
                </c:pt>
                <c:pt idx="10243">
                  <c:v>2.7853704750673773</c:v>
                </c:pt>
                <c:pt idx="10244">
                  <c:v>2.7853704750673773</c:v>
                </c:pt>
                <c:pt idx="10245">
                  <c:v>2.7853704750673773</c:v>
                </c:pt>
                <c:pt idx="10246">
                  <c:v>2.7853704750673773</c:v>
                </c:pt>
                <c:pt idx="10247">
                  <c:v>2.7853704750673773</c:v>
                </c:pt>
                <c:pt idx="10248">
                  <c:v>2.7853704750673773</c:v>
                </c:pt>
                <c:pt idx="10249">
                  <c:v>2.7853704750673773</c:v>
                </c:pt>
                <c:pt idx="10250">
                  <c:v>2.7853704750673773</c:v>
                </c:pt>
                <c:pt idx="10251">
                  <c:v>2.7853704750673773</c:v>
                </c:pt>
                <c:pt idx="10252">
                  <c:v>2.7853704750673773</c:v>
                </c:pt>
                <c:pt idx="10253">
                  <c:v>2.7853704750673773</c:v>
                </c:pt>
                <c:pt idx="10254">
                  <c:v>2.7853704750673773</c:v>
                </c:pt>
                <c:pt idx="10255">
                  <c:v>2.7853704750673773</c:v>
                </c:pt>
                <c:pt idx="10256">
                  <c:v>2.7853704750673773</c:v>
                </c:pt>
                <c:pt idx="10257">
                  <c:v>2.7853704750673773</c:v>
                </c:pt>
                <c:pt idx="10258">
                  <c:v>2.7853704750673773</c:v>
                </c:pt>
                <c:pt idx="10259">
                  <c:v>2.7853704750673773</c:v>
                </c:pt>
                <c:pt idx="10260">
                  <c:v>2.7853704750673773</c:v>
                </c:pt>
                <c:pt idx="10261">
                  <c:v>2.7853704750673773</c:v>
                </c:pt>
                <c:pt idx="10262">
                  <c:v>2.7853704750673773</c:v>
                </c:pt>
                <c:pt idx="10263">
                  <c:v>2.7853704750673773</c:v>
                </c:pt>
                <c:pt idx="10264">
                  <c:v>2.7853704750673773</c:v>
                </c:pt>
                <c:pt idx="10265">
                  <c:v>2.7853704750673773</c:v>
                </c:pt>
                <c:pt idx="10266">
                  <c:v>2.7853704750673773</c:v>
                </c:pt>
                <c:pt idx="10267">
                  <c:v>2.7853704750673773</c:v>
                </c:pt>
                <c:pt idx="10268">
                  <c:v>2.7853704750673773</c:v>
                </c:pt>
                <c:pt idx="10269">
                  <c:v>2.7853704750673773</c:v>
                </c:pt>
                <c:pt idx="10270">
                  <c:v>2.7853704750673773</c:v>
                </c:pt>
                <c:pt idx="10271">
                  <c:v>2.7853704750673773</c:v>
                </c:pt>
                <c:pt idx="10272">
                  <c:v>2.7853704750673773</c:v>
                </c:pt>
                <c:pt idx="10273">
                  <c:v>2.7853704750673773</c:v>
                </c:pt>
                <c:pt idx="10274">
                  <c:v>2.7853704750673773</c:v>
                </c:pt>
                <c:pt idx="10275">
                  <c:v>2.7853704750673773</c:v>
                </c:pt>
                <c:pt idx="10276">
                  <c:v>2.7853704750673773</c:v>
                </c:pt>
                <c:pt idx="10277">
                  <c:v>2.7853704750673773</c:v>
                </c:pt>
                <c:pt idx="10278">
                  <c:v>2.7853704750673773</c:v>
                </c:pt>
                <c:pt idx="10279">
                  <c:v>2.7853704750673773</c:v>
                </c:pt>
                <c:pt idx="10280">
                  <c:v>2.7853704750673773</c:v>
                </c:pt>
                <c:pt idx="10281">
                  <c:v>2.7853704750673773</c:v>
                </c:pt>
                <c:pt idx="10282">
                  <c:v>2.7853704750673773</c:v>
                </c:pt>
                <c:pt idx="10283">
                  <c:v>2.7853704750673773</c:v>
                </c:pt>
                <c:pt idx="10284">
                  <c:v>2.7853704750673773</c:v>
                </c:pt>
                <c:pt idx="10285">
                  <c:v>2.7853704750673773</c:v>
                </c:pt>
                <c:pt idx="10286">
                  <c:v>2.7853704750673773</c:v>
                </c:pt>
                <c:pt idx="10287">
                  <c:v>2.7853704750673773</c:v>
                </c:pt>
                <c:pt idx="10288">
                  <c:v>2.7853704750673773</c:v>
                </c:pt>
                <c:pt idx="10289">
                  <c:v>2.7853704750673773</c:v>
                </c:pt>
                <c:pt idx="10290">
                  <c:v>2.7853704750673773</c:v>
                </c:pt>
                <c:pt idx="10291">
                  <c:v>2.7853704750673773</c:v>
                </c:pt>
                <c:pt idx="10292">
                  <c:v>2.7853704750673773</c:v>
                </c:pt>
                <c:pt idx="10293">
                  <c:v>2.7853704750673773</c:v>
                </c:pt>
                <c:pt idx="10294">
                  <c:v>2.7853704750673773</c:v>
                </c:pt>
                <c:pt idx="10295">
                  <c:v>2.7853704750673773</c:v>
                </c:pt>
                <c:pt idx="10296">
                  <c:v>2.7853704750673773</c:v>
                </c:pt>
                <c:pt idx="10297">
                  <c:v>2.7853704750673773</c:v>
                </c:pt>
                <c:pt idx="10298">
                  <c:v>2.7853704750673773</c:v>
                </c:pt>
                <c:pt idx="10299">
                  <c:v>2.7853704750673773</c:v>
                </c:pt>
                <c:pt idx="10300">
                  <c:v>2.7853704750673773</c:v>
                </c:pt>
                <c:pt idx="10301">
                  <c:v>2.7853704750673773</c:v>
                </c:pt>
                <c:pt idx="10302">
                  <c:v>2.7853704750673773</c:v>
                </c:pt>
                <c:pt idx="10303">
                  <c:v>2.7853704750673773</c:v>
                </c:pt>
                <c:pt idx="10304">
                  <c:v>2.7853704750673773</c:v>
                </c:pt>
                <c:pt idx="10305">
                  <c:v>2.7853704750673773</c:v>
                </c:pt>
                <c:pt idx="10306">
                  <c:v>2.7853704750673773</c:v>
                </c:pt>
                <c:pt idx="10307">
                  <c:v>2.7853704750673773</c:v>
                </c:pt>
                <c:pt idx="10308">
                  <c:v>2.7853704750673773</c:v>
                </c:pt>
                <c:pt idx="10309">
                  <c:v>2.7853704750673773</c:v>
                </c:pt>
                <c:pt idx="10310">
                  <c:v>2.7853704750673773</c:v>
                </c:pt>
                <c:pt idx="10311">
                  <c:v>2.7853704750673773</c:v>
                </c:pt>
                <c:pt idx="10312">
                  <c:v>2.7853704750673773</c:v>
                </c:pt>
                <c:pt idx="10313">
                  <c:v>2.7853704750673773</c:v>
                </c:pt>
                <c:pt idx="10314">
                  <c:v>2.7853704750673773</c:v>
                </c:pt>
                <c:pt idx="10315">
                  <c:v>2.7853704750673773</c:v>
                </c:pt>
                <c:pt idx="10316">
                  <c:v>2.7853704750673773</c:v>
                </c:pt>
                <c:pt idx="10317">
                  <c:v>2.7853704750673773</c:v>
                </c:pt>
                <c:pt idx="10318">
                  <c:v>2.7853704750673773</c:v>
                </c:pt>
                <c:pt idx="10319">
                  <c:v>2.7853704750673773</c:v>
                </c:pt>
                <c:pt idx="10320">
                  <c:v>2.7853704750673773</c:v>
                </c:pt>
                <c:pt idx="10321">
                  <c:v>2.7853704750673773</c:v>
                </c:pt>
                <c:pt idx="10322">
                  <c:v>2.7853704750673773</c:v>
                </c:pt>
                <c:pt idx="10323">
                  <c:v>2.7853704750673773</c:v>
                </c:pt>
                <c:pt idx="10324">
                  <c:v>2.7853704750673773</c:v>
                </c:pt>
                <c:pt idx="10325">
                  <c:v>2.7853704750673773</c:v>
                </c:pt>
                <c:pt idx="10326">
                  <c:v>2.7853704750673773</c:v>
                </c:pt>
                <c:pt idx="10327">
                  <c:v>2.7853704750673773</c:v>
                </c:pt>
                <c:pt idx="10328">
                  <c:v>2.7853704750673773</c:v>
                </c:pt>
                <c:pt idx="10329">
                  <c:v>2.7853704750673773</c:v>
                </c:pt>
                <c:pt idx="10330">
                  <c:v>2.7853704750673773</c:v>
                </c:pt>
                <c:pt idx="10331">
                  <c:v>2.7853704750673773</c:v>
                </c:pt>
                <c:pt idx="10332">
                  <c:v>2.7853704750673773</c:v>
                </c:pt>
                <c:pt idx="10333">
                  <c:v>2.7853704750673773</c:v>
                </c:pt>
                <c:pt idx="10334">
                  <c:v>2.7853704750673773</c:v>
                </c:pt>
                <c:pt idx="10335">
                  <c:v>2.7853704750673773</c:v>
                </c:pt>
                <c:pt idx="10336">
                  <c:v>2.7853704750673773</c:v>
                </c:pt>
                <c:pt idx="10337">
                  <c:v>2.7853704750673773</c:v>
                </c:pt>
                <c:pt idx="10338">
                  <c:v>2.7853704750673773</c:v>
                </c:pt>
                <c:pt idx="10339">
                  <c:v>2.7853704750673773</c:v>
                </c:pt>
                <c:pt idx="10340">
                  <c:v>2.7853704750673773</c:v>
                </c:pt>
                <c:pt idx="10341">
                  <c:v>2.7853704750673773</c:v>
                </c:pt>
                <c:pt idx="10342">
                  <c:v>2.7853704750673773</c:v>
                </c:pt>
                <c:pt idx="10343">
                  <c:v>2.7853704750673773</c:v>
                </c:pt>
                <c:pt idx="10344">
                  <c:v>2.7853704750673773</c:v>
                </c:pt>
                <c:pt idx="10345">
                  <c:v>2.7853704750673773</c:v>
                </c:pt>
                <c:pt idx="10346">
                  <c:v>2.7853704750673773</c:v>
                </c:pt>
                <c:pt idx="10347">
                  <c:v>2.7853704750673773</c:v>
                </c:pt>
                <c:pt idx="10348">
                  <c:v>2.7853704750673773</c:v>
                </c:pt>
                <c:pt idx="10349">
                  <c:v>2.7853704750673773</c:v>
                </c:pt>
                <c:pt idx="10350">
                  <c:v>2.7853704750673773</c:v>
                </c:pt>
                <c:pt idx="10351">
                  <c:v>2.7853704750673773</c:v>
                </c:pt>
                <c:pt idx="10352">
                  <c:v>2.7853704750673773</c:v>
                </c:pt>
                <c:pt idx="10353">
                  <c:v>2.7853704750673773</c:v>
                </c:pt>
                <c:pt idx="10354">
                  <c:v>2.7853704750673773</c:v>
                </c:pt>
                <c:pt idx="10355">
                  <c:v>2.7853704750673773</c:v>
                </c:pt>
                <c:pt idx="10356">
                  <c:v>2.7853704750673773</c:v>
                </c:pt>
                <c:pt idx="10357">
                  <c:v>2.7853704750673773</c:v>
                </c:pt>
                <c:pt idx="10358">
                  <c:v>2.7853704750673773</c:v>
                </c:pt>
                <c:pt idx="10359">
                  <c:v>2.7853704750673773</c:v>
                </c:pt>
                <c:pt idx="10360">
                  <c:v>2.7853704750673773</c:v>
                </c:pt>
                <c:pt idx="10361">
                  <c:v>2.7853704750673773</c:v>
                </c:pt>
                <c:pt idx="10362">
                  <c:v>2.7853704750673773</c:v>
                </c:pt>
                <c:pt idx="10363">
                  <c:v>2.7853704750673773</c:v>
                </c:pt>
                <c:pt idx="10364">
                  <c:v>2.7853704750673773</c:v>
                </c:pt>
                <c:pt idx="10365">
                  <c:v>2.7853704750673773</c:v>
                </c:pt>
                <c:pt idx="10366">
                  <c:v>2.7853704750673773</c:v>
                </c:pt>
                <c:pt idx="10367">
                  <c:v>2.7853704750673773</c:v>
                </c:pt>
                <c:pt idx="10368">
                  <c:v>2.7853704750673773</c:v>
                </c:pt>
                <c:pt idx="10369">
                  <c:v>2.7853704750673773</c:v>
                </c:pt>
                <c:pt idx="10370">
                  <c:v>2.7853704750673773</c:v>
                </c:pt>
                <c:pt idx="10371">
                  <c:v>2.7853704750673773</c:v>
                </c:pt>
                <c:pt idx="10372">
                  <c:v>2.7853704750673773</c:v>
                </c:pt>
                <c:pt idx="10373">
                  <c:v>2.7853704750673773</c:v>
                </c:pt>
                <c:pt idx="10374">
                  <c:v>2.7853704750673773</c:v>
                </c:pt>
                <c:pt idx="10375">
                  <c:v>2.7853704750673773</c:v>
                </c:pt>
                <c:pt idx="10376">
                  <c:v>2.7853704750673773</c:v>
                </c:pt>
                <c:pt idx="10377">
                  <c:v>2.7853704750673773</c:v>
                </c:pt>
                <c:pt idx="10378">
                  <c:v>2.7853704750673773</c:v>
                </c:pt>
                <c:pt idx="10379">
                  <c:v>2.7853704750673773</c:v>
                </c:pt>
                <c:pt idx="10380">
                  <c:v>2.7853704750673773</c:v>
                </c:pt>
                <c:pt idx="10381">
                  <c:v>2.7853704750673773</c:v>
                </c:pt>
                <c:pt idx="10382">
                  <c:v>2.7853704750673773</c:v>
                </c:pt>
                <c:pt idx="10383">
                  <c:v>2.7853704750673773</c:v>
                </c:pt>
                <c:pt idx="10384">
                  <c:v>2.7853704750673773</c:v>
                </c:pt>
                <c:pt idx="10385">
                  <c:v>2.7853704750673773</c:v>
                </c:pt>
                <c:pt idx="10386">
                  <c:v>2.7853704750673773</c:v>
                </c:pt>
                <c:pt idx="10387">
                  <c:v>2.7853704750673773</c:v>
                </c:pt>
                <c:pt idx="10388">
                  <c:v>2.7853704750673773</c:v>
                </c:pt>
                <c:pt idx="10389">
                  <c:v>2.7853704750673773</c:v>
                </c:pt>
                <c:pt idx="10390">
                  <c:v>2.7853704750673773</c:v>
                </c:pt>
                <c:pt idx="10391">
                  <c:v>2.7853704750673773</c:v>
                </c:pt>
                <c:pt idx="10392">
                  <c:v>2.7853704750673773</c:v>
                </c:pt>
                <c:pt idx="10393">
                  <c:v>2.7853704750673773</c:v>
                </c:pt>
                <c:pt idx="10394">
                  <c:v>2.7853704750673773</c:v>
                </c:pt>
                <c:pt idx="10395">
                  <c:v>2.7853704750673773</c:v>
                </c:pt>
                <c:pt idx="10396">
                  <c:v>2.7853704750673773</c:v>
                </c:pt>
                <c:pt idx="10397">
                  <c:v>2.7853704750673773</c:v>
                </c:pt>
                <c:pt idx="10398">
                  <c:v>2.7853704750673773</c:v>
                </c:pt>
                <c:pt idx="10399">
                  <c:v>2.7853704750673773</c:v>
                </c:pt>
                <c:pt idx="10400">
                  <c:v>2.7853704750673773</c:v>
                </c:pt>
                <c:pt idx="10401">
                  <c:v>2.7853704750673773</c:v>
                </c:pt>
                <c:pt idx="10402">
                  <c:v>2.7853704750673773</c:v>
                </c:pt>
                <c:pt idx="10403">
                  <c:v>2.7853704750673773</c:v>
                </c:pt>
                <c:pt idx="10404">
                  <c:v>2.7853704750673773</c:v>
                </c:pt>
                <c:pt idx="10405">
                  <c:v>2.7853704750673773</c:v>
                </c:pt>
                <c:pt idx="10406">
                  <c:v>2.7853704750673773</c:v>
                </c:pt>
                <c:pt idx="10407">
                  <c:v>2.7853704750673773</c:v>
                </c:pt>
                <c:pt idx="10408">
                  <c:v>2.7853704750673773</c:v>
                </c:pt>
                <c:pt idx="10409">
                  <c:v>2.7853704750673773</c:v>
                </c:pt>
                <c:pt idx="10410">
                  <c:v>2.7853704750673773</c:v>
                </c:pt>
                <c:pt idx="10411">
                  <c:v>2.7853704750673773</c:v>
                </c:pt>
                <c:pt idx="10412">
                  <c:v>2.7853704750673773</c:v>
                </c:pt>
                <c:pt idx="10413">
                  <c:v>2.7853704750673773</c:v>
                </c:pt>
                <c:pt idx="10414">
                  <c:v>2.7853704750673773</c:v>
                </c:pt>
                <c:pt idx="10415">
                  <c:v>2.7853704750673773</c:v>
                </c:pt>
                <c:pt idx="10416">
                  <c:v>2.7853704750673773</c:v>
                </c:pt>
                <c:pt idx="10417">
                  <c:v>2.7853704750673773</c:v>
                </c:pt>
                <c:pt idx="10418">
                  <c:v>2.7853704750673773</c:v>
                </c:pt>
                <c:pt idx="10419">
                  <c:v>2.7853704750673773</c:v>
                </c:pt>
                <c:pt idx="10420">
                  <c:v>2.7853704750673773</c:v>
                </c:pt>
                <c:pt idx="10421">
                  <c:v>2.7853704750673773</c:v>
                </c:pt>
                <c:pt idx="10422">
                  <c:v>2.7853704750673773</c:v>
                </c:pt>
                <c:pt idx="10423">
                  <c:v>2.7853704750673773</c:v>
                </c:pt>
                <c:pt idx="10424">
                  <c:v>2.7853704750673773</c:v>
                </c:pt>
                <c:pt idx="10425">
                  <c:v>2.7853704750673773</c:v>
                </c:pt>
                <c:pt idx="10426">
                  <c:v>2.7853704750673773</c:v>
                </c:pt>
                <c:pt idx="10427">
                  <c:v>2.7853704750673773</c:v>
                </c:pt>
                <c:pt idx="10428">
                  <c:v>2.7853704750673773</c:v>
                </c:pt>
                <c:pt idx="10429">
                  <c:v>2.7853704750673773</c:v>
                </c:pt>
                <c:pt idx="10430">
                  <c:v>2.7853704750673773</c:v>
                </c:pt>
                <c:pt idx="10431">
                  <c:v>2.7853704750673773</c:v>
                </c:pt>
                <c:pt idx="10432">
                  <c:v>2.7853704750673773</c:v>
                </c:pt>
                <c:pt idx="10433">
                  <c:v>2.7853704750673773</c:v>
                </c:pt>
                <c:pt idx="10434">
                  <c:v>2.7853704750673773</c:v>
                </c:pt>
                <c:pt idx="10435">
                  <c:v>2.7853704750673773</c:v>
                </c:pt>
                <c:pt idx="10436">
                  <c:v>2.7853704750673773</c:v>
                </c:pt>
                <c:pt idx="10437">
                  <c:v>2.7853704750673773</c:v>
                </c:pt>
                <c:pt idx="10438">
                  <c:v>2.7853704750673773</c:v>
                </c:pt>
                <c:pt idx="10439">
                  <c:v>2.7853704750673773</c:v>
                </c:pt>
                <c:pt idx="10440">
                  <c:v>2.7853704750673773</c:v>
                </c:pt>
                <c:pt idx="10441">
                  <c:v>2.7853704750673773</c:v>
                </c:pt>
                <c:pt idx="10442">
                  <c:v>2.7853704750673773</c:v>
                </c:pt>
                <c:pt idx="10443">
                  <c:v>2.7853704750673773</c:v>
                </c:pt>
                <c:pt idx="10444">
                  <c:v>2.7853704750673773</c:v>
                </c:pt>
                <c:pt idx="10445">
                  <c:v>2.7853704750673773</c:v>
                </c:pt>
                <c:pt idx="10446">
                  <c:v>2.7853704750673773</c:v>
                </c:pt>
                <c:pt idx="10447">
                  <c:v>2.7853704750673773</c:v>
                </c:pt>
                <c:pt idx="10448">
                  <c:v>2.7853704750673773</c:v>
                </c:pt>
                <c:pt idx="10449">
                  <c:v>2.7853704750673773</c:v>
                </c:pt>
                <c:pt idx="10450">
                  <c:v>2.7853704750673773</c:v>
                </c:pt>
                <c:pt idx="10451">
                  <c:v>2.7853704750673773</c:v>
                </c:pt>
                <c:pt idx="10452">
                  <c:v>2.7853704750673773</c:v>
                </c:pt>
                <c:pt idx="10453">
                  <c:v>2.7853704750673773</c:v>
                </c:pt>
                <c:pt idx="10454">
                  <c:v>2.7853704750673773</c:v>
                </c:pt>
                <c:pt idx="10455">
                  <c:v>2.7853704750673773</c:v>
                </c:pt>
                <c:pt idx="10456">
                  <c:v>2.7853704750673773</c:v>
                </c:pt>
                <c:pt idx="10457">
                  <c:v>2.7853704750673773</c:v>
                </c:pt>
                <c:pt idx="10458">
                  <c:v>2.7853704750673773</c:v>
                </c:pt>
                <c:pt idx="10459">
                  <c:v>2.7853704750673773</c:v>
                </c:pt>
                <c:pt idx="10460">
                  <c:v>2.7853704750673773</c:v>
                </c:pt>
                <c:pt idx="10461">
                  <c:v>2.7853704750673773</c:v>
                </c:pt>
                <c:pt idx="10462">
                  <c:v>2.7853704750673773</c:v>
                </c:pt>
                <c:pt idx="10463">
                  <c:v>2.7853704750673773</c:v>
                </c:pt>
                <c:pt idx="10464">
                  <c:v>2.7853704750673773</c:v>
                </c:pt>
                <c:pt idx="10465">
                  <c:v>2.7853704750673773</c:v>
                </c:pt>
                <c:pt idx="10466">
                  <c:v>2.7853704750673773</c:v>
                </c:pt>
                <c:pt idx="10467">
                  <c:v>2.7853704750673773</c:v>
                </c:pt>
                <c:pt idx="10468">
                  <c:v>2.7853704750673773</c:v>
                </c:pt>
                <c:pt idx="10469">
                  <c:v>2.7853704750673773</c:v>
                </c:pt>
                <c:pt idx="10470">
                  <c:v>2.7853704750673773</c:v>
                </c:pt>
                <c:pt idx="10471">
                  <c:v>2.7853704750673773</c:v>
                </c:pt>
                <c:pt idx="10472">
                  <c:v>2.7853704750673773</c:v>
                </c:pt>
                <c:pt idx="10473">
                  <c:v>2.7853704750673773</c:v>
                </c:pt>
                <c:pt idx="10474">
                  <c:v>2.7853704750673773</c:v>
                </c:pt>
                <c:pt idx="10475">
                  <c:v>2.7853704750673773</c:v>
                </c:pt>
                <c:pt idx="10476">
                  <c:v>2.7853704750673773</c:v>
                </c:pt>
                <c:pt idx="10477">
                  <c:v>2.7853704750673773</c:v>
                </c:pt>
                <c:pt idx="10478">
                  <c:v>2.7853704750673773</c:v>
                </c:pt>
                <c:pt idx="10479">
                  <c:v>2.7853704750673773</c:v>
                </c:pt>
                <c:pt idx="10480">
                  <c:v>2.7853704750673773</c:v>
                </c:pt>
                <c:pt idx="10481">
                  <c:v>2.7853704750673773</c:v>
                </c:pt>
                <c:pt idx="10482">
                  <c:v>2.7853704750673773</c:v>
                </c:pt>
                <c:pt idx="10483">
                  <c:v>2.7853704750673773</c:v>
                </c:pt>
                <c:pt idx="10484">
                  <c:v>2.7853704750673773</c:v>
                </c:pt>
                <c:pt idx="10485">
                  <c:v>2.7853704750673773</c:v>
                </c:pt>
                <c:pt idx="10486">
                  <c:v>2.7853704750673773</c:v>
                </c:pt>
                <c:pt idx="10487">
                  <c:v>2.7853704750673773</c:v>
                </c:pt>
                <c:pt idx="10488">
                  <c:v>2.7853704750673773</c:v>
                </c:pt>
                <c:pt idx="10489">
                  <c:v>2.7853704750673773</c:v>
                </c:pt>
                <c:pt idx="10490">
                  <c:v>2.7853704750673773</c:v>
                </c:pt>
                <c:pt idx="10491">
                  <c:v>2.7853704750673773</c:v>
                </c:pt>
                <c:pt idx="10492">
                  <c:v>2.7853704750673773</c:v>
                </c:pt>
                <c:pt idx="10493">
                  <c:v>2.7853704750673773</c:v>
                </c:pt>
                <c:pt idx="10494">
                  <c:v>2.7853704750673773</c:v>
                </c:pt>
                <c:pt idx="10495">
                  <c:v>2.7853704750673773</c:v>
                </c:pt>
                <c:pt idx="10496">
                  <c:v>2.7853704750673773</c:v>
                </c:pt>
                <c:pt idx="10497">
                  <c:v>2.7853704750673773</c:v>
                </c:pt>
                <c:pt idx="10498">
                  <c:v>2.7853704750673773</c:v>
                </c:pt>
                <c:pt idx="10499">
                  <c:v>2.7853704750673773</c:v>
                </c:pt>
                <c:pt idx="10500">
                  <c:v>2.7853704750673773</c:v>
                </c:pt>
                <c:pt idx="10501">
                  <c:v>2.7853704750673773</c:v>
                </c:pt>
                <c:pt idx="10502">
                  <c:v>2.7853704750673773</c:v>
                </c:pt>
                <c:pt idx="10503">
                  <c:v>2.7853704750673773</c:v>
                </c:pt>
                <c:pt idx="10504">
                  <c:v>2.7853704750673773</c:v>
                </c:pt>
                <c:pt idx="10505">
                  <c:v>2.7853704750673773</c:v>
                </c:pt>
                <c:pt idx="10506">
                  <c:v>2.7853704750673773</c:v>
                </c:pt>
                <c:pt idx="10507">
                  <c:v>2.7853704750673773</c:v>
                </c:pt>
                <c:pt idx="10508">
                  <c:v>2.7853704750673773</c:v>
                </c:pt>
                <c:pt idx="10509">
                  <c:v>2.7853704750673773</c:v>
                </c:pt>
                <c:pt idx="10510">
                  <c:v>2.7853704750673773</c:v>
                </c:pt>
                <c:pt idx="10511">
                  <c:v>2.7853704750673773</c:v>
                </c:pt>
                <c:pt idx="10512">
                  <c:v>2.7853704750673773</c:v>
                </c:pt>
                <c:pt idx="10513">
                  <c:v>2.7853704750673773</c:v>
                </c:pt>
                <c:pt idx="10514">
                  <c:v>2.7853704750673773</c:v>
                </c:pt>
                <c:pt idx="10515">
                  <c:v>2.7853704750673773</c:v>
                </c:pt>
                <c:pt idx="10516">
                  <c:v>2.7853704750673773</c:v>
                </c:pt>
                <c:pt idx="10517">
                  <c:v>2.7853704750673773</c:v>
                </c:pt>
                <c:pt idx="10518">
                  <c:v>2.7853704750673773</c:v>
                </c:pt>
                <c:pt idx="10519">
                  <c:v>2.7853704750673773</c:v>
                </c:pt>
                <c:pt idx="10520">
                  <c:v>2.7853704750673773</c:v>
                </c:pt>
                <c:pt idx="10521">
                  <c:v>2.7853704750673773</c:v>
                </c:pt>
                <c:pt idx="10522">
                  <c:v>2.7853704750673773</c:v>
                </c:pt>
                <c:pt idx="10523">
                  <c:v>2.7853704750673773</c:v>
                </c:pt>
                <c:pt idx="10524">
                  <c:v>2.7853704750673773</c:v>
                </c:pt>
                <c:pt idx="10525">
                  <c:v>2.7853704750673773</c:v>
                </c:pt>
                <c:pt idx="10526">
                  <c:v>2.7853704750673773</c:v>
                </c:pt>
                <c:pt idx="10527">
                  <c:v>2.7853704750673773</c:v>
                </c:pt>
                <c:pt idx="10528">
                  <c:v>2.7853704750673773</c:v>
                </c:pt>
                <c:pt idx="10529">
                  <c:v>2.7853704750673773</c:v>
                </c:pt>
                <c:pt idx="10530">
                  <c:v>2.7853704750673773</c:v>
                </c:pt>
                <c:pt idx="10531">
                  <c:v>2.7853704750673773</c:v>
                </c:pt>
                <c:pt idx="10532">
                  <c:v>2.7853704750673773</c:v>
                </c:pt>
                <c:pt idx="10533">
                  <c:v>2.7853704750673773</c:v>
                </c:pt>
                <c:pt idx="10534">
                  <c:v>2.7853704750673773</c:v>
                </c:pt>
                <c:pt idx="10535">
                  <c:v>2.7853704750673773</c:v>
                </c:pt>
                <c:pt idx="10536">
                  <c:v>2.7853704750673773</c:v>
                </c:pt>
                <c:pt idx="10537">
                  <c:v>2.7853704750673773</c:v>
                </c:pt>
                <c:pt idx="10538">
                  <c:v>2.7853704750673773</c:v>
                </c:pt>
                <c:pt idx="10539">
                  <c:v>2.7853704750673773</c:v>
                </c:pt>
                <c:pt idx="10540">
                  <c:v>2.7853704750673773</c:v>
                </c:pt>
                <c:pt idx="10541">
                  <c:v>2.7853704750673773</c:v>
                </c:pt>
                <c:pt idx="10542">
                  <c:v>2.7853704750673773</c:v>
                </c:pt>
                <c:pt idx="10543">
                  <c:v>2.7853704750673773</c:v>
                </c:pt>
                <c:pt idx="10544">
                  <c:v>2.7853704750673773</c:v>
                </c:pt>
                <c:pt idx="10545">
                  <c:v>2.7853704750673773</c:v>
                </c:pt>
                <c:pt idx="10546">
                  <c:v>2.7853704750673773</c:v>
                </c:pt>
                <c:pt idx="10547">
                  <c:v>2.7853704750673773</c:v>
                </c:pt>
                <c:pt idx="10548">
                  <c:v>2.7853704750673773</c:v>
                </c:pt>
                <c:pt idx="10549">
                  <c:v>2.7853704750673773</c:v>
                </c:pt>
                <c:pt idx="10550">
                  <c:v>2.7853704750673773</c:v>
                </c:pt>
                <c:pt idx="10551">
                  <c:v>2.7853704750673773</c:v>
                </c:pt>
                <c:pt idx="10552">
                  <c:v>2.7853704750673773</c:v>
                </c:pt>
                <c:pt idx="10553">
                  <c:v>2.7853704750673773</c:v>
                </c:pt>
                <c:pt idx="10554">
                  <c:v>2.7853704750673773</c:v>
                </c:pt>
                <c:pt idx="10555">
                  <c:v>2.7853704750673773</c:v>
                </c:pt>
                <c:pt idx="10556">
                  <c:v>2.7853704750673773</c:v>
                </c:pt>
                <c:pt idx="10557">
                  <c:v>2.7853704750673773</c:v>
                </c:pt>
                <c:pt idx="10558">
                  <c:v>2.7853704750673773</c:v>
                </c:pt>
                <c:pt idx="10559">
                  <c:v>2.7853704750673773</c:v>
                </c:pt>
                <c:pt idx="10560">
                  <c:v>2.7853704750673773</c:v>
                </c:pt>
                <c:pt idx="10561">
                  <c:v>2.7853704750673773</c:v>
                </c:pt>
                <c:pt idx="10562">
                  <c:v>2.7853704750673773</c:v>
                </c:pt>
                <c:pt idx="10563">
                  <c:v>2.7853704750673773</c:v>
                </c:pt>
                <c:pt idx="10564">
                  <c:v>2.7853704750673773</c:v>
                </c:pt>
                <c:pt idx="10565">
                  <c:v>2.7853704750673773</c:v>
                </c:pt>
                <c:pt idx="10566">
                  <c:v>2.7853704750673773</c:v>
                </c:pt>
                <c:pt idx="10567">
                  <c:v>2.7853704750673773</c:v>
                </c:pt>
                <c:pt idx="10568">
                  <c:v>2.7853704750673773</c:v>
                </c:pt>
                <c:pt idx="10569">
                  <c:v>2.7853704750673773</c:v>
                </c:pt>
                <c:pt idx="10570">
                  <c:v>2.7853704750673773</c:v>
                </c:pt>
                <c:pt idx="10571">
                  <c:v>2.7853704750673773</c:v>
                </c:pt>
                <c:pt idx="10572">
                  <c:v>2.7853704750673773</c:v>
                </c:pt>
                <c:pt idx="10573">
                  <c:v>2.7853704750673773</c:v>
                </c:pt>
                <c:pt idx="10574">
                  <c:v>2.7853704750673773</c:v>
                </c:pt>
                <c:pt idx="10575">
                  <c:v>2.7853704750673773</c:v>
                </c:pt>
                <c:pt idx="10576">
                  <c:v>2.7853704750673773</c:v>
                </c:pt>
                <c:pt idx="10577">
                  <c:v>2.7853704750673773</c:v>
                </c:pt>
                <c:pt idx="10578">
                  <c:v>2.7853704750673773</c:v>
                </c:pt>
                <c:pt idx="10579">
                  <c:v>2.7853704750673773</c:v>
                </c:pt>
                <c:pt idx="10580">
                  <c:v>2.7853704750673773</c:v>
                </c:pt>
                <c:pt idx="10581">
                  <c:v>2.7853704750673773</c:v>
                </c:pt>
                <c:pt idx="10582">
                  <c:v>2.7853704750673773</c:v>
                </c:pt>
                <c:pt idx="10583">
                  <c:v>2.7853704750673773</c:v>
                </c:pt>
                <c:pt idx="10584">
                  <c:v>2.7853704750673773</c:v>
                </c:pt>
                <c:pt idx="10585">
                  <c:v>2.7853704750673773</c:v>
                </c:pt>
                <c:pt idx="10586">
                  <c:v>2.7853704750673773</c:v>
                </c:pt>
                <c:pt idx="10587">
                  <c:v>2.7853704750673773</c:v>
                </c:pt>
                <c:pt idx="10588">
                  <c:v>2.7853704750673773</c:v>
                </c:pt>
                <c:pt idx="10589">
                  <c:v>2.7853704750673773</c:v>
                </c:pt>
                <c:pt idx="10590">
                  <c:v>2.7853704750673773</c:v>
                </c:pt>
                <c:pt idx="10591">
                  <c:v>2.7853704750673773</c:v>
                </c:pt>
                <c:pt idx="10592">
                  <c:v>2.7853704750673773</c:v>
                </c:pt>
                <c:pt idx="10593">
                  <c:v>2.7853704750673773</c:v>
                </c:pt>
                <c:pt idx="10594">
                  <c:v>2.7853704750673773</c:v>
                </c:pt>
                <c:pt idx="10595">
                  <c:v>2.7853704750673773</c:v>
                </c:pt>
                <c:pt idx="10596">
                  <c:v>2.7853704750673773</c:v>
                </c:pt>
                <c:pt idx="10597">
                  <c:v>2.7853704750673773</c:v>
                </c:pt>
                <c:pt idx="10598">
                  <c:v>2.7853704750673773</c:v>
                </c:pt>
                <c:pt idx="10599">
                  <c:v>2.7853704750673773</c:v>
                </c:pt>
                <c:pt idx="10600">
                  <c:v>2.7853704750673773</c:v>
                </c:pt>
                <c:pt idx="10601">
                  <c:v>2.7853704750673773</c:v>
                </c:pt>
                <c:pt idx="10602">
                  <c:v>2.7853704750673773</c:v>
                </c:pt>
                <c:pt idx="10603">
                  <c:v>2.7853704750673773</c:v>
                </c:pt>
                <c:pt idx="10604">
                  <c:v>2.7853704750673773</c:v>
                </c:pt>
                <c:pt idx="10605">
                  <c:v>2.7853704750673773</c:v>
                </c:pt>
                <c:pt idx="10606">
                  <c:v>2.7853704750673773</c:v>
                </c:pt>
                <c:pt idx="10607">
                  <c:v>2.7853704750673773</c:v>
                </c:pt>
                <c:pt idx="10608">
                  <c:v>2.7853704750673773</c:v>
                </c:pt>
                <c:pt idx="10609">
                  <c:v>2.7853704750673773</c:v>
                </c:pt>
                <c:pt idx="10610">
                  <c:v>2.7853704750673773</c:v>
                </c:pt>
                <c:pt idx="10611">
                  <c:v>2.7853704750673773</c:v>
                </c:pt>
                <c:pt idx="10612">
                  <c:v>2.7853704750673773</c:v>
                </c:pt>
                <c:pt idx="10613">
                  <c:v>2.7853704750673773</c:v>
                </c:pt>
                <c:pt idx="10614">
                  <c:v>2.7853704750673773</c:v>
                </c:pt>
                <c:pt idx="10615">
                  <c:v>2.7853704750673773</c:v>
                </c:pt>
                <c:pt idx="10616">
                  <c:v>2.7853704750673773</c:v>
                </c:pt>
                <c:pt idx="10617">
                  <c:v>2.7853704750673773</c:v>
                </c:pt>
                <c:pt idx="10618">
                  <c:v>2.7853704750673773</c:v>
                </c:pt>
                <c:pt idx="10619">
                  <c:v>2.7853704750673773</c:v>
                </c:pt>
                <c:pt idx="10620">
                  <c:v>2.7853704750673773</c:v>
                </c:pt>
                <c:pt idx="10621">
                  <c:v>2.7853704750673773</c:v>
                </c:pt>
                <c:pt idx="10622">
                  <c:v>2.7853704750673773</c:v>
                </c:pt>
                <c:pt idx="10623">
                  <c:v>2.7853704750673773</c:v>
                </c:pt>
                <c:pt idx="10624">
                  <c:v>2.7853704750673773</c:v>
                </c:pt>
                <c:pt idx="10625">
                  <c:v>2.7853704750673773</c:v>
                </c:pt>
                <c:pt idx="10626">
                  <c:v>2.7853704750673773</c:v>
                </c:pt>
                <c:pt idx="10627">
                  <c:v>2.7853704750673773</c:v>
                </c:pt>
                <c:pt idx="10628">
                  <c:v>2.7853704750673773</c:v>
                </c:pt>
                <c:pt idx="10629">
                  <c:v>2.7853704750673773</c:v>
                </c:pt>
                <c:pt idx="10630">
                  <c:v>2.7853704750673773</c:v>
                </c:pt>
                <c:pt idx="10631">
                  <c:v>2.7853704750673773</c:v>
                </c:pt>
                <c:pt idx="10632">
                  <c:v>2.7853704750673773</c:v>
                </c:pt>
                <c:pt idx="10633">
                  <c:v>2.7853704750673773</c:v>
                </c:pt>
                <c:pt idx="10634">
                  <c:v>2.7853704750673773</c:v>
                </c:pt>
                <c:pt idx="10635">
                  <c:v>2.7853704750673773</c:v>
                </c:pt>
                <c:pt idx="10636">
                  <c:v>2.7853704750673773</c:v>
                </c:pt>
                <c:pt idx="10637">
                  <c:v>2.7853704750673773</c:v>
                </c:pt>
                <c:pt idx="10638">
                  <c:v>2.7853704750673773</c:v>
                </c:pt>
                <c:pt idx="10639">
                  <c:v>2.7853704750673773</c:v>
                </c:pt>
                <c:pt idx="10640">
                  <c:v>2.7853704750673773</c:v>
                </c:pt>
                <c:pt idx="10641">
                  <c:v>2.7853704750673773</c:v>
                </c:pt>
                <c:pt idx="10642">
                  <c:v>2.7853704750673773</c:v>
                </c:pt>
                <c:pt idx="10643">
                  <c:v>2.7853704750673773</c:v>
                </c:pt>
                <c:pt idx="10644">
                  <c:v>2.7853704750673773</c:v>
                </c:pt>
                <c:pt idx="10645">
                  <c:v>2.7853704750673773</c:v>
                </c:pt>
                <c:pt idx="10646">
                  <c:v>2.7853704750673773</c:v>
                </c:pt>
                <c:pt idx="10647">
                  <c:v>2.7853704750673773</c:v>
                </c:pt>
                <c:pt idx="10648">
                  <c:v>2.7853704750673773</c:v>
                </c:pt>
                <c:pt idx="10649">
                  <c:v>2.7853704750673773</c:v>
                </c:pt>
                <c:pt idx="10650">
                  <c:v>2.7853704750673773</c:v>
                </c:pt>
                <c:pt idx="10651">
                  <c:v>2.7853704750673773</c:v>
                </c:pt>
                <c:pt idx="10652">
                  <c:v>2.7853704750673773</c:v>
                </c:pt>
                <c:pt idx="10653">
                  <c:v>2.7853704750673773</c:v>
                </c:pt>
                <c:pt idx="10654">
                  <c:v>2.7853704750673773</c:v>
                </c:pt>
                <c:pt idx="10655">
                  <c:v>2.7853704750673773</c:v>
                </c:pt>
                <c:pt idx="10656">
                  <c:v>2.7853704750673773</c:v>
                </c:pt>
                <c:pt idx="10657">
                  <c:v>2.7853704750673773</c:v>
                </c:pt>
                <c:pt idx="10658">
                  <c:v>2.7853704750673773</c:v>
                </c:pt>
                <c:pt idx="10659">
                  <c:v>2.7853704750673773</c:v>
                </c:pt>
                <c:pt idx="10660">
                  <c:v>2.7853704750673773</c:v>
                </c:pt>
                <c:pt idx="10661">
                  <c:v>2.7853704750673773</c:v>
                </c:pt>
                <c:pt idx="10662">
                  <c:v>2.7853704750673773</c:v>
                </c:pt>
                <c:pt idx="10663">
                  <c:v>2.7853704750673773</c:v>
                </c:pt>
                <c:pt idx="10664">
                  <c:v>2.7853704750673773</c:v>
                </c:pt>
                <c:pt idx="10665">
                  <c:v>2.7853704750673773</c:v>
                </c:pt>
                <c:pt idx="10666">
                  <c:v>2.7853704750673773</c:v>
                </c:pt>
                <c:pt idx="10667">
                  <c:v>2.7853704750673773</c:v>
                </c:pt>
                <c:pt idx="10668">
                  <c:v>2.7853704750673773</c:v>
                </c:pt>
                <c:pt idx="10669">
                  <c:v>2.7853704750673773</c:v>
                </c:pt>
                <c:pt idx="10670">
                  <c:v>2.7853704750673773</c:v>
                </c:pt>
                <c:pt idx="10671">
                  <c:v>2.7853704750673773</c:v>
                </c:pt>
                <c:pt idx="10672">
                  <c:v>2.7853704750673773</c:v>
                </c:pt>
                <c:pt idx="10673">
                  <c:v>2.7853704750673773</c:v>
                </c:pt>
                <c:pt idx="10674">
                  <c:v>2.7853704750673773</c:v>
                </c:pt>
                <c:pt idx="10675">
                  <c:v>2.7853704750673773</c:v>
                </c:pt>
                <c:pt idx="10676">
                  <c:v>2.7853704750673773</c:v>
                </c:pt>
                <c:pt idx="10677">
                  <c:v>2.7853704750673773</c:v>
                </c:pt>
                <c:pt idx="10678">
                  <c:v>2.7853704750673773</c:v>
                </c:pt>
                <c:pt idx="10679">
                  <c:v>2.7853704750673773</c:v>
                </c:pt>
                <c:pt idx="10680">
                  <c:v>2.7853704750673773</c:v>
                </c:pt>
                <c:pt idx="10681">
                  <c:v>2.7853704750673773</c:v>
                </c:pt>
                <c:pt idx="10682">
                  <c:v>2.7853704750673773</c:v>
                </c:pt>
                <c:pt idx="10683">
                  <c:v>2.7853704750673773</c:v>
                </c:pt>
                <c:pt idx="10684">
                  <c:v>2.7853704750673773</c:v>
                </c:pt>
                <c:pt idx="10685">
                  <c:v>2.7853704750673773</c:v>
                </c:pt>
                <c:pt idx="10686">
                  <c:v>2.7853704750673773</c:v>
                </c:pt>
                <c:pt idx="10687">
                  <c:v>2.7853704750673773</c:v>
                </c:pt>
                <c:pt idx="10688">
                  <c:v>2.7853704750673773</c:v>
                </c:pt>
                <c:pt idx="10689">
                  <c:v>2.7853704750673773</c:v>
                </c:pt>
                <c:pt idx="10690">
                  <c:v>2.7853704750673773</c:v>
                </c:pt>
                <c:pt idx="10691">
                  <c:v>2.7853704750673773</c:v>
                </c:pt>
                <c:pt idx="10692">
                  <c:v>2.7853704750673773</c:v>
                </c:pt>
                <c:pt idx="10693">
                  <c:v>2.7853704750673773</c:v>
                </c:pt>
                <c:pt idx="10694">
                  <c:v>2.7853704750673773</c:v>
                </c:pt>
                <c:pt idx="10695">
                  <c:v>2.7853704750673773</c:v>
                </c:pt>
                <c:pt idx="10696">
                  <c:v>2.7853704750673773</c:v>
                </c:pt>
                <c:pt idx="10697">
                  <c:v>2.7853704750673773</c:v>
                </c:pt>
                <c:pt idx="10698">
                  <c:v>2.7853704750673773</c:v>
                </c:pt>
                <c:pt idx="10699">
                  <c:v>2.7853704750673773</c:v>
                </c:pt>
                <c:pt idx="10700">
                  <c:v>2.7853704750673773</c:v>
                </c:pt>
                <c:pt idx="10701">
                  <c:v>2.7853704750673773</c:v>
                </c:pt>
                <c:pt idx="10702">
                  <c:v>2.7853704750673773</c:v>
                </c:pt>
                <c:pt idx="10703">
                  <c:v>2.7853704750673773</c:v>
                </c:pt>
                <c:pt idx="10704">
                  <c:v>2.7853704750673773</c:v>
                </c:pt>
                <c:pt idx="10705">
                  <c:v>2.7853704750673773</c:v>
                </c:pt>
                <c:pt idx="10706">
                  <c:v>2.7853704750673773</c:v>
                </c:pt>
                <c:pt idx="10707">
                  <c:v>2.7853704750673773</c:v>
                </c:pt>
                <c:pt idx="10708">
                  <c:v>2.7853704750673773</c:v>
                </c:pt>
                <c:pt idx="10709">
                  <c:v>2.7853704750673773</c:v>
                </c:pt>
                <c:pt idx="10710">
                  <c:v>2.7853704750673773</c:v>
                </c:pt>
                <c:pt idx="10711">
                  <c:v>2.7853704750673773</c:v>
                </c:pt>
                <c:pt idx="10712">
                  <c:v>2.7853704750673773</c:v>
                </c:pt>
                <c:pt idx="10713">
                  <c:v>2.7853704750673773</c:v>
                </c:pt>
                <c:pt idx="10714">
                  <c:v>2.7853704750673773</c:v>
                </c:pt>
                <c:pt idx="10715">
                  <c:v>2.7853704750673773</c:v>
                </c:pt>
                <c:pt idx="10716">
                  <c:v>2.7853704750673773</c:v>
                </c:pt>
                <c:pt idx="10717">
                  <c:v>2.7853704750673773</c:v>
                </c:pt>
                <c:pt idx="10718">
                  <c:v>2.7853704750673773</c:v>
                </c:pt>
                <c:pt idx="10719">
                  <c:v>2.7853704750673773</c:v>
                </c:pt>
                <c:pt idx="10720">
                  <c:v>2.7853704750673773</c:v>
                </c:pt>
                <c:pt idx="10721">
                  <c:v>2.7853704750673773</c:v>
                </c:pt>
                <c:pt idx="10722">
                  <c:v>2.7853704750673773</c:v>
                </c:pt>
                <c:pt idx="10723">
                  <c:v>2.7853704750673773</c:v>
                </c:pt>
                <c:pt idx="10724">
                  <c:v>2.7853704750673773</c:v>
                </c:pt>
                <c:pt idx="10725">
                  <c:v>2.7853704750673773</c:v>
                </c:pt>
                <c:pt idx="10726">
                  <c:v>2.7853704750673773</c:v>
                </c:pt>
                <c:pt idx="10727">
                  <c:v>2.7853704750673773</c:v>
                </c:pt>
                <c:pt idx="10728">
                  <c:v>2.7853704750673773</c:v>
                </c:pt>
                <c:pt idx="10729">
                  <c:v>2.7853704750673773</c:v>
                </c:pt>
                <c:pt idx="10730">
                  <c:v>2.7853704750673773</c:v>
                </c:pt>
                <c:pt idx="10731">
                  <c:v>2.7853704750673773</c:v>
                </c:pt>
                <c:pt idx="10732">
                  <c:v>2.7853704750673773</c:v>
                </c:pt>
                <c:pt idx="10733">
                  <c:v>2.7853704750673773</c:v>
                </c:pt>
                <c:pt idx="10734">
                  <c:v>2.7853704750673773</c:v>
                </c:pt>
                <c:pt idx="10735">
                  <c:v>2.7853704750673773</c:v>
                </c:pt>
                <c:pt idx="10736">
                  <c:v>2.7853704750673773</c:v>
                </c:pt>
                <c:pt idx="10737">
                  <c:v>2.7853704750673773</c:v>
                </c:pt>
                <c:pt idx="10738">
                  <c:v>2.7853704750673773</c:v>
                </c:pt>
                <c:pt idx="10739">
                  <c:v>2.7853704750673773</c:v>
                </c:pt>
                <c:pt idx="10740">
                  <c:v>2.7853704750673773</c:v>
                </c:pt>
                <c:pt idx="10741">
                  <c:v>2.7853704750673773</c:v>
                </c:pt>
                <c:pt idx="10742">
                  <c:v>2.7853704750673773</c:v>
                </c:pt>
                <c:pt idx="10743">
                  <c:v>2.7853704750673773</c:v>
                </c:pt>
                <c:pt idx="10744">
                  <c:v>2.7853704750673773</c:v>
                </c:pt>
                <c:pt idx="10745">
                  <c:v>2.7853704750673773</c:v>
                </c:pt>
                <c:pt idx="10746">
                  <c:v>2.7853704750673773</c:v>
                </c:pt>
                <c:pt idx="10747">
                  <c:v>2.7853704750673773</c:v>
                </c:pt>
                <c:pt idx="10748">
                  <c:v>2.7853704750673773</c:v>
                </c:pt>
                <c:pt idx="10749">
                  <c:v>2.7853704750673773</c:v>
                </c:pt>
                <c:pt idx="10750">
                  <c:v>2.7853704750673773</c:v>
                </c:pt>
                <c:pt idx="10751">
                  <c:v>2.7853704750673773</c:v>
                </c:pt>
                <c:pt idx="10752">
                  <c:v>2.7853704750673773</c:v>
                </c:pt>
                <c:pt idx="10753">
                  <c:v>2.7853704750673773</c:v>
                </c:pt>
                <c:pt idx="10754">
                  <c:v>2.7853704750673773</c:v>
                </c:pt>
                <c:pt idx="10755">
                  <c:v>2.7853704750673773</c:v>
                </c:pt>
                <c:pt idx="10756">
                  <c:v>2.7853704750673773</c:v>
                </c:pt>
                <c:pt idx="10757">
                  <c:v>2.7853704750673773</c:v>
                </c:pt>
                <c:pt idx="10758">
                  <c:v>2.7853704750673773</c:v>
                </c:pt>
                <c:pt idx="10759">
                  <c:v>2.7853704750673773</c:v>
                </c:pt>
                <c:pt idx="10760">
                  <c:v>2.7853704750673773</c:v>
                </c:pt>
                <c:pt idx="10761">
                  <c:v>2.7853704750673773</c:v>
                </c:pt>
                <c:pt idx="10762">
                  <c:v>2.7853704750673773</c:v>
                </c:pt>
                <c:pt idx="10763">
                  <c:v>2.7853704750673773</c:v>
                </c:pt>
                <c:pt idx="10764">
                  <c:v>2.7853704750673773</c:v>
                </c:pt>
                <c:pt idx="10765">
                  <c:v>2.7853704750673773</c:v>
                </c:pt>
                <c:pt idx="10766">
                  <c:v>2.7853704750673773</c:v>
                </c:pt>
                <c:pt idx="10767">
                  <c:v>2.7853704750673773</c:v>
                </c:pt>
                <c:pt idx="10768">
                  <c:v>2.7853704750673773</c:v>
                </c:pt>
                <c:pt idx="10769">
                  <c:v>2.7853704750673773</c:v>
                </c:pt>
                <c:pt idx="10770">
                  <c:v>2.7853704750673773</c:v>
                </c:pt>
                <c:pt idx="10771">
                  <c:v>2.7853704750673773</c:v>
                </c:pt>
                <c:pt idx="10772">
                  <c:v>2.7853704750673773</c:v>
                </c:pt>
                <c:pt idx="10773">
                  <c:v>0</c:v>
                </c:pt>
              </c:numCache>
            </c:numRef>
          </c:val>
          <c:smooth val="0"/>
          <c:extLst>
            <c:ext xmlns:c16="http://schemas.microsoft.com/office/drawing/2014/chart" uri="{C3380CC4-5D6E-409C-BE32-E72D297353CC}">
              <c16:uniqueId val="{00000000-9190-401E-AE54-689A98B3A031}"/>
            </c:ext>
          </c:extLst>
        </c:ser>
        <c:dLbls>
          <c:showLegendKey val="0"/>
          <c:showVal val="0"/>
          <c:showCatName val="0"/>
          <c:showSerName val="0"/>
          <c:showPercent val="0"/>
          <c:showBubbleSize val="0"/>
        </c:dLbls>
        <c:smooth val="0"/>
        <c:axId val="1451103423"/>
        <c:axId val="1818832160"/>
      </c:lineChart>
      <c:catAx>
        <c:axId val="1451103423"/>
        <c:scaling>
          <c:orientation val="minMax"/>
        </c:scaling>
        <c:delete val="0"/>
        <c:axPos val="b"/>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Time(s)</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18832160"/>
        <c:crosses val="autoZero"/>
        <c:auto val="1"/>
        <c:lblAlgn val="ctr"/>
        <c:lblOffset val="100"/>
        <c:noMultiLvlLbl val="0"/>
      </c:catAx>
      <c:valAx>
        <c:axId val="1818832160"/>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Velocity(m/s)</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51103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Acceleration Throughtout Flight</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lineChart>
        <c:grouping val="standard"/>
        <c:varyColors val="0"/>
        <c:ser>
          <c:idx val="0"/>
          <c:order val="0"/>
          <c:tx>
            <c:v>Acceleration(m/s2)</c:v>
          </c:tx>
          <c:spPr>
            <a:ln w="34925" cap="rnd">
              <a:solidFill>
                <a:schemeClr val="accent4"/>
              </a:solidFill>
              <a:round/>
            </a:ln>
            <a:effectLst>
              <a:outerShdw blurRad="76200" dist="38100" dir="5400000" rotWithShape="0">
                <a:srgbClr val="000000">
                  <a:alpha val="75000"/>
                </a:srgbClr>
              </a:outerShdw>
            </a:effectLst>
          </c:spPr>
          <c:marker>
            <c:symbol val="none"/>
          </c:marker>
          <c:cat>
            <c:numRef>
              <c:f>[BigBalloon_EbuenJ.xlsx]Sheet1!$A$3:$A$10820</c:f>
              <c:numCache>
                <c:formatCode>General</c:formatCode>
                <c:ptCount val="108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pt idx="1463">
                  <c:v>1463</c:v>
                </c:pt>
                <c:pt idx="1464">
                  <c:v>1464</c:v>
                </c:pt>
                <c:pt idx="1465">
                  <c:v>1465</c:v>
                </c:pt>
                <c:pt idx="1466">
                  <c:v>1466</c:v>
                </c:pt>
                <c:pt idx="1467">
                  <c:v>1467</c:v>
                </c:pt>
                <c:pt idx="1468">
                  <c:v>1468</c:v>
                </c:pt>
                <c:pt idx="1469">
                  <c:v>1469</c:v>
                </c:pt>
                <c:pt idx="1470">
                  <c:v>1470</c:v>
                </c:pt>
                <c:pt idx="1471">
                  <c:v>1471</c:v>
                </c:pt>
                <c:pt idx="1472">
                  <c:v>1472</c:v>
                </c:pt>
                <c:pt idx="1473">
                  <c:v>1473</c:v>
                </c:pt>
                <c:pt idx="1474">
                  <c:v>1474</c:v>
                </c:pt>
                <c:pt idx="1475">
                  <c:v>1475</c:v>
                </c:pt>
                <c:pt idx="1476">
                  <c:v>1476</c:v>
                </c:pt>
                <c:pt idx="1477">
                  <c:v>1477</c:v>
                </c:pt>
                <c:pt idx="1478">
                  <c:v>1478</c:v>
                </c:pt>
                <c:pt idx="1479">
                  <c:v>1479</c:v>
                </c:pt>
                <c:pt idx="1480">
                  <c:v>1480</c:v>
                </c:pt>
                <c:pt idx="1481">
                  <c:v>1481</c:v>
                </c:pt>
                <c:pt idx="1482">
                  <c:v>1482</c:v>
                </c:pt>
                <c:pt idx="1483">
                  <c:v>1483</c:v>
                </c:pt>
                <c:pt idx="1484">
                  <c:v>1484</c:v>
                </c:pt>
                <c:pt idx="1485">
                  <c:v>1485</c:v>
                </c:pt>
                <c:pt idx="1486">
                  <c:v>1486</c:v>
                </c:pt>
                <c:pt idx="1487">
                  <c:v>1487</c:v>
                </c:pt>
                <c:pt idx="1488">
                  <c:v>1488</c:v>
                </c:pt>
                <c:pt idx="1489">
                  <c:v>1489</c:v>
                </c:pt>
                <c:pt idx="1490">
                  <c:v>1490</c:v>
                </c:pt>
                <c:pt idx="1491">
                  <c:v>1491</c:v>
                </c:pt>
                <c:pt idx="1492">
                  <c:v>1492</c:v>
                </c:pt>
                <c:pt idx="1493">
                  <c:v>1493</c:v>
                </c:pt>
                <c:pt idx="1494">
                  <c:v>1494</c:v>
                </c:pt>
                <c:pt idx="1495">
                  <c:v>1495</c:v>
                </c:pt>
                <c:pt idx="1496">
                  <c:v>1496</c:v>
                </c:pt>
                <c:pt idx="1497">
                  <c:v>1497</c:v>
                </c:pt>
                <c:pt idx="1498">
                  <c:v>1498</c:v>
                </c:pt>
                <c:pt idx="1499">
                  <c:v>1499</c:v>
                </c:pt>
                <c:pt idx="1500">
                  <c:v>1500</c:v>
                </c:pt>
                <c:pt idx="1501">
                  <c:v>1501</c:v>
                </c:pt>
                <c:pt idx="1502">
                  <c:v>1502</c:v>
                </c:pt>
                <c:pt idx="1503">
                  <c:v>1503</c:v>
                </c:pt>
                <c:pt idx="1504">
                  <c:v>1504</c:v>
                </c:pt>
                <c:pt idx="1505">
                  <c:v>1505</c:v>
                </c:pt>
                <c:pt idx="1506">
                  <c:v>1506</c:v>
                </c:pt>
                <c:pt idx="1507">
                  <c:v>1507</c:v>
                </c:pt>
                <c:pt idx="1508">
                  <c:v>1508</c:v>
                </c:pt>
                <c:pt idx="1509">
                  <c:v>1509</c:v>
                </c:pt>
                <c:pt idx="1510">
                  <c:v>1510</c:v>
                </c:pt>
                <c:pt idx="1511">
                  <c:v>1511</c:v>
                </c:pt>
                <c:pt idx="1512">
                  <c:v>1512</c:v>
                </c:pt>
                <c:pt idx="1513">
                  <c:v>1513</c:v>
                </c:pt>
                <c:pt idx="1514">
                  <c:v>1514</c:v>
                </c:pt>
                <c:pt idx="1515">
                  <c:v>1515</c:v>
                </c:pt>
                <c:pt idx="1516">
                  <c:v>1516</c:v>
                </c:pt>
                <c:pt idx="1517">
                  <c:v>1517</c:v>
                </c:pt>
                <c:pt idx="1518">
                  <c:v>1518</c:v>
                </c:pt>
                <c:pt idx="1519">
                  <c:v>1519</c:v>
                </c:pt>
                <c:pt idx="1520">
                  <c:v>1520</c:v>
                </c:pt>
                <c:pt idx="1521">
                  <c:v>1521</c:v>
                </c:pt>
                <c:pt idx="1522">
                  <c:v>1522</c:v>
                </c:pt>
                <c:pt idx="1523">
                  <c:v>1523</c:v>
                </c:pt>
                <c:pt idx="1524">
                  <c:v>1524</c:v>
                </c:pt>
                <c:pt idx="1525">
                  <c:v>1525</c:v>
                </c:pt>
                <c:pt idx="1526">
                  <c:v>1526</c:v>
                </c:pt>
                <c:pt idx="1527">
                  <c:v>1527</c:v>
                </c:pt>
                <c:pt idx="1528">
                  <c:v>1528</c:v>
                </c:pt>
                <c:pt idx="1529">
                  <c:v>1529</c:v>
                </c:pt>
                <c:pt idx="1530">
                  <c:v>1530</c:v>
                </c:pt>
                <c:pt idx="1531">
                  <c:v>1531</c:v>
                </c:pt>
                <c:pt idx="1532">
                  <c:v>1532</c:v>
                </c:pt>
                <c:pt idx="1533">
                  <c:v>1533</c:v>
                </c:pt>
                <c:pt idx="1534">
                  <c:v>1534</c:v>
                </c:pt>
                <c:pt idx="1535">
                  <c:v>1535</c:v>
                </c:pt>
                <c:pt idx="1536">
                  <c:v>1536</c:v>
                </c:pt>
                <c:pt idx="1537">
                  <c:v>1537</c:v>
                </c:pt>
                <c:pt idx="1538">
                  <c:v>1538</c:v>
                </c:pt>
                <c:pt idx="1539">
                  <c:v>1539</c:v>
                </c:pt>
                <c:pt idx="1540">
                  <c:v>1540</c:v>
                </c:pt>
                <c:pt idx="1541">
                  <c:v>1541</c:v>
                </c:pt>
                <c:pt idx="1542">
                  <c:v>1542</c:v>
                </c:pt>
                <c:pt idx="1543">
                  <c:v>1543</c:v>
                </c:pt>
                <c:pt idx="1544">
                  <c:v>1544</c:v>
                </c:pt>
                <c:pt idx="1545">
                  <c:v>1545</c:v>
                </c:pt>
                <c:pt idx="1546">
                  <c:v>1546</c:v>
                </c:pt>
                <c:pt idx="1547">
                  <c:v>1547</c:v>
                </c:pt>
                <c:pt idx="1548">
                  <c:v>1548</c:v>
                </c:pt>
                <c:pt idx="1549">
                  <c:v>1549</c:v>
                </c:pt>
                <c:pt idx="1550">
                  <c:v>1550</c:v>
                </c:pt>
                <c:pt idx="1551">
                  <c:v>1551</c:v>
                </c:pt>
                <c:pt idx="1552">
                  <c:v>1552</c:v>
                </c:pt>
                <c:pt idx="1553">
                  <c:v>1553</c:v>
                </c:pt>
                <c:pt idx="1554">
                  <c:v>1554</c:v>
                </c:pt>
                <c:pt idx="1555">
                  <c:v>1555</c:v>
                </c:pt>
                <c:pt idx="1556">
                  <c:v>1556</c:v>
                </c:pt>
                <c:pt idx="1557">
                  <c:v>1557</c:v>
                </c:pt>
                <c:pt idx="1558">
                  <c:v>1558</c:v>
                </c:pt>
                <c:pt idx="1559">
                  <c:v>1559</c:v>
                </c:pt>
                <c:pt idx="1560">
                  <c:v>1560</c:v>
                </c:pt>
                <c:pt idx="1561">
                  <c:v>1561</c:v>
                </c:pt>
                <c:pt idx="1562">
                  <c:v>1562</c:v>
                </c:pt>
                <c:pt idx="1563">
                  <c:v>1563</c:v>
                </c:pt>
                <c:pt idx="1564">
                  <c:v>1564</c:v>
                </c:pt>
                <c:pt idx="1565">
                  <c:v>1565</c:v>
                </c:pt>
                <c:pt idx="1566">
                  <c:v>1566</c:v>
                </c:pt>
                <c:pt idx="1567">
                  <c:v>1567</c:v>
                </c:pt>
                <c:pt idx="1568">
                  <c:v>1568</c:v>
                </c:pt>
                <c:pt idx="1569">
                  <c:v>1569</c:v>
                </c:pt>
                <c:pt idx="1570">
                  <c:v>1570</c:v>
                </c:pt>
                <c:pt idx="1571">
                  <c:v>1571</c:v>
                </c:pt>
                <c:pt idx="1572">
                  <c:v>1572</c:v>
                </c:pt>
                <c:pt idx="1573">
                  <c:v>1573</c:v>
                </c:pt>
                <c:pt idx="1574">
                  <c:v>1574</c:v>
                </c:pt>
                <c:pt idx="1575">
                  <c:v>1575</c:v>
                </c:pt>
                <c:pt idx="1576">
                  <c:v>1576</c:v>
                </c:pt>
                <c:pt idx="1577">
                  <c:v>1577</c:v>
                </c:pt>
                <c:pt idx="1578">
                  <c:v>1578</c:v>
                </c:pt>
                <c:pt idx="1579">
                  <c:v>1579</c:v>
                </c:pt>
                <c:pt idx="1580">
                  <c:v>1580</c:v>
                </c:pt>
                <c:pt idx="1581">
                  <c:v>1581</c:v>
                </c:pt>
                <c:pt idx="1582">
                  <c:v>1582</c:v>
                </c:pt>
                <c:pt idx="1583">
                  <c:v>1583</c:v>
                </c:pt>
                <c:pt idx="1584">
                  <c:v>1584</c:v>
                </c:pt>
                <c:pt idx="1585">
                  <c:v>1585</c:v>
                </c:pt>
                <c:pt idx="1586">
                  <c:v>1586</c:v>
                </c:pt>
                <c:pt idx="1587">
                  <c:v>1587</c:v>
                </c:pt>
                <c:pt idx="1588">
                  <c:v>1588</c:v>
                </c:pt>
                <c:pt idx="1589">
                  <c:v>1589</c:v>
                </c:pt>
                <c:pt idx="1590">
                  <c:v>1590</c:v>
                </c:pt>
                <c:pt idx="1591">
                  <c:v>1591</c:v>
                </c:pt>
                <c:pt idx="1592">
                  <c:v>1592</c:v>
                </c:pt>
                <c:pt idx="1593">
                  <c:v>1593</c:v>
                </c:pt>
                <c:pt idx="1594">
                  <c:v>1594</c:v>
                </c:pt>
                <c:pt idx="1595">
                  <c:v>1595</c:v>
                </c:pt>
                <c:pt idx="1596">
                  <c:v>1596</c:v>
                </c:pt>
                <c:pt idx="1597">
                  <c:v>1597</c:v>
                </c:pt>
                <c:pt idx="1598">
                  <c:v>1598</c:v>
                </c:pt>
                <c:pt idx="1599">
                  <c:v>1599</c:v>
                </c:pt>
                <c:pt idx="1600">
                  <c:v>1600</c:v>
                </c:pt>
                <c:pt idx="1601">
                  <c:v>1601</c:v>
                </c:pt>
                <c:pt idx="1602">
                  <c:v>1602</c:v>
                </c:pt>
                <c:pt idx="1603">
                  <c:v>1603</c:v>
                </c:pt>
                <c:pt idx="1604">
                  <c:v>1604</c:v>
                </c:pt>
                <c:pt idx="1605">
                  <c:v>1605</c:v>
                </c:pt>
                <c:pt idx="1606">
                  <c:v>1606</c:v>
                </c:pt>
                <c:pt idx="1607">
                  <c:v>1607</c:v>
                </c:pt>
                <c:pt idx="1608">
                  <c:v>1608</c:v>
                </c:pt>
                <c:pt idx="1609">
                  <c:v>1609</c:v>
                </c:pt>
                <c:pt idx="1610">
                  <c:v>1610</c:v>
                </c:pt>
                <c:pt idx="1611">
                  <c:v>1611</c:v>
                </c:pt>
                <c:pt idx="1612">
                  <c:v>1612</c:v>
                </c:pt>
                <c:pt idx="1613">
                  <c:v>1613</c:v>
                </c:pt>
                <c:pt idx="1614">
                  <c:v>1614</c:v>
                </c:pt>
                <c:pt idx="1615">
                  <c:v>1615</c:v>
                </c:pt>
                <c:pt idx="1616">
                  <c:v>1616</c:v>
                </c:pt>
                <c:pt idx="1617">
                  <c:v>1617</c:v>
                </c:pt>
                <c:pt idx="1618">
                  <c:v>1618</c:v>
                </c:pt>
                <c:pt idx="1619">
                  <c:v>1619</c:v>
                </c:pt>
                <c:pt idx="1620">
                  <c:v>1620</c:v>
                </c:pt>
                <c:pt idx="1621">
                  <c:v>1621</c:v>
                </c:pt>
                <c:pt idx="1622">
                  <c:v>1622</c:v>
                </c:pt>
                <c:pt idx="1623">
                  <c:v>1623</c:v>
                </c:pt>
                <c:pt idx="1624">
                  <c:v>1624</c:v>
                </c:pt>
                <c:pt idx="1625">
                  <c:v>1625</c:v>
                </c:pt>
                <c:pt idx="1626">
                  <c:v>1626</c:v>
                </c:pt>
                <c:pt idx="1627">
                  <c:v>1627</c:v>
                </c:pt>
                <c:pt idx="1628">
                  <c:v>1628</c:v>
                </c:pt>
                <c:pt idx="1629">
                  <c:v>1629</c:v>
                </c:pt>
                <c:pt idx="1630">
                  <c:v>1630</c:v>
                </c:pt>
                <c:pt idx="1631">
                  <c:v>1631</c:v>
                </c:pt>
                <c:pt idx="1632">
                  <c:v>1632</c:v>
                </c:pt>
                <c:pt idx="1633">
                  <c:v>1633</c:v>
                </c:pt>
                <c:pt idx="1634">
                  <c:v>1634</c:v>
                </c:pt>
                <c:pt idx="1635">
                  <c:v>1635</c:v>
                </c:pt>
                <c:pt idx="1636">
                  <c:v>1636</c:v>
                </c:pt>
                <c:pt idx="1637">
                  <c:v>1637</c:v>
                </c:pt>
                <c:pt idx="1638">
                  <c:v>1638</c:v>
                </c:pt>
                <c:pt idx="1639">
                  <c:v>1639</c:v>
                </c:pt>
                <c:pt idx="1640">
                  <c:v>1640</c:v>
                </c:pt>
                <c:pt idx="1641">
                  <c:v>1641</c:v>
                </c:pt>
                <c:pt idx="1642">
                  <c:v>1642</c:v>
                </c:pt>
                <c:pt idx="1643">
                  <c:v>1643</c:v>
                </c:pt>
                <c:pt idx="1644">
                  <c:v>1644</c:v>
                </c:pt>
                <c:pt idx="1645">
                  <c:v>1645</c:v>
                </c:pt>
                <c:pt idx="1646">
                  <c:v>1646</c:v>
                </c:pt>
                <c:pt idx="1647">
                  <c:v>1647</c:v>
                </c:pt>
                <c:pt idx="1648">
                  <c:v>1648</c:v>
                </c:pt>
                <c:pt idx="1649">
                  <c:v>1649</c:v>
                </c:pt>
                <c:pt idx="1650">
                  <c:v>1650</c:v>
                </c:pt>
                <c:pt idx="1651">
                  <c:v>1651</c:v>
                </c:pt>
                <c:pt idx="1652">
                  <c:v>1652</c:v>
                </c:pt>
                <c:pt idx="1653">
                  <c:v>1653</c:v>
                </c:pt>
                <c:pt idx="1654">
                  <c:v>1654</c:v>
                </c:pt>
                <c:pt idx="1655">
                  <c:v>1655</c:v>
                </c:pt>
                <c:pt idx="1656">
                  <c:v>1656</c:v>
                </c:pt>
                <c:pt idx="1657">
                  <c:v>1657</c:v>
                </c:pt>
                <c:pt idx="1658">
                  <c:v>1658</c:v>
                </c:pt>
                <c:pt idx="1659">
                  <c:v>1659</c:v>
                </c:pt>
                <c:pt idx="1660">
                  <c:v>1660</c:v>
                </c:pt>
                <c:pt idx="1661">
                  <c:v>1661</c:v>
                </c:pt>
                <c:pt idx="1662">
                  <c:v>1662</c:v>
                </c:pt>
                <c:pt idx="1663">
                  <c:v>1663</c:v>
                </c:pt>
                <c:pt idx="1664">
                  <c:v>1664</c:v>
                </c:pt>
                <c:pt idx="1665">
                  <c:v>1665</c:v>
                </c:pt>
                <c:pt idx="1666">
                  <c:v>1666</c:v>
                </c:pt>
                <c:pt idx="1667">
                  <c:v>1667</c:v>
                </c:pt>
                <c:pt idx="1668">
                  <c:v>1668</c:v>
                </c:pt>
                <c:pt idx="1669">
                  <c:v>1669</c:v>
                </c:pt>
                <c:pt idx="1670">
                  <c:v>1670</c:v>
                </c:pt>
                <c:pt idx="1671">
                  <c:v>1671</c:v>
                </c:pt>
                <c:pt idx="1672">
                  <c:v>1672</c:v>
                </c:pt>
                <c:pt idx="1673">
                  <c:v>1673</c:v>
                </c:pt>
                <c:pt idx="1674">
                  <c:v>1674</c:v>
                </c:pt>
                <c:pt idx="1675">
                  <c:v>1675</c:v>
                </c:pt>
                <c:pt idx="1676">
                  <c:v>1676</c:v>
                </c:pt>
                <c:pt idx="1677">
                  <c:v>1677</c:v>
                </c:pt>
                <c:pt idx="1678">
                  <c:v>1678</c:v>
                </c:pt>
                <c:pt idx="1679">
                  <c:v>1679</c:v>
                </c:pt>
                <c:pt idx="1680">
                  <c:v>1680</c:v>
                </c:pt>
                <c:pt idx="1681">
                  <c:v>1681</c:v>
                </c:pt>
                <c:pt idx="1682">
                  <c:v>1682</c:v>
                </c:pt>
                <c:pt idx="1683">
                  <c:v>1683</c:v>
                </c:pt>
                <c:pt idx="1684">
                  <c:v>1684</c:v>
                </c:pt>
                <c:pt idx="1685">
                  <c:v>1685</c:v>
                </c:pt>
                <c:pt idx="1686">
                  <c:v>1686</c:v>
                </c:pt>
                <c:pt idx="1687">
                  <c:v>1687</c:v>
                </c:pt>
                <c:pt idx="1688">
                  <c:v>1688</c:v>
                </c:pt>
                <c:pt idx="1689">
                  <c:v>1689</c:v>
                </c:pt>
                <c:pt idx="1690">
                  <c:v>1690</c:v>
                </c:pt>
                <c:pt idx="1691">
                  <c:v>1691</c:v>
                </c:pt>
                <c:pt idx="1692">
                  <c:v>1692</c:v>
                </c:pt>
                <c:pt idx="1693">
                  <c:v>1693</c:v>
                </c:pt>
                <c:pt idx="1694">
                  <c:v>1694</c:v>
                </c:pt>
                <c:pt idx="1695">
                  <c:v>1695</c:v>
                </c:pt>
                <c:pt idx="1696">
                  <c:v>1696</c:v>
                </c:pt>
                <c:pt idx="1697">
                  <c:v>1697</c:v>
                </c:pt>
                <c:pt idx="1698">
                  <c:v>1698</c:v>
                </c:pt>
                <c:pt idx="1699">
                  <c:v>1699</c:v>
                </c:pt>
                <c:pt idx="1700">
                  <c:v>1700</c:v>
                </c:pt>
                <c:pt idx="1701">
                  <c:v>1701</c:v>
                </c:pt>
                <c:pt idx="1702">
                  <c:v>1702</c:v>
                </c:pt>
                <c:pt idx="1703">
                  <c:v>1703</c:v>
                </c:pt>
                <c:pt idx="1704">
                  <c:v>1704</c:v>
                </c:pt>
                <c:pt idx="1705">
                  <c:v>1705</c:v>
                </c:pt>
                <c:pt idx="1706">
                  <c:v>1706</c:v>
                </c:pt>
                <c:pt idx="1707">
                  <c:v>1707</c:v>
                </c:pt>
                <c:pt idx="1708">
                  <c:v>1708</c:v>
                </c:pt>
                <c:pt idx="1709">
                  <c:v>1709</c:v>
                </c:pt>
                <c:pt idx="1710">
                  <c:v>1710</c:v>
                </c:pt>
                <c:pt idx="1711">
                  <c:v>1711</c:v>
                </c:pt>
                <c:pt idx="1712">
                  <c:v>1712</c:v>
                </c:pt>
                <c:pt idx="1713">
                  <c:v>1713</c:v>
                </c:pt>
                <c:pt idx="1714">
                  <c:v>1714</c:v>
                </c:pt>
                <c:pt idx="1715">
                  <c:v>1715</c:v>
                </c:pt>
                <c:pt idx="1716">
                  <c:v>1716</c:v>
                </c:pt>
                <c:pt idx="1717">
                  <c:v>1717</c:v>
                </c:pt>
                <c:pt idx="1718">
                  <c:v>1718</c:v>
                </c:pt>
                <c:pt idx="1719">
                  <c:v>1719</c:v>
                </c:pt>
                <c:pt idx="1720">
                  <c:v>1720</c:v>
                </c:pt>
                <c:pt idx="1721">
                  <c:v>1721</c:v>
                </c:pt>
                <c:pt idx="1722">
                  <c:v>1722</c:v>
                </c:pt>
                <c:pt idx="1723">
                  <c:v>1723</c:v>
                </c:pt>
                <c:pt idx="1724">
                  <c:v>1724</c:v>
                </c:pt>
                <c:pt idx="1725">
                  <c:v>1725</c:v>
                </c:pt>
                <c:pt idx="1726">
                  <c:v>1726</c:v>
                </c:pt>
                <c:pt idx="1727">
                  <c:v>1727</c:v>
                </c:pt>
                <c:pt idx="1728">
                  <c:v>1728</c:v>
                </c:pt>
                <c:pt idx="1729">
                  <c:v>1729</c:v>
                </c:pt>
                <c:pt idx="1730">
                  <c:v>1730</c:v>
                </c:pt>
                <c:pt idx="1731">
                  <c:v>1731</c:v>
                </c:pt>
                <c:pt idx="1732">
                  <c:v>1732</c:v>
                </c:pt>
                <c:pt idx="1733">
                  <c:v>1733</c:v>
                </c:pt>
                <c:pt idx="1734">
                  <c:v>1734</c:v>
                </c:pt>
                <c:pt idx="1735">
                  <c:v>1735</c:v>
                </c:pt>
                <c:pt idx="1736">
                  <c:v>1736</c:v>
                </c:pt>
                <c:pt idx="1737">
                  <c:v>1737</c:v>
                </c:pt>
                <c:pt idx="1738">
                  <c:v>1738</c:v>
                </c:pt>
                <c:pt idx="1739">
                  <c:v>1739</c:v>
                </c:pt>
                <c:pt idx="1740">
                  <c:v>1740</c:v>
                </c:pt>
                <c:pt idx="1741">
                  <c:v>1741</c:v>
                </c:pt>
                <c:pt idx="1742">
                  <c:v>1742</c:v>
                </c:pt>
                <c:pt idx="1743">
                  <c:v>1743</c:v>
                </c:pt>
                <c:pt idx="1744">
                  <c:v>1744</c:v>
                </c:pt>
                <c:pt idx="1745">
                  <c:v>1745</c:v>
                </c:pt>
                <c:pt idx="1746">
                  <c:v>1746</c:v>
                </c:pt>
                <c:pt idx="1747">
                  <c:v>1747</c:v>
                </c:pt>
                <c:pt idx="1748">
                  <c:v>1748</c:v>
                </c:pt>
                <c:pt idx="1749">
                  <c:v>1749</c:v>
                </c:pt>
                <c:pt idx="1750">
                  <c:v>1750</c:v>
                </c:pt>
                <c:pt idx="1751">
                  <c:v>1751</c:v>
                </c:pt>
                <c:pt idx="1752">
                  <c:v>1752</c:v>
                </c:pt>
                <c:pt idx="1753">
                  <c:v>1753</c:v>
                </c:pt>
                <c:pt idx="1754">
                  <c:v>1754</c:v>
                </c:pt>
                <c:pt idx="1755">
                  <c:v>1755</c:v>
                </c:pt>
                <c:pt idx="1756">
                  <c:v>1756</c:v>
                </c:pt>
                <c:pt idx="1757">
                  <c:v>1757</c:v>
                </c:pt>
                <c:pt idx="1758">
                  <c:v>1758</c:v>
                </c:pt>
                <c:pt idx="1759">
                  <c:v>1759</c:v>
                </c:pt>
                <c:pt idx="1760">
                  <c:v>1760</c:v>
                </c:pt>
                <c:pt idx="1761">
                  <c:v>1761</c:v>
                </c:pt>
                <c:pt idx="1762">
                  <c:v>1762</c:v>
                </c:pt>
                <c:pt idx="1763">
                  <c:v>1763</c:v>
                </c:pt>
                <c:pt idx="1764">
                  <c:v>1764</c:v>
                </c:pt>
                <c:pt idx="1765">
                  <c:v>1765</c:v>
                </c:pt>
                <c:pt idx="1766">
                  <c:v>1766</c:v>
                </c:pt>
                <c:pt idx="1767">
                  <c:v>1767</c:v>
                </c:pt>
                <c:pt idx="1768">
                  <c:v>1768</c:v>
                </c:pt>
                <c:pt idx="1769">
                  <c:v>1769</c:v>
                </c:pt>
                <c:pt idx="1770">
                  <c:v>1770</c:v>
                </c:pt>
                <c:pt idx="1771">
                  <c:v>1771</c:v>
                </c:pt>
                <c:pt idx="1772">
                  <c:v>1772</c:v>
                </c:pt>
                <c:pt idx="1773">
                  <c:v>1773</c:v>
                </c:pt>
                <c:pt idx="1774">
                  <c:v>1774</c:v>
                </c:pt>
                <c:pt idx="1775">
                  <c:v>1775</c:v>
                </c:pt>
                <c:pt idx="1776">
                  <c:v>1776</c:v>
                </c:pt>
                <c:pt idx="1777">
                  <c:v>1777</c:v>
                </c:pt>
                <c:pt idx="1778">
                  <c:v>1778</c:v>
                </c:pt>
                <c:pt idx="1779">
                  <c:v>1779</c:v>
                </c:pt>
                <c:pt idx="1780">
                  <c:v>1780</c:v>
                </c:pt>
                <c:pt idx="1781">
                  <c:v>1781</c:v>
                </c:pt>
                <c:pt idx="1782">
                  <c:v>1782</c:v>
                </c:pt>
                <c:pt idx="1783">
                  <c:v>1783</c:v>
                </c:pt>
                <c:pt idx="1784">
                  <c:v>1784</c:v>
                </c:pt>
                <c:pt idx="1785">
                  <c:v>1785</c:v>
                </c:pt>
                <c:pt idx="1786">
                  <c:v>1786</c:v>
                </c:pt>
                <c:pt idx="1787">
                  <c:v>1787</c:v>
                </c:pt>
                <c:pt idx="1788">
                  <c:v>1788</c:v>
                </c:pt>
                <c:pt idx="1789">
                  <c:v>1789</c:v>
                </c:pt>
                <c:pt idx="1790">
                  <c:v>1790</c:v>
                </c:pt>
                <c:pt idx="1791">
                  <c:v>1791</c:v>
                </c:pt>
                <c:pt idx="1792">
                  <c:v>1792</c:v>
                </c:pt>
                <c:pt idx="1793">
                  <c:v>1793</c:v>
                </c:pt>
                <c:pt idx="1794">
                  <c:v>1794</c:v>
                </c:pt>
                <c:pt idx="1795">
                  <c:v>1795</c:v>
                </c:pt>
                <c:pt idx="1796">
                  <c:v>1796</c:v>
                </c:pt>
                <c:pt idx="1797">
                  <c:v>1797</c:v>
                </c:pt>
                <c:pt idx="1798">
                  <c:v>1798</c:v>
                </c:pt>
                <c:pt idx="1799">
                  <c:v>1799</c:v>
                </c:pt>
                <c:pt idx="1800">
                  <c:v>1800</c:v>
                </c:pt>
                <c:pt idx="1801">
                  <c:v>1801</c:v>
                </c:pt>
                <c:pt idx="1802">
                  <c:v>1802</c:v>
                </c:pt>
                <c:pt idx="1803">
                  <c:v>1803</c:v>
                </c:pt>
                <c:pt idx="1804">
                  <c:v>1804</c:v>
                </c:pt>
                <c:pt idx="1805">
                  <c:v>1805</c:v>
                </c:pt>
                <c:pt idx="1806">
                  <c:v>1806</c:v>
                </c:pt>
                <c:pt idx="1807">
                  <c:v>1807</c:v>
                </c:pt>
                <c:pt idx="1808">
                  <c:v>1808</c:v>
                </c:pt>
                <c:pt idx="1809">
                  <c:v>1809</c:v>
                </c:pt>
                <c:pt idx="1810">
                  <c:v>1810</c:v>
                </c:pt>
                <c:pt idx="1811">
                  <c:v>1811</c:v>
                </c:pt>
                <c:pt idx="1812">
                  <c:v>1812</c:v>
                </c:pt>
                <c:pt idx="1813">
                  <c:v>1813</c:v>
                </c:pt>
                <c:pt idx="1814">
                  <c:v>1814</c:v>
                </c:pt>
                <c:pt idx="1815">
                  <c:v>1815</c:v>
                </c:pt>
                <c:pt idx="1816">
                  <c:v>1816</c:v>
                </c:pt>
                <c:pt idx="1817">
                  <c:v>1817</c:v>
                </c:pt>
                <c:pt idx="1818">
                  <c:v>1818</c:v>
                </c:pt>
                <c:pt idx="1819">
                  <c:v>1819</c:v>
                </c:pt>
                <c:pt idx="1820">
                  <c:v>1820</c:v>
                </c:pt>
                <c:pt idx="1821">
                  <c:v>1821</c:v>
                </c:pt>
                <c:pt idx="1822">
                  <c:v>1822</c:v>
                </c:pt>
                <c:pt idx="1823">
                  <c:v>1823</c:v>
                </c:pt>
                <c:pt idx="1824">
                  <c:v>1824</c:v>
                </c:pt>
                <c:pt idx="1825">
                  <c:v>1825</c:v>
                </c:pt>
                <c:pt idx="1826">
                  <c:v>1826</c:v>
                </c:pt>
                <c:pt idx="1827">
                  <c:v>1827</c:v>
                </c:pt>
                <c:pt idx="1828">
                  <c:v>1828</c:v>
                </c:pt>
                <c:pt idx="1829">
                  <c:v>1829</c:v>
                </c:pt>
                <c:pt idx="1830">
                  <c:v>1830</c:v>
                </c:pt>
                <c:pt idx="1831">
                  <c:v>1831</c:v>
                </c:pt>
                <c:pt idx="1832">
                  <c:v>1832</c:v>
                </c:pt>
                <c:pt idx="1833">
                  <c:v>1833</c:v>
                </c:pt>
                <c:pt idx="1834">
                  <c:v>1834</c:v>
                </c:pt>
                <c:pt idx="1835">
                  <c:v>1835</c:v>
                </c:pt>
                <c:pt idx="1836">
                  <c:v>1836</c:v>
                </c:pt>
                <c:pt idx="1837">
                  <c:v>1837</c:v>
                </c:pt>
                <c:pt idx="1838">
                  <c:v>1838</c:v>
                </c:pt>
                <c:pt idx="1839">
                  <c:v>1839</c:v>
                </c:pt>
                <c:pt idx="1840">
                  <c:v>1840</c:v>
                </c:pt>
                <c:pt idx="1841">
                  <c:v>1841</c:v>
                </c:pt>
                <c:pt idx="1842">
                  <c:v>1842</c:v>
                </c:pt>
                <c:pt idx="1843">
                  <c:v>1843</c:v>
                </c:pt>
                <c:pt idx="1844">
                  <c:v>1844</c:v>
                </c:pt>
                <c:pt idx="1845">
                  <c:v>1845</c:v>
                </c:pt>
                <c:pt idx="1846">
                  <c:v>1846</c:v>
                </c:pt>
                <c:pt idx="1847">
                  <c:v>1847</c:v>
                </c:pt>
                <c:pt idx="1848">
                  <c:v>1848</c:v>
                </c:pt>
                <c:pt idx="1849">
                  <c:v>1849</c:v>
                </c:pt>
                <c:pt idx="1850">
                  <c:v>1850</c:v>
                </c:pt>
                <c:pt idx="1851">
                  <c:v>1851</c:v>
                </c:pt>
                <c:pt idx="1852">
                  <c:v>1852</c:v>
                </c:pt>
                <c:pt idx="1853">
                  <c:v>1853</c:v>
                </c:pt>
                <c:pt idx="1854">
                  <c:v>1854</c:v>
                </c:pt>
                <c:pt idx="1855">
                  <c:v>1855</c:v>
                </c:pt>
                <c:pt idx="1856">
                  <c:v>1856</c:v>
                </c:pt>
                <c:pt idx="1857">
                  <c:v>1857</c:v>
                </c:pt>
                <c:pt idx="1858">
                  <c:v>1858</c:v>
                </c:pt>
                <c:pt idx="1859">
                  <c:v>1859</c:v>
                </c:pt>
                <c:pt idx="1860">
                  <c:v>1860</c:v>
                </c:pt>
                <c:pt idx="1861">
                  <c:v>1861</c:v>
                </c:pt>
                <c:pt idx="1862">
                  <c:v>1862</c:v>
                </c:pt>
                <c:pt idx="1863">
                  <c:v>1863</c:v>
                </c:pt>
                <c:pt idx="1864">
                  <c:v>1864</c:v>
                </c:pt>
                <c:pt idx="1865">
                  <c:v>1865</c:v>
                </c:pt>
                <c:pt idx="1866">
                  <c:v>1866</c:v>
                </c:pt>
                <c:pt idx="1867">
                  <c:v>1867</c:v>
                </c:pt>
                <c:pt idx="1868">
                  <c:v>1868</c:v>
                </c:pt>
                <c:pt idx="1869">
                  <c:v>1869</c:v>
                </c:pt>
                <c:pt idx="1870">
                  <c:v>1870</c:v>
                </c:pt>
                <c:pt idx="1871">
                  <c:v>1871</c:v>
                </c:pt>
                <c:pt idx="1872">
                  <c:v>1872</c:v>
                </c:pt>
                <c:pt idx="1873">
                  <c:v>1873</c:v>
                </c:pt>
                <c:pt idx="1874">
                  <c:v>1874</c:v>
                </c:pt>
                <c:pt idx="1875">
                  <c:v>1875</c:v>
                </c:pt>
                <c:pt idx="1876">
                  <c:v>1876</c:v>
                </c:pt>
                <c:pt idx="1877">
                  <c:v>1877</c:v>
                </c:pt>
                <c:pt idx="1878">
                  <c:v>1878</c:v>
                </c:pt>
                <c:pt idx="1879">
                  <c:v>1879</c:v>
                </c:pt>
                <c:pt idx="1880">
                  <c:v>1880</c:v>
                </c:pt>
                <c:pt idx="1881">
                  <c:v>1881</c:v>
                </c:pt>
                <c:pt idx="1882">
                  <c:v>1882</c:v>
                </c:pt>
                <c:pt idx="1883">
                  <c:v>1883</c:v>
                </c:pt>
                <c:pt idx="1884">
                  <c:v>1884</c:v>
                </c:pt>
                <c:pt idx="1885">
                  <c:v>1885</c:v>
                </c:pt>
                <c:pt idx="1886">
                  <c:v>1886</c:v>
                </c:pt>
                <c:pt idx="1887">
                  <c:v>1887</c:v>
                </c:pt>
                <c:pt idx="1888">
                  <c:v>1888</c:v>
                </c:pt>
                <c:pt idx="1889">
                  <c:v>1889</c:v>
                </c:pt>
                <c:pt idx="1890">
                  <c:v>1890</c:v>
                </c:pt>
                <c:pt idx="1891">
                  <c:v>1891</c:v>
                </c:pt>
                <c:pt idx="1892">
                  <c:v>1892</c:v>
                </c:pt>
                <c:pt idx="1893">
                  <c:v>1893</c:v>
                </c:pt>
                <c:pt idx="1894">
                  <c:v>1894</c:v>
                </c:pt>
                <c:pt idx="1895">
                  <c:v>1895</c:v>
                </c:pt>
                <c:pt idx="1896">
                  <c:v>1896</c:v>
                </c:pt>
                <c:pt idx="1897">
                  <c:v>1897</c:v>
                </c:pt>
                <c:pt idx="1898">
                  <c:v>1898</c:v>
                </c:pt>
                <c:pt idx="1899">
                  <c:v>1899</c:v>
                </c:pt>
                <c:pt idx="1900">
                  <c:v>1900</c:v>
                </c:pt>
                <c:pt idx="1901">
                  <c:v>1901</c:v>
                </c:pt>
                <c:pt idx="1902">
                  <c:v>1902</c:v>
                </c:pt>
                <c:pt idx="1903">
                  <c:v>1903</c:v>
                </c:pt>
                <c:pt idx="1904">
                  <c:v>1904</c:v>
                </c:pt>
                <c:pt idx="1905">
                  <c:v>1905</c:v>
                </c:pt>
                <c:pt idx="1906">
                  <c:v>1906</c:v>
                </c:pt>
                <c:pt idx="1907">
                  <c:v>1907</c:v>
                </c:pt>
                <c:pt idx="1908">
                  <c:v>1908</c:v>
                </c:pt>
                <c:pt idx="1909">
                  <c:v>1909</c:v>
                </c:pt>
                <c:pt idx="1910">
                  <c:v>1910</c:v>
                </c:pt>
                <c:pt idx="1911">
                  <c:v>1911</c:v>
                </c:pt>
                <c:pt idx="1912">
                  <c:v>1912</c:v>
                </c:pt>
                <c:pt idx="1913">
                  <c:v>1913</c:v>
                </c:pt>
                <c:pt idx="1914">
                  <c:v>1914</c:v>
                </c:pt>
                <c:pt idx="1915">
                  <c:v>1915</c:v>
                </c:pt>
                <c:pt idx="1916">
                  <c:v>1916</c:v>
                </c:pt>
                <c:pt idx="1917">
                  <c:v>1917</c:v>
                </c:pt>
                <c:pt idx="1918">
                  <c:v>1918</c:v>
                </c:pt>
                <c:pt idx="1919">
                  <c:v>1919</c:v>
                </c:pt>
                <c:pt idx="1920">
                  <c:v>1920</c:v>
                </c:pt>
                <c:pt idx="1921">
                  <c:v>1921</c:v>
                </c:pt>
                <c:pt idx="1922">
                  <c:v>1922</c:v>
                </c:pt>
                <c:pt idx="1923">
                  <c:v>1923</c:v>
                </c:pt>
                <c:pt idx="1924">
                  <c:v>1924</c:v>
                </c:pt>
                <c:pt idx="1925">
                  <c:v>1925</c:v>
                </c:pt>
                <c:pt idx="1926">
                  <c:v>1926</c:v>
                </c:pt>
                <c:pt idx="1927">
                  <c:v>1927</c:v>
                </c:pt>
                <c:pt idx="1928">
                  <c:v>1928</c:v>
                </c:pt>
                <c:pt idx="1929">
                  <c:v>1929</c:v>
                </c:pt>
                <c:pt idx="1930">
                  <c:v>1930</c:v>
                </c:pt>
                <c:pt idx="1931">
                  <c:v>1931</c:v>
                </c:pt>
                <c:pt idx="1932">
                  <c:v>1932</c:v>
                </c:pt>
                <c:pt idx="1933">
                  <c:v>1933</c:v>
                </c:pt>
                <c:pt idx="1934">
                  <c:v>1934</c:v>
                </c:pt>
                <c:pt idx="1935">
                  <c:v>1935</c:v>
                </c:pt>
                <c:pt idx="1936">
                  <c:v>1936</c:v>
                </c:pt>
                <c:pt idx="1937">
                  <c:v>1937</c:v>
                </c:pt>
                <c:pt idx="1938">
                  <c:v>1938</c:v>
                </c:pt>
                <c:pt idx="1939">
                  <c:v>1939</c:v>
                </c:pt>
                <c:pt idx="1940">
                  <c:v>1940</c:v>
                </c:pt>
                <c:pt idx="1941">
                  <c:v>1941</c:v>
                </c:pt>
                <c:pt idx="1942">
                  <c:v>1942</c:v>
                </c:pt>
                <c:pt idx="1943">
                  <c:v>1943</c:v>
                </c:pt>
                <c:pt idx="1944">
                  <c:v>1944</c:v>
                </c:pt>
                <c:pt idx="1945">
                  <c:v>1945</c:v>
                </c:pt>
                <c:pt idx="1946">
                  <c:v>1946</c:v>
                </c:pt>
                <c:pt idx="1947">
                  <c:v>1947</c:v>
                </c:pt>
                <c:pt idx="1948">
                  <c:v>1948</c:v>
                </c:pt>
                <c:pt idx="1949">
                  <c:v>1949</c:v>
                </c:pt>
                <c:pt idx="1950">
                  <c:v>1950</c:v>
                </c:pt>
                <c:pt idx="1951">
                  <c:v>1951</c:v>
                </c:pt>
                <c:pt idx="1952">
                  <c:v>1952</c:v>
                </c:pt>
                <c:pt idx="1953">
                  <c:v>1953</c:v>
                </c:pt>
                <c:pt idx="1954">
                  <c:v>1954</c:v>
                </c:pt>
                <c:pt idx="1955">
                  <c:v>1955</c:v>
                </c:pt>
                <c:pt idx="1956">
                  <c:v>1956</c:v>
                </c:pt>
                <c:pt idx="1957">
                  <c:v>1957</c:v>
                </c:pt>
                <c:pt idx="1958">
                  <c:v>1958</c:v>
                </c:pt>
                <c:pt idx="1959">
                  <c:v>1959</c:v>
                </c:pt>
                <c:pt idx="1960">
                  <c:v>1960</c:v>
                </c:pt>
                <c:pt idx="1961">
                  <c:v>1961</c:v>
                </c:pt>
                <c:pt idx="1962">
                  <c:v>1962</c:v>
                </c:pt>
                <c:pt idx="1963">
                  <c:v>1963</c:v>
                </c:pt>
                <c:pt idx="1964">
                  <c:v>1964</c:v>
                </c:pt>
                <c:pt idx="1965">
                  <c:v>1965</c:v>
                </c:pt>
                <c:pt idx="1966">
                  <c:v>1966</c:v>
                </c:pt>
                <c:pt idx="1967">
                  <c:v>1967</c:v>
                </c:pt>
                <c:pt idx="1968">
                  <c:v>1968</c:v>
                </c:pt>
                <c:pt idx="1969">
                  <c:v>1969</c:v>
                </c:pt>
                <c:pt idx="1970">
                  <c:v>1970</c:v>
                </c:pt>
                <c:pt idx="1971">
                  <c:v>1971</c:v>
                </c:pt>
                <c:pt idx="1972">
                  <c:v>1972</c:v>
                </c:pt>
                <c:pt idx="1973">
                  <c:v>1973</c:v>
                </c:pt>
                <c:pt idx="1974">
                  <c:v>1974</c:v>
                </c:pt>
                <c:pt idx="1975">
                  <c:v>1975</c:v>
                </c:pt>
                <c:pt idx="1976">
                  <c:v>1976</c:v>
                </c:pt>
                <c:pt idx="1977">
                  <c:v>1977</c:v>
                </c:pt>
                <c:pt idx="1978">
                  <c:v>1978</c:v>
                </c:pt>
                <c:pt idx="1979">
                  <c:v>1979</c:v>
                </c:pt>
                <c:pt idx="1980">
                  <c:v>1980</c:v>
                </c:pt>
                <c:pt idx="1981">
                  <c:v>1981</c:v>
                </c:pt>
                <c:pt idx="1982">
                  <c:v>1982</c:v>
                </c:pt>
                <c:pt idx="1983">
                  <c:v>1983</c:v>
                </c:pt>
                <c:pt idx="1984">
                  <c:v>1984</c:v>
                </c:pt>
                <c:pt idx="1985">
                  <c:v>1985</c:v>
                </c:pt>
                <c:pt idx="1986">
                  <c:v>1986</c:v>
                </c:pt>
                <c:pt idx="1987">
                  <c:v>1987</c:v>
                </c:pt>
                <c:pt idx="1988">
                  <c:v>1988</c:v>
                </c:pt>
                <c:pt idx="1989">
                  <c:v>1989</c:v>
                </c:pt>
                <c:pt idx="1990">
                  <c:v>1990</c:v>
                </c:pt>
                <c:pt idx="1991">
                  <c:v>1991</c:v>
                </c:pt>
                <c:pt idx="1992">
                  <c:v>1992</c:v>
                </c:pt>
                <c:pt idx="1993">
                  <c:v>1993</c:v>
                </c:pt>
                <c:pt idx="1994">
                  <c:v>1994</c:v>
                </c:pt>
                <c:pt idx="1995">
                  <c:v>1995</c:v>
                </c:pt>
                <c:pt idx="1996">
                  <c:v>1996</c:v>
                </c:pt>
                <c:pt idx="1997">
                  <c:v>1997</c:v>
                </c:pt>
                <c:pt idx="1998">
                  <c:v>1998</c:v>
                </c:pt>
                <c:pt idx="1999">
                  <c:v>1999</c:v>
                </c:pt>
                <c:pt idx="2000">
                  <c:v>2000</c:v>
                </c:pt>
                <c:pt idx="2001">
                  <c:v>2001</c:v>
                </c:pt>
                <c:pt idx="2002">
                  <c:v>2002</c:v>
                </c:pt>
                <c:pt idx="2003">
                  <c:v>2003</c:v>
                </c:pt>
                <c:pt idx="2004">
                  <c:v>2004</c:v>
                </c:pt>
                <c:pt idx="2005">
                  <c:v>2005</c:v>
                </c:pt>
                <c:pt idx="2006">
                  <c:v>2006</c:v>
                </c:pt>
                <c:pt idx="2007">
                  <c:v>2007</c:v>
                </c:pt>
                <c:pt idx="2008">
                  <c:v>2008</c:v>
                </c:pt>
                <c:pt idx="2009">
                  <c:v>2009</c:v>
                </c:pt>
                <c:pt idx="2010">
                  <c:v>2010</c:v>
                </c:pt>
                <c:pt idx="2011">
                  <c:v>2011</c:v>
                </c:pt>
                <c:pt idx="2012">
                  <c:v>2012</c:v>
                </c:pt>
                <c:pt idx="2013">
                  <c:v>2013</c:v>
                </c:pt>
                <c:pt idx="2014">
                  <c:v>2014</c:v>
                </c:pt>
                <c:pt idx="2015">
                  <c:v>2015</c:v>
                </c:pt>
                <c:pt idx="2016">
                  <c:v>2016</c:v>
                </c:pt>
                <c:pt idx="2017">
                  <c:v>2017</c:v>
                </c:pt>
                <c:pt idx="2018">
                  <c:v>2018</c:v>
                </c:pt>
                <c:pt idx="2019">
                  <c:v>2019</c:v>
                </c:pt>
                <c:pt idx="2020">
                  <c:v>2020</c:v>
                </c:pt>
                <c:pt idx="2021">
                  <c:v>2021</c:v>
                </c:pt>
                <c:pt idx="2022">
                  <c:v>2022</c:v>
                </c:pt>
                <c:pt idx="2023">
                  <c:v>2023</c:v>
                </c:pt>
                <c:pt idx="2024">
                  <c:v>2024</c:v>
                </c:pt>
                <c:pt idx="2025">
                  <c:v>2025</c:v>
                </c:pt>
                <c:pt idx="2026">
                  <c:v>2026</c:v>
                </c:pt>
                <c:pt idx="2027">
                  <c:v>2027</c:v>
                </c:pt>
                <c:pt idx="2028">
                  <c:v>2028</c:v>
                </c:pt>
                <c:pt idx="2029">
                  <c:v>2029</c:v>
                </c:pt>
                <c:pt idx="2030">
                  <c:v>2030</c:v>
                </c:pt>
                <c:pt idx="2031">
                  <c:v>2031</c:v>
                </c:pt>
                <c:pt idx="2032">
                  <c:v>2032</c:v>
                </c:pt>
                <c:pt idx="2033">
                  <c:v>2033</c:v>
                </c:pt>
                <c:pt idx="2034">
                  <c:v>2034</c:v>
                </c:pt>
                <c:pt idx="2035">
                  <c:v>2035</c:v>
                </c:pt>
                <c:pt idx="2036">
                  <c:v>2036</c:v>
                </c:pt>
                <c:pt idx="2037">
                  <c:v>2037</c:v>
                </c:pt>
                <c:pt idx="2038">
                  <c:v>2038</c:v>
                </c:pt>
                <c:pt idx="2039">
                  <c:v>2039</c:v>
                </c:pt>
                <c:pt idx="2040">
                  <c:v>2040</c:v>
                </c:pt>
                <c:pt idx="2041">
                  <c:v>2041</c:v>
                </c:pt>
                <c:pt idx="2042">
                  <c:v>2042</c:v>
                </c:pt>
                <c:pt idx="2043">
                  <c:v>2043</c:v>
                </c:pt>
                <c:pt idx="2044">
                  <c:v>2044</c:v>
                </c:pt>
                <c:pt idx="2045">
                  <c:v>2045</c:v>
                </c:pt>
                <c:pt idx="2046">
                  <c:v>2046</c:v>
                </c:pt>
                <c:pt idx="2047">
                  <c:v>2047</c:v>
                </c:pt>
                <c:pt idx="2048">
                  <c:v>2048</c:v>
                </c:pt>
                <c:pt idx="2049">
                  <c:v>2049</c:v>
                </c:pt>
                <c:pt idx="2050">
                  <c:v>2050</c:v>
                </c:pt>
                <c:pt idx="2051">
                  <c:v>2051</c:v>
                </c:pt>
                <c:pt idx="2052">
                  <c:v>2052</c:v>
                </c:pt>
                <c:pt idx="2053">
                  <c:v>2053</c:v>
                </c:pt>
                <c:pt idx="2054">
                  <c:v>2054</c:v>
                </c:pt>
                <c:pt idx="2055">
                  <c:v>2055</c:v>
                </c:pt>
                <c:pt idx="2056">
                  <c:v>2056</c:v>
                </c:pt>
                <c:pt idx="2057">
                  <c:v>2057</c:v>
                </c:pt>
                <c:pt idx="2058">
                  <c:v>2058</c:v>
                </c:pt>
                <c:pt idx="2059">
                  <c:v>2059</c:v>
                </c:pt>
                <c:pt idx="2060">
                  <c:v>2060</c:v>
                </c:pt>
                <c:pt idx="2061">
                  <c:v>2061</c:v>
                </c:pt>
                <c:pt idx="2062">
                  <c:v>2062</c:v>
                </c:pt>
                <c:pt idx="2063">
                  <c:v>2063</c:v>
                </c:pt>
                <c:pt idx="2064">
                  <c:v>2064</c:v>
                </c:pt>
                <c:pt idx="2065">
                  <c:v>2065</c:v>
                </c:pt>
                <c:pt idx="2066">
                  <c:v>2066</c:v>
                </c:pt>
                <c:pt idx="2067">
                  <c:v>2067</c:v>
                </c:pt>
                <c:pt idx="2068">
                  <c:v>2068</c:v>
                </c:pt>
                <c:pt idx="2069">
                  <c:v>2069</c:v>
                </c:pt>
                <c:pt idx="2070">
                  <c:v>2070</c:v>
                </c:pt>
                <c:pt idx="2071">
                  <c:v>2071</c:v>
                </c:pt>
                <c:pt idx="2072">
                  <c:v>2072</c:v>
                </c:pt>
                <c:pt idx="2073">
                  <c:v>2073</c:v>
                </c:pt>
                <c:pt idx="2074">
                  <c:v>2074</c:v>
                </c:pt>
                <c:pt idx="2075">
                  <c:v>2075</c:v>
                </c:pt>
                <c:pt idx="2076">
                  <c:v>2076</c:v>
                </c:pt>
                <c:pt idx="2077">
                  <c:v>2077</c:v>
                </c:pt>
                <c:pt idx="2078">
                  <c:v>2078</c:v>
                </c:pt>
                <c:pt idx="2079">
                  <c:v>2079</c:v>
                </c:pt>
                <c:pt idx="2080">
                  <c:v>2080</c:v>
                </c:pt>
                <c:pt idx="2081">
                  <c:v>2081</c:v>
                </c:pt>
                <c:pt idx="2082">
                  <c:v>2082</c:v>
                </c:pt>
                <c:pt idx="2083">
                  <c:v>2083</c:v>
                </c:pt>
                <c:pt idx="2084">
                  <c:v>2084</c:v>
                </c:pt>
                <c:pt idx="2085">
                  <c:v>2085</c:v>
                </c:pt>
                <c:pt idx="2086">
                  <c:v>2086</c:v>
                </c:pt>
                <c:pt idx="2087">
                  <c:v>2087</c:v>
                </c:pt>
                <c:pt idx="2088">
                  <c:v>2088</c:v>
                </c:pt>
                <c:pt idx="2089">
                  <c:v>2089</c:v>
                </c:pt>
                <c:pt idx="2090">
                  <c:v>2090</c:v>
                </c:pt>
                <c:pt idx="2091">
                  <c:v>2091</c:v>
                </c:pt>
                <c:pt idx="2092">
                  <c:v>2092</c:v>
                </c:pt>
                <c:pt idx="2093">
                  <c:v>2093</c:v>
                </c:pt>
                <c:pt idx="2094">
                  <c:v>2094</c:v>
                </c:pt>
                <c:pt idx="2095">
                  <c:v>2095</c:v>
                </c:pt>
                <c:pt idx="2096">
                  <c:v>2096</c:v>
                </c:pt>
                <c:pt idx="2097">
                  <c:v>2097</c:v>
                </c:pt>
                <c:pt idx="2098">
                  <c:v>2098</c:v>
                </c:pt>
                <c:pt idx="2099">
                  <c:v>2099</c:v>
                </c:pt>
                <c:pt idx="2100">
                  <c:v>2100</c:v>
                </c:pt>
                <c:pt idx="2101">
                  <c:v>2101</c:v>
                </c:pt>
                <c:pt idx="2102">
                  <c:v>2102</c:v>
                </c:pt>
                <c:pt idx="2103">
                  <c:v>2103</c:v>
                </c:pt>
                <c:pt idx="2104">
                  <c:v>2104</c:v>
                </c:pt>
                <c:pt idx="2105">
                  <c:v>2105</c:v>
                </c:pt>
                <c:pt idx="2106">
                  <c:v>2106</c:v>
                </c:pt>
                <c:pt idx="2107">
                  <c:v>2107</c:v>
                </c:pt>
                <c:pt idx="2108">
                  <c:v>2108</c:v>
                </c:pt>
                <c:pt idx="2109">
                  <c:v>2109</c:v>
                </c:pt>
                <c:pt idx="2110">
                  <c:v>2110</c:v>
                </c:pt>
                <c:pt idx="2111">
                  <c:v>2111</c:v>
                </c:pt>
                <c:pt idx="2112">
                  <c:v>2112</c:v>
                </c:pt>
                <c:pt idx="2113">
                  <c:v>2113</c:v>
                </c:pt>
                <c:pt idx="2114">
                  <c:v>2114</c:v>
                </c:pt>
                <c:pt idx="2115">
                  <c:v>2115</c:v>
                </c:pt>
                <c:pt idx="2116">
                  <c:v>2116</c:v>
                </c:pt>
                <c:pt idx="2117">
                  <c:v>2117</c:v>
                </c:pt>
                <c:pt idx="2118">
                  <c:v>2118</c:v>
                </c:pt>
                <c:pt idx="2119">
                  <c:v>2119</c:v>
                </c:pt>
                <c:pt idx="2120">
                  <c:v>2120</c:v>
                </c:pt>
                <c:pt idx="2121">
                  <c:v>2121</c:v>
                </c:pt>
                <c:pt idx="2122">
                  <c:v>2122</c:v>
                </c:pt>
                <c:pt idx="2123">
                  <c:v>2123</c:v>
                </c:pt>
                <c:pt idx="2124">
                  <c:v>2124</c:v>
                </c:pt>
                <c:pt idx="2125">
                  <c:v>2125</c:v>
                </c:pt>
                <c:pt idx="2126">
                  <c:v>2126</c:v>
                </c:pt>
                <c:pt idx="2127">
                  <c:v>2127</c:v>
                </c:pt>
                <c:pt idx="2128">
                  <c:v>2128</c:v>
                </c:pt>
                <c:pt idx="2129">
                  <c:v>2129</c:v>
                </c:pt>
                <c:pt idx="2130">
                  <c:v>2130</c:v>
                </c:pt>
                <c:pt idx="2131">
                  <c:v>2131</c:v>
                </c:pt>
                <c:pt idx="2132">
                  <c:v>2132</c:v>
                </c:pt>
                <c:pt idx="2133">
                  <c:v>2133</c:v>
                </c:pt>
                <c:pt idx="2134">
                  <c:v>2134</c:v>
                </c:pt>
                <c:pt idx="2135">
                  <c:v>2135</c:v>
                </c:pt>
                <c:pt idx="2136">
                  <c:v>2136</c:v>
                </c:pt>
                <c:pt idx="2137">
                  <c:v>2137</c:v>
                </c:pt>
                <c:pt idx="2138">
                  <c:v>2138</c:v>
                </c:pt>
                <c:pt idx="2139">
                  <c:v>2139</c:v>
                </c:pt>
                <c:pt idx="2140">
                  <c:v>2140</c:v>
                </c:pt>
                <c:pt idx="2141">
                  <c:v>2141</c:v>
                </c:pt>
                <c:pt idx="2142">
                  <c:v>2142</c:v>
                </c:pt>
                <c:pt idx="2143">
                  <c:v>2143</c:v>
                </c:pt>
                <c:pt idx="2144">
                  <c:v>2144</c:v>
                </c:pt>
                <c:pt idx="2145">
                  <c:v>2145</c:v>
                </c:pt>
                <c:pt idx="2146">
                  <c:v>2146</c:v>
                </c:pt>
                <c:pt idx="2147">
                  <c:v>2147</c:v>
                </c:pt>
                <c:pt idx="2148">
                  <c:v>2148</c:v>
                </c:pt>
                <c:pt idx="2149">
                  <c:v>2149</c:v>
                </c:pt>
                <c:pt idx="2150">
                  <c:v>2150</c:v>
                </c:pt>
                <c:pt idx="2151">
                  <c:v>2151</c:v>
                </c:pt>
                <c:pt idx="2152">
                  <c:v>2152</c:v>
                </c:pt>
                <c:pt idx="2153">
                  <c:v>2153</c:v>
                </c:pt>
                <c:pt idx="2154">
                  <c:v>2154</c:v>
                </c:pt>
                <c:pt idx="2155">
                  <c:v>2155</c:v>
                </c:pt>
                <c:pt idx="2156">
                  <c:v>2156</c:v>
                </c:pt>
                <c:pt idx="2157">
                  <c:v>2157</c:v>
                </c:pt>
                <c:pt idx="2158">
                  <c:v>2158</c:v>
                </c:pt>
                <c:pt idx="2159">
                  <c:v>2159</c:v>
                </c:pt>
                <c:pt idx="2160">
                  <c:v>2160</c:v>
                </c:pt>
                <c:pt idx="2161">
                  <c:v>2161</c:v>
                </c:pt>
                <c:pt idx="2162">
                  <c:v>2162</c:v>
                </c:pt>
                <c:pt idx="2163">
                  <c:v>2163</c:v>
                </c:pt>
                <c:pt idx="2164">
                  <c:v>2164</c:v>
                </c:pt>
                <c:pt idx="2165">
                  <c:v>2165</c:v>
                </c:pt>
                <c:pt idx="2166">
                  <c:v>2166</c:v>
                </c:pt>
                <c:pt idx="2167">
                  <c:v>2167</c:v>
                </c:pt>
                <c:pt idx="2168">
                  <c:v>2168</c:v>
                </c:pt>
                <c:pt idx="2169">
                  <c:v>2169</c:v>
                </c:pt>
                <c:pt idx="2170">
                  <c:v>2170</c:v>
                </c:pt>
                <c:pt idx="2171">
                  <c:v>2171</c:v>
                </c:pt>
                <c:pt idx="2172">
                  <c:v>2172</c:v>
                </c:pt>
                <c:pt idx="2173">
                  <c:v>2173</c:v>
                </c:pt>
                <c:pt idx="2174">
                  <c:v>2174</c:v>
                </c:pt>
                <c:pt idx="2175">
                  <c:v>2175</c:v>
                </c:pt>
                <c:pt idx="2176">
                  <c:v>2176</c:v>
                </c:pt>
                <c:pt idx="2177">
                  <c:v>2177</c:v>
                </c:pt>
                <c:pt idx="2178">
                  <c:v>2178</c:v>
                </c:pt>
                <c:pt idx="2179">
                  <c:v>2179</c:v>
                </c:pt>
                <c:pt idx="2180">
                  <c:v>2180</c:v>
                </c:pt>
                <c:pt idx="2181">
                  <c:v>2181</c:v>
                </c:pt>
                <c:pt idx="2182">
                  <c:v>2182</c:v>
                </c:pt>
                <c:pt idx="2183">
                  <c:v>2183</c:v>
                </c:pt>
                <c:pt idx="2184">
                  <c:v>2184</c:v>
                </c:pt>
                <c:pt idx="2185">
                  <c:v>2185</c:v>
                </c:pt>
                <c:pt idx="2186">
                  <c:v>2186</c:v>
                </c:pt>
                <c:pt idx="2187">
                  <c:v>2187</c:v>
                </c:pt>
                <c:pt idx="2188">
                  <c:v>2188</c:v>
                </c:pt>
                <c:pt idx="2189">
                  <c:v>2189</c:v>
                </c:pt>
                <c:pt idx="2190">
                  <c:v>2190</c:v>
                </c:pt>
                <c:pt idx="2191">
                  <c:v>2191</c:v>
                </c:pt>
                <c:pt idx="2192">
                  <c:v>2192</c:v>
                </c:pt>
                <c:pt idx="2193">
                  <c:v>2193</c:v>
                </c:pt>
                <c:pt idx="2194">
                  <c:v>2194</c:v>
                </c:pt>
                <c:pt idx="2195">
                  <c:v>2195</c:v>
                </c:pt>
                <c:pt idx="2196">
                  <c:v>2196</c:v>
                </c:pt>
                <c:pt idx="2197">
                  <c:v>2197</c:v>
                </c:pt>
                <c:pt idx="2198">
                  <c:v>2198</c:v>
                </c:pt>
                <c:pt idx="2199">
                  <c:v>2199</c:v>
                </c:pt>
                <c:pt idx="2200">
                  <c:v>2200</c:v>
                </c:pt>
                <c:pt idx="2201">
                  <c:v>2201</c:v>
                </c:pt>
                <c:pt idx="2202">
                  <c:v>2202</c:v>
                </c:pt>
                <c:pt idx="2203">
                  <c:v>2203</c:v>
                </c:pt>
                <c:pt idx="2204">
                  <c:v>2204</c:v>
                </c:pt>
                <c:pt idx="2205">
                  <c:v>2205</c:v>
                </c:pt>
                <c:pt idx="2206">
                  <c:v>2206</c:v>
                </c:pt>
                <c:pt idx="2207">
                  <c:v>2207</c:v>
                </c:pt>
                <c:pt idx="2208">
                  <c:v>2208</c:v>
                </c:pt>
                <c:pt idx="2209">
                  <c:v>2209</c:v>
                </c:pt>
                <c:pt idx="2210">
                  <c:v>2210</c:v>
                </c:pt>
                <c:pt idx="2211">
                  <c:v>2211</c:v>
                </c:pt>
                <c:pt idx="2212">
                  <c:v>2212</c:v>
                </c:pt>
                <c:pt idx="2213">
                  <c:v>2213</c:v>
                </c:pt>
                <c:pt idx="2214">
                  <c:v>2214</c:v>
                </c:pt>
                <c:pt idx="2215">
                  <c:v>2215</c:v>
                </c:pt>
                <c:pt idx="2216">
                  <c:v>2216</c:v>
                </c:pt>
                <c:pt idx="2217">
                  <c:v>2217</c:v>
                </c:pt>
                <c:pt idx="2218">
                  <c:v>2218</c:v>
                </c:pt>
                <c:pt idx="2219">
                  <c:v>2219</c:v>
                </c:pt>
                <c:pt idx="2220">
                  <c:v>2220</c:v>
                </c:pt>
                <c:pt idx="2221">
                  <c:v>2221</c:v>
                </c:pt>
                <c:pt idx="2222">
                  <c:v>2222</c:v>
                </c:pt>
                <c:pt idx="2223">
                  <c:v>2223</c:v>
                </c:pt>
                <c:pt idx="2224">
                  <c:v>2224</c:v>
                </c:pt>
                <c:pt idx="2225">
                  <c:v>2225</c:v>
                </c:pt>
                <c:pt idx="2226">
                  <c:v>2226</c:v>
                </c:pt>
                <c:pt idx="2227">
                  <c:v>2227</c:v>
                </c:pt>
                <c:pt idx="2228">
                  <c:v>2228</c:v>
                </c:pt>
                <c:pt idx="2229">
                  <c:v>2229</c:v>
                </c:pt>
                <c:pt idx="2230">
                  <c:v>2230</c:v>
                </c:pt>
                <c:pt idx="2231">
                  <c:v>2231</c:v>
                </c:pt>
                <c:pt idx="2232">
                  <c:v>2232</c:v>
                </c:pt>
                <c:pt idx="2233">
                  <c:v>2233</c:v>
                </c:pt>
                <c:pt idx="2234">
                  <c:v>2234</c:v>
                </c:pt>
                <c:pt idx="2235">
                  <c:v>2235</c:v>
                </c:pt>
                <c:pt idx="2236">
                  <c:v>2236</c:v>
                </c:pt>
                <c:pt idx="2237">
                  <c:v>2237</c:v>
                </c:pt>
                <c:pt idx="2238">
                  <c:v>2238</c:v>
                </c:pt>
                <c:pt idx="2239">
                  <c:v>2239</c:v>
                </c:pt>
                <c:pt idx="2240">
                  <c:v>2240</c:v>
                </c:pt>
                <c:pt idx="2241">
                  <c:v>2241</c:v>
                </c:pt>
                <c:pt idx="2242">
                  <c:v>2242</c:v>
                </c:pt>
                <c:pt idx="2243">
                  <c:v>2243</c:v>
                </c:pt>
                <c:pt idx="2244">
                  <c:v>2244</c:v>
                </c:pt>
                <c:pt idx="2245">
                  <c:v>2245</c:v>
                </c:pt>
                <c:pt idx="2246">
                  <c:v>2246</c:v>
                </c:pt>
                <c:pt idx="2247">
                  <c:v>2247</c:v>
                </c:pt>
                <c:pt idx="2248">
                  <c:v>2248</c:v>
                </c:pt>
                <c:pt idx="2249">
                  <c:v>2249</c:v>
                </c:pt>
                <c:pt idx="2250">
                  <c:v>2250</c:v>
                </c:pt>
                <c:pt idx="2251">
                  <c:v>2251</c:v>
                </c:pt>
                <c:pt idx="2252">
                  <c:v>2252</c:v>
                </c:pt>
                <c:pt idx="2253">
                  <c:v>2253</c:v>
                </c:pt>
                <c:pt idx="2254">
                  <c:v>2254</c:v>
                </c:pt>
                <c:pt idx="2255">
                  <c:v>2255</c:v>
                </c:pt>
                <c:pt idx="2256">
                  <c:v>2256</c:v>
                </c:pt>
                <c:pt idx="2257">
                  <c:v>2257</c:v>
                </c:pt>
                <c:pt idx="2258">
                  <c:v>2258</c:v>
                </c:pt>
                <c:pt idx="2259">
                  <c:v>2259</c:v>
                </c:pt>
                <c:pt idx="2260">
                  <c:v>2260</c:v>
                </c:pt>
                <c:pt idx="2261">
                  <c:v>2261</c:v>
                </c:pt>
                <c:pt idx="2262">
                  <c:v>2262</c:v>
                </c:pt>
                <c:pt idx="2263">
                  <c:v>2263</c:v>
                </c:pt>
                <c:pt idx="2264">
                  <c:v>2264</c:v>
                </c:pt>
                <c:pt idx="2265">
                  <c:v>2265</c:v>
                </c:pt>
                <c:pt idx="2266">
                  <c:v>2266</c:v>
                </c:pt>
                <c:pt idx="2267">
                  <c:v>2267</c:v>
                </c:pt>
                <c:pt idx="2268">
                  <c:v>2268</c:v>
                </c:pt>
                <c:pt idx="2269">
                  <c:v>2269</c:v>
                </c:pt>
                <c:pt idx="2270">
                  <c:v>2270</c:v>
                </c:pt>
                <c:pt idx="2271">
                  <c:v>2271</c:v>
                </c:pt>
                <c:pt idx="2272">
                  <c:v>2272</c:v>
                </c:pt>
                <c:pt idx="2273">
                  <c:v>2273</c:v>
                </c:pt>
                <c:pt idx="2274">
                  <c:v>2274</c:v>
                </c:pt>
                <c:pt idx="2275">
                  <c:v>2275</c:v>
                </c:pt>
                <c:pt idx="2276">
                  <c:v>2276</c:v>
                </c:pt>
                <c:pt idx="2277">
                  <c:v>2277</c:v>
                </c:pt>
                <c:pt idx="2278">
                  <c:v>2278</c:v>
                </c:pt>
                <c:pt idx="2279">
                  <c:v>2279</c:v>
                </c:pt>
                <c:pt idx="2280">
                  <c:v>2280</c:v>
                </c:pt>
                <c:pt idx="2281">
                  <c:v>2281</c:v>
                </c:pt>
                <c:pt idx="2282">
                  <c:v>2282</c:v>
                </c:pt>
                <c:pt idx="2283">
                  <c:v>2283</c:v>
                </c:pt>
                <c:pt idx="2284">
                  <c:v>2284</c:v>
                </c:pt>
                <c:pt idx="2285">
                  <c:v>2285</c:v>
                </c:pt>
                <c:pt idx="2286">
                  <c:v>2286</c:v>
                </c:pt>
                <c:pt idx="2287">
                  <c:v>2287</c:v>
                </c:pt>
                <c:pt idx="2288">
                  <c:v>2288</c:v>
                </c:pt>
                <c:pt idx="2289">
                  <c:v>2289</c:v>
                </c:pt>
                <c:pt idx="2290">
                  <c:v>2290</c:v>
                </c:pt>
                <c:pt idx="2291">
                  <c:v>2291</c:v>
                </c:pt>
                <c:pt idx="2292">
                  <c:v>2292</c:v>
                </c:pt>
                <c:pt idx="2293">
                  <c:v>2293</c:v>
                </c:pt>
                <c:pt idx="2294">
                  <c:v>2294</c:v>
                </c:pt>
                <c:pt idx="2295">
                  <c:v>2295</c:v>
                </c:pt>
                <c:pt idx="2296">
                  <c:v>2296</c:v>
                </c:pt>
                <c:pt idx="2297">
                  <c:v>2297</c:v>
                </c:pt>
                <c:pt idx="2298">
                  <c:v>2298</c:v>
                </c:pt>
                <c:pt idx="2299">
                  <c:v>2299</c:v>
                </c:pt>
                <c:pt idx="2300">
                  <c:v>2300</c:v>
                </c:pt>
                <c:pt idx="2301">
                  <c:v>2301</c:v>
                </c:pt>
                <c:pt idx="2302">
                  <c:v>2302</c:v>
                </c:pt>
                <c:pt idx="2303">
                  <c:v>2303</c:v>
                </c:pt>
                <c:pt idx="2304">
                  <c:v>2304</c:v>
                </c:pt>
                <c:pt idx="2305">
                  <c:v>2305</c:v>
                </c:pt>
                <c:pt idx="2306">
                  <c:v>2306</c:v>
                </c:pt>
                <c:pt idx="2307">
                  <c:v>2307</c:v>
                </c:pt>
                <c:pt idx="2308">
                  <c:v>2308</c:v>
                </c:pt>
                <c:pt idx="2309">
                  <c:v>2309</c:v>
                </c:pt>
                <c:pt idx="2310">
                  <c:v>2310</c:v>
                </c:pt>
                <c:pt idx="2311">
                  <c:v>2311</c:v>
                </c:pt>
                <c:pt idx="2312">
                  <c:v>2312</c:v>
                </c:pt>
                <c:pt idx="2313">
                  <c:v>2313</c:v>
                </c:pt>
                <c:pt idx="2314">
                  <c:v>2314</c:v>
                </c:pt>
                <c:pt idx="2315">
                  <c:v>2315</c:v>
                </c:pt>
                <c:pt idx="2316">
                  <c:v>2316</c:v>
                </c:pt>
                <c:pt idx="2317">
                  <c:v>2317</c:v>
                </c:pt>
                <c:pt idx="2318">
                  <c:v>2318</c:v>
                </c:pt>
                <c:pt idx="2319">
                  <c:v>2319</c:v>
                </c:pt>
                <c:pt idx="2320">
                  <c:v>2320</c:v>
                </c:pt>
                <c:pt idx="2321">
                  <c:v>2321</c:v>
                </c:pt>
                <c:pt idx="2322">
                  <c:v>2322</c:v>
                </c:pt>
                <c:pt idx="2323">
                  <c:v>2323</c:v>
                </c:pt>
                <c:pt idx="2324">
                  <c:v>2324</c:v>
                </c:pt>
                <c:pt idx="2325">
                  <c:v>2325</c:v>
                </c:pt>
                <c:pt idx="2326">
                  <c:v>2326</c:v>
                </c:pt>
                <c:pt idx="2327">
                  <c:v>2327</c:v>
                </c:pt>
                <c:pt idx="2328">
                  <c:v>2328</c:v>
                </c:pt>
                <c:pt idx="2329">
                  <c:v>2329</c:v>
                </c:pt>
                <c:pt idx="2330">
                  <c:v>2330</c:v>
                </c:pt>
                <c:pt idx="2331">
                  <c:v>2331</c:v>
                </c:pt>
                <c:pt idx="2332">
                  <c:v>2332</c:v>
                </c:pt>
                <c:pt idx="2333">
                  <c:v>2333</c:v>
                </c:pt>
                <c:pt idx="2334">
                  <c:v>2334</c:v>
                </c:pt>
                <c:pt idx="2335">
                  <c:v>2335</c:v>
                </c:pt>
                <c:pt idx="2336">
                  <c:v>2336</c:v>
                </c:pt>
                <c:pt idx="2337">
                  <c:v>2337</c:v>
                </c:pt>
                <c:pt idx="2338">
                  <c:v>2338</c:v>
                </c:pt>
                <c:pt idx="2339">
                  <c:v>2339</c:v>
                </c:pt>
                <c:pt idx="2340">
                  <c:v>2340</c:v>
                </c:pt>
                <c:pt idx="2341">
                  <c:v>2341</c:v>
                </c:pt>
                <c:pt idx="2342">
                  <c:v>2342</c:v>
                </c:pt>
                <c:pt idx="2343">
                  <c:v>2343</c:v>
                </c:pt>
                <c:pt idx="2344">
                  <c:v>2344</c:v>
                </c:pt>
                <c:pt idx="2345">
                  <c:v>2345</c:v>
                </c:pt>
                <c:pt idx="2346">
                  <c:v>2346</c:v>
                </c:pt>
                <c:pt idx="2347">
                  <c:v>2347</c:v>
                </c:pt>
                <c:pt idx="2348">
                  <c:v>2348</c:v>
                </c:pt>
                <c:pt idx="2349">
                  <c:v>2349</c:v>
                </c:pt>
                <c:pt idx="2350">
                  <c:v>2350</c:v>
                </c:pt>
                <c:pt idx="2351">
                  <c:v>2351</c:v>
                </c:pt>
                <c:pt idx="2352">
                  <c:v>2352</c:v>
                </c:pt>
                <c:pt idx="2353">
                  <c:v>2353</c:v>
                </c:pt>
                <c:pt idx="2354">
                  <c:v>2354</c:v>
                </c:pt>
                <c:pt idx="2355">
                  <c:v>2355</c:v>
                </c:pt>
                <c:pt idx="2356">
                  <c:v>2356</c:v>
                </c:pt>
                <c:pt idx="2357">
                  <c:v>2357</c:v>
                </c:pt>
                <c:pt idx="2358">
                  <c:v>2358</c:v>
                </c:pt>
                <c:pt idx="2359">
                  <c:v>2359</c:v>
                </c:pt>
                <c:pt idx="2360">
                  <c:v>2360</c:v>
                </c:pt>
                <c:pt idx="2361">
                  <c:v>2361</c:v>
                </c:pt>
                <c:pt idx="2362">
                  <c:v>2362</c:v>
                </c:pt>
                <c:pt idx="2363">
                  <c:v>2363</c:v>
                </c:pt>
                <c:pt idx="2364">
                  <c:v>2364</c:v>
                </c:pt>
                <c:pt idx="2365">
                  <c:v>2365</c:v>
                </c:pt>
                <c:pt idx="2366">
                  <c:v>2366</c:v>
                </c:pt>
                <c:pt idx="2367">
                  <c:v>2367</c:v>
                </c:pt>
                <c:pt idx="2368">
                  <c:v>2368</c:v>
                </c:pt>
                <c:pt idx="2369">
                  <c:v>2369</c:v>
                </c:pt>
                <c:pt idx="2370">
                  <c:v>2370</c:v>
                </c:pt>
                <c:pt idx="2371">
                  <c:v>2371</c:v>
                </c:pt>
                <c:pt idx="2372">
                  <c:v>2372</c:v>
                </c:pt>
                <c:pt idx="2373">
                  <c:v>2373</c:v>
                </c:pt>
                <c:pt idx="2374">
                  <c:v>2374</c:v>
                </c:pt>
                <c:pt idx="2375">
                  <c:v>2375</c:v>
                </c:pt>
                <c:pt idx="2376">
                  <c:v>2376</c:v>
                </c:pt>
                <c:pt idx="2377">
                  <c:v>2377</c:v>
                </c:pt>
                <c:pt idx="2378">
                  <c:v>2378</c:v>
                </c:pt>
                <c:pt idx="2379">
                  <c:v>2379</c:v>
                </c:pt>
                <c:pt idx="2380">
                  <c:v>2380</c:v>
                </c:pt>
                <c:pt idx="2381">
                  <c:v>2381</c:v>
                </c:pt>
                <c:pt idx="2382">
                  <c:v>2382</c:v>
                </c:pt>
                <c:pt idx="2383">
                  <c:v>2383</c:v>
                </c:pt>
                <c:pt idx="2384">
                  <c:v>2384</c:v>
                </c:pt>
                <c:pt idx="2385">
                  <c:v>2385</c:v>
                </c:pt>
                <c:pt idx="2386">
                  <c:v>2386</c:v>
                </c:pt>
                <c:pt idx="2387">
                  <c:v>2387</c:v>
                </c:pt>
                <c:pt idx="2388">
                  <c:v>2388</c:v>
                </c:pt>
                <c:pt idx="2389">
                  <c:v>2389</c:v>
                </c:pt>
                <c:pt idx="2390">
                  <c:v>2390</c:v>
                </c:pt>
                <c:pt idx="2391">
                  <c:v>2391</c:v>
                </c:pt>
                <c:pt idx="2392">
                  <c:v>2392</c:v>
                </c:pt>
                <c:pt idx="2393">
                  <c:v>2393</c:v>
                </c:pt>
                <c:pt idx="2394">
                  <c:v>2394</c:v>
                </c:pt>
                <c:pt idx="2395">
                  <c:v>2395</c:v>
                </c:pt>
                <c:pt idx="2396">
                  <c:v>2396</c:v>
                </c:pt>
                <c:pt idx="2397">
                  <c:v>2397</c:v>
                </c:pt>
                <c:pt idx="2398">
                  <c:v>2398</c:v>
                </c:pt>
                <c:pt idx="2399">
                  <c:v>2399</c:v>
                </c:pt>
                <c:pt idx="2400">
                  <c:v>2400</c:v>
                </c:pt>
                <c:pt idx="2401">
                  <c:v>2401</c:v>
                </c:pt>
                <c:pt idx="2402">
                  <c:v>2402</c:v>
                </c:pt>
                <c:pt idx="2403">
                  <c:v>2403</c:v>
                </c:pt>
                <c:pt idx="2404">
                  <c:v>2404</c:v>
                </c:pt>
                <c:pt idx="2405">
                  <c:v>2405</c:v>
                </c:pt>
                <c:pt idx="2406">
                  <c:v>2406</c:v>
                </c:pt>
                <c:pt idx="2407">
                  <c:v>2407</c:v>
                </c:pt>
                <c:pt idx="2408">
                  <c:v>2408</c:v>
                </c:pt>
                <c:pt idx="2409">
                  <c:v>2409</c:v>
                </c:pt>
                <c:pt idx="2410">
                  <c:v>2410</c:v>
                </c:pt>
                <c:pt idx="2411">
                  <c:v>2411</c:v>
                </c:pt>
                <c:pt idx="2412">
                  <c:v>2412</c:v>
                </c:pt>
                <c:pt idx="2413">
                  <c:v>2413</c:v>
                </c:pt>
                <c:pt idx="2414">
                  <c:v>2414</c:v>
                </c:pt>
                <c:pt idx="2415">
                  <c:v>2415</c:v>
                </c:pt>
                <c:pt idx="2416">
                  <c:v>2416</c:v>
                </c:pt>
                <c:pt idx="2417">
                  <c:v>2417</c:v>
                </c:pt>
                <c:pt idx="2418">
                  <c:v>2418</c:v>
                </c:pt>
                <c:pt idx="2419">
                  <c:v>2419</c:v>
                </c:pt>
                <c:pt idx="2420">
                  <c:v>2420</c:v>
                </c:pt>
                <c:pt idx="2421">
                  <c:v>2421</c:v>
                </c:pt>
                <c:pt idx="2422">
                  <c:v>2422</c:v>
                </c:pt>
                <c:pt idx="2423">
                  <c:v>2423</c:v>
                </c:pt>
                <c:pt idx="2424">
                  <c:v>2424</c:v>
                </c:pt>
                <c:pt idx="2425">
                  <c:v>2425</c:v>
                </c:pt>
                <c:pt idx="2426">
                  <c:v>2426</c:v>
                </c:pt>
                <c:pt idx="2427">
                  <c:v>2427</c:v>
                </c:pt>
                <c:pt idx="2428">
                  <c:v>2428</c:v>
                </c:pt>
                <c:pt idx="2429">
                  <c:v>2429</c:v>
                </c:pt>
                <c:pt idx="2430">
                  <c:v>2430</c:v>
                </c:pt>
                <c:pt idx="2431">
                  <c:v>2431</c:v>
                </c:pt>
                <c:pt idx="2432">
                  <c:v>2432</c:v>
                </c:pt>
                <c:pt idx="2433">
                  <c:v>2433</c:v>
                </c:pt>
                <c:pt idx="2434">
                  <c:v>2434</c:v>
                </c:pt>
                <c:pt idx="2435">
                  <c:v>2435</c:v>
                </c:pt>
                <c:pt idx="2436">
                  <c:v>2436</c:v>
                </c:pt>
                <c:pt idx="2437">
                  <c:v>2437</c:v>
                </c:pt>
                <c:pt idx="2438">
                  <c:v>2438</c:v>
                </c:pt>
                <c:pt idx="2439">
                  <c:v>2439</c:v>
                </c:pt>
                <c:pt idx="2440">
                  <c:v>2440</c:v>
                </c:pt>
                <c:pt idx="2441">
                  <c:v>2441</c:v>
                </c:pt>
                <c:pt idx="2442">
                  <c:v>2442</c:v>
                </c:pt>
                <c:pt idx="2443">
                  <c:v>2443</c:v>
                </c:pt>
                <c:pt idx="2444">
                  <c:v>2444</c:v>
                </c:pt>
                <c:pt idx="2445">
                  <c:v>2445</c:v>
                </c:pt>
                <c:pt idx="2446">
                  <c:v>2446</c:v>
                </c:pt>
                <c:pt idx="2447">
                  <c:v>2447</c:v>
                </c:pt>
                <c:pt idx="2448">
                  <c:v>2448</c:v>
                </c:pt>
                <c:pt idx="2449">
                  <c:v>2449</c:v>
                </c:pt>
                <c:pt idx="2450">
                  <c:v>2450</c:v>
                </c:pt>
                <c:pt idx="2451">
                  <c:v>2451</c:v>
                </c:pt>
                <c:pt idx="2452">
                  <c:v>2452</c:v>
                </c:pt>
                <c:pt idx="2453">
                  <c:v>2453</c:v>
                </c:pt>
                <c:pt idx="2454">
                  <c:v>2454</c:v>
                </c:pt>
                <c:pt idx="2455">
                  <c:v>2455</c:v>
                </c:pt>
                <c:pt idx="2456">
                  <c:v>2456</c:v>
                </c:pt>
                <c:pt idx="2457">
                  <c:v>2457</c:v>
                </c:pt>
                <c:pt idx="2458">
                  <c:v>2458</c:v>
                </c:pt>
                <c:pt idx="2459">
                  <c:v>2459</c:v>
                </c:pt>
                <c:pt idx="2460">
                  <c:v>2460</c:v>
                </c:pt>
                <c:pt idx="2461">
                  <c:v>2461</c:v>
                </c:pt>
                <c:pt idx="2462">
                  <c:v>2462</c:v>
                </c:pt>
                <c:pt idx="2463">
                  <c:v>2463</c:v>
                </c:pt>
                <c:pt idx="2464">
                  <c:v>2464</c:v>
                </c:pt>
                <c:pt idx="2465">
                  <c:v>2465</c:v>
                </c:pt>
                <c:pt idx="2466">
                  <c:v>2466</c:v>
                </c:pt>
                <c:pt idx="2467">
                  <c:v>2467</c:v>
                </c:pt>
                <c:pt idx="2468">
                  <c:v>2468</c:v>
                </c:pt>
                <c:pt idx="2469">
                  <c:v>2469</c:v>
                </c:pt>
                <c:pt idx="2470">
                  <c:v>2470</c:v>
                </c:pt>
                <c:pt idx="2471">
                  <c:v>2471</c:v>
                </c:pt>
                <c:pt idx="2472">
                  <c:v>2472</c:v>
                </c:pt>
                <c:pt idx="2473">
                  <c:v>2473</c:v>
                </c:pt>
                <c:pt idx="2474">
                  <c:v>2474</c:v>
                </c:pt>
                <c:pt idx="2475">
                  <c:v>2475</c:v>
                </c:pt>
                <c:pt idx="2476">
                  <c:v>2476</c:v>
                </c:pt>
                <c:pt idx="2477">
                  <c:v>2477</c:v>
                </c:pt>
                <c:pt idx="2478">
                  <c:v>2478</c:v>
                </c:pt>
                <c:pt idx="2479">
                  <c:v>2479</c:v>
                </c:pt>
                <c:pt idx="2480">
                  <c:v>2480</c:v>
                </c:pt>
                <c:pt idx="2481">
                  <c:v>2481</c:v>
                </c:pt>
                <c:pt idx="2482">
                  <c:v>2482</c:v>
                </c:pt>
                <c:pt idx="2483">
                  <c:v>2483</c:v>
                </c:pt>
                <c:pt idx="2484">
                  <c:v>2484</c:v>
                </c:pt>
                <c:pt idx="2485">
                  <c:v>2485</c:v>
                </c:pt>
                <c:pt idx="2486">
                  <c:v>2486</c:v>
                </c:pt>
                <c:pt idx="2487">
                  <c:v>2487</c:v>
                </c:pt>
                <c:pt idx="2488">
                  <c:v>2488</c:v>
                </c:pt>
                <c:pt idx="2489">
                  <c:v>2489</c:v>
                </c:pt>
                <c:pt idx="2490">
                  <c:v>2490</c:v>
                </c:pt>
                <c:pt idx="2491">
                  <c:v>2491</c:v>
                </c:pt>
                <c:pt idx="2492">
                  <c:v>2492</c:v>
                </c:pt>
                <c:pt idx="2493">
                  <c:v>2493</c:v>
                </c:pt>
                <c:pt idx="2494">
                  <c:v>2494</c:v>
                </c:pt>
                <c:pt idx="2495">
                  <c:v>2495</c:v>
                </c:pt>
                <c:pt idx="2496">
                  <c:v>2496</c:v>
                </c:pt>
                <c:pt idx="2497">
                  <c:v>2497</c:v>
                </c:pt>
                <c:pt idx="2498">
                  <c:v>2498</c:v>
                </c:pt>
                <c:pt idx="2499">
                  <c:v>2499</c:v>
                </c:pt>
                <c:pt idx="2500">
                  <c:v>2500</c:v>
                </c:pt>
                <c:pt idx="2501">
                  <c:v>2501</c:v>
                </c:pt>
                <c:pt idx="2502">
                  <c:v>2502</c:v>
                </c:pt>
                <c:pt idx="2503">
                  <c:v>2503</c:v>
                </c:pt>
                <c:pt idx="2504">
                  <c:v>2504</c:v>
                </c:pt>
                <c:pt idx="2505">
                  <c:v>2505</c:v>
                </c:pt>
                <c:pt idx="2506">
                  <c:v>2506</c:v>
                </c:pt>
                <c:pt idx="2507">
                  <c:v>2507</c:v>
                </c:pt>
                <c:pt idx="2508">
                  <c:v>2508</c:v>
                </c:pt>
                <c:pt idx="2509">
                  <c:v>2509</c:v>
                </c:pt>
                <c:pt idx="2510">
                  <c:v>2510</c:v>
                </c:pt>
                <c:pt idx="2511">
                  <c:v>2511</c:v>
                </c:pt>
                <c:pt idx="2512">
                  <c:v>2512</c:v>
                </c:pt>
                <c:pt idx="2513">
                  <c:v>2513</c:v>
                </c:pt>
                <c:pt idx="2514">
                  <c:v>2514</c:v>
                </c:pt>
                <c:pt idx="2515">
                  <c:v>2515</c:v>
                </c:pt>
                <c:pt idx="2516">
                  <c:v>2516</c:v>
                </c:pt>
                <c:pt idx="2517">
                  <c:v>2517</c:v>
                </c:pt>
                <c:pt idx="2518">
                  <c:v>2518</c:v>
                </c:pt>
                <c:pt idx="2519">
                  <c:v>2519</c:v>
                </c:pt>
                <c:pt idx="2520">
                  <c:v>2520</c:v>
                </c:pt>
                <c:pt idx="2521">
                  <c:v>2521</c:v>
                </c:pt>
                <c:pt idx="2522">
                  <c:v>2522</c:v>
                </c:pt>
                <c:pt idx="2523">
                  <c:v>2523</c:v>
                </c:pt>
                <c:pt idx="2524">
                  <c:v>2524</c:v>
                </c:pt>
                <c:pt idx="2525">
                  <c:v>2525</c:v>
                </c:pt>
                <c:pt idx="2526">
                  <c:v>2526</c:v>
                </c:pt>
                <c:pt idx="2527">
                  <c:v>2527</c:v>
                </c:pt>
                <c:pt idx="2528">
                  <c:v>2528</c:v>
                </c:pt>
                <c:pt idx="2529">
                  <c:v>2529</c:v>
                </c:pt>
                <c:pt idx="2530">
                  <c:v>2530</c:v>
                </c:pt>
                <c:pt idx="2531">
                  <c:v>2531</c:v>
                </c:pt>
                <c:pt idx="2532">
                  <c:v>2532</c:v>
                </c:pt>
                <c:pt idx="2533">
                  <c:v>2533</c:v>
                </c:pt>
                <c:pt idx="2534">
                  <c:v>2534</c:v>
                </c:pt>
                <c:pt idx="2535">
                  <c:v>2535</c:v>
                </c:pt>
                <c:pt idx="2536">
                  <c:v>2536</c:v>
                </c:pt>
                <c:pt idx="2537">
                  <c:v>2537</c:v>
                </c:pt>
                <c:pt idx="2538">
                  <c:v>2538</c:v>
                </c:pt>
                <c:pt idx="2539">
                  <c:v>2539</c:v>
                </c:pt>
                <c:pt idx="2540">
                  <c:v>2540</c:v>
                </c:pt>
                <c:pt idx="2541">
                  <c:v>2541</c:v>
                </c:pt>
                <c:pt idx="2542">
                  <c:v>2542</c:v>
                </c:pt>
                <c:pt idx="2543">
                  <c:v>2543</c:v>
                </c:pt>
                <c:pt idx="2544">
                  <c:v>2544</c:v>
                </c:pt>
                <c:pt idx="2545">
                  <c:v>2545</c:v>
                </c:pt>
                <c:pt idx="2546">
                  <c:v>2546</c:v>
                </c:pt>
                <c:pt idx="2547">
                  <c:v>2547</c:v>
                </c:pt>
                <c:pt idx="2548">
                  <c:v>2548</c:v>
                </c:pt>
                <c:pt idx="2549">
                  <c:v>2549</c:v>
                </c:pt>
                <c:pt idx="2550">
                  <c:v>2550</c:v>
                </c:pt>
                <c:pt idx="2551">
                  <c:v>2551</c:v>
                </c:pt>
                <c:pt idx="2552">
                  <c:v>2552</c:v>
                </c:pt>
                <c:pt idx="2553">
                  <c:v>2553</c:v>
                </c:pt>
                <c:pt idx="2554">
                  <c:v>2554</c:v>
                </c:pt>
                <c:pt idx="2555">
                  <c:v>2555</c:v>
                </c:pt>
                <c:pt idx="2556">
                  <c:v>2556</c:v>
                </c:pt>
                <c:pt idx="2557">
                  <c:v>2557</c:v>
                </c:pt>
                <c:pt idx="2558">
                  <c:v>2558</c:v>
                </c:pt>
                <c:pt idx="2559">
                  <c:v>2559</c:v>
                </c:pt>
                <c:pt idx="2560">
                  <c:v>2560</c:v>
                </c:pt>
                <c:pt idx="2561">
                  <c:v>2561</c:v>
                </c:pt>
                <c:pt idx="2562">
                  <c:v>2562</c:v>
                </c:pt>
                <c:pt idx="2563">
                  <c:v>2563</c:v>
                </c:pt>
                <c:pt idx="2564">
                  <c:v>2564</c:v>
                </c:pt>
                <c:pt idx="2565">
                  <c:v>2565</c:v>
                </c:pt>
                <c:pt idx="2566">
                  <c:v>2566</c:v>
                </c:pt>
                <c:pt idx="2567">
                  <c:v>2567</c:v>
                </c:pt>
                <c:pt idx="2568">
                  <c:v>2568</c:v>
                </c:pt>
                <c:pt idx="2569">
                  <c:v>2569</c:v>
                </c:pt>
                <c:pt idx="2570">
                  <c:v>2570</c:v>
                </c:pt>
                <c:pt idx="2571">
                  <c:v>2571</c:v>
                </c:pt>
                <c:pt idx="2572">
                  <c:v>2572</c:v>
                </c:pt>
                <c:pt idx="2573">
                  <c:v>2573</c:v>
                </c:pt>
                <c:pt idx="2574">
                  <c:v>2574</c:v>
                </c:pt>
                <c:pt idx="2575">
                  <c:v>2575</c:v>
                </c:pt>
                <c:pt idx="2576">
                  <c:v>2576</c:v>
                </c:pt>
                <c:pt idx="2577">
                  <c:v>2577</c:v>
                </c:pt>
                <c:pt idx="2578">
                  <c:v>2578</c:v>
                </c:pt>
                <c:pt idx="2579">
                  <c:v>2579</c:v>
                </c:pt>
                <c:pt idx="2580">
                  <c:v>2580</c:v>
                </c:pt>
                <c:pt idx="2581">
                  <c:v>2581</c:v>
                </c:pt>
                <c:pt idx="2582">
                  <c:v>2582</c:v>
                </c:pt>
                <c:pt idx="2583">
                  <c:v>2583</c:v>
                </c:pt>
                <c:pt idx="2584">
                  <c:v>2584</c:v>
                </c:pt>
                <c:pt idx="2585">
                  <c:v>2585</c:v>
                </c:pt>
                <c:pt idx="2586">
                  <c:v>2586</c:v>
                </c:pt>
                <c:pt idx="2587">
                  <c:v>2587</c:v>
                </c:pt>
                <c:pt idx="2588">
                  <c:v>2588</c:v>
                </c:pt>
                <c:pt idx="2589">
                  <c:v>2589</c:v>
                </c:pt>
                <c:pt idx="2590">
                  <c:v>2590</c:v>
                </c:pt>
                <c:pt idx="2591">
                  <c:v>2591</c:v>
                </c:pt>
                <c:pt idx="2592">
                  <c:v>2592</c:v>
                </c:pt>
                <c:pt idx="2593">
                  <c:v>2593</c:v>
                </c:pt>
                <c:pt idx="2594">
                  <c:v>2594</c:v>
                </c:pt>
                <c:pt idx="2595">
                  <c:v>2595</c:v>
                </c:pt>
                <c:pt idx="2596">
                  <c:v>2596</c:v>
                </c:pt>
                <c:pt idx="2597">
                  <c:v>2597</c:v>
                </c:pt>
                <c:pt idx="2598">
                  <c:v>2598</c:v>
                </c:pt>
                <c:pt idx="2599">
                  <c:v>2599</c:v>
                </c:pt>
                <c:pt idx="2600">
                  <c:v>2600</c:v>
                </c:pt>
                <c:pt idx="2601">
                  <c:v>2601</c:v>
                </c:pt>
                <c:pt idx="2602">
                  <c:v>2602</c:v>
                </c:pt>
                <c:pt idx="2603">
                  <c:v>2603</c:v>
                </c:pt>
                <c:pt idx="2604">
                  <c:v>2604</c:v>
                </c:pt>
                <c:pt idx="2605">
                  <c:v>2605</c:v>
                </c:pt>
                <c:pt idx="2606">
                  <c:v>2606</c:v>
                </c:pt>
                <c:pt idx="2607">
                  <c:v>2607</c:v>
                </c:pt>
                <c:pt idx="2608">
                  <c:v>2608</c:v>
                </c:pt>
                <c:pt idx="2609">
                  <c:v>2609</c:v>
                </c:pt>
                <c:pt idx="2610">
                  <c:v>2610</c:v>
                </c:pt>
                <c:pt idx="2611">
                  <c:v>2611</c:v>
                </c:pt>
                <c:pt idx="2612">
                  <c:v>2612</c:v>
                </c:pt>
                <c:pt idx="2613">
                  <c:v>2613</c:v>
                </c:pt>
                <c:pt idx="2614">
                  <c:v>2614</c:v>
                </c:pt>
                <c:pt idx="2615">
                  <c:v>2615</c:v>
                </c:pt>
                <c:pt idx="2616">
                  <c:v>2616</c:v>
                </c:pt>
                <c:pt idx="2617">
                  <c:v>2617</c:v>
                </c:pt>
                <c:pt idx="2618">
                  <c:v>2618</c:v>
                </c:pt>
                <c:pt idx="2619">
                  <c:v>2619</c:v>
                </c:pt>
                <c:pt idx="2620">
                  <c:v>2620</c:v>
                </c:pt>
                <c:pt idx="2621">
                  <c:v>2621</c:v>
                </c:pt>
                <c:pt idx="2622">
                  <c:v>2622</c:v>
                </c:pt>
                <c:pt idx="2623">
                  <c:v>2623</c:v>
                </c:pt>
                <c:pt idx="2624">
                  <c:v>2624</c:v>
                </c:pt>
                <c:pt idx="2625">
                  <c:v>2625</c:v>
                </c:pt>
                <c:pt idx="2626">
                  <c:v>2626</c:v>
                </c:pt>
                <c:pt idx="2627">
                  <c:v>2627</c:v>
                </c:pt>
                <c:pt idx="2628">
                  <c:v>2628</c:v>
                </c:pt>
                <c:pt idx="2629">
                  <c:v>2629</c:v>
                </c:pt>
                <c:pt idx="2630">
                  <c:v>2630</c:v>
                </c:pt>
                <c:pt idx="2631">
                  <c:v>2631</c:v>
                </c:pt>
                <c:pt idx="2632">
                  <c:v>2632</c:v>
                </c:pt>
                <c:pt idx="2633">
                  <c:v>2633</c:v>
                </c:pt>
                <c:pt idx="2634">
                  <c:v>2634</c:v>
                </c:pt>
                <c:pt idx="2635">
                  <c:v>2635</c:v>
                </c:pt>
                <c:pt idx="2636">
                  <c:v>2636</c:v>
                </c:pt>
                <c:pt idx="2637">
                  <c:v>2637</c:v>
                </c:pt>
                <c:pt idx="2638">
                  <c:v>2638</c:v>
                </c:pt>
                <c:pt idx="2639">
                  <c:v>2639</c:v>
                </c:pt>
                <c:pt idx="2640">
                  <c:v>2640</c:v>
                </c:pt>
                <c:pt idx="2641">
                  <c:v>2641</c:v>
                </c:pt>
                <c:pt idx="2642">
                  <c:v>2642</c:v>
                </c:pt>
                <c:pt idx="2643">
                  <c:v>2643</c:v>
                </c:pt>
                <c:pt idx="2644">
                  <c:v>2644</c:v>
                </c:pt>
                <c:pt idx="2645">
                  <c:v>2645</c:v>
                </c:pt>
                <c:pt idx="2646">
                  <c:v>2646</c:v>
                </c:pt>
                <c:pt idx="2647">
                  <c:v>2647</c:v>
                </c:pt>
                <c:pt idx="2648">
                  <c:v>2648</c:v>
                </c:pt>
                <c:pt idx="2649">
                  <c:v>2649</c:v>
                </c:pt>
                <c:pt idx="2650">
                  <c:v>2650</c:v>
                </c:pt>
                <c:pt idx="2651">
                  <c:v>2651</c:v>
                </c:pt>
                <c:pt idx="2652">
                  <c:v>2652</c:v>
                </c:pt>
                <c:pt idx="2653">
                  <c:v>2653</c:v>
                </c:pt>
                <c:pt idx="2654">
                  <c:v>2654</c:v>
                </c:pt>
                <c:pt idx="2655">
                  <c:v>2655</c:v>
                </c:pt>
                <c:pt idx="2656">
                  <c:v>2656</c:v>
                </c:pt>
                <c:pt idx="2657">
                  <c:v>2657</c:v>
                </c:pt>
                <c:pt idx="2658">
                  <c:v>2658</c:v>
                </c:pt>
                <c:pt idx="2659">
                  <c:v>2659</c:v>
                </c:pt>
                <c:pt idx="2660">
                  <c:v>2660</c:v>
                </c:pt>
                <c:pt idx="2661">
                  <c:v>2661</c:v>
                </c:pt>
                <c:pt idx="2662">
                  <c:v>2662</c:v>
                </c:pt>
                <c:pt idx="2663">
                  <c:v>2663</c:v>
                </c:pt>
                <c:pt idx="2664">
                  <c:v>2664</c:v>
                </c:pt>
                <c:pt idx="2665">
                  <c:v>2665</c:v>
                </c:pt>
                <c:pt idx="2666">
                  <c:v>2666</c:v>
                </c:pt>
                <c:pt idx="2667">
                  <c:v>2667</c:v>
                </c:pt>
                <c:pt idx="2668">
                  <c:v>2668</c:v>
                </c:pt>
                <c:pt idx="2669">
                  <c:v>2669</c:v>
                </c:pt>
                <c:pt idx="2670">
                  <c:v>2670</c:v>
                </c:pt>
                <c:pt idx="2671">
                  <c:v>2671</c:v>
                </c:pt>
                <c:pt idx="2672">
                  <c:v>2672</c:v>
                </c:pt>
                <c:pt idx="2673">
                  <c:v>2673</c:v>
                </c:pt>
                <c:pt idx="2674">
                  <c:v>2674</c:v>
                </c:pt>
                <c:pt idx="2675">
                  <c:v>2675</c:v>
                </c:pt>
                <c:pt idx="2676">
                  <c:v>2676</c:v>
                </c:pt>
                <c:pt idx="2677">
                  <c:v>2677</c:v>
                </c:pt>
                <c:pt idx="2678">
                  <c:v>2678</c:v>
                </c:pt>
                <c:pt idx="2679">
                  <c:v>2679</c:v>
                </c:pt>
                <c:pt idx="2680">
                  <c:v>2680</c:v>
                </c:pt>
                <c:pt idx="2681">
                  <c:v>2681</c:v>
                </c:pt>
                <c:pt idx="2682">
                  <c:v>2682</c:v>
                </c:pt>
                <c:pt idx="2683">
                  <c:v>2683</c:v>
                </c:pt>
                <c:pt idx="2684">
                  <c:v>2684</c:v>
                </c:pt>
                <c:pt idx="2685">
                  <c:v>2685</c:v>
                </c:pt>
                <c:pt idx="2686">
                  <c:v>2686</c:v>
                </c:pt>
                <c:pt idx="2687">
                  <c:v>2687</c:v>
                </c:pt>
                <c:pt idx="2688">
                  <c:v>2688</c:v>
                </c:pt>
                <c:pt idx="2689">
                  <c:v>2689</c:v>
                </c:pt>
                <c:pt idx="2690">
                  <c:v>2690</c:v>
                </c:pt>
                <c:pt idx="2691">
                  <c:v>2691</c:v>
                </c:pt>
                <c:pt idx="2692">
                  <c:v>2692</c:v>
                </c:pt>
                <c:pt idx="2693">
                  <c:v>2693</c:v>
                </c:pt>
                <c:pt idx="2694">
                  <c:v>2694</c:v>
                </c:pt>
                <c:pt idx="2695">
                  <c:v>2695</c:v>
                </c:pt>
                <c:pt idx="2696">
                  <c:v>2696</c:v>
                </c:pt>
                <c:pt idx="2697">
                  <c:v>2697</c:v>
                </c:pt>
                <c:pt idx="2698">
                  <c:v>2698</c:v>
                </c:pt>
                <c:pt idx="2699">
                  <c:v>2699</c:v>
                </c:pt>
                <c:pt idx="2700">
                  <c:v>2700</c:v>
                </c:pt>
                <c:pt idx="2701">
                  <c:v>2701</c:v>
                </c:pt>
                <c:pt idx="2702">
                  <c:v>2702</c:v>
                </c:pt>
                <c:pt idx="2703">
                  <c:v>2703</c:v>
                </c:pt>
                <c:pt idx="2704">
                  <c:v>2704</c:v>
                </c:pt>
                <c:pt idx="2705">
                  <c:v>2705</c:v>
                </c:pt>
                <c:pt idx="2706">
                  <c:v>2706</c:v>
                </c:pt>
                <c:pt idx="2707">
                  <c:v>2707</c:v>
                </c:pt>
                <c:pt idx="2708">
                  <c:v>2708</c:v>
                </c:pt>
                <c:pt idx="2709">
                  <c:v>2709</c:v>
                </c:pt>
                <c:pt idx="2710">
                  <c:v>2710</c:v>
                </c:pt>
                <c:pt idx="2711">
                  <c:v>2711</c:v>
                </c:pt>
                <c:pt idx="2712">
                  <c:v>2712</c:v>
                </c:pt>
                <c:pt idx="2713">
                  <c:v>2713</c:v>
                </c:pt>
                <c:pt idx="2714">
                  <c:v>2714</c:v>
                </c:pt>
                <c:pt idx="2715">
                  <c:v>2715</c:v>
                </c:pt>
                <c:pt idx="2716">
                  <c:v>2716</c:v>
                </c:pt>
                <c:pt idx="2717">
                  <c:v>2717</c:v>
                </c:pt>
                <c:pt idx="2718">
                  <c:v>2718</c:v>
                </c:pt>
                <c:pt idx="2719">
                  <c:v>2719</c:v>
                </c:pt>
                <c:pt idx="2720">
                  <c:v>2720</c:v>
                </c:pt>
                <c:pt idx="2721">
                  <c:v>2721</c:v>
                </c:pt>
                <c:pt idx="2722">
                  <c:v>2722</c:v>
                </c:pt>
                <c:pt idx="2723">
                  <c:v>2723</c:v>
                </c:pt>
                <c:pt idx="2724">
                  <c:v>2724</c:v>
                </c:pt>
                <c:pt idx="2725">
                  <c:v>2725</c:v>
                </c:pt>
                <c:pt idx="2726">
                  <c:v>2726</c:v>
                </c:pt>
                <c:pt idx="2727">
                  <c:v>2727</c:v>
                </c:pt>
                <c:pt idx="2728">
                  <c:v>2728</c:v>
                </c:pt>
                <c:pt idx="2729">
                  <c:v>2729</c:v>
                </c:pt>
                <c:pt idx="2730">
                  <c:v>2730</c:v>
                </c:pt>
                <c:pt idx="2731">
                  <c:v>2731</c:v>
                </c:pt>
                <c:pt idx="2732">
                  <c:v>2732</c:v>
                </c:pt>
                <c:pt idx="2733">
                  <c:v>2733</c:v>
                </c:pt>
                <c:pt idx="2734">
                  <c:v>2734</c:v>
                </c:pt>
                <c:pt idx="2735">
                  <c:v>2735</c:v>
                </c:pt>
                <c:pt idx="2736">
                  <c:v>2736</c:v>
                </c:pt>
                <c:pt idx="2737">
                  <c:v>2737</c:v>
                </c:pt>
                <c:pt idx="2738">
                  <c:v>2738</c:v>
                </c:pt>
                <c:pt idx="2739">
                  <c:v>2739</c:v>
                </c:pt>
                <c:pt idx="2740">
                  <c:v>2740</c:v>
                </c:pt>
                <c:pt idx="2741">
                  <c:v>2741</c:v>
                </c:pt>
                <c:pt idx="2742">
                  <c:v>2742</c:v>
                </c:pt>
                <c:pt idx="2743">
                  <c:v>2743</c:v>
                </c:pt>
                <c:pt idx="2744">
                  <c:v>2744</c:v>
                </c:pt>
                <c:pt idx="2745">
                  <c:v>2745</c:v>
                </c:pt>
                <c:pt idx="2746">
                  <c:v>2746</c:v>
                </c:pt>
                <c:pt idx="2747">
                  <c:v>2747</c:v>
                </c:pt>
                <c:pt idx="2748">
                  <c:v>2748</c:v>
                </c:pt>
                <c:pt idx="2749">
                  <c:v>2749</c:v>
                </c:pt>
                <c:pt idx="2750">
                  <c:v>2750</c:v>
                </c:pt>
                <c:pt idx="2751">
                  <c:v>2751</c:v>
                </c:pt>
                <c:pt idx="2752">
                  <c:v>2752</c:v>
                </c:pt>
                <c:pt idx="2753">
                  <c:v>2753</c:v>
                </c:pt>
                <c:pt idx="2754">
                  <c:v>2754</c:v>
                </c:pt>
                <c:pt idx="2755">
                  <c:v>2755</c:v>
                </c:pt>
                <c:pt idx="2756">
                  <c:v>2756</c:v>
                </c:pt>
                <c:pt idx="2757">
                  <c:v>2757</c:v>
                </c:pt>
                <c:pt idx="2758">
                  <c:v>2758</c:v>
                </c:pt>
                <c:pt idx="2759">
                  <c:v>2759</c:v>
                </c:pt>
                <c:pt idx="2760">
                  <c:v>2760</c:v>
                </c:pt>
                <c:pt idx="2761">
                  <c:v>2761</c:v>
                </c:pt>
                <c:pt idx="2762">
                  <c:v>2762</c:v>
                </c:pt>
                <c:pt idx="2763">
                  <c:v>2763</c:v>
                </c:pt>
                <c:pt idx="2764">
                  <c:v>2764</c:v>
                </c:pt>
                <c:pt idx="2765">
                  <c:v>2765</c:v>
                </c:pt>
                <c:pt idx="2766">
                  <c:v>2766</c:v>
                </c:pt>
                <c:pt idx="2767">
                  <c:v>2767</c:v>
                </c:pt>
                <c:pt idx="2768">
                  <c:v>2768</c:v>
                </c:pt>
                <c:pt idx="2769">
                  <c:v>2769</c:v>
                </c:pt>
                <c:pt idx="2770">
                  <c:v>2770</c:v>
                </c:pt>
                <c:pt idx="2771">
                  <c:v>2771</c:v>
                </c:pt>
                <c:pt idx="2772">
                  <c:v>2772</c:v>
                </c:pt>
                <c:pt idx="2773">
                  <c:v>2773</c:v>
                </c:pt>
                <c:pt idx="2774">
                  <c:v>2774</c:v>
                </c:pt>
                <c:pt idx="2775">
                  <c:v>2775</c:v>
                </c:pt>
                <c:pt idx="2776">
                  <c:v>2776</c:v>
                </c:pt>
                <c:pt idx="2777">
                  <c:v>2777</c:v>
                </c:pt>
                <c:pt idx="2778">
                  <c:v>2778</c:v>
                </c:pt>
                <c:pt idx="2779">
                  <c:v>2779</c:v>
                </c:pt>
                <c:pt idx="2780">
                  <c:v>2780</c:v>
                </c:pt>
                <c:pt idx="2781">
                  <c:v>2781</c:v>
                </c:pt>
                <c:pt idx="2782">
                  <c:v>2782</c:v>
                </c:pt>
                <c:pt idx="2783">
                  <c:v>2783</c:v>
                </c:pt>
                <c:pt idx="2784">
                  <c:v>2784</c:v>
                </c:pt>
                <c:pt idx="2785">
                  <c:v>2785</c:v>
                </c:pt>
                <c:pt idx="2786">
                  <c:v>2786</c:v>
                </c:pt>
                <c:pt idx="2787">
                  <c:v>2787</c:v>
                </c:pt>
                <c:pt idx="2788">
                  <c:v>2788</c:v>
                </c:pt>
                <c:pt idx="2789">
                  <c:v>2789</c:v>
                </c:pt>
                <c:pt idx="2790">
                  <c:v>2790</c:v>
                </c:pt>
                <c:pt idx="2791">
                  <c:v>2791</c:v>
                </c:pt>
                <c:pt idx="2792">
                  <c:v>2792</c:v>
                </c:pt>
                <c:pt idx="2793">
                  <c:v>2793</c:v>
                </c:pt>
                <c:pt idx="2794">
                  <c:v>2794</c:v>
                </c:pt>
                <c:pt idx="2795">
                  <c:v>2795</c:v>
                </c:pt>
                <c:pt idx="2796">
                  <c:v>2796</c:v>
                </c:pt>
                <c:pt idx="2797">
                  <c:v>2797</c:v>
                </c:pt>
                <c:pt idx="2798">
                  <c:v>2798</c:v>
                </c:pt>
                <c:pt idx="2799">
                  <c:v>2799</c:v>
                </c:pt>
                <c:pt idx="2800">
                  <c:v>2800</c:v>
                </c:pt>
                <c:pt idx="2801">
                  <c:v>2801</c:v>
                </c:pt>
                <c:pt idx="2802">
                  <c:v>2802</c:v>
                </c:pt>
                <c:pt idx="2803">
                  <c:v>2803</c:v>
                </c:pt>
                <c:pt idx="2804">
                  <c:v>2804</c:v>
                </c:pt>
                <c:pt idx="2805">
                  <c:v>2805</c:v>
                </c:pt>
                <c:pt idx="2806">
                  <c:v>2806</c:v>
                </c:pt>
                <c:pt idx="2807">
                  <c:v>2807</c:v>
                </c:pt>
                <c:pt idx="2808">
                  <c:v>2808</c:v>
                </c:pt>
                <c:pt idx="2809">
                  <c:v>2809</c:v>
                </c:pt>
                <c:pt idx="2810">
                  <c:v>2810</c:v>
                </c:pt>
                <c:pt idx="2811">
                  <c:v>2811</c:v>
                </c:pt>
                <c:pt idx="2812">
                  <c:v>2812</c:v>
                </c:pt>
                <c:pt idx="2813">
                  <c:v>2813</c:v>
                </c:pt>
                <c:pt idx="2814">
                  <c:v>2814</c:v>
                </c:pt>
                <c:pt idx="2815">
                  <c:v>2815</c:v>
                </c:pt>
                <c:pt idx="2816">
                  <c:v>2816</c:v>
                </c:pt>
                <c:pt idx="2817">
                  <c:v>2817</c:v>
                </c:pt>
                <c:pt idx="2818">
                  <c:v>2818</c:v>
                </c:pt>
                <c:pt idx="2819">
                  <c:v>2819</c:v>
                </c:pt>
                <c:pt idx="2820">
                  <c:v>2820</c:v>
                </c:pt>
                <c:pt idx="2821">
                  <c:v>2821</c:v>
                </c:pt>
                <c:pt idx="2822">
                  <c:v>2822</c:v>
                </c:pt>
                <c:pt idx="2823">
                  <c:v>2823</c:v>
                </c:pt>
                <c:pt idx="2824">
                  <c:v>2824</c:v>
                </c:pt>
                <c:pt idx="2825">
                  <c:v>2825</c:v>
                </c:pt>
                <c:pt idx="2826">
                  <c:v>2826</c:v>
                </c:pt>
                <c:pt idx="2827">
                  <c:v>2827</c:v>
                </c:pt>
                <c:pt idx="2828">
                  <c:v>2828</c:v>
                </c:pt>
                <c:pt idx="2829">
                  <c:v>2829</c:v>
                </c:pt>
                <c:pt idx="2830">
                  <c:v>2830</c:v>
                </c:pt>
                <c:pt idx="2831">
                  <c:v>2831</c:v>
                </c:pt>
                <c:pt idx="2832">
                  <c:v>2832</c:v>
                </c:pt>
                <c:pt idx="2833">
                  <c:v>2833</c:v>
                </c:pt>
                <c:pt idx="2834">
                  <c:v>2834</c:v>
                </c:pt>
                <c:pt idx="2835">
                  <c:v>2835</c:v>
                </c:pt>
                <c:pt idx="2836">
                  <c:v>2836</c:v>
                </c:pt>
                <c:pt idx="2837">
                  <c:v>2837</c:v>
                </c:pt>
                <c:pt idx="2838">
                  <c:v>2838</c:v>
                </c:pt>
                <c:pt idx="2839">
                  <c:v>2839</c:v>
                </c:pt>
                <c:pt idx="2840">
                  <c:v>2840</c:v>
                </c:pt>
                <c:pt idx="2841">
                  <c:v>2841</c:v>
                </c:pt>
                <c:pt idx="2842">
                  <c:v>2842</c:v>
                </c:pt>
                <c:pt idx="2843">
                  <c:v>2843</c:v>
                </c:pt>
                <c:pt idx="2844">
                  <c:v>2844</c:v>
                </c:pt>
                <c:pt idx="2845">
                  <c:v>2845</c:v>
                </c:pt>
                <c:pt idx="2846">
                  <c:v>2846</c:v>
                </c:pt>
                <c:pt idx="2847">
                  <c:v>2847</c:v>
                </c:pt>
                <c:pt idx="2848">
                  <c:v>2848</c:v>
                </c:pt>
                <c:pt idx="2849">
                  <c:v>2849</c:v>
                </c:pt>
                <c:pt idx="2850">
                  <c:v>2850</c:v>
                </c:pt>
                <c:pt idx="2851">
                  <c:v>2851</c:v>
                </c:pt>
                <c:pt idx="2852">
                  <c:v>2852</c:v>
                </c:pt>
                <c:pt idx="2853">
                  <c:v>2853</c:v>
                </c:pt>
                <c:pt idx="2854">
                  <c:v>2854</c:v>
                </c:pt>
                <c:pt idx="2855">
                  <c:v>2855</c:v>
                </c:pt>
                <c:pt idx="2856">
                  <c:v>2856</c:v>
                </c:pt>
                <c:pt idx="2857">
                  <c:v>2857</c:v>
                </c:pt>
                <c:pt idx="2858">
                  <c:v>2858</c:v>
                </c:pt>
                <c:pt idx="2859">
                  <c:v>2859</c:v>
                </c:pt>
                <c:pt idx="2860">
                  <c:v>2860</c:v>
                </c:pt>
                <c:pt idx="2861">
                  <c:v>2861</c:v>
                </c:pt>
                <c:pt idx="2862">
                  <c:v>2862</c:v>
                </c:pt>
                <c:pt idx="2863">
                  <c:v>2863</c:v>
                </c:pt>
                <c:pt idx="2864">
                  <c:v>2864</c:v>
                </c:pt>
                <c:pt idx="2865">
                  <c:v>2865</c:v>
                </c:pt>
                <c:pt idx="2866">
                  <c:v>2866</c:v>
                </c:pt>
                <c:pt idx="2867">
                  <c:v>2867</c:v>
                </c:pt>
                <c:pt idx="2868">
                  <c:v>2868</c:v>
                </c:pt>
                <c:pt idx="2869">
                  <c:v>2869</c:v>
                </c:pt>
                <c:pt idx="2870">
                  <c:v>2870</c:v>
                </c:pt>
                <c:pt idx="2871">
                  <c:v>2871</c:v>
                </c:pt>
                <c:pt idx="2872">
                  <c:v>2872</c:v>
                </c:pt>
                <c:pt idx="2873">
                  <c:v>2873</c:v>
                </c:pt>
                <c:pt idx="2874">
                  <c:v>2874</c:v>
                </c:pt>
                <c:pt idx="2875">
                  <c:v>2875</c:v>
                </c:pt>
                <c:pt idx="2876">
                  <c:v>2876</c:v>
                </c:pt>
                <c:pt idx="2877">
                  <c:v>2877</c:v>
                </c:pt>
                <c:pt idx="2878">
                  <c:v>2878</c:v>
                </c:pt>
                <c:pt idx="2879">
                  <c:v>2879</c:v>
                </c:pt>
                <c:pt idx="2880">
                  <c:v>2880</c:v>
                </c:pt>
                <c:pt idx="2881">
                  <c:v>2881</c:v>
                </c:pt>
                <c:pt idx="2882">
                  <c:v>2882</c:v>
                </c:pt>
                <c:pt idx="2883">
                  <c:v>2883</c:v>
                </c:pt>
                <c:pt idx="2884">
                  <c:v>2884</c:v>
                </c:pt>
                <c:pt idx="2885">
                  <c:v>2885</c:v>
                </c:pt>
                <c:pt idx="2886">
                  <c:v>2886</c:v>
                </c:pt>
                <c:pt idx="2887">
                  <c:v>2887</c:v>
                </c:pt>
                <c:pt idx="2888">
                  <c:v>2888</c:v>
                </c:pt>
                <c:pt idx="2889">
                  <c:v>2889</c:v>
                </c:pt>
                <c:pt idx="2890">
                  <c:v>2890</c:v>
                </c:pt>
                <c:pt idx="2891">
                  <c:v>2891</c:v>
                </c:pt>
                <c:pt idx="2892">
                  <c:v>2892</c:v>
                </c:pt>
                <c:pt idx="2893">
                  <c:v>2893</c:v>
                </c:pt>
                <c:pt idx="2894">
                  <c:v>2894</c:v>
                </c:pt>
                <c:pt idx="2895">
                  <c:v>2895</c:v>
                </c:pt>
                <c:pt idx="2896">
                  <c:v>2896</c:v>
                </c:pt>
                <c:pt idx="2897">
                  <c:v>2897</c:v>
                </c:pt>
                <c:pt idx="2898">
                  <c:v>2898</c:v>
                </c:pt>
                <c:pt idx="2899">
                  <c:v>2899</c:v>
                </c:pt>
                <c:pt idx="2900">
                  <c:v>2900</c:v>
                </c:pt>
                <c:pt idx="2901">
                  <c:v>2901</c:v>
                </c:pt>
                <c:pt idx="2902">
                  <c:v>2902</c:v>
                </c:pt>
                <c:pt idx="2903">
                  <c:v>2903</c:v>
                </c:pt>
                <c:pt idx="2904">
                  <c:v>2904</c:v>
                </c:pt>
                <c:pt idx="2905">
                  <c:v>2905</c:v>
                </c:pt>
                <c:pt idx="2906">
                  <c:v>2906</c:v>
                </c:pt>
                <c:pt idx="2907">
                  <c:v>2907</c:v>
                </c:pt>
                <c:pt idx="2908">
                  <c:v>2908</c:v>
                </c:pt>
                <c:pt idx="2909">
                  <c:v>2909</c:v>
                </c:pt>
                <c:pt idx="2910">
                  <c:v>2910</c:v>
                </c:pt>
                <c:pt idx="2911">
                  <c:v>2911</c:v>
                </c:pt>
                <c:pt idx="2912">
                  <c:v>2912</c:v>
                </c:pt>
                <c:pt idx="2913">
                  <c:v>2913</c:v>
                </c:pt>
                <c:pt idx="2914">
                  <c:v>2914</c:v>
                </c:pt>
                <c:pt idx="2915">
                  <c:v>2915</c:v>
                </c:pt>
                <c:pt idx="2916">
                  <c:v>2916</c:v>
                </c:pt>
                <c:pt idx="2917">
                  <c:v>2917</c:v>
                </c:pt>
                <c:pt idx="2918">
                  <c:v>2918</c:v>
                </c:pt>
                <c:pt idx="2919">
                  <c:v>2919</c:v>
                </c:pt>
                <c:pt idx="2920">
                  <c:v>2920</c:v>
                </c:pt>
                <c:pt idx="2921">
                  <c:v>2921</c:v>
                </c:pt>
                <c:pt idx="2922">
                  <c:v>2922</c:v>
                </c:pt>
                <c:pt idx="2923">
                  <c:v>2923</c:v>
                </c:pt>
                <c:pt idx="2924">
                  <c:v>2924</c:v>
                </c:pt>
                <c:pt idx="2925">
                  <c:v>2925</c:v>
                </c:pt>
                <c:pt idx="2926">
                  <c:v>2926</c:v>
                </c:pt>
                <c:pt idx="2927">
                  <c:v>2927</c:v>
                </c:pt>
                <c:pt idx="2928">
                  <c:v>2928</c:v>
                </c:pt>
                <c:pt idx="2929">
                  <c:v>2929</c:v>
                </c:pt>
                <c:pt idx="2930">
                  <c:v>2930</c:v>
                </c:pt>
                <c:pt idx="2931">
                  <c:v>2931</c:v>
                </c:pt>
                <c:pt idx="2932">
                  <c:v>2932</c:v>
                </c:pt>
                <c:pt idx="2933">
                  <c:v>2933</c:v>
                </c:pt>
                <c:pt idx="2934">
                  <c:v>2934</c:v>
                </c:pt>
                <c:pt idx="2935">
                  <c:v>2935</c:v>
                </c:pt>
                <c:pt idx="2936">
                  <c:v>2936</c:v>
                </c:pt>
                <c:pt idx="2937">
                  <c:v>2937</c:v>
                </c:pt>
                <c:pt idx="2938">
                  <c:v>2938</c:v>
                </c:pt>
                <c:pt idx="2939">
                  <c:v>2939</c:v>
                </c:pt>
                <c:pt idx="2940">
                  <c:v>2940</c:v>
                </c:pt>
                <c:pt idx="2941">
                  <c:v>2941</c:v>
                </c:pt>
                <c:pt idx="2942">
                  <c:v>2942</c:v>
                </c:pt>
                <c:pt idx="2943">
                  <c:v>2943</c:v>
                </c:pt>
                <c:pt idx="2944">
                  <c:v>2944</c:v>
                </c:pt>
                <c:pt idx="2945">
                  <c:v>2945</c:v>
                </c:pt>
                <c:pt idx="2946">
                  <c:v>2946</c:v>
                </c:pt>
                <c:pt idx="2947">
                  <c:v>2947</c:v>
                </c:pt>
                <c:pt idx="2948">
                  <c:v>2948</c:v>
                </c:pt>
                <c:pt idx="2949">
                  <c:v>2949</c:v>
                </c:pt>
                <c:pt idx="2950">
                  <c:v>2950</c:v>
                </c:pt>
                <c:pt idx="2951">
                  <c:v>2951</c:v>
                </c:pt>
                <c:pt idx="2952">
                  <c:v>2952</c:v>
                </c:pt>
                <c:pt idx="2953">
                  <c:v>2953</c:v>
                </c:pt>
                <c:pt idx="2954">
                  <c:v>2954</c:v>
                </c:pt>
                <c:pt idx="2955">
                  <c:v>2955</c:v>
                </c:pt>
                <c:pt idx="2956">
                  <c:v>2956</c:v>
                </c:pt>
                <c:pt idx="2957">
                  <c:v>2957</c:v>
                </c:pt>
                <c:pt idx="2958">
                  <c:v>2958</c:v>
                </c:pt>
                <c:pt idx="2959">
                  <c:v>2959</c:v>
                </c:pt>
                <c:pt idx="2960">
                  <c:v>2960</c:v>
                </c:pt>
                <c:pt idx="2961">
                  <c:v>2961</c:v>
                </c:pt>
                <c:pt idx="2962">
                  <c:v>2962</c:v>
                </c:pt>
                <c:pt idx="2963">
                  <c:v>2963</c:v>
                </c:pt>
                <c:pt idx="2964">
                  <c:v>2964</c:v>
                </c:pt>
                <c:pt idx="2965">
                  <c:v>2965</c:v>
                </c:pt>
                <c:pt idx="2966">
                  <c:v>2966</c:v>
                </c:pt>
                <c:pt idx="2967">
                  <c:v>2967</c:v>
                </c:pt>
                <c:pt idx="2968">
                  <c:v>2968</c:v>
                </c:pt>
                <c:pt idx="2969">
                  <c:v>2969</c:v>
                </c:pt>
                <c:pt idx="2970">
                  <c:v>2970</c:v>
                </c:pt>
                <c:pt idx="2971">
                  <c:v>2971</c:v>
                </c:pt>
                <c:pt idx="2972">
                  <c:v>2972</c:v>
                </c:pt>
                <c:pt idx="2973">
                  <c:v>2973</c:v>
                </c:pt>
                <c:pt idx="2974">
                  <c:v>2974</c:v>
                </c:pt>
                <c:pt idx="2975">
                  <c:v>2975</c:v>
                </c:pt>
                <c:pt idx="2976">
                  <c:v>2976</c:v>
                </c:pt>
                <c:pt idx="2977">
                  <c:v>2977</c:v>
                </c:pt>
                <c:pt idx="2978">
                  <c:v>2978</c:v>
                </c:pt>
                <c:pt idx="2979">
                  <c:v>2979</c:v>
                </c:pt>
                <c:pt idx="2980">
                  <c:v>2980</c:v>
                </c:pt>
                <c:pt idx="2981">
                  <c:v>2981</c:v>
                </c:pt>
                <c:pt idx="2982">
                  <c:v>2982</c:v>
                </c:pt>
                <c:pt idx="2983">
                  <c:v>2983</c:v>
                </c:pt>
                <c:pt idx="2984">
                  <c:v>2984</c:v>
                </c:pt>
                <c:pt idx="2985">
                  <c:v>2985</c:v>
                </c:pt>
                <c:pt idx="2986">
                  <c:v>2986</c:v>
                </c:pt>
                <c:pt idx="2987">
                  <c:v>2987</c:v>
                </c:pt>
                <c:pt idx="2988">
                  <c:v>2988</c:v>
                </c:pt>
                <c:pt idx="2989">
                  <c:v>2989</c:v>
                </c:pt>
                <c:pt idx="2990">
                  <c:v>2990</c:v>
                </c:pt>
                <c:pt idx="2991">
                  <c:v>2991</c:v>
                </c:pt>
                <c:pt idx="2992">
                  <c:v>2992</c:v>
                </c:pt>
                <c:pt idx="2993">
                  <c:v>2993</c:v>
                </c:pt>
                <c:pt idx="2994">
                  <c:v>2994</c:v>
                </c:pt>
                <c:pt idx="2995">
                  <c:v>2995</c:v>
                </c:pt>
                <c:pt idx="2996">
                  <c:v>2996</c:v>
                </c:pt>
                <c:pt idx="2997">
                  <c:v>2997</c:v>
                </c:pt>
                <c:pt idx="2998">
                  <c:v>2998</c:v>
                </c:pt>
                <c:pt idx="2999">
                  <c:v>2999</c:v>
                </c:pt>
                <c:pt idx="3000">
                  <c:v>3000</c:v>
                </c:pt>
                <c:pt idx="3001">
                  <c:v>3001</c:v>
                </c:pt>
                <c:pt idx="3002">
                  <c:v>3002</c:v>
                </c:pt>
                <c:pt idx="3003">
                  <c:v>3003</c:v>
                </c:pt>
                <c:pt idx="3004">
                  <c:v>3004</c:v>
                </c:pt>
                <c:pt idx="3005">
                  <c:v>3005</c:v>
                </c:pt>
                <c:pt idx="3006">
                  <c:v>3006</c:v>
                </c:pt>
                <c:pt idx="3007">
                  <c:v>3007</c:v>
                </c:pt>
                <c:pt idx="3008">
                  <c:v>3008</c:v>
                </c:pt>
                <c:pt idx="3009">
                  <c:v>3009</c:v>
                </c:pt>
                <c:pt idx="3010">
                  <c:v>3010</c:v>
                </c:pt>
                <c:pt idx="3011">
                  <c:v>3011</c:v>
                </c:pt>
                <c:pt idx="3012">
                  <c:v>3012</c:v>
                </c:pt>
                <c:pt idx="3013">
                  <c:v>3013</c:v>
                </c:pt>
                <c:pt idx="3014">
                  <c:v>3014</c:v>
                </c:pt>
                <c:pt idx="3015">
                  <c:v>3015</c:v>
                </c:pt>
                <c:pt idx="3016">
                  <c:v>3016</c:v>
                </c:pt>
                <c:pt idx="3017">
                  <c:v>3017</c:v>
                </c:pt>
                <c:pt idx="3018">
                  <c:v>3018</c:v>
                </c:pt>
                <c:pt idx="3019">
                  <c:v>3019</c:v>
                </c:pt>
                <c:pt idx="3020">
                  <c:v>3020</c:v>
                </c:pt>
                <c:pt idx="3021">
                  <c:v>3021</c:v>
                </c:pt>
                <c:pt idx="3022">
                  <c:v>3022</c:v>
                </c:pt>
                <c:pt idx="3023">
                  <c:v>3023</c:v>
                </c:pt>
                <c:pt idx="3024">
                  <c:v>3024</c:v>
                </c:pt>
                <c:pt idx="3025">
                  <c:v>3025</c:v>
                </c:pt>
                <c:pt idx="3026">
                  <c:v>3026</c:v>
                </c:pt>
                <c:pt idx="3027">
                  <c:v>3027</c:v>
                </c:pt>
                <c:pt idx="3028">
                  <c:v>3028</c:v>
                </c:pt>
                <c:pt idx="3029">
                  <c:v>3029</c:v>
                </c:pt>
                <c:pt idx="3030">
                  <c:v>3030</c:v>
                </c:pt>
                <c:pt idx="3031">
                  <c:v>3031</c:v>
                </c:pt>
                <c:pt idx="3032">
                  <c:v>3032</c:v>
                </c:pt>
                <c:pt idx="3033">
                  <c:v>3033</c:v>
                </c:pt>
                <c:pt idx="3034">
                  <c:v>3034</c:v>
                </c:pt>
                <c:pt idx="3035">
                  <c:v>3035</c:v>
                </c:pt>
                <c:pt idx="3036">
                  <c:v>3036</c:v>
                </c:pt>
                <c:pt idx="3037">
                  <c:v>3037</c:v>
                </c:pt>
                <c:pt idx="3038">
                  <c:v>3038</c:v>
                </c:pt>
                <c:pt idx="3039">
                  <c:v>3039</c:v>
                </c:pt>
                <c:pt idx="3040">
                  <c:v>3040</c:v>
                </c:pt>
                <c:pt idx="3041">
                  <c:v>3041</c:v>
                </c:pt>
                <c:pt idx="3042">
                  <c:v>3042</c:v>
                </c:pt>
                <c:pt idx="3043">
                  <c:v>3043</c:v>
                </c:pt>
                <c:pt idx="3044">
                  <c:v>3044</c:v>
                </c:pt>
                <c:pt idx="3045">
                  <c:v>3045</c:v>
                </c:pt>
                <c:pt idx="3046">
                  <c:v>3046</c:v>
                </c:pt>
                <c:pt idx="3047">
                  <c:v>3047</c:v>
                </c:pt>
                <c:pt idx="3048">
                  <c:v>3048</c:v>
                </c:pt>
                <c:pt idx="3049">
                  <c:v>3049</c:v>
                </c:pt>
                <c:pt idx="3050">
                  <c:v>3050</c:v>
                </c:pt>
                <c:pt idx="3051">
                  <c:v>3051</c:v>
                </c:pt>
                <c:pt idx="3052">
                  <c:v>3052</c:v>
                </c:pt>
                <c:pt idx="3053">
                  <c:v>3053</c:v>
                </c:pt>
                <c:pt idx="3054">
                  <c:v>3054</c:v>
                </c:pt>
                <c:pt idx="3055">
                  <c:v>3055</c:v>
                </c:pt>
                <c:pt idx="3056">
                  <c:v>3056</c:v>
                </c:pt>
                <c:pt idx="3057">
                  <c:v>3057</c:v>
                </c:pt>
                <c:pt idx="3058">
                  <c:v>3058</c:v>
                </c:pt>
                <c:pt idx="3059">
                  <c:v>3059</c:v>
                </c:pt>
                <c:pt idx="3060">
                  <c:v>3060</c:v>
                </c:pt>
                <c:pt idx="3061">
                  <c:v>3061</c:v>
                </c:pt>
                <c:pt idx="3062">
                  <c:v>3062</c:v>
                </c:pt>
                <c:pt idx="3063">
                  <c:v>3063</c:v>
                </c:pt>
                <c:pt idx="3064">
                  <c:v>3064</c:v>
                </c:pt>
                <c:pt idx="3065">
                  <c:v>3065</c:v>
                </c:pt>
                <c:pt idx="3066">
                  <c:v>3066</c:v>
                </c:pt>
                <c:pt idx="3067">
                  <c:v>3067</c:v>
                </c:pt>
                <c:pt idx="3068">
                  <c:v>3068</c:v>
                </c:pt>
                <c:pt idx="3069">
                  <c:v>3069</c:v>
                </c:pt>
                <c:pt idx="3070">
                  <c:v>3070</c:v>
                </c:pt>
                <c:pt idx="3071">
                  <c:v>3071</c:v>
                </c:pt>
                <c:pt idx="3072">
                  <c:v>3072</c:v>
                </c:pt>
                <c:pt idx="3073">
                  <c:v>3073</c:v>
                </c:pt>
                <c:pt idx="3074">
                  <c:v>3074</c:v>
                </c:pt>
                <c:pt idx="3075">
                  <c:v>3075</c:v>
                </c:pt>
                <c:pt idx="3076">
                  <c:v>3076</c:v>
                </c:pt>
                <c:pt idx="3077">
                  <c:v>3077</c:v>
                </c:pt>
                <c:pt idx="3078">
                  <c:v>3078</c:v>
                </c:pt>
                <c:pt idx="3079">
                  <c:v>3079</c:v>
                </c:pt>
                <c:pt idx="3080">
                  <c:v>3080</c:v>
                </c:pt>
                <c:pt idx="3081">
                  <c:v>3081</c:v>
                </c:pt>
                <c:pt idx="3082">
                  <c:v>3082</c:v>
                </c:pt>
                <c:pt idx="3083">
                  <c:v>3083</c:v>
                </c:pt>
                <c:pt idx="3084">
                  <c:v>3084</c:v>
                </c:pt>
                <c:pt idx="3085">
                  <c:v>3085</c:v>
                </c:pt>
                <c:pt idx="3086">
                  <c:v>3086</c:v>
                </c:pt>
                <c:pt idx="3087">
                  <c:v>3087</c:v>
                </c:pt>
                <c:pt idx="3088">
                  <c:v>3088</c:v>
                </c:pt>
                <c:pt idx="3089">
                  <c:v>3089</c:v>
                </c:pt>
                <c:pt idx="3090">
                  <c:v>3090</c:v>
                </c:pt>
                <c:pt idx="3091">
                  <c:v>3091</c:v>
                </c:pt>
                <c:pt idx="3092">
                  <c:v>3092</c:v>
                </c:pt>
                <c:pt idx="3093">
                  <c:v>3093</c:v>
                </c:pt>
                <c:pt idx="3094">
                  <c:v>3094</c:v>
                </c:pt>
                <c:pt idx="3095">
                  <c:v>3095</c:v>
                </c:pt>
                <c:pt idx="3096">
                  <c:v>3096</c:v>
                </c:pt>
                <c:pt idx="3097">
                  <c:v>3097</c:v>
                </c:pt>
                <c:pt idx="3098">
                  <c:v>3098</c:v>
                </c:pt>
                <c:pt idx="3099">
                  <c:v>3099</c:v>
                </c:pt>
                <c:pt idx="3100">
                  <c:v>3100</c:v>
                </c:pt>
                <c:pt idx="3101">
                  <c:v>3101</c:v>
                </c:pt>
                <c:pt idx="3102">
                  <c:v>3102</c:v>
                </c:pt>
                <c:pt idx="3103">
                  <c:v>3103</c:v>
                </c:pt>
                <c:pt idx="3104">
                  <c:v>3104</c:v>
                </c:pt>
                <c:pt idx="3105">
                  <c:v>3105</c:v>
                </c:pt>
                <c:pt idx="3106">
                  <c:v>3106</c:v>
                </c:pt>
                <c:pt idx="3107">
                  <c:v>3107</c:v>
                </c:pt>
                <c:pt idx="3108">
                  <c:v>3108</c:v>
                </c:pt>
                <c:pt idx="3109">
                  <c:v>3109</c:v>
                </c:pt>
                <c:pt idx="3110">
                  <c:v>3110</c:v>
                </c:pt>
                <c:pt idx="3111">
                  <c:v>3111</c:v>
                </c:pt>
                <c:pt idx="3112">
                  <c:v>3112</c:v>
                </c:pt>
                <c:pt idx="3113">
                  <c:v>3113</c:v>
                </c:pt>
                <c:pt idx="3114">
                  <c:v>3114</c:v>
                </c:pt>
                <c:pt idx="3115">
                  <c:v>3115</c:v>
                </c:pt>
                <c:pt idx="3116">
                  <c:v>3116</c:v>
                </c:pt>
                <c:pt idx="3117">
                  <c:v>3117</c:v>
                </c:pt>
                <c:pt idx="3118">
                  <c:v>3118</c:v>
                </c:pt>
                <c:pt idx="3119">
                  <c:v>3119</c:v>
                </c:pt>
                <c:pt idx="3120">
                  <c:v>3120</c:v>
                </c:pt>
                <c:pt idx="3121">
                  <c:v>3121</c:v>
                </c:pt>
                <c:pt idx="3122">
                  <c:v>3122</c:v>
                </c:pt>
                <c:pt idx="3123">
                  <c:v>3123</c:v>
                </c:pt>
                <c:pt idx="3124">
                  <c:v>3124</c:v>
                </c:pt>
                <c:pt idx="3125">
                  <c:v>3125</c:v>
                </c:pt>
                <c:pt idx="3126">
                  <c:v>3126</c:v>
                </c:pt>
                <c:pt idx="3127">
                  <c:v>3127</c:v>
                </c:pt>
                <c:pt idx="3128">
                  <c:v>3128</c:v>
                </c:pt>
                <c:pt idx="3129">
                  <c:v>3129</c:v>
                </c:pt>
                <c:pt idx="3130">
                  <c:v>3130</c:v>
                </c:pt>
                <c:pt idx="3131">
                  <c:v>3131</c:v>
                </c:pt>
                <c:pt idx="3132">
                  <c:v>3132</c:v>
                </c:pt>
                <c:pt idx="3133">
                  <c:v>3133</c:v>
                </c:pt>
                <c:pt idx="3134">
                  <c:v>3134</c:v>
                </c:pt>
                <c:pt idx="3135">
                  <c:v>3135</c:v>
                </c:pt>
                <c:pt idx="3136">
                  <c:v>3136</c:v>
                </c:pt>
                <c:pt idx="3137">
                  <c:v>3137</c:v>
                </c:pt>
                <c:pt idx="3138">
                  <c:v>3138</c:v>
                </c:pt>
                <c:pt idx="3139">
                  <c:v>3139</c:v>
                </c:pt>
                <c:pt idx="3140">
                  <c:v>3140</c:v>
                </c:pt>
                <c:pt idx="3141">
                  <c:v>3141</c:v>
                </c:pt>
                <c:pt idx="3142">
                  <c:v>3142</c:v>
                </c:pt>
                <c:pt idx="3143">
                  <c:v>3143</c:v>
                </c:pt>
                <c:pt idx="3144">
                  <c:v>3144</c:v>
                </c:pt>
                <c:pt idx="3145">
                  <c:v>3145</c:v>
                </c:pt>
                <c:pt idx="3146">
                  <c:v>3146</c:v>
                </c:pt>
                <c:pt idx="3147">
                  <c:v>3147</c:v>
                </c:pt>
                <c:pt idx="3148">
                  <c:v>3148</c:v>
                </c:pt>
                <c:pt idx="3149">
                  <c:v>3149</c:v>
                </c:pt>
                <c:pt idx="3150">
                  <c:v>3150</c:v>
                </c:pt>
                <c:pt idx="3151">
                  <c:v>3151</c:v>
                </c:pt>
                <c:pt idx="3152">
                  <c:v>3152</c:v>
                </c:pt>
                <c:pt idx="3153">
                  <c:v>3153</c:v>
                </c:pt>
                <c:pt idx="3154">
                  <c:v>3154</c:v>
                </c:pt>
                <c:pt idx="3155">
                  <c:v>3155</c:v>
                </c:pt>
                <c:pt idx="3156">
                  <c:v>3156</c:v>
                </c:pt>
                <c:pt idx="3157">
                  <c:v>3157</c:v>
                </c:pt>
                <c:pt idx="3158">
                  <c:v>3158</c:v>
                </c:pt>
                <c:pt idx="3159">
                  <c:v>3159</c:v>
                </c:pt>
                <c:pt idx="3160">
                  <c:v>3160</c:v>
                </c:pt>
                <c:pt idx="3161">
                  <c:v>3161</c:v>
                </c:pt>
                <c:pt idx="3162">
                  <c:v>3162</c:v>
                </c:pt>
                <c:pt idx="3163">
                  <c:v>3163</c:v>
                </c:pt>
                <c:pt idx="3164">
                  <c:v>3164</c:v>
                </c:pt>
                <c:pt idx="3165">
                  <c:v>3165</c:v>
                </c:pt>
                <c:pt idx="3166">
                  <c:v>3166</c:v>
                </c:pt>
                <c:pt idx="3167">
                  <c:v>3167</c:v>
                </c:pt>
                <c:pt idx="3168">
                  <c:v>3168</c:v>
                </c:pt>
                <c:pt idx="3169">
                  <c:v>3169</c:v>
                </c:pt>
                <c:pt idx="3170">
                  <c:v>3170</c:v>
                </c:pt>
                <c:pt idx="3171">
                  <c:v>3171</c:v>
                </c:pt>
                <c:pt idx="3172">
                  <c:v>3172</c:v>
                </c:pt>
                <c:pt idx="3173">
                  <c:v>3173</c:v>
                </c:pt>
                <c:pt idx="3174">
                  <c:v>3174</c:v>
                </c:pt>
                <c:pt idx="3175">
                  <c:v>3175</c:v>
                </c:pt>
                <c:pt idx="3176">
                  <c:v>3176</c:v>
                </c:pt>
                <c:pt idx="3177">
                  <c:v>3177</c:v>
                </c:pt>
                <c:pt idx="3178">
                  <c:v>3178</c:v>
                </c:pt>
                <c:pt idx="3179">
                  <c:v>3179</c:v>
                </c:pt>
                <c:pt idx="3180">
                  <c:v>3180</c:v>
                </c:pt>
                <c:pt idx="3181">
                  <c:v>3181</c:v>
                </c:pt>
                <c:pt idx="3182">
                  <c:v>3182</c:v>
                </c:pt>
                <c:pt idx="3183">
                  <c:v>3183</c:v>
                </c:pt>
                <c:pt idx="3184">
                  <c:v>3184</c:v>
                </c:pt>
                <c:pt idx="3185">
                  <c:v>3185</c:v>
                </c:pt>
                <c:pt idx="3186">
                  <c:v>3186</c:v>
                </c:pt>
                <c:pt idx="3187">
                  <c:v>3187</c:v>
                </c:pt>
                <c:pt idx="3188">
                  <c:v>3188</c:v>
                </c:pt>
                <c:pt idx="3189">
                  <c:v>3189</c:v>
                </c:pt>
                <c:pt idx="3190">
                  <c:v>3190</c:v>
                </c:pt>
                <c:pt idx="3191">
                  <c:v>3191</c:v>
                </c:pt>
                <c:pt idx="3192">
                  <c:v>3192</c:v>
                </c:pt>
                <c:pt idx="3193">
                  <c:v>3193</c:v>
                </c:pt>
                <c:pt idx="3194">
                  <c:v>3194</c:v>
                </c:pt>
                <c:pt idx="3195">
                  <c:v>3195</c:v>
                </c:pt>
                <c:pt idx="3196">
                  <c:v>3196</c:v>
                </c:pt>
                <c:pt idx="3197">
                  <c:v>3197</c:v>
                </c:pt>
                <c:pt idx="3198">
                  <c:v>3198</c:v>
                </c:pt>
                <c:pt idx="3199">
                  <c:v>3199</c:v>
                </c:pt>
                <c:pt idx="3200">
                  <c:v>3200</c:v>
                </c:pt>
                <c:pt idx="3201">
                  <c:v>3201</c:v>
                </c:pt>
                <c:pt idx="3202">
                  <c:v>3202</c:v>
                </c:pt>
                <c:pt idx="3203">
                  <c:v>3203</c:v>
                </c:pt>
                <c:pt idx="3204">
                  <c:v>3204</c:v>
                </c:pt>
                <c:pt idx="3205">
                  <c:v>3205</c:v>
                </c:pt>
                <c:pt idx="3206">
                  <c:v>3206</c:v>
                </c:pt>
                <c:pt idx="3207">
                  <c:v>3207</c:v>
                </c:pt>
                <c:pt idx="3208">
                  <c:v>3208</c:v>
                </c:pt>
                <c:pt idx="3209">
                  <c:v>3209</c:v>
                </c:pt>
                <c:pt idx="3210">
                  <c:v>3210</c:v>
                </c:pt>
                <c:pt idx="3211">
                  <c:v>3211</c:v>
                </c:pt>
                <c:pt idx="3212">
                  <c:v>3212</c:v>
                </c:pt>
                <c:pt idx="3213">
                  <c:v>3213</c:v>
                </c:pt>
                <c:pt idx="3214">
                  <c:v>3214</c:v>
                </c:pt>
                <c:pt idx="3215">
                  <c:v>3215</c:v>
                </c:pt>
                <c:pt idx="3216">
                  <c:v>3216</c:v>
                </c:pt>
                <c:pt idx="3217">
                  <c:v>3217</c:v>
                </c:pt>
                <c:pt idx="3218">
                  <c:v>3218</c:v>
                </c:pt>
                <c:pt idx="3219">
                  <c:v>3219</c:v>
                </c:pt>
                <c:pt idx="3220">
                  <c:v>3220</c:v>
                </c:pt>
                <c:pt idx="3221">
                  <c:v>3221</c:v>
                </c:pt>
                <c:pt idx="3222">
                  <c:v>3222</c:v>
                </c:pt>
                <c:pt idx="3223">
                  <c:v>3223</c:v>
                </c:pt>
                <c:pt idx="3224">
                  <c:v>3224</c:v>
                </c:pt>
                <c:pt idx="3225">
                  <c:v>3225</c:v>
                </c:pt>
                <c:pt idx="3226">
                  <c:v>3226</c:v>
                </c:pt>
                <c:pt idx="3227">
                  <c:v>3227</c:v>
                </c:pt>
                <c:pt idx="3228">
                  <c:v>3228</c:v>
                </c:pt>
                <c:pt idx="3229">
                  <c:v>3229</c:v>
                </c:pt>
                <c:pt idx="3230">
                  <c:v>3230</c:v>
                </c:pt>
                <c:pt idx="3231">
                  <c:v>3231</c:v>
                </c:pt>
                <c:pt idx="3232">
                  <c:v>3232</c:v>
                </c:pt>
                <c:pt idx="3233">
                  <c:v>3233</c:v>
                </c:pt>
                <c:pt idx="3234">
                  <c:v>3234</c:v>
                </c:pt>
                <c:pt idx="3235">
                  <c:v>3235</c:v>
                </c:pt>
                <c:pt idx="3236">
                  <c:v>3236</c:v>
                </c:pt>
                <c:pt idx="3237">
                  <c:v>3237</c:v>
                </c:pt>
                <c:pt idx="3238">
                  <c:v>3238</c:v>
                </c:pt>
                <c:pt idx="3239">
                  <c:v>3239</c:v>
                </c:pt>
                <c:pt idx="3240">
                  <c:v>3240</c:v>
                </c:pt>
                <c:pt idx="3241">
                  <c:v>3241</c:v>
                </c:pt>
                <c:pt idx="3242">
                  <c:v>3242</c:v>
                </c:pt>
                <c:pt idx="3243">
                  <c:v>3243</c:v>
                </c:pt>
                <c:pt idx="3244">
                  <c:v>3244</c:v>
                </c:pt>
                <c:pt idx="3245">
                  <c:v>3245</c:v>
                </c:pt>
                <c:pt idx="3246">
                  <c:v>3246</c:v>
                </c:pt>
                <c:pt idx="3247">
                  <c:v>3247</c:v>
                </c:pt>
                <c:pt idx="3248">
                  <c:v>3248</c:v>
                </c:pt>
                <c:pt idx="3249">
                  <c:v>3249</c:v>
                </c:pt>
                <c:pt idx="3250">
                  <c:v>3250</c:v>
                </c:pt>
                <c:pt idx="3251">
                  <c:v>3251</c:v>
                </c:pt>
                <c:pt idx="3252">
                  <c:v>3252</c:v>
                </c:pt>
                <c:pt idx="3253">
                  <c:v>3253</c:v>
                </c:pt>
                <c:pt idx="3254">
                  <c:v>3254</c:v>
                </c:pt>
                <c:pt idx="3255">
                  <c:v>3255</c:v>
                </c:pt>
                <c:pt idx="3256">
                  <c:v>3256</c:v>
                </c:pt>
                <c:pt idx="3257">
                  <c:v>3257</c:v>
                </c:pt>
                <c:pt idx="3258">
                  <c:v>3258</c:v>
                </c:pt>
                <c:pt idx="3259">
                  <c:v>3259</c:v>
                </c:pt>
                <c:pt idx="3260">
                  <c:v>3260</c:v>
                </c:pt>
                <c:pt idx="3261">
                  <c:v>3261</c:v>
                </c:pt>
                <c:pt idx="3262">
                  <c:v>3262</c:v>
                </c:pt>
                <c:pt idx="3263">
                  <c:v>3263</c:v>
                </c:pt>
                <c:pt idx="3264">
                  <c:v>3264</c:v>
                </c:pt>
                <c:pt idx="3265">
                  <c:v>3265</c:v>
                </c:pt>
                <c:pt idx="3266">
                  <c:v>3266</c:v>
                </c:pt>
                <c:pt idx="3267">
                  <c:v>3267</c:v>
                </c:pt>
                <c:pt idx="3268">
                  <c:v>3268</c:v>
                </c:pt>
                <c:pt idx="3269">
                  <c:v>3269</c:v>
                </c:pt>
                <c:pt idx="3270">
                  <c:v>3270</c:v>
                </c:pt>
                <c:pt idx="3271">
                  <c:v>3271</c:v>
                </c:pt>
                <c:pt idx="3272">
                  <c:v>3272</c:v>
                </c:pt>
                <c:pt idx="3273">
                  <c:v>3273</c:v>
                </c:pt>
                <c:pt idx="3274">
                  <c:v>3274</c:v>
                </c:pt>
                <c:pt idx="3275">
                  <c:v>3275</c:v>
                </c:pt>
                <c:pt idx="3276">
                  <c:v>3276</c:v>
                </c:pt>
                <c:pt idx="3277">
                  <c:v>3277</c:v>
                </c:pt>
                <c:pt idx="3278">
                  <c:v>3278</c:v>
                </c:pt>
                <c:pt idx="3279">
                  <c:v>3279</c:v>
                </c:pt>
                <c:pt idx="3280">
                  <c:v>3280</c:v>
                </c:pt>
                <c:pt idx="3281">
                  <c:v>3281</c:v>
                </c:pt>
                <c:pt idx="3282">
                  <c:v>3282</c:v>
                </c:pt>
                <c:pt idx="3283">
                  <c:v>3283</c:v>
                </c:pt>
                <c:pt idx="3284">
                  <c:v>3284</c:v>
                </c:pt>
                <c:pt idx="3285">
                  <c:v>3285</c:v>
                </c:pt>
                <c:pt idx="3286">
                  <c:v>3286</c:v>
                </c:pt>
                <c:pt idx="3287">
                  <c:v>3287</c:v>
                </c:pt>
                <c:pt idx="3288">
                  <c:v>3288</c:v>
                </c:pt>
                <c:pt idx="3289">
                  <c:v>3289</c:v>
                </c:pt>
                <c:pt idx="3290">
                  <c:v>3290</c:v>
                </c:pt>
                <c:pt idx="3291">
                  <c:v>3291</c:v>
                </c:pt>
                <c:pt idx="3292">
                  <c:v>3292</c:v>
                </c:pt>
                <c:pt idx="3293">
                  <c:v>3293</c:v>
                </c:pt>
                <c:pt idx="3294">
                  <c:v>3294</c:v>
                </c:pt>
                <c:pt idx="3295">
                  <c:v>3295</c:v>
                </c:pt>
                <c:pt idx="3296">
                  <c:v>3296</c:v>
                </c:pt>
                <c:pt idx="3297">
                  <c:v>3297</c:v>
                </c:pt>
                <c:pt idx="3298">
                  <c:v>3298</c:v>
                </c:pt>
                <c:pt idx="3299">
                  <c:v>3299</c:v>
                </c:pt>
                <c:pt idx="3300">
                  <c:v>3300</c:v>
                </c:pt>
                <c:pt idx="3301">
                  <c:v>3301</c:v>
                </c:pt>
                <c:pt idx="3302">
                  <c:v>3302</c:v>
                </c:pt>
                <c:pt idx="3303">
                  <c:v>3303</c:v>
                </c:pt>
                <c:pt idx="3304">
                  <c:v>3304</c:v>
                </c:pt>
                <c:pt idx="3305">
                  <c:v>3305</c:v>
                </c:pt>
                <c:pt idx="3306">
                  <c:v>3306</c:v>
                </c:pt>
                <c:pt idx="3307">
                  <c:v>3307</c:v>
                </c:pt>
                <c:pt idx="3308">
                  <c:v>3308</c:v>
                </c:pt>
                <c:pt idx="3309">
                  <c:v>3309</c:v>
                </c:pt>
                <c:pt idx="3310">
                  <c:v>3310</c:v>
                </c:pt>
                <c:pt idx="3311">
                  <c:v>3311</c:v>
                </c:pt>
                <c:pt idx="3312">
                  <c:v>3312</c:v>
                </c:pt>
                <c:pt idx="3313">
                  <c:v>3313</c:v>
                </c:pt>
                <c:pt idx="3314">
                  <c:v>3314</c:v>
                </c:pt>
                <c:pt idx="3315">
                  <c:v>3315</c:v>
                </c:pt>
                <c:pt idx="3316">
                  <c:v>3316</c:v>
                </c:pt>
                <c:pt idx="3317">
                  <c:v>3317</c:v>
                </c:pt>
                <c:pt idx="3318">
                  <c:v>3318</c:v>
                </c:pt>
                <c:pt idx="3319">
                  <c:v>3319</c:v>
                </c:pt>
                <c:pt idx="3320">
                  <c:v>3320</c:v>
                </c:pt>
                <c:pt idx="3321">
                  <c:v>3321</c:v>
                </c:pt>
                <c:pt idx="3322">
                  <c:v>3322</c:v>
                </c:pt>
                <c:pt idx="3323">
                  <c:v>3323</c:v>
                </c:pt>
                <c:pt idx="3324">
                  <c:v>3324</c:v>
                </c:pt>
                <c:pt idx="3325">
                  <c:v>3325</c:v>
                </c:pt>
                <c:pt idx="3326">
                  <c:v>3326</c:v>
                </c:pt>
                <c:pt idx="3327">
                  <c:v>3327</c:v>
                </c:pt>
                <c:pt idx="3328">
                  <c:v>3328</c:v>
                </c:pt>
                <c:pt idx="3329">
                  <c:v>3329</c:v>
                </c:pt>
                <c:pt idx="3330">
                  <c:v>3330</c:v>
                </c:pt>
                <c:pt idx="3331">
                  <c:v>3331</c:v>
                </c:pt>
                <c:pt idx="3332">
                  <c:v>3332</c:v>
                </c:pt>
                <c:pt idx="3333">
                  <c:v>3333</c:v>
                </c:pt>
                <c:pt idx="3334">
                  <c:v>3334</c:v>
                </c:pt>
                <c:pt idx="3335">
                  <c:v>3335</c:v>
                </c:pt>
                <c:pt idx="3336">
                  <c:v>3336</c:v>
                </c:pt>
                <c:pt idx="3337">
                  <c:v>3337</c:v>
                </c:pt>
                <c:pt idx="3338">
                  <c:v>3338</c:v>
                </c:pt>
                <c:pt idx="3339">
                  <c:v>3339</c:v>
                </c:pt>
                <c:pt idx="3340">
                  <c:v>3340</c:v>
                </c:pt>
                <c:pt idx="3341">
                  <c:v>3341</c:v>
                </c:pt>
                <c:pt idx="3342">
                  <c:v>3342</c:v>
                </c:pt>
                <c:pt idx="3343">
                  <c:v>3343</c:v>
                </c:pt>
                <c:pt idx="3344">
                  <c:v>3344</c:v>
                </c:pt>
                <c:pt idx="3345">
                  <c:v>3345</c:v>
                </c:pt>
                <c:pt idx="3346">
                  <c:v>3346</c:v>
                </c:pt>
                <c:pt idx="3347">
                  <c:v>3347</c:v>
                </c:pt>
                <c:pt idx="3348">
                  <c:v>3348</c:v>
                </c:pt>
                <c:pt idx="3349">
                  <c:v>3349</c:v>
                </c:pt>
                <c:pt idx="3350">
                  <c:v>3350</c:v>
                </c:pt>
                <c:pt idx="3351">
                  <c:v>3351</c:v>
                </c:pt>
                <c:pt idx="3352">
                  <c:v>3352</c:v>
                </c:pt>
                <c:pt idx="3353">
                  <c:v>3353</c:v>
                </c:pt>
                <c:pt idx="3354">
                  <c:v>3354</c:v>
                </c:pt>
                <c:pt idx="3355">
                  <c:v>3355</c:v>
                </c:pt>
                <c:pt idx="3356">
                  <c:v>3356</c:v>
                </c:pt>
                <c:pt idx="3357">
                  <c:v>3357</c:v>
                </c:pt>
                <c:pt idx="3358">
                  <c:v>3358</c:v>
                </c:pt>
                <c:pt idx="3359">
                  <c:v>3359</c:v>
                </c:pt>
                <c:pt idx="3360">
                  <c:v>3360</c:v>
                </c:pt>
                <c:pt idx="3361">
                  <c:v>3361</c:v>
                </c:pt>
                <c:pt idx="3362">
                  <c:v>3362</c:v>
                </c:pt>
                <c:pt idx="3363">
                  <c:v>3363</c:v>
                </c:pt>
                <c:pt idx="3364">
                  <c:v>3364</c:v>
                </c:pt>
                <c:pt idx="3365">
                  <c:v>3365</c:v>
                </c:pt>
                <c:pt idx="3366">
                  <c:v>3366</c:v>
                </c:pt>
                <c:pt idx="3367">
                  <c:v>3367</c:v>
                </c:pt>
                <c:pt idx="3368">
                  <c:v>3368</c:v>
                </c:pt>
                <c:pt idx="3369">
                  <c:v>3369</c:v>
                </c:pt>
                <c:pt idx="3370">
                  <c:v>3370</c:v>
                </c:pt>
                <c:pt idx="3371">
                  <c:v>3371</c:v>
                </c:pt>
                <c:pt idx="3372">
                  <c:v>3372</c:v>
                </c:pt>
                <c:pt idx="3373">
                  <c:v>3373</c:v>
                </c:pt>
                <c:pt idx="3374">
                  <c:v>3374</c:v>
                </c:pt>
                <c:pt idx="3375">
                  <c:v>3375</c:v>
                </c:pt>
                <c:pt idx="3376">
                  <c:v>3376</c:v>
                </c:pt>
                <c:pt idx="3377">
                  <c:v>3377</c:v>
                </c:pt>
                <c:pt idx="3378">
                  <c:v>3378</c:v>
                </c:pt>
                <c:pt idx="3379">
                  <c:v>3379</c:v>
                </c:pt>
                <c:pt idx="3380">
                  <c:v>3380</c:v>
                </c:pt>
                <c:pt idx="3381">
                  <c:v>3381</c:v>
                </c:pt>
                <c:pt idx="3382">
                  <c:v>3382</c:v>
                </c:pt>
                <c:pt idx="3383">
                  <c:v>3383</c:v>
                </c:pt>
                <c:pt idx="3384">
                  <c:v>3384</c:v>
                </c:pt>
                <c:pt idx="3385">
                  <c:v>3385</c:v>
                </c:pt>
                <c:pt idx="3386">
                  <c:v>3386</c:v>
                </c:pt>
                <c:pt idx="3387">
                  <c:v>3387</c:v>
                </c:pt>
                <c:pt idx="3388">
                  <c:v>3388</c:v>
                </c:pt>
                <c:pt idx="3389">
                  <c:v>3389</c:v>
                </c:pt>
                <c:pt idx="3390">
                  <c:v>3390</c:v>
                </c:pt>
                <c:pt idx="3391">
                  <c:v>3391</c:v>
                </c:pt>
                <c:pt idx="3392">
                  <c:v>3392</c:v>
                </c:pt>
                <c:pt idx="3393">
                  <c:v>3393</c:v>
                </c:pt>
                <c:pt idx="3394">
                  <c:v>3394</c:v>
                </c:pt>
                <c:pt idx="3395">
                  <c:v>3395</c:v>
                </c:pt>
                <c:pt idx="3396">
                  <c:v>3396</c:v>
                </c:pt>
                <c:pt idx="3397">
                  <c:v>3397</c:v>
                </c:pt>
                <c:pt idx="3398">
                  <c:v>3398</c:v>
                </c:pt>
                <c:pt idx="3399">
                  <c:v>3399</c:v>
                </c:pt>
                <c:pt idx="3400">
                  <c:v>3400</c:v>
                </c:pt>
                <c:pt idx="3401">
                  <c:v>3401</c:v>
                </c:pt>
                <c:pt idx="3402">
                  <c:v>3402</c:v>
                </c:pt>
                <c:pt idx="3403">
                  <c:v>3403</c:v>
                </c:pt>
                <c:pt idx="3404">
                  <c:v>3404</c:v>
                </c:pt>
                <c:pt idx="3405">
                  <c:v>3405</c:v>
                </c:pt>
                <c:pt idx="3406">
                  <c:v>3406</c:v>
                </c:pt>
                <c:pt idx="3407">
                  <c:v>3407</c:v>
                </c:pt>
                <c:pt idx="3408">
                  <c:v>3408</c:v>
                </c:pt>
                <c:pt idx="3409">
                  <c:v>3409</c:v>
                </c:pt>
                <c:pt idx="3410">
                  <c:v>3410</c:v>
                </c:pt>
                <c:pt idx="3411">
                  <c:v>3411</c:v>
                </c:pt>
                <c:pt idx="3412">
                  <c:v>3412</c:v>
                </c:pt>
                <c:pt idx="3413">
                  <c:v>3413</c:v>
                </c:pt>
                <c:pt idx="3414">
                  <c:v>3414</c:v>
                </c:pt>
                <c:pt idx="3415">
                  <c:v>3415</c:v>
                </c:pt>
                <c:pt idx="3416">
                  <c:v>3416</c:v>
                </c:pt>
                <c:pt idx="3417">
                  <c:v>3417</c:v>
                </c:pt>
                <c:pt idx="3418">
                  <c:v>3418</c:v>
                </c:pt>
                <c:pt idx="3419">
                  <c:v>3419</c:v>
                </c:pt>
                <c:pt idx="3420">
                  <c:v>3420</c:v>
                </c:pt>
                <c:pt idx="3421">
                  <c:v>3421</c:v>
                </c:pt>
                <c:pt idx="3422">
                  <c:v>3422</c:v>
                </c:pt>
                <c:pt idx="3423">
                  <c:v>3423</c:v>
                </c:pt>
                <c:pt idx="3424">
                  <c:v>3424</c:v>
                </c:pt>
                <c:pt idx="3425">
                  <c:v>3425</c:v>
                </c:pt>
                <c:pt idx="3426">
                  <c:v>3426</c:v>
                </c:pt>
                <c:pt idx="3427">
                  <c:v>3427</c:v>
                </c:pt>
                <c:pt idx="3428">
                  <c:v>3428</c:v>
                </c:pt>
                <c:pt idx="3429">
                  <c:v>3429</c:v>
                </c:pt>
                <c:pt idx="3430">
                  <c:v>3430</c:v>
                </c:pt>
                <c:pt idx="3431">
                  <c:v>3431</c:v>
                </c:pt>
                <c:pt idx="3432">
                  <c:v>3432</c:v>
                </c:pt>
                <c:pt idx="3433">
                  <c:v>3433</c:v>
                </c:pt>
                <c:pt idx="3434">
                  <c:v>3434</c:v>
                </c:pt>
                <c:pt idx="3435">
                  <c:v>3435</c:v>
                </c:pt>
                <c:pt idx="3436">
                  <c:v>3436</c:v>
                </c:pt>
                <c:pt idx="3437">
                  <c:v>3437</c:v>
                </c:pt>
                <c:pt idx="3438">
                  <c:v>3438</c:v>
                </c:pt>
                <c:pt idx="3439">
                  <c:v>3439</c:v>
                </c:pt>
                <c:pt idx="3440">
                  <c:v>3440</c:v>
                </c:pt>
                <c:pt idx="3441">
                  <c:v>3441</c:v>
                </c:pt>
                <c:pt idx="3442">
                  <c:v>3442</c:v>
                </c:pt>
                <c:pt idx="3443">
                  <c:v>3443</c:v>
                </c:pt>
                <c:pt idx="3444">
                  <c:v>3444</c:v>
                </c:pt>
                <c:pt idx="3445">
                  <c:v>3445</c:v>
                </c:pt>
                <c:pt idx="3446">
                  <c:v>3446</c:v>
                </c:pt>
                <c:pt idx="3447">
                  <c:v>3447</c:v>
                </c:pt>
                <c:pt idx="3448">
                  <c:v>3448</c:v>
                </c:pt>
                <c:pt idx="3449">
                  <c:v>3449</c:v>
                </c:pt>
                <c:pt idx="3450">
                  <c:v>3450</c:v>
                </c:pt>
                <c:pt idx="3451">
                  <c:v>3451</c:v>
                </c:pt>
                <c:pt idx="3452">
                  <c:v>3452</c:v>
                </c:pt>
                <c:pt idx="3453">
                  <c:v>3453</c:v>
                </c:pt>
                <c:pt idx="3454">
                  <c:v>3454</c:v>
                </c:pt>
                <c:pt idx="3455">
                  <c:v>3455</c:v>
                </c:pt>
                <c:pt idx="3456">
                  <c:v>3456</c:v>
                </c:pt>
                <c:pt idx="3457">
                  <c:v>3457</c:v>
                </c:pt>
                <c:pt idx="3458">
                  <c:v>3458</c:v>
                </c:pt>
                <c:pt idx="3459">
                  <c:v>3459</c:v>
                </c:pt>
                <c:pt idx="3460">
                  <c:v>3460</c:v>
                </c:pt>
                <c:pt idx="3461">
                  <c:v>3461</c:v>
                </c:pt>
                <c:pt idx="3462">
                  <c:v>3462</c:v>
                </c:pt>
                <c:pt idx="3463">
                  <c:v>3463</c:v>
                </c:pt>
                <c:pt idx="3464">
                  <c:v>3464</c:v>
                </c:pt>
                <c:pt idx="3465">
                  <c:v>3465</c:v>
                </c:pt>
                <c:pt idx="3466">
                  <c:v>3466</c:v>
                </c:pt>
                <c:pt idx="3467">
                  <c:v>3467</c:v>
                </c:pt>
                <c:pt idx="3468">
                  <c:v>3468</c:v>
                </c:pt>
                <c:pt idx="3469">
                  <c:v>3469</c:v>
                </c:pt>
                <c:pt idx="3470">
                  <c:v>3470</c:v>
                </c:pt>
                <c:pt idx="3471">
                  <c:v>3471</c:v>
                </c:pt>
                <c:pt idx="3472">
                  <c:v>3472</c:v>
                </c:pt>
                <c:pt idx="3473">
                  <c:v>3473</c:v>
                </c:pt>
                <c:pt idx="3474">
                  <c:v>3474</c:v>
                </c:pt>
                <c:pt idx="3475">
                  <c:v>3475</c:v>
                </c:pt>
                <c:pt idx="3476">
                  <c:v>3476</c:v>
                </c:pt>
                <c:pt idx="3477">
                  <c:v>3477</c:v>
                </c:pt>
                <c:pt idx="3478">
                  <c:v>3478</c:v>
                </c:pt>
                <c:pt idx="3479">
                  <c:v>3479</c:v>
                </c:pt>
                <c:pt idx="3480">
                  <c:v>3480</c:v>
                </c:pt>
                <c:pt idx="3481">
                  <c:v>3481</c:v>
                </c:pt>
                <c:pt idx="3482">
                  <c:v>3482</c:v>
                </c:pt>
                <c:pt idx="3483">
                  <c:v>3483</c:v>
                </c:pt>
                <c:pt idx="3484">
                  <c:v>3484</c:v>
                </c:pt>
                <c:pt idx="3485">
                  <c:v>3485</c:v>
                </c:pt>
                <c:pt idx="3486">
                  <c:v>3486</c:v>
                </c:pt>
                <c:pt idx="3487">
                  <c:v>3487</c:v>
                </c:pt>
                <c:pt idx="3488">
                  <c:v>3488</c:v>
                </c:pt>
                <c:pt idx="3489">
                  <c:v>3489</c:v>
                </c:pt>
                <c:pt idx="3490">
                  <c:v>3490</c:v>
                </c:pt>
                <c:pt idx="3491">
                  <c:v>3491</c:v>
                </c:pt>
                <c:pt idx="3492">
                  <c:v>3492</c:v>
                </c:pt>
                <c:pt idx="3493">
                  <c:v>3493</c:v>
                </c:pt>
                <c:pt idx="3494">
                  <c:v>3494</c:v>
                </c:pt>
                <c:pt idx="3495">
                  <c:v>3495</c:v>
                </c:pt>
                <c:pt idx="3496">
                  <c:v>3496</c:v>
                </c:pt>
                <c:pt idx="3497">
                  <c:v>3497</c:v>
                </c:pt>
                <c:pt idx="3498">
                  <c:v>3498</c:v>
                </c:pt>
                <c:pt idx="3499">
                  <c:v>3499</c:v>
                </c:pt>
                <c:pt idx="3500">
                  <c:v>3500</c:v>
                </c:pt>
                <c:pt idx="3501">
                  <c:v>3501</c:v>
                </c:pt>
                <c:pt idx="3502">
                  <c:v>3502</c:v>
                </c:pt>
                <c:pt idx="3503">
                  <c:v>3503</c:v>
                </c:pt>
                <c:pt idx="3504">
                  <c:v>3504</c:v>
                </c:pt>
                <c:pt idx="3505">
                  <c:v>3505</c:v>
                </c:pt>
                <c:pt idx="3506">
                  <c:v>3506</c:v>
                </c:pt>
                <c:pt idx="3507">
                  <c:v>3507</c:v>
                </c:pt>
                <c:pt idx="3508">
                  <c:v>3508</c:v>
                </c:pt>
                <c:pt idx="3509">
                  <c:v>3509</c:v>
                </c:pt>
                <c:pt idx="3510">
                  <c:v>3510</c:v>
                </c:pt>
                <c:pt idx="3511">
                  <c:v>3511</c:v>
                </c:pt>
                <c:pt idx="3512">
                  <c:v>3512</c:v>
                </c:pt>
                <c:pt idx="3513">
                  <c:v>3513</c:v>
                </c:pt>
                <c:pt idx="3514">
                  <c:v>3514</c:v>
                </c:pt>
                <c:pt idx="3515">
                  <c:v>3515</c:v>
                </c:pt>
                <c:pt idx="3516">
                  <c:v>3516</c:v>
                </c:pt>
                <c:pt idx="3517">
                  <c:v>3517</c:v>
                </c:pt>
                <c:pt idx="3518">
                  <c:v>3518</c:v>
                </c:pt>
                <c:pt idx="3519">
                  <c:v>3519</c:v>
                </c:pt>
                <c:pt idx="3520">
                  <c:v>3520</c:v>
                </c:pt>
                <c:pt idx="3521">
                  <c:v>3521</c:v>
                </c:pt>
                <c:pt idx="3522">
                  <c:v>3522</c:v>
                </c:pt>
                <c:pt idx="3523">
                  <c:v>3523</c:v>
                </c:pt>
                <c:pt idx="3524">
                  <c:v>3524</c:v>
                </c:pt>
                <c:pt idx="3525">
                  <c:v>3525</c:v>
                </c:pt>
                <c:pt idx="3526">
                  <c:v>3526</c:v>
                </c:pt>
                <c:pt idx="3527">
                  <c:v>3527</c:v>
                </c:pt>
                <c:pt idx="3528">
                  <c:v>3528</c:v>
                </c:pt>
                <c:pt idx="3529">
                  <c:v>3529</c:v>
                </c:pt>
                <c:pt idx="3530">
                  <c:v>3530</c:v>
                </c:pt>
                <c:pt idx="3531">
                  <c:v>3531</c:v>
                </c:pt>
                <c:pt idx="3532">
                  <c:v>3532</c:v>
                </c:pt>
                <c:pt idx="3533">
                  <c:v>3533</c:v>
                </c:pt>
                <c:pt idx="3534">
                  <c:v>3534</c:v>
                </c:pt>
                <c:pt idx="3535">
                  <c:v>3535</c:v>
                </c:pt>
                <c:pt idx="3536">
                  <c:v>3536</c:v>
                </c:pt>
                <c:pt idx="3537">
                  <c:v>3537</c:v>
                </c:pt>
                <c:pt idx="3538">
                  <c:v>3538</c:v>
                </c:pt>
                <c:pt idx="3539">
                  <c:v>3539</c:v>
                </c:pt>
                <c:pt idx="3540">
                  <c:v>3540</c:v>
                </c:pt>
                <c:pt idx="3541">
                  <c:v>3541</c:v>
                </c:pt>
                <c:pt idx="3542">
                  <c:v>3542</c:v>
                </c:pt>
                <c:pt idx="3543">
                  <c:v>3543</c:v>
                </c:pt>
                <c:pt idx="3544">
                  <c:v>3544</c:v>
                </c:pt>
                <c:pt idx="3545">
                  <c:v>3545</c:v>
                </c:pt>
                <c:pt idx="3546">
                  <c:v>3546</c:v>
                </c:pt>
                <c:pt idx="3547">
                  <c:v>3547</c:v>
                </c:pt>
                <c:pt idx="3548">
                  <c:v>3548</c:v>
                </c:pt>
                <c:pt idx="3549">
                  <c:v>3549</c:v>
                </c:pt>
                <c:pt idx="3550">
                  <c:v>3550</c:v>
                </c:pt>
                <c:pt idx="3551">
                  <c:v>3551</c:v>
                </c:pt>
                <c:pt idx="3552">
                  <c:v>3552</c:v>
                </c:pt>
                <c:pt idx="3553">
                  <c:v>3553</c:v>
                </c:pt>
                <c:pt idx="3554">
                  <c:v>3554</c:v>
                </c:pt>
                <c:pt idx="3555">
                  <c:v>3555</c:v>
                </c:pt>
                <c:pt idx="3556">
                  <c:v>3556</c:v>
                </c:pt>
                <c:pt idx="3557">
                  <c:v>3557</c:v>
                </c:pt>
                <c:pt idx="3558">
                  <c:v>3558</c:v>
                </c:pt>
                <c:pt idx="3559">
                  <c:v>3559</c:v>
                </c:pt>
                <c:pt idx="3560">
                  <c:v>3560</c:v>
                </c:pt>
                <c:pt idx="3561">
                  <c:v>3561</c:v>
                </c:pt>
                <c:pt idx="3562">
                  <c:v>3562</c:v>
                </c:pt>
                <c:pt idx="3563">
                  <c:v>3563</c:v>
                </c:pt>
                <c:pt idx="3564">
                  <c:v>3564</c:v>
                </c:pt>
                <c:pt idx="3565">
                  <c:v>3565</c:v>
                </c:pt>
                <c:pt idx="3566">
                  <c:v>3566</c:v>
                </c:pt>
                <c:pt idx="3567">
                  <c:v>3567</c:v>
                </c:pt>
                <c:pt idx="3568">
                  <c:v>3568</c:v>
                </c:pt>
                <c:pt idx="3569">
                  <c:v>3569</c:v>
                </c:pt>
                <c:pt idx="3570">
                  <c:v>3570</c:v>
                </c:pt>
                <c:pt idx="3571">
                  <c:v>3571</c:v>
                </c:pt>
                <c:pt idx="3572">
                  <c:v>3572</c:v>
                </c:pt>
                <c:pt idx="3573">
                  <c:v>3573</c:v>
                </c:pt>
                <c:pt idx="3574">
                  <c:v>3574</c:v>
                </c:pt>
                <c:pt idx="3575">
                  <c:v>3575</c:v>
                </c:pt>
                <c:pt idx="3576">
                  <c:v>3576</c:v>
                </c:pt>
                <c:pt idx="3577">
                  <c:v>3577</c:v>
                </c:pt>
                <c:pt idx="3578">
                  <c:v>3578</c:v>
                </c:pt>
                <c:pt idx="3579">
                  <c:v>3579</c:v>
                </c:pt>
                <c:pt idx="3580">
                  <c:v>3580</c:v>
                </c:pt>
                <c:pt idx="3581">
                  <c:v>3581</c:v>
                </c:pt>
                <c:pt idx="3582">
                  <c:v>3582</c:v>
                </c:pt>
                <c:pt idx="3583">
                  <c:v>3583</c:v>
                </c:pt>
                <c:pt idx="3584">
                  <c:v>3584</c:v>
                </c:pt>
                <c:pt idx="3585">
                  <c:v>3585</c:v>
                </c:pt>
                <c:pt idx="3586">
                  <c:v>3586</c:v>
                </c:pt>
                <c:pt idx="3587">
                  <c:v>3587</c:v>
                </c:pt>
                <c:pt idx="3588">
                  <c:v>3588</c:v>
                </c:pt>
                <c:pt idx="3589">
                  <c:v>3589</c:v>
                </c:pt>
                <c:pt idx="3590">
                  <c:v>3590</c:v>
                </c:pt>
                <c:pt idx="3591">
                  <c:v>3591</c:v>
                </c:pt>
                <c:pt idx="3592">
                  <c:v>3592</c:v>
                </c:pt>
                <c:pt idx="3593">
                  <c:v>3593</c:v>
                </c:pt>
                <c:pt idx="3594">
                  <c:v>3594</c:v>
                </c:pt>
                <c:pt idx="3595">
                  <c:v>3595</c:v>
                </c:pt>
                <c:pt idx="3596">
                  <c:v>3596</c:v>
                </c:pt>
                <c:pt idx="3597">
                  <c:v>3597</c:v>
                </c:pt>
                <c:pt idx="3598">
                  <c:v>3598</c:v>
                </c:pt>
                <c:pt idx="3599">
                  <c:v>3599</c:v>
                </c:pt>
                <c:pt idx="3600">
                  <c:v>3600</c:v>
                </c:pt>
                <c:pt idx="3601">
                  <c:v>3601</c:v>
                </c:pt>
                <c:pt idx="3602">
                  <c:v>3602</c:v>
                </c:pt>
                <c:pt idx="3603">
                  <c:v>3603</c:v>
                </c:pt>
                <c:pt idx="3604">
                  <c:v>3604</c:v>
                </c:pt>
                <c:pt idx="3605">
                  <c:v>3605</c:v>
                </c:pt>
                <c:pt idx="3606">
                  <c:v>3606</c:v>
                </c:pt>
                <c:pt idx="3607">
                  <c:v>3607</c:v>
                </c:pt>
                <c:pt idx="3608">
                  <c:v>3608</c:v>
                </c:pt>
                <c:pt idx="3609">
                  <c:v>3609</c:v>
                </c:pt>
                <c:pt idx="3610">
                  <c:v>3610</c:v>
                </c:pt>
                <c:pt idx="3611">
                  <c:v>3611</c:v>
                </c:pt>
                <c:pt idx="3612">
                  <c:v>3612</c:v>
                </c:pt>
                <c:pt idx="3613">
                  <c:v>3613</c:v>
                </c:pt>
                <c:pt idx="3614">
                  <c:v>3614</c:v>
                </c:pt>
                <c:pt idx="3615">
                  <c:v>3615</c:v>
                </c:pt>
                <c:pt idx="3616">
                  <c:v>3616</c:v>
                </c:pt>
                <c:pt idx="3617">
                  <c:v>3617</c:v>
                </c:pt>
                <c:pt idx="3618">
                  <c:v>3618</c:v>
                </c:pt>
                <c:pt idx="3619">
                  <c:v>3619</c:v>
                </c:pt>
                <c:pt idx="3620">
                  <c:v>3620</c:v>
                </c:pt>
                <c:pt idx="3621">
                  <c:v>3621</c:v>
                </c:pt>
                <c:pt idx="3622">
                  <c:v>3622</c:v>
                </c:pt>
                <c:pt idx="3623">
                  <c:v>3623</c:v>
                </c:pt>
                <c:pt idx="3624">
                  <c:v>3624</c:v>
                </c:pt>
                <c:pt idx="3625">
                  <c:v>3625</c:v>
                </c:pt>
                <c:pt idx="3626">
                  <c:v>3626</c:v>
                </c:pt>
                <c:pt idx="3627">
                  <c:v>3627</c:v>
                </c:pt>
                <c:pt idx="3628">
                  <c:v>3628</c:v>
                </c:pt>
                <c:pt idx="3629">
                  <c:v>3629</c:v>
                </c:pt>
                <c:pt idx="3630">
                  <c:v>3630</c:v>
                </c:pt>
                <c:pt idx="3631">
                  <c:v>3631</c:v>
                </c:pt>
                <c:pt idx="3632">
                  <c:v>3632</c:v>
                </c:pt>
                <c:pt idx="3633">
                  <c:v>3633</c:v>
                </c:pt>
                <c:pt idx="3634">
                  <c:v>3634</c:v>
                </c:pt>
                <c:pt idx="3635">
                  <c:v>3635</c:v>
                </c:pt>
                <c:pt idx="3636">
                  <c:v>3636</c:v>
                </c:pt>
                <c:pt idx="3637">
                  <c:v>3637</c:v>
                </c:pt>
                <c:pt idx="3638">
                  <c:v>3638</c:v>
                </c:pt>
                <c:pt idx="3639">
                  <c:v>3639</c:v>
                </c:pt>
                <c:pt idx="3640">
                  <c:v>3640</c:v>
                </c:pt>
                <c:pt idx="3641">
                  <c:v>3641</c:v>
                </c:pt>
                <c:pt idx="3642">
                  <c:v>3642</c:v>
                </c:pt>
                <c:pt idx="3643">
                  <c:v>3643</c:v>
                </c:pt>
                <c:pt idx="3644">
                  <c:v>3644</c:v>
                </c:pt>
                <c:pt idx="3645">
                  <c:v>3645</c:v>
                </c:pt>
                <c:pt idx="3646">
                  <c:v>3646</c:v>
                </c:pt>
                <c:pt idx="3647">
                  <c:v>3647</c:v>
                </c:pt>
                <c:pt idx="3648">
                  <c:v>3648</c:v>
                </c:pt>
                <c:pt idx="3649">
                  <c:v>3649</c:v>
                </c:pt>
                <c:pt idx="3650">
                  <c:v>3650</c:v>
                </c:pt>
                <c:pt idx="3651">
                  <c:v>3651</c:v>
                </c:pt>
                <c:pt idx="3652">
                  <c:v>3652</c:v>
                </c:pt>
                <c:pt idx="3653">
                  <c:v>3653</c:v>
                </c:pt>
                <c:pt idx="3654">
                  <c:v>3654</c:v>
                </c:pt>
                <c:pt idx="3655">
                  <c:v>3655</c:v>
                </c:pt>
                <c:pt idx="3656">
                  <c:v>3656</c:v>
                </c:pt>
                <c:pt idx="3657">
                  <c:v>3657</c:v>
                </c:pt>
                <c:pt idx="3658">
                  <c:v>3658</c:v>
                </c:pt>
                <c:pt idx="3659">
                  <c:v>3659</c:v>
                </c:pt>
                <c:pt idx="3660">
                  <c:v>3660</c:v>
                </c:pt>
                <c:pt idx="3661">
                  <c:v>3661</c:v>
                </c:pt>
                <c:pt idx="3662">
                  <c:v>3662</c:v>
                </c:pt>
                <c:pt idx="3663">
                  <c:v>3663</c:v>
                </c:pt>
                <c:pt idx="3664">
                  <c:v>3664</c:v>
                </c:pt>
                <c:pt idx="3665">
                  <c:v>3665</c:v>
                </c:pt>
                <c:pt idx="3666">
                  <c:v>3666</c:v>
                </c:pt>
                <c:pt idx="3667">
                  <c:v>3667</c:v>
                </c:pt>
                <c:pt idx="3668">
                  <c:v>3668</c:v>
                </c:pt>
                <c:pt idx="3669">
                  <c:v>3669</c:v>
                </c:pt>
                <c:pt idx="3670">
                  <c:v>3670</c:v>
                </c:pt>
                <c:pt idx="3671">
                  <c:v>3671</c:v>
                </c:pt>
                <c:pt idx="3672">
                  <c:v>3672</c:v>
                </c:pt>
                <c:pt idx="3673">
                  <c:v>3673</c:v>
                </c:pt>
                <c:pt idx="3674">
                  <c:v>3674</c:v>
                </c:pt>
                <c:pt idx="3675">
                  <c:v>3675</c:v>
                </c:pt>
                <c:pt idx="3676">
                  <c:v>3676</c:v>
                </c:pt>
                <c:pt idx="3677">
                  <c:v>3677</c:v>
                </c:pt>
                <c:pt idx="3678">
                  <c:v>3678</c:v>
                </c:pt>
                <c:pt idx="3679">
                  <c:v>3679</c:v>
                </c:pt>
                <c:pt idx="3680">
                  <c:v>3680</c:v>
                </c:pt>
                <c:pt idx="3681">
                  <c:v>3681</c:v>
                </c:pt>
                <c:pt idx="3682">
                  <c:v>3682</c:v>
                </c:pt>
                <c:pt idx="3683">
                  <c:v>3683</c:v>
                </c:pt>
                <c:pt idx="3684">
                  <c:v>3684</c:v>
                </c:pt>
                <c:pt idx="3685">
                  <c:v>3685</c:v>
                </c:pt>
                <c:pt idx="3686">
                  <c:v>3686</c:v>
                </c:pt>
                <c:pt idx="3687">
                  <c:v>3687</c:v>
                </c:pt>
                <c:pt idx="3688">
                  <c:v>3688</c:v>
                </c:pt>
                <c:pt idx="3689">
                  <c:v>3689</c:v>
                </c:pt>
                <c:pt idx="3690">
                  <c:v>3690</c:v>
                </c:pt>
                <c:pt idx="3691">
                  <c:v>3691</c:v>
                </c:pt>
                <c:pt idx="3692">
                  <c:v>3692</c:v>
                </c:pt>
                <c:pt idx="3693">
                  <c:v>3693</c:v>
                </c:pt>
                <c:pt idx="3694">
                  <c:v>3694</c:v>
                </c:pt>
                <c:pt idx="3695">
                  <c:v>3695</c:v>
                </c:pt>
                <c:pt idx="3696">
                  <c:v>3696</c:v>
                </c:pt>
                <c:pt idx="3697">
                  <c:v>3697</c:v>
                </c:pt>
                <c:pt idx="3698">
                  <c:v>3698</c:v>
                </c:pt>
                <c:pt idx="3699">
                  <c:v>3699</c:v>
                </c:pt>
                <c:pt idx="3700">
                  <c:v>3700</c:v>
                </c:pt>
                <c:pt idx="3701">
                  <c:v>3701</c:v>
                </c:pt>
                <c:pt idx="3702">
                  <c:v>3702</c:v>
                </c:pt>
                <c:pt idx="3703">
                  <c:v>3703</c:v>
                </c:pt>
                <c:pt idx="3704">
                  <c:v>3704</c:v>
                </c:pt>
                <c:pt idx="3705">
                  <c:v>3705</c:v>
                </c:pt>
                <c:pt idx="3706">
                  <c:v>3706</c:v>
                </c:pt>
                <c:pt idx="3707">
                  <c:v>3707</c:v>
                </c:pt>
                <c:pt idx="3708">
                  <c:v>3708</c:v>
                </c:pt>
                <c:pt idx="3709">
                  <c:v>3709</c:v>
                </c:pt>
                <c:pt idx="3710">
                  <c:v>3710</c:v>
                </c:pt>
                <c:pt idx="3711">
                  <c:v>3711</c:v>
                </c:pt>
                <c:pt idx="3712">
                  <c:v>3712</c:v>
                </c:pt>
                <c:pt idx="3713">
                  <c:v>3713</c:v>
                </c:pt>
                <c:pt idx="3714">
                  <c:v>3714</c:v>
                </c:pt>
                <c:pt idx="3715">
                  <c:v>3715</c:v>
                </c:pt>
                <c:pt idx="3716">
                  <c:v>3716</c:v>
                </c:pt>
                <c:pt idx="3717">
                  <c:v>3717</c:v>
                </c:pt>
                <c:pt idx="3718">
                  <c:v>3718</c:v>
                </c:pt>
                <c:pt idx="3719">
                  <c:v>3719</c:v>
                </c:pt>
                <c:pt idx="3720">
                  <c:v>3720</c:v>
                </c:pt>
                <c:pt idx="3721">
                  <c:v>3721</c:v>
                </c:pt>
                <c:pt idx="3722">
                  <c:v>3722</c:v>
                </c:pt>
                <c:pt idx="3723">
                  <c:v>3723</c:v>
                </c:pt>
                <c:pt idx="3724">
                  <c:v>3724</c:v>
                </c:pt>
                <c:pt idx="3725">
                  <c:v>3725</c:v>
                </c:pt>
                <c:pt idx="3726">
                  <c:v>3726</c:v>
                </c:pt>
                <c:pt idx="3727">
                  <c:v>3727</c:v>
                </c:pt>
                <c:pt idx="3728">
                  <c:v>3728</c:v>
                </c:pt>
                <c:pt idx="3729">
                  <c:v>3729</c:v>
                </c:pt>
                <c:pt idx="3730">
                  <c:v>3730</c:v>
                </c:pt>
                <c:pt idx="3731">
                  <c:v>3731</c:v>
                </c:pt>
                <c:pt idx="3732">
                  <c:v>3732</c:v>
                </c:pt>
                <c:pt idx="3733">
                  <c:v>3733</c:v>
                </c:pt>
                <c:pt idx="3734">
                  <c:v>3734</c:v>
                </c:pt>
                <c:pt idx="3735">
                  <c:v>3735</c:v>
                </c:pt>
                <c:pt idx="3736">
                  <c:v>3736</c:v>
                </c:pt>
                <c:pt idx="3737">
                  <c:v>3737</c:v>
                </c:pt>
                <c:pt idx="3738">
                  <c:v>3738</c:v>
                </c:pt>
                <c:pt idx="3739">
                  <c:v>3739</c:v>
                </c:pt>
                <c:pt idx="3740">
                  <c:v>3740</c:v>
                </c:pt>
                <c:pt idx="3741">
                  <c:v>3741</c:v>
                </c:pt>
                <c:pt idx="3742">
                  <c:v>3742</c:v>
                </c:pt>
                <c:pt idx="3743">
                  <c:v>3743</c:v>
                </c:pt>
                <c:pt idx="3744">
                  <c:v>3744</c:v>
                </c:pt>
                <c:pt idx="3745">
                  <c:v>3745</c:v>
                </c:pt>
                <c:pt idx="3746">
                  <c:v>3746</c:v>
                </c:pt>
                <c:pt idx="3747">
                  <c:v>3747</c:v>
                </c:pt>
                <c:pt idx="3748">
                  <c:v>3748</c:v>
                </c:pt>
                <c:pt idx="3749">
                  <c:v>3749</c:v>
                </c:pt>
                <c:pt idx="3750">
                  <c:v>3750</c:v>
                </c:pt>
                <c:pt idx="3751">
                  <c:v>3751</c:v>
                </c:pt>
                <c:pt idx="3752">
                  <c:v>3752</c:v>
                </c:pt>
                <c:pt idx="3753">
                  <c:v>3753</c:v>
                </c:pt>
                <c:pt idx="3754">
                  <c:v>3754</c:v>
                </c:pt>
                <c:pt idx="3755">
                  <c:v>3755</c:v>
                </c:pt>
                <c:pt idx="3756">
                  <c:v>3756</c:v>
                </c:pt>
                <c:pt idx="3757">
                  <c:v>3757</c:v>
                </c:pt>
                <c:pt idx="3758">
                  <c:v>3758</c:v>
                </c:pt>
                <c:pt idx="3759">
                  <c:v>3759</c:v>
                </c:pt>
                <c:pt idx="3760">
                  <c:v>3760</c:v>
                </c:pt>
                <c:pt idx="3761">
                  <c:v>3761</c:v>
                </c:pt>
                <c:pt idx="3762">
                  <c:v>3762</c:v>
                </c:pt>
                <c:pt idx="3763">
                  <c:v>3763</c:v>
                </c:pt>
                <c:pt idx="3764">
                  <c:v>3764</c:v>
                </c:pt>
                <c:pt idx="3765">
                  <c:v>3765</c:v>
                </c:pt>
                <c:pt idx="3766">
                  <c:v>3766</c:v>
                </c:pt>
                <c:pt idx="3767">
                  <c:v>3767</c:v>
                </c:pt>
                <c:pt idx="3768">
                  <c:v>3768</c:v>
                </c:pt>
                <c:pt idx="3769">
                  <c:v>3769</c:v>
                </c:pt>
                <c:pt idx="3770">
                  <c:v>3770</c:v>
                </c:pt>
                <c:pt idx="3771">
                  <c:v>3771</c:v>
                </c:pt>
                <c:pt idx="3772">
                  <c:v>3772</c:v>
                </c:pt>
                <c:pt idx="3773">
                  <c:v>3773</c:v>
                </c:pt>
                <c:pt idx="3774">
                  <c:v>3774</c:v>
                </c:pt>
                <c:pt idx="3775">
                  <c:v>3775</c:v>
                </c:pt>
                <c:pt idx="3776">
                  <c:v>3776</c:v>
                </c:pt>
                <c:pt idx="3777">
                  <c:v>3777</c:v>
                </c:pt>
                <c:pt idx="3778">
                  <c:v>3778</c:v>
                </c:pt>
                <c:pt idx="3779">
                  <c:v>3779</c:v>
                </c:pt>
                <c:pt idx="3780">
                  <c:v>3780</c:v>
                </c:pt>
                <c:pt idx="3781">
                  <c:v>3781</c:v>
                </c:pt>
                <c:pt idx="3782">
                  <c:v>3782</c:v>
                </c:pt>
                <c:pt idx="3783">
                  <c:v>3783</c:v>
                </c:pt>
                <c:pt idx="3784">
                  <c:v>3784</c:v>
                </c:pt>
                <c:pt idx="3785">
                  <c:v>3785</c:v>
                </c:pt>
                <c:pt idx="3786">
                  <c:v>3786</c:v>
                </c:pt>
                <c:pt idx="3787">
                  <c:v>3787</c:v>
                </c:pt>
                <c:pt idx="3788">
                  <c:v>3788</c:v>
                </c:pt>
                <c:pt idx="3789">
                  <c:v>3789</c:v>
                </c:pt>
                <c:pt idx="3790">
                  <c:v>3790</c:v>
                </c:pt>
                <c:pt idx="3791">
                  <c:v>3791</c:v>
                </c:pt>
                <c:pt idx="3792">
                  <c:v>3792</c:v>
                </c:pt>
                <c:pt idx="3793">
                  <c:v>3793</c:v>
                </c:pt>
                <c:pt idx="3794">
                  <c:v>3794</c:v>
                </c:pt>
                <c:pt idx="3795">
                  <c:v>3795</c:v>
                </c:pt>
                <c:pt idx="3796">
                  <c:v>3796</c:v>
                </c:pt>
                <c:pt idx="3797">
                  <c:v>3797</c:v>
                </c:pt>
                <c:pt idx="3798">
                  <c:v>3798</c:v>
                </c:pt>
                <c:pt idx="3799">
                  <c:v>3799</c:v>
                </c:pt>
                <c:pt idx="3800">
                  <c:v>3800</c:v>
                </c:pt>
                <c:pt idx="3801">
                  <c:v>3801</c:v>
                </c:pt>
                <c:pt idx="3802">
                  <c:v>3802</c:v>
                </c:pt>
                <c:pt idx="3803">
                  <c:v>3803</c:v>
                </c:pt>
                <c:pt idx="3804">
                  <c:v>3804</c:v>
                </c:pt>
                <c:pt idx="3805">
                  <c:v>3805</c:v>
                </c:pt>
                <c:pt idx="3806">
                  <c:v>3806</c:v>
                </c:pt>
                <c:pt idx="3807">
                  <c:v>3807</c:v>
                </c:pt>
                <c:pt idx="3808">
                  <c:v>3808</c:v>
                </c:pt>
                <c:pt idx="3809">
                  <c:v>3809</c:v>
                </c:pt>
                <c:pt idx="3810">
                  <c:v>3810</c:v>
                </c:pt>
                <c:pt idx="3811">
                  <c:v>3811</c:v>
                </c:pt>
                <c:pt idx="3812">
                  <c:v>3812</c:v>
                </c:pt>
                <c:pt idx="3813">
                  <c:v>3813</c:v>
                </c:pt>
                <c:pt idx="3814">
                  <c:v>3814</c:v>
                </c:pt>
                <c:pt idx="3815">
                  <c:v>3815</c:v>
                </c:pt>
                <c:pt idx="3816">
                  <c:v>3816</c:v>
                </c:pt>
                <c:pt idx="3817">
                  <c:v>3817</c:v>
                </c:pt>
                <c:pt idx="3818">
                  <c:v>3818</c:v>
                </c:pt>
                <c:pt idx="3819">
                  <c:v>3819</c:v>
                </c:pt>
                <c:pt idx="3820">
                  <c:v>3820</c:v>
                </c:pt>
                <c:pt idx="3821">
                  <c:v>3821</c:v>
                </c:pt>
                <c:pt idx="3822">
                  <c:v>3822</c:v>
                </c:pt>
                <c:pt idx="3823">
                  <c:v>3823</c:v>
                </c:pt>
                <c:pt idx="3824">
                  <c:v>3824</c:v>
                </c:pt>
                <c:pt idx="3825">
                  <c:v>3825</c:v>
                </c:pt>
                <c:pt idx="3826">
                  <c:v>3826</c:v>
                </c:pt>
                <c:pt idx="3827">
                  <c:v>3827</c:v>
                </c:pt>
                <c:pt idx="3828">
                  <c:v>3828</c:v>
                </c:pt>
                <c:pt idx="3829">
                  <c:v>3829</c:v>
                </c:pt>
                <c:pt idx="3830">
                  <c:v>3830</c:v>
                </c:pt>
                <c:pt idx="3831">
                  <c:v>3831</c:v>
                </c:pt>
                <c:pt idx="3832">
                  <c:v>3832</c:v>
                </c:pt>
                <c:pt idx="3833">
                  <c:v>3833</c:v>
                </c:pt>
                <c:pt idx="3834">
                  <c:v>3834</c:v>
                </c:pt>
                <c:pt idx="3835">
                  <c:v>3835</c:v>
                </c:pt>
                <c:pt idx="3836">
                  <c:v>3836</c:v>
                </c:pt>
                <c:pt idx="3837">
                  <c:v>3837</c:v>
                </c:pt>
                <c:pt idx="3838">
                  <c:v>3838</c:v>
                </c:pt>
                <c:pt idx="3839">
                  <c:v>3839</c:v>
                </c:pt>
                <c:pt idx="3840">
                  <c:v>3840</c:v>
                </c:pt>
                <c:pt idx="3841">
                  <c:v>3841</c:v>
                </c:pt>
                <c:pt idx="3842">
                  <c:v>3842</c:v>
                </c:pt>
                <c:pt idx="3843">
                  <c:v>3843</c:v>
                </c:pt>
                <c:pt idx="3844">
                  <c:v>3844</c:v>
                </c:pt>
                <c:pt idx="3845">
                  <c:v>3845</c:v>
                </c:pt>
                <c:pt idx="3846">
                  <c:v>3846</c:v>
                </c:pt>
                <c:pt idx="3847">
                  <c:v>3847</c:v>
                </c:pt>
                <c:pt idx="3848">
                  <c:v>3848</c:v>
                </c:pt>
                <c:pt idx="3849">
                  <c:v>3849</c:v>
                </c:pt>
                <c:pt idx="3850">
                  <c:v>3850</c:v>
                </c:pt>
                <c:pt idx="3851">
                  <c:v>3851</c:v>
                </c:pt>
                <c:pt idx="3852">
                  <c:v>3852</c:v>
                </c:pt>
                <c:pt idx="3853">
                  <c:v>3853</c:v>
                </c:pt>
                <c:pt idx="3854">
                  <c:v>3854</c:v>
                </c:pt>
                <c:pt idx="3855">
                  <c:v>3855</c:v>
                </c:pt>
                <c:pt idx="3856">
                  <c:v>3856</c:v>
                </c:pt>
                <c:pt idx="3857">
                  <c:v>3857</c:v>
                </c:pt>
                <c:pt idx="3858">
                  <c:v>3858</c:v>
                </c:pt>
                <c:pt idx="3859">
                  <c:v>3859</c:v>
                </c:pt>
                <c:pt idx="3860">
                  <c:v>3860</c:v>
                </c:pt>
                <c:pt idx="3861">
                  <c:v>3861</c:v>
                </c:pt>
                <c:pt idx="3862">
                  <c:v>3862</c:v>
                </c:pt>
                <c:pt idx="3863">
                  <c:v>3863</c:v>
                </c:pt>
                <c:pt idx="3864">
                  <c:v>3864</c:v>
                </c:pt>
                <c:pt idx="3865">
                  <c:v>3865</c:v>
                </c:pt>
                <c:pt idx="3866">
                  <c:v>3866</c:v>
                </c:pt>
                <c:pt idx="3867">
                  <c:v>3867</c:v>
                </c:pt>
                <c:pt idx="3868">
                  <c:v>3868</c:v>
                </c:pt>
                <c:pt idx="3869">
                  <c:v>3869</c:v>
                </c:pt>
                <c:pt idx="3870">
                  <c:v>3870</c:v>
                </c:pt>
                <c:pt idx="3871">
                  <c:v>3871</c:v>
                </c:pt>
                <c:pt idx="3872">
                  <c:v>3872</c:v>
                </c:pt>
                <c:pt idx="3873">
                  <c:v>3873</c:v>
                </c:pt>
                <c:pt idx="3874">
                  <c:v>3874</c:v>
                </c:pt>
                <c:pt idx="3875">
                  <c:v>3875</c:v>
                </c:pt>
                <c:pt idx="3876">
                  <c:v>3876</c:v>
                </c:pt>
                <c:pt idx="3877">
                  <c:v>3877</c:v>
                </c:pt>
                <c:pt idx="3878">
                  <c:v>3878</c:v>
                </c:pt>
                <c:pt idx="3879">
                  <c:v>3879</c:v>
                </c:pt>
                <c:pt idx="3880">
                  <c:v>3880</c:v>
                </c:pt>
                <c:pt idx="3881">
                  <c:v>3881</c:v>
                </c:pt>
                <c:pt idx="3882">
                  <c:v>3882</c:v>
                </c:pt>
                <c:pt idx="3883">
                  <c:v>3883</c:v>
                </c:pt>
                <c:pt idx="3884">
                  <c:v>3884</c:v>
                </c:pt>
                <c:pt idx="3885">
                  <c:v>3885</c:v>
                </c:pt>
                <c:pt idx="3886">
                  <c:v>3886</c:v>
                </c:pt>
                <c:pt idx="3887">
                  <c:v>3887</c:v>
                </c:pt>
                <c:pt idx="3888">
                  <c:v>3888</c:v>
                </c:pt>
                <c:pt idx="3889">
                  <c:v>3889</c:v>
                </c:pt>
                <c:pt idx="3890">
                  <c:v>3890</c:v>
                </c:pt>
                <c:pt idx="3891">
                  <c:v>3891</c:v>
                </c:pt>
                <c:pt idx="3892">
                  <c:v>3892</c:v>
                </c:pt>
                <c:pt idx="3893">
                  <c:v>3893</c:v>
                </c:pt>
                <c:pt idx="3894">
                  <c:v>3894</c:v>
                </c:pt>
                <c:pt idx="3895">
                  <c:v>3895</c:v>
                </c:pt>
                <c:pt idx="3896">
                  <c:v>3896</c:v>
                </c:pt>
                <c:pt idx="3897">
                  <c:v>3897</c:v>
                </c:pt>
                <c:pt idx="3898">
                  <c:v>3898</c:v>
                </c:pt>
                <c:pt idx="3899">
                  <c:v>3899</c:v>
                </c:pt>
                <c:pt idx="3900">
                  <c:v>3900</c:v>
                </c:pt>
                <c:pt idx="3901">
                  <c:v>3901</c:v>
                </c:pt>
                <c:pt idx="3902">
                  <c:v>3902</c:v>
                </c:pt>
                <c:pt idx="3903">
                  <c:v>3903</c:v>
                </c:pt>
                <c:pt idx="3904">
                  <c:v>3904</c:v>
                </c:pt>
                <c:pt idx="3905">
                  <c:v>3905</c:v>
                </c:pt>
                <c:pt idx="3906">
                  <c:v>3906</c:v>
                </c:pt>
                <c:pt idx="3907">
                  <c:v>3907</c:v>
                </c:pt>
                <c:pt idx="3908">
                  <c:v>3908</c:v>
                </c:pt>
                <c:pt idx="3909">
                  <c:v>3909</c:v>
                </c:pt>
                <c:pt idx="3910">
                  <c:v>3910</c:v>
                </c:pt>
                <c:pt idx="3911">
                  <c:v>3911</c:v>
                </c:pt>
                <c:pt idx="3912">
                  <c:v>3912</c:v>
                </c:pt>
                <c:pt idx="3913">
                  <c:v>3913</c:v>
                </c:pt>
                <c:pt idx="3914">
                  <c:v>3914</c:v>
                </c:pt>
                <c:pt idx="3915">
                  <c:v>3915</c:v>
                </c:pt>
                <c:pt idx="3916">
                  <c:v>3916</c:v>
                </c:pt>
                <c:pt idx="3917">
                  <c:v>3917</c:v>
                </c:pt>
                <c:pt idx="3918">
                  <c:v>3918</c:v>
                </c:pt>
                <c:pt idx="3919">
                  <c:v>3919</c:v>
                </c:pt>
                <c:pt idx="3920">
                  <c:v>3920</c:v>
                </c:pt>
                <c:pt idx="3921">
                  <c:v>3921</c:v>
                </c:pt>
                <c:pt idx="3922">
                  <c:v>3922</c:v>
                </c:pt>
                <c:pt idx="3923">
                  <c:v>3923</c:v>
                </c:pt>
                <c:pt idx="3924">
                  <c:v>3924</c:v>
                </c:pt>
                <c:pt idx="3925">
                  <c:v>3925</c:v>
                </c:pt>
                <c:pt idx="3926">
                  <c:v>3926</c:v>
                </c:pt>
                <c:pt idx="3927">
                  <c:v>3927</c:v>
                </c:pt>
                <c:pt idx="3928">
                  <c:v>3928</c:v>
                </c:pt>
                <c:pt idx="3929">
                  <c:v>3929</c:v>
                </c:pt>
                <c:pt idx="3930">
                  <c:v>3930</c:v>
                </c:pt>
                <c:pt idx="3931">
                  <c:v>3931</c:v>
                </c:pt>
                <c:pt idx="3932">
                  <c:v>3932</c:v>
                </c:pt>
                <c:pt idx="3933">
                  <c:v>3933</c:v>
                </c:pt>
                <c:pt idx="3934">
                  <c:v>3934</c:v>
                </c:pt>
                <c:pt idx="3935">
                  <c:v>3935</c:v>
                </c:pt>
                <c:pt idx="3936">
                  <c:v>3936</c:v>
                </c:pt>
                <c:pt idx="3937">
                  <c:v>3937</c:v>
                </c:pt>
                <c:pt idx="3938">
                  <c:v>3938</c:v>
                </c:pt>
                <c:pt idx="3939">
                  <c:v>3939</c:v>
                </c:pt>
                <c:pt idx="3940">
                  <c:v>3940</c:v>
                </c:pt>
                <c:pt idx="3941">
                  <c:v>3941</c:v>
                </c:pt>
                <c:pt idx="3942">
                  <c:v>3942</c:v>
                </c:pt>
                <c:pt idx="3943">
                  <c:v>3943</c:v>
                </c:pt>
                <c:pt idx="3944">
                  <c:v>3944</c:v>
                </c:pt>
                <c:pt idx="3945">
                  <c:v>3945</c:v>
                </c:pt>
                <c:pt idx="3946">
                  <c:v>3946</c:v>
                </c:pt>
                <c:pt idx="3947">
                  <c:v>3947</c:v>
                </c:pt>
                <c:pt idx="3948">
                  <c:v>3948</c:v>
                </c:pt>
                <c:pt idx="3949">
                  <c:v>3949</c:v>
                </c:pt>
                <c:pt idx="3950">
                  <c:v>3950</c:v>
                </c:pt>
                <c:pt idx="3951">
                  <c:v>3951</c:v>
                </c:pt>
                <c:pt idx="3952">
                  <c:v>3952</c:v>
                </c:pt>
                <c:pt idx="3953">
                  <c:v>3953</c:v>
                </c:pt>
                <c:pt idx="3954">
                  <c:v>3954</c:v>
                </c:pt>
                <c:pt idx="3955">
                  <c:v>3955</c:v>
                </c:pt>
                <c:pt idx="3956">
                  <c:v>3956</c:v>
                </c:pt>
                <c:pt idx="3957">
                  <c:v>3957</c:v>
                </c:pt>
                <c:pt idx="3958">
                  <c:v>3958</c:v>
                </c:pt>
                <c:pt idx="3959">
                  <c:v>3959</c:v>
                </c:pt>
                <c:pt idx="3960">
                  <c:v>3960</c:v>
                </c:pt>
                <c:pt idx="3961">
                  <c:v>3961</c:v>
                </c:pt>
                <c:pt idx="3962">
                  <c:v>3962</c:v>
                </c:pt>
                <c:pt idx="3963">
                  <c:v>3963</c:v>
                </c:pt>
                <c:pt idx="3964">
                  <c:v>3964</c:v>
                </c:pt>
                <c:pt idx="3965">
                  <c:v>3965</c:v>
                </c:pt>
                <c:pt idx="3966">
                  <c:v>3966</c:v>
                </c:pt>
                <c:pt idx="3967">
                  <c:v>3967</c:v>
                </c:pt>
                <c:pt idx="3968">
                  <c:v>3968</c:v>
                </c:pt>
                <c:pt idx="3969">
                  <c:v>3969</c:v>
                </c:pt>
                <c:pt idx="3970">
                  <c:v>3970</c:v>
                </c:pt>
                <c:pt idx="3971">
                  <c:v>3971</c:v>
                </c:pt>
                <c:pt idx="3972">
                  <c:v>3972</c:v>
                </c:pt>
                <c:pt idx="3973">
                  <c:v>3973</c:v>
                </c:pt>
                <c:pt idx="3974">
                  <c:v>3974</c:v>
                </c:pt>
                <c:pt idx="3975">
                  <c:v>3975</c:v>
                </c:pt>
                <c:pt idx="3976">
                  <c:v>3976</c:v>
                </c:pt>
                <c:pt idx="3977">
                  <c:v>3977</c:v>
                </c:pt>
                <c:pt idx="3978">
                  <c:v>3978</c:v>
                </c:pt>
                <c:pt idx="3979">
                  <c:v>3979</c:v>
                </c:pt>
                <c:pt idx="3980">
                  <c:v>3980</c:v>
                </c:pt>
                <c:pt idx="3981">
                  <c:v>3981</c:v>
                </c:pt>
                <c:pt idx="3982">
                  <c:v>3982</c:v>
                </c:pt>
                <c:pt idx="3983">
                  <c:v>3983</c:v>
                </c:pt>
                <c:pt idx="3984">
                  <c:v>3984</c:v>
                </c:pt>
                <c:pt idx="3985">
                  <c:v>3985</c:v>
                </c:pt>
                <c:pt idx="3986">
                  <c:v>3986</c:v>
                </c:pt>
                <c:pt idx="3987">
                  <c:v>3987</c:v>
                </c:pt>
                <c:pt idx="3988">
                  <c:v>3988</c:v>
                </c:pt>
                <c:pt idx="3989">
                  <c:v>3989</c:v>
                </c:pt>
                <c:pt idx="3990">
                  <c:v>3990</c:v>
                </c:pt>
                <c:pt idx="3991">
                  <c:v>3991</c:v>
                </c:pt>
                <c:pt idx="3992">
                  <c:v>3992</c:v>
                </c:pt>
                <c:pt idx="3993">
                  <c:v>3993</c:v>
                </c:pt>
                <c:pt idx="3994">
                  <c:v>3994</c:v>
                </c:pt>
                <c:pt idx="3995">
                  <c:v>3995</c:v>
                </c:pt>
                <c:pt idx="3996">
                  <c:v>3996</c:v>
                </c:pt>
                <c:pt idx="3997">
                  <c:v>3997</c:v>
                </c:pt>
                <c:pt idx="3998">
                  <c:v>3998</c:v>
                </c:pt>
                <c:pt idx="3999">
                  <c:v>3999</c:v>
                </c:pt>
                <c:pt idx="4000">
                  <c:v>4000</c:v>
                </c:pt>
                <c:pt idx="4001">
                  <c:v>4001</c:v>
                </c:pt>
                <c:pt idx="4002">
                  <c:v>4002</c:v>
                </c:pt>
                <c:pt idx="4003">
                  <c:v>4003</c:v>
                </c:pt>
                <c:pt idx="4004">
                  <c:v>4004</c:v>
                </c:pt>
                <c:pt idx="4005">
                  <c:v>4005</c:v>
                </c:pt>
                <c:pt idx="4006">
                  <c:v>4006</c:v>
                </c:pt>
                <c:pt idx="4007">
                  <c:v>4007</c:v>
                </c:pt>
                <c:pt idx="4008">
                  <c:v>4008</c:v>
                </c:pt>
                <c:pt idx="4009">
                  <c:v>4009</c:v>
                </c:pt>
                <c:pt idx="4010">
                  <c:v>4010</c:v>
                </c:pt>
                <c:pt idx="4011">
                  <c:v>4011</c:v>
                </c:pt>
                <c:pt idx="4012">
                  <c:v>4012</c:v>
                </c:pt>
                <c:pt idx="4013">
                  <c:v>4013</c:v>
                </c:pt>
                <c:pt idx="4014">
                  <c:v>4014</c:v>
                </c:pt>
                <c:pt idx="4015">
                  <c:v>4015</c:v>
                </c:pt>
                <c:pt idx="4016">
                  <c:v>4016</c:v>
                </c:pt>
                <c:pt idx="4017">
                  <c:v>4017</c:v>
                </c:pt>
                <c:pt idx="4018">
                  <c:v>4018</c:v>
                </c:pt>
                <c:pt idx="4019">
                  <c:v>4019</c:v>
                </c:pt>
                <c:pt idx="4020">
                  <c:v>4020</c:v>
                </c:pt>
                <c:pt idx="4021">
                  <c:v>4021</c:v>
                </c:pt>
                <c:pt idx="4022">
                  <c:v>4022</c:v>
                </c:pt>
                <c:pt idx="4023">
                  <c:v>4023</c:v>
                </c:pt>
                <c:pt idx="4024">
                  <c:v>4024</c:v>
                </c:pt>
                <c:pt idx="4025">
                  <c:v>4025</c:v>
                </c:pt>
                <c:pt idx="4026">
                  <c:v>4026</c:v>
                </c:pt>
                <c:pt idx="4027">
                  <c:v>4027</c:v>
                </c:pt>
                <c:pt idx="4028">
                  <c:v>4028</c:v>
                </c:pt>
                <c:pt idx="4029">
                  <c:v>4029</c:v>
                </c:pt>
                <c:pt idx="4030">
                  <c:v>4030</c:v>
                </c:pt>
                <c:pt idx="4031">
                  <c:v>4031</c:v>
                </c:pt>
                <c:pt idx="4032">
                  <c:v>4032</c:v>
                </c:pt>
                <c:pt idx="4033">
                  <c:v>4033</c:v>
                </c:pt>
                <c:pt idx="4034">
                  <c:v>4034</c:v>
                </c:pt>
                <c:pt idx="4035">
                  <c:v>4035</c:v>
                </c:pt>
                <c:pt idx="4036">
                  <c:v>4036</c:v>
                </c:pt>
                <c:pt idx="4037">
                  <c:v>4037</c:v>
                </c:pt>
                <c:pt idx="4038">
                  <c:v>4038</c:v>
                </c:pt>
                <c:pt idx="4039">
                  <c:v>4039</c:v>
                </c:pt>
                <c:pt idx="4040">
                  <c:v>4040</c:v>
                </c:pt>
                <c:pt idx="4041">
                  <c:v>4041</c:v>
                </c:pt>
                <c:pt idx="4042">
                  <c:v>4042</c:v>
                </c:pt>
                <c:pt idx="4043">
                  <c:v>4043</c:v>
                </c:pt>
                <c:pt idx="4044">
                  <c:v>4044</c:v>
                </c:pt>
                <c:pt idx="4045">
                  <c:v>4045</c:v>
                </c:pt>
                <c:pt idx="4046">
                  <c:v>4046</c:v>
                </c:pt>
                <c:pt idx="4047">
                  <c:v>4047</c:v>
                </c:pt>
                <c:pt idx="4048">
                  <c:v>4048</c:v>
                </c:pt>
                <c:pt idx="4049">
                  <c:v>4049</c:v>
                </c:pt>
                <c:pt idx="4050">
                  <c:v>4050</c:v>
                </c:pt>
                <c:pt idx="4051">
                  <c:v>4051</c:v>
                </c:pt>
                <c:pt idx="4052">
                  <c:v>4052</c:v>
                </c:pt>
                <c:pt idx="4053">
                  <c:v>4053</c:v>
                </c:pt>
                <c:pt idx="4054">
                  <c:v>4054</c:v>
                </c:pt>
                <c:pt idx="4055">
                  <c:v>4055</c:v>
                </c:pt>
                <c:pt idx="4056">
                  <c:v>4056</c:v>
                </c:pt>
                <c:pt idx="4057">
                  <c:v>4057</c:v>
                </c:pt>
                <c:pt idx="4058">
                  <c:v>4058</c:v>
                </c:pt>
                <c:pt idx="4059">
                  <c:v>4059</c:v>
                </c:pt>
                <c:pt idx="4060">
                  <c:v>4060</c:v>
                </c:pt>
                <c:pt idx="4061">
                  <c:v>4061</c:v>
                </c:pt>
                <c:pt idx="4062">
                  <c:v>4062</c:v>
                </c:pt>
                <c:pt idx="4063">
                  <c:v>4063</c:v>
                </c:pt>
                <c:pt idx="4064">
                  <c:v>4064</c:v>
                </c:pt>
                <c:pt idx="4065">
                  <c:v>4065</c:v>
                </c:pt>
                <c:pt idx="4066">
                  <c:v>4066</c:v>
                </c:pt>
                <c:pt idx="4067">
                  <c:v>4067</c:v>
                </c:pt>
                <c:pt idx="4068">
                  <c:v>4068</c:v>
                </c:pt>
                <c:pt idx="4069">
                  <c:v>4069</c:v>
                </c:pt>
                <c:pt idx="4070">
                  <c:v>4070</c:v>
                </c:pt>
                <c:pt idx="4071">
                  <c:v>4071</c:v>
                </c:pt>
                <c:pt idx="4072">
                  <c:v>4072</c:v>
                </c:pt>
                <c:pt idx="4073">
                  <c:v>4073</c:v>
                </c:pt>
                <c:pt idx="4074">
                  <c:v>4074</c:v>
                </c:pt>
                <c:pt idx="4075">
                  <c:v>4075</c:v>
                </c:pt>
                <c:pt idx="4076">
                  <c:v>4076</c:v>
                </c:pt>
                <c:pt idx="4077">
                  <c:v>4077</c:v>
                </c:pt>
                <c:pt idx="4078">
                  <c:v>4078</c:v>
                </c:pt>
                <c:pt idx="4079">
                  <c:v>4079</c:v>
                </c:pt>
                <c:pt idx="4080">
                  <c:v>4080</c:v>
                </c:pt>
                <c:pt idx="4081">
                  <c:v>4081</c:v>
                </c:pt>
                <c:pt idx="4082">
                  <c:v>4082</c:v>
                </c:pt>
                <c:pt idx="4083">
                  <c:v>4083</c:v>
                </c:pt>
                <c:pt idx="4084">
                  <c:v>4084</c:v>
                </c:pt>
                <c:pt idx="4085">
                  <c:v>4085</c:v>
                </c:pt>
                <c:pt idx="4086">
                  <c:v>4086</c:v>
                </c:pt>
                <c:pt idx="4087">
                  <c:v>4087</c:v>
                </c:pt>
                <c:pt idx="4088">
                  <c:v>4088</c:v>
                </c:pt>
                <c:pt idx="4089">
                  <c:v>4089</c:v>
                </c:pt>
                <c:pt idx="4090">
                  <c:v>4090</c:v>
                </c:pt>
                <c:pt idx="4091">
                  <c:v>4091</c:v>
                </c:pt>
                <c:pt idx="4092">
                  <c:v>4092</c:v>
                </c:pt>
                <c:pt idx="4093">
                  <c:v>4093</c:v>
                </c:pt>
                <c:pt idx="4094">
                  <c:v>4094</c:v>
                </c:pt>
                <c:pt idx="4095">
                  <c:v>4095</c:v>
                </c:pt>
                <c:pt idx="4096">
                  <c:v>4096</c:v>
                </c:pt>
                <c:pt idx="4097">
                  <c:v>4097</c:v>
                </c:pt>
                <c:pt idx="4098">
                  <c:v>4098</c:v>
                </c:pt>
                <c:pt idx="4099">
                  <c:v>4099</c:v>
                </c:pt>
                <c:pt idx="4100">
                  <c:v>4100</c:v>
                </c:pt>
                <c:pt idx="4101">
                  <c:v>4101</c:v>
                </c:pt>
                <c:pt idx="4102">
                  <c:v>4102</c:v>
                </c:pt>
                <c:pt idx="4103">
                  <c:v>4103</c:v>
                </c:pt>
                <c:pt idx="4104">
                  <c:v>4104</c:v>
                </c:pt>
                <c:pt idx="4105">
                  <c:v>4105</c:v>
                </c:pt>
                <c:pt idx="4106">
                  <c:v>4106</c:v>
                </c:pt>
                <c:pt idx="4107">
                  <c:v>4107</c:v>
                </c:pt>
                <c:pt idx="4108">
                  <c:v>4108</c:v>
                </c:pt>
                <c:pt idx="4109">
                  <c:v>4109</c:v>
                </c:pt>
                <c:pt idx="4110">
                  <c:v>4110</c:v>
                </c:pt>
                <c:pt idx="4111">
                  <c:v>4111</c:v>
                </c:pt>
                <c:pt idx="4112">
                  <c:v>4112</c:v>
                </c:pt>
                <c:pt idx="4113">
                  <c:v>4113</c:v>
                </c:pt>
                <c:pt idx="4114">
                  <c:v>4114</c:v>
                </c:pt>
                <c:pt idx="4115">
                  <c:v>4115</c:v>
                </c:pt>
                <c:pt idx="4116">
                  <c:v>4116</c:v>
                </c:pt>
                <c:pt idx="4117">
                  <c:v>4117</c:v>
                </c:pt>
                <c:pt idx="4118">
                  <c:v>4118</c:v>
                </c:pt>
                <c:pt idx="4119">
                  <c:v>4119</c:v>
                </c:pt>
                <c:pt idx="4120">
                  <c:v>4120</c:v>
                </c:pt>
                <c:pt idx="4121">
                  <c:v>4121</c:v>
                </c:pt>
                <c:pt idx="4122">
                  <c:v>4122</c:v>
                </c:pt>
                <c:pt idx="4123">
                  <c:v>4123</c:v>
                </c:pt>
                <c:pt idx="4124">
                  <c:v>4124</c:v>
                </c:pt>
                <c:pt idx="4125">
                  <c:v>4125</c:v>
                </c:pt>
                <c:pt idx="4126">
                  <c:v>4126</c:v>
                </c:pt>
                <c:pt idx="4127">
                  <c:v>4127</c:v>
                </c:pt>
                <c:pt idx="4128">
                  <c:v>4128</c:v>
                </c:pt>
                <c:pt idx="4129">
                  <c:v>4129</c:v>
                </c:pt>
                <c:pt idx="4130">
                  <c:v>4130</c:v>
                </c:pt>
                <c:pt idx="4131">
                  <c:v>4131</c:v>
                </c:pt>
                <c:pt idx="4132">
                  <c:v>4132</c:v>
                </c:pt>
                <c:pt idx="4133">
                  <c:v>4133</c:v>
                </c:pt>
                <c:pt idx="4134">
                  <c:v>4134</c:v>
                </c:pt>
                <c:pt idx="4135">
                  <c:v>4135</c:v>
                </c:pt>
                <c:pt idx="4136">
                  <c:v>4136</c:v>
                </c:pt>
                <c:pt idx="4137">
                  <c:v>4137</c:v>
                </c:pt>
                <c:pt idx="4138">
                  <c:v>4138</c:v>
                </c:pt>
                <c:pt idx="4139">
                  <c:v>4139</c:v>
                </c:pt>
                <c:pt idx="4140">
                  <c:v>4140</c:v>
                </c:pt>
                <c:pt idx="4141">
                  <c:v>4141</c:v>
                </c:pt>
                <c:pt idx="4142">
                  <c:v>4142</c:v>
                </c:pt>
                <c:pt idx="4143">
                  <c:v>4143</c:v>
                </c:pt>
                <c:pt idx="4144">
                  <c:v>4144</c:v>
                </c:pt>
                <c:pt idx="4145">
                  <c:v>4145</c:v>
                </c:pt>
                <c:pt idx="4146">
                  <c:v>4146</c:v>
                </c:pt>
                <c:pt idx="4147">
                  <c:v>4147</c:v>
                </c:pt>
                <c:pt idx="4148">
                  <c:v>4148</c:v>
                </c:pt>
                <c:pt idx="4149">
                  <c:v>4149</c:v>
                </c:pt>
                <c:pt idx="4150">
                  <c:v>4150</c:v>
                </c:pt>
                <c:pt idx="4151">
                  <c:v>4151</c:v>
                </c:pt>
                <c:pt idx="4152">
                  <c:v>4152</c:v>
                </c:pt>
                <c:pt idx="4153">
                  <c:v>4153</c:v>
                </c:pt>
                <c:pt idx="4154">
                  <c:v>4154</c:v>
                </c:pt>
                <c:pt idx="4155">
                  <c:v>4155</c:v>
                </c:pt>
                <c:pt idx="4156">
                  <c:v>4156</c:v>
                </c:pt>
                <c:pt idx="4157">
                  <c:v>4157</c:v>
                </c:pt>
                <c:pt idx="4158">
                  <c:v>4158</c:v>
                </c:pt>
                <c:pt idx="4159">
                  <c:v>4159</c:v>
                </c:pt>
                <c:pt idx="4160">
                  <c:v>4160</c:v>
                </c:pt>
                <c:pt idx="4161">
                  <c:v>4161</c:v>
                </c:pt>
                <c:pt idx="4162">
                  <c:v>4162</c:v>
                </c:pt>
                <c:pt idx="4163">
                  <c:v>4163</c:v>
                </c:pt>
                <c:pt idx="4164">
                  <c:v>4164</c:v>
                </c:pt>
                <c:pt idx="4165">
                  <c:v>4165</c:v>
                </c:pt>
                <c:pt idx="4166">
                  <c:v>4166</c:v>
                </c:pt>
                <c:pt idx="4167">
                  <c:v>4167</c:v>
                </c:pt>
                <c:pt idx="4168">
                  <c:v>4168</c:v>
                </c:pt>
                <c:pt idx="4169">
                  <c:v>4169</c:v>
                </c:pt>
                <c:pt idx="4170">
                  <c:v>4170</c:v>
                </c:pt>
                <c:pt idx="4171">
                  <c:v>4171</c:v>
                </c:pt>
                <c:pt idx="4172">
                  <c:v>4172</c:v>
                </c:pt>
                <c:pt idx="4173">
                  <c:v>4173</c:v>
                </c:pt>
                <c:pt idx="4174">
                  <c:v>4174</c:v>
                </c:pt>
                <c:pt idx="4175">
                  <c:v>4175</c:v>
                </c:pt>
                <c:pt idx="4176">
                  <c:v>4176</c:v>
                </c:pt>
                <c:pt idx="4177">
                  <c:v>4177</c:v>
                </c:pt>
                <c:pt idx="4178">
                  <c:v>4178</c:v>
                </c:pt>
                <c:pt idx="4179">
                  <c:v>4179</c:v>
                </c:pt>
                <c:pt idx="4180">
                  <c:v>4180</c:v>
                </c:pt>
                <c:pt idx="4181">
                  <c:v>4181</c:v>
                </c:pt>
                <c:pt idx="4182">
                  <c:v>4182</c:v>
                </c:pt>
                <c:pt idx="4183">
                  <c:v>4183</c:v>
                </c:pt>
                <c:pt idx="4184">
                  <c:v>4184</c:v>
                </c:pt>
                <c:pt idx="4185">
                  <c:v>4185</c:v>
                </c:pt>
                <c:pt idx="4186">
                  <c:v>4186</c:v>
                </c:pt>
                <c:pt idx="4187">
                  <c:v>4187</c:v>
                </c:pt>
                <c:pt idx="4188">
                  <c:v>4188</c:v>
                </c:pt>
                <c:pt idx="4189">
                  <c:v>4189</c:v>
                </c:pt>
                <c:pt idx="4190">
                  <c:v>4190</c:v>
                </c:pt>
                <c:pt idx="4191">
                  <c:v>4191</c:v>
                </c:pt>
                <c:pt idx="4192">
                  <c:v>4192</c:v>
                </c:pt>
                <c:pt idx="4193">
                  <c:v>4193</c:v>
                </c:pt>
                <c:pt idx="4194">
                  <c:v>4194</c:v>
                </c:pt>
                <c:pt idx="4195">
                  <c:v>4195</c:v>
                </c:pt>
                <c:pt idx="4196">
                  <c:v>4196</c:v>
                </c:pt>
                <c:pt idx="4197">
                  <c:v>4197</c:v>
                </c:pt>
                <c:pt idx="4198">
                  <c:v>4198</c:v>
                </c:pt>
                <c:pt idx="4199">
                  <c:v>4199</c:v>
                </c:pt>
                <c:pt idx="4200">
                  <c:v>4200</c:v>
                </c:pt>
                <c:pt idx="4201">
                  <c:v>4201</c:v>
                </c:pt>
                <c:pt idx="4202">
                  <c:v>4202</c:v>
                </c:pt>
                <c:pt idx="4203">
                  <c:v>4203</c:v>
                </c:pt>
                <c:pt idx="4204">
                  <c:v>4204</c:v>
                </c:pt>
                <c:pt idx="4205">
                  <c:v>4205</c:v>
                </c:pt>
                <c:pt idx="4206">
                  <c:v>4206</c:v>
                </c:pt>
                <c:pt idx="4207">
                  <c:v>4207</c:v>
                </c:pt>
                <c:pt idx="4208">
                  <c:v>4208</c:v>
                </c:pt>
                <c:pt idx="4209">
                  <c:v>4209</c:v>
                </c:pt>
                <c:pt idx="4210">
                  <c:v>4210</c:v>
                </c:pt>
                <c:pt idx="4211">
                  <c:v>4211</c:v>
                </c:pt>
                <c:pt idx="4212">
                  <c:v>4212</c:v>
                </c:pt>
                <c:pt idx="4213">
                  <c:v>4213</c:v>
                </c:pt>
                <c:pt idx="4214">
                  <c:v>4214</c:v>
                </c:pt>
                <c:pt idx="4215">
                  <c:v>4215</c:v>
                </c:pt>
                <c:pt idx="4216">
                  <c:v>4216</c:v>
                </c:pt>
                <c:pt idx="4217">
                  <c:v>4217</c:v>
                </c:pt>
                <c:pt idx="4218">
                  <c:v>4218</c:v>
                </c:pt>
                <c:pt idx="4219">
                  <c:v>4219</c:v>
                </c:pt>
                <c:pt idx="4220">
                  <c:v>4220</c:v>
                </c:pt>
                <c:pt idx="4221">
                  <c:v>4221</c:v>
                </c:pt>
                <c:pt idx="4222">
                  <c:v>4222</c:v>
                </c:pt>
                <c:pt idx="4223">
                  <c:v>4223</c:v>
                </c:pt>
                <c:pt idx="4224">
                  <c:v>4224</c:v>
                </c:pt>
                <c:pt idx="4225">
                  <c:v>4225</c:v>
                </c:pt>
                <c:pt idx="4226">
                  <c:v>4226</c:v>
                </c:pt>
                <c:pt idx="4227">
                  <c:v>4227</c:v>
                </c:pt>
                <c:pt idx="4228">
                  <c:v>4228</c:v>
                </c:pt>
                <c:pt idx="4229">
                  <c:v>4229</c:v>
                </c:pt>
                <c:pt idx="4230">
                  <c:v>4230</c:v>
                </c:pt>
                <c:pt idx="4231">
                  <c:v>4231</c:v>
                </c:pt>
                <c:pt idx="4232">
                  <c:v>4232</c:v>
                </c:pt>
                <c:pt idx="4233">
                  <c:v>4233</c:v>
                </c:pt>
                <c:pt idx="4234">
                  <c:v>4234</c:v>
                </c:pt>
                <c:pt idx="4235">
                  <c:v>4235</c:v>
                </c:pt>
                <c:pt idx="4236">
                  <c:v>4236</c:v>
                </c:pt>
                <c:pt idx="4237">
                  <c:v>4237</c:v>
                </c:pt>
                <c:pt idx="4238">
                  <c:v>4238</c:v>
                </c:pt>
                <c:pt idx="4239">
                  <c:v>4239</c:v>
                </c:pt>
                <c:pt idx="4240">
                  <c:v>4240</c:v>
                </c:pt>
                <c:pt idx="4241">
                  <c:v>4241</c:v>
                </c:pt>
                <c:pt idx="4242">
                  <c:v>4242</c:v>
                </c:pt>
                <c:pt idx="4243">
                  <c:v>4243</c:v>
                </c:pt>
                <c:pt idx="4244">
                  <c:v>4244</c:v>
                </c:pt>
                <c:pt idx="4245">
                  <c:v>4245</c:v>
                </c:pt>
                <c:pt idx="4246">
                  <c:v>4246</c:v>
                </c:pt>
                <c:pt idx="4247">
                  <c:v>4247</c:v>
                </c:pt>
                <c:pt idx="4248">
                  <c:v>4248</c:v>
                </c:pt>
                <c:pt idx="4249">
                  <c:v>4249</c:v>
                </c:pt>
                <c:pt idx="4250">
                  <c:v>4250</c:v>
                </c:pt>
                <c:pt idx="4251">
                  <c:v>4251</c:v>
                </c:pt>
                <c:pt idx="4252">
                  <c:v>4252</c:v>
                </c:pt>
                <c:pt idx="4253">
                  <c:v>4253</c:v>
                </c:pt>
                <c:pt idx="4254">
                  <c:v>4254</c:v>
                </c:pt>
                <c:pt idx="4255">
                  <c:v>4255</c:v>
                </c:pt>
                <c:pt idx="4256">
                  <c:v>4256</c:v>
                </c:pt>
                <c:pt idx="4257">
                  <c:v>4257</c:v>
                </c:pt>
                <c:pt idx="4258">
                  <c:v>4258</c:v>
                </c:pt>
                <c:pt idx="4259">
                  <c:v>4259</c:v>
                </c:pt>
                <c:pt idx="4260">
                  <c:v>4260</c:v>
                </c:pt>
                <c:pt idx="4261">
                  <c:v>4261</c:v>
                </c:pt>
                <c:pt idx="4262">
                  <c:v>4262</c:v>
                </c:pt>
                <c:pt idx="4263">
                  <c:v>4263</c:v>
                </c:pt>
                <c:pt idx="4264">
                  <c:v>4264</c:v>
                </c:pt>
                <c:pt idx="4265">
                  <c:v>4265</c:v>
                </c:pt>
                <c:pt idx="4266">
                  <c:v>4266</c:v>
                </c:pt>
                <c:pt idx="4267">
                  <c:v>4267</c:v>
                </c:pt>
                <c:pt idx="4268">
                  <c:v>4268</c:v>
                </c:pt>
                <c:pt idx="4269">
                  <c:v>4269</c:v>
                </c:pt>
                <c:pt idx="4270">
                  <c:v>4270</c:v>
                </c:pt>
                <c:pt idx="4271">
                  <c:v>4271</c:v>
                </c:pt>
                <c:pt idx="4272">
                  <c:v>4272</c:v>
                </c:pt>
                <c:pt idx="4273">
                  <c:v>4273</c:v>
                </c:pt>
                <c:pt idx="4274">
                  <c:v>4274</c:v>
                </c:pt>
                <c:pt idx="4275">
                  <c:v>4275</c:v>
                </c:pt>
                <c:pt idx="4276">
                  <c:v>4276</c:v>
                </c:pt>
                <c:pt idx="4277">
                  <c:v>4277</c:v>
                </c:pt>
                <c:pt idx="4278">
                  <c:v>4278</c:v>
                </c:pt>
                <c:pt idx="4279">
                  <c:v>4279</c:v>
                </c:pt>
                <c:pt idx="4280">
                  <c:v>4280</c:v>
                </c:pt>
                <c:pt idx="4281">
                  <c:v>4281</c:v>
                </c:pt>
                <c:pt idx="4282">
                  <c:v>4282</c:v>
                </c:pt>
                <c:pt idx="4283">
                  <c:v>4283</c:v>
                </c:pt>
                <c:pt idx="4284">
                  <c:v>4284</c:v>
                </c:pt>
                <c:pt idx="4285">
                  <c:v>4285</c:v>
                </c:pt>
                <c:pt idx="4286">
                  <c:v>4286</c:v>
                </c:pt>
                <c:pt idx="4287">
                  <c:v>4287</c:v>
                </c:pt>
                <c:pt idx="4288">
                  <c:v>4288</c:v>
                </c:pt>
                <c:pt idx="4289">
                  <c:v>4289</c:v>
                </c:pt>
                <c:pt idx="4290">
                  <c:v>4290</c:v>
                </c:pt>
                <c:pt idx="4291">
                  <c:v>4291</c:v>
                </c:pt>
                <c:pt idx="4292">
                  <c:v>4292</c:v>
                </c:pt>
                <c:pt idx="4293">
                  <c:v>4293</c:v>
                </c:pt>
                <c:pt idx="4294">
                  <c:v>4294</c:v>
                </c:pt>
                <c:pt idx="4295">
                  <c:v>4295</c:v>
                </c:pt>
                <c:pt idx="4296">
                  <c:v>4296</c:v>
                </c:pt>
                <c:pt idx="4297">
                  <c:v>4297</c:v>
                </c:pt>
                <c:pt idx="4298">
                  <c:v>4298</c:v>
                </c:pt>
                <c:pt idx="4299">
                  <c:v>4299</c:v>
                </c:pt>
                <c:pt idx="4300">
                  <c:v>4300</c:v>
                </c:pt>
                <c:pt idx="4301">
                  <c:v>4301</c:v>
                </c:pt>
                <c:pt idx="4302">
                  <c:v>4302</c:v>
                </c:pt>
                <c:pt idx="4303">
                  <c:v>4303</c:v>
                </c:pt>
                <c:pt idx="4304">
                  <c:v>4304</c:v>
                </c:pt>
                <c:pt idx="4305">
                  <c:v>4305</c:v>
                </c:pt>
                <c:pt idx="4306">
                  <c:v>4306</c:v>
                </c:pt>
                <c:pt idx="4307">
                  <c:v>4307</c:v>
                </c:pt>
                <c:pt idx="4308">
                  <c:v>4308</c:v>
                </c:pt>
                <c:pt idx="4309">
                  <c:v>4309</c:v>
                </c:pt>
                <c:pt idx="4310">
                  <c:v>4310</c:v>
                </c:pt>
                <c:pt idx="4311">
                  <c:v>4311</c:v>
                </c:pt>
                <c:pt idx="4312">
                  <c:v>4312</c:v>
                </c:pt>
                <c:pt idx="4313">
                  <c:v>4313</c:v>
                </c:pt>
                <c:pt idx="4314">
                  <c:v>4314</c:v>
                </c:pt>
                <c:pt idx="4315">
                  <c:v>4315</c:v>
                </c:pt>
                <c:pt idx="4316">
                  <c:v>4316</c:v>
                </c:pt>
                <c:pt idx="4317">
                  <c:v>4317</c:v>
                </c:pt>
                <c:pt idx="4318">
                  <c:v>4318</c:v>
                </c:pt>
                <c:pt idx="4319">
                  <c:v>4319</c:v>
                </c:pt>
                <c:pt idx="4320">
                  <c:v>4320</c:v>
                </c:pt>
                <c:pt idx="4321">
                  <c:v>4321</c:v>
                </c:pt>
                <c:pt idx="4322">
                  <c:v>4322</c:v>
                </c:pt>
                <c:pt idx="4323">
                  <c:v>4323</c:v>
                </c:pt>
                <c:pt idx="4324">
                  <c:v>4324</c:v>
                </c:pt>
                <c:pt idx="4325">
                  <c:v>4325</c:v>
                </c:pt>
                <c:pt idx="4326">
                  <c:v>4326</c:v>
                </c:pt>
                <c:pt idx="4327">
                  <c:v>4327</c:v>
                </c:pt>
                <c:pt idx="4328">
                  <c:v>4328</c:v>
                </c:pt>
                <c:pt idx="4329">
                  <c:v>4329</c:v>
                </c:pt>
                <c:pt idx="4330">
                  <c:v>4330</c:v>
                </c:pt>
                <c:pt idx="4331">
                  <c:v>4331</c:v>
                </c:pt>
                <c:pt idx="4332">
                  <c:v>4332</c:v>
                </c:pt>
                <c:pt idx="4333">
                  <c:v>4333</c:v>
                </c:pt>
                <c:pt idx="4334">
                  <c:v>4334</c:v>
                </c:pt>
                <c:pt idx="4335">
                  <c:v>4335</c:v>
                </c:pt>
                <c:pt idx="4336">
                  <c:v>4336</c:v>
                </c:pt>
                <c:pt idx="4337">
                  <c:v>4337</c:v>
                </c:pt>
                <c:pt idx="4338">
                  <c:v>4338</c:v>
                </c:pt>
                <c:pt idx="4339">
                  <c:v>4339</c:v>
                </c:pt>
                <c:pt idx="4340">
                  <c:v>4340</c:v>
                </c:pt>
                <c:pt idx="4341">
                  <c:v>4341</c:v>
                </c:pt>
                <c:pt idx="4342">
                  <c:v>4342</c:v>
                </c:pt>
                <c:pt idx="4343">
                  <c:v>4343</c:v>
                </c:pt>
                <c:pt idx="4344">
                  <c:v>4344</c:v>
                </c:pt>
                <c:pt idx="4345">
                  <c:v>4345</c:v>
                </c:pt>
                <c:pt idx="4346">
                  <c:v>4346</c:v>
                </c:pt>
                <c:pt idx="4347">
                  <c:v>4347</c:v>
                </c:pt>
                <c:pt idx="4348">
                  <c:v>4348</c:v>
                </c:pt>
                <c:pt idx="4349">
                  <c:v>4349</c:v>
                </c:pt>
                <c:pt idx="4350">
                  <c:v>4350</c:v>
                </c:pt>
                <c:pt idx="4351">
                  <c:v>4351</c:v>
                </c:pt>
                <c:pt idx="4352">
                  <c:v>4352</c:v>
                </c:pt>
                <c:pt idx="4353">
                  <c:v>4353</c:v>
                </c:pt>
                <c:pt idx="4354">
                  <c:v>4354</c:v>
                </c:pt>
                <c:pt idx="4355">
                  <c:v>4355</c:v>
                </c:pt>
                <c:pt idx="4356">
                  <c:v>4356</c:v>
                </c:pt>
                <c:pt idx="4357">
                  <c:v>4357</c:v>
                </c:pt>
                <c:pt idx="4358">
                  <c:v>4358</c:v>
                </c:pt>
                <c:pt idx="4359">
                  <c:v>4359</c:v>
                </c:pt>
                <c:pt idx="4360">
                  <c:v>4360</c:v>
                </c:pt>
                <c:pt idx="4361">
                  <c:v>4361</c:v>
                </c:pt>
                <c:pt idx="4362">
                  <c:v>4362</c:v>
                </c:pt>
                <c:pt idx="4363">
                  <c:v>4363</c:v>
                </c:pt>
                <c:pt idx="4364">
                  <c:v>4364</c:v>
                </c:pt>
                <c:pt idx="4365">
                  <c:v>4365</c:v>
                </c:pt>
                <c:pt idx="4366">
                  <c:v>4366</c:v>
                </c:pt>
                <c:pt idx="4367">
                  <c:v>4367</c:v>
                </c:pt>
                <c:pt idx="4368">
                  <c:v>4368</c:v>
                </c:pt>
                <c:pt idx="4369">
                  <c:v>4369</c:v>
                </c:pt>
                <c:pt idx="4370">
                  <c:v>4370</c:v>
                </c:pt>
                <c:pt idx="4371">
                  <c:v>4371</c:v>
                </c:pt>
                <c:pt idx="4372">
                  <c:v>4372</c:v>
                </c:pt>
                <c:pt idx="4373">
                  <c:v>4373</c:v>
                </c:pt>
                <c:pt idx="4374">
                  <c:v>4374</c:v>
                </c:pt>
                <c:pt idx="4375">
                  <c:v>4375</c:v>
                </c:pt>
                <c:pt idx="4376">
                  <c:v>4376</c:v>
                </c:pt>
                <c:pt idx="4377">
                  <c:v>4377</c:v>
                </c:pt>
                <c:pt idx="4378">
                  <c:v>4378</c:v>
                </c:pt>
                <c:pt idx="4379">
                  <c:v>4379</c:v>
                </c:pt>
                <c:pt idx="4380">
                  <c:v>4380</c:v>
                </c:pt>
                <c:pt idx="4381">
                  <c:v>4381</c:v>
                </c:pt>
                <c:pt idx="4382">
                  <c:v>4382</c:v>
                </c:pt>
                <c:pt idx="4383">
                  <c:v>4383</c:v>
                </c:pt>
                <c:pt idx="4384">
                  <c:v>4384</c:v>
                </c:pt>
                <c:pt idx="4385">
                  <c:v>4385</c:v>
                </c:pt>
                <c:pt idx="4386">
                  <c:v>4386</c:v>
                </c:pt>
                <c:pt idx="4387">
                  <c:v>4387</c:v>
                </c:pt>
                <c:pt idx="4388">
                  <c:v>4388</c:v>
                </c:pt>
                <c:pt idx="4389">
                  <c:v>4389</c:v>
                </c:pt>
                <c:pt idx="4390">
                  <c:v>4390</c:v>
                </c:pt>
                <c:pt idx="4391">
                  <c:v>4391</c:v>
                </c:pt>
                <c:pt idx="4392">
                  <c:v>4392</c:v>
                </c:pt>
                <c:pt idx="4393">
                  <c:v>4393</c:v>
                </c:pt>
                <c:pt idx="4394">
                  <c:v>4394</c:v>
                </c:pt>
                <c:pt idx="4395">
                  <c:v>4395</c:v>
                </c:pt>
                <c:pt idx="4396">
                  <c:v>4396</c:v>
                </c:pt>
                <c:pt idx="4397">
                  <c:v>4397</c:v>
                </c:pt>
                <c:pt idx="4398">
                  <c:v>4398</c:v>
                </c:pt>
                <c:pt idx="4399">
                  <c:v>4399</c:v>
                </c:pt>
                <c:pt idx="4400">
                  <c:v>4400</c:v>
                </c:pt>
                <c:pt idx="4401">
                  <c:v>4401</c:v>
                </c:pt>
                <c:pt idx="4402">
                  <c:v>4402</c:v>
                </c:pt>
                <c:pt idx="4403">
                  <c:v>4403</c:v>
                </c:pt>
                <c:pt idx="4404">
                  <c:v>4404</c:v>
                </c:pt>
                <c:pt idx="4405">
                  <c:v>4405</c:v>
                </c:pt>
                <c:pt idx="4406">
                  <c:v>4406</c:v>
                </c:pt>
                <c:pt idx="4407">
                  <c:v>4407</c:v>
                </c:pt>
                <c:pt idx="4408">
                  <c:v>4408</c:v>
                </c:pt>
                <c:pt idx="4409">
                  <c:v>4409</c:v>
                </c:pt>
                <c:pt idx="4410">
                  <c:v>4410</c:v>
                </c:pt>
                <c:pt idx="4411">
                  <c:v>4411</c:v>
                </c:pt>
                <c:pt idx="4412">
                  <c:v>4412</c:v>
                </c:pt>
                <c:pt idx="4413">
                  <c:v>4413</c:v>
                </c:pt>
                <c:pt idx="4414">
                  <c:v>4414</c:v>
                </c:pt>
                <c:pt idx="4415">
                  <c:v>4415</c:v>
                </c:pt>
                <c:pt idx="4416">
                  <c:v>4416</c:v>
                </c:pt>
                <c:pt idx="4417">
                  <c:v>4417</c:v>
                </c:pt>
                <c:pt idx="4418">
                  <c:v>4418</c:v>
                </c:pt>
                <c:pt idx="4419">
                  <c:v>4419</c:v>
                </c:pt>
                <c:pt idx="4420">
                  <c:v>4420</c:v>
                </c:pt>
                <c:pt idx="4421">
                  <c:v>4421</c:v>
                </c:pt>
                <c:pt idx="4422">
                  <c:v>4422</c:v>
                </c:pt>
                <c:pt idx="4423">
                  <c:v>4423</c:v>
                </c:pt>
                <c:pt idx="4424">
                  <c:v>4424</c:v>
                </c:pt>
                <c:pt idx="4425">
                  <c:v>4425</c:v>
                </c:pt>
                <c:pt idx="4426">
                  <c:v>4426</c:v>
                </c:pt>
                <c:pt idx="4427">
                  <c:v>4427</c:v>
                </c:pt>
                <c:pt idx="4428">
                  <c:v>4428</c:v>
                </c:pt>
                <c:pt idx="4429">
                  <c:v>4429</c:v>
                </c:pt>
                <c:pt idx="4430">
                  <c:v>4430</c:v>
                </c:pt>
                <c:pt idx="4431">
                  <c:v>4431</c:v>
                </c:pt>
                <c:pt idx="4432">
                  <c:v>4432</c:v>
                </c:pt>
                <c:pt idx="4433">
                  <c:v>4433</c:v>
                </c:pt>
                <c:pt idx="4434">
                  <c:v>4434</c:v>
                </c:pt>
                <c:pt idx="4435">
                  <c:v>4435</c:v>
                </c:pt>
                <c:pt idx="4436">
                  <c:v>4436</c:v>
                </c:pt>
                <c:pt idx="4437">
                  <c:v>4437</c:v>
                </c:pt>
                <c:pt idx="4438">
                  <c:v>4438</c:v>
                </c:pt>
                <c:pt idx="4439">
                  <c:v>4439</c:v>
                </c:pt>
                <c:pt idx="4440">
                  <c:v>4440</c:v>
                </c:pt>
                <c:pt idx="4441">
                  <c:v>4441</c:v>
                </c:pt>
                <c:pt idx="4442">
                  <c:v>4442</c:v>
                </c:pt>
                <c:pt idx="4443">
                  <c:v>4443</c:v>
                </c:pt>
                <c:pt idx="4444">
                  <c:v>4444</c:v>
                </c:pt>
                <c:pt idx="4445">
                  <c:v>4445</c:v>
                </c:pt>
                <c:pt idx="4446">
                  <c:v>4446</c:v>
                </c:pt>
                <c:pt idx="4447">
                  <c:v>4447</c:v>
                </c:pt>
                <c:pt idx="4448">
                  <c:v>4448</c:v>
                </c:pt>
                <c:pt idx="4449">
                  <c:v>4449</c:v>
                </c:pt>
                <c:pt idx="4450">
                  <c:v>4450</c:v>
                </c:pt>
                <c:pt idx="4451">
                  <c:v>4451</c:v>
                </c:pt>
                <c:pt idx="4452">
                  <c:v>4452</c:v>
                </c:pt>
                <c:pt idx="4453">
                  <c:v>4453</c:v>
                </c:pt>
                <c:pt idx="4454">
                  <c:v>4454</c:v>
                </c:pt>
                <c:pt idx="4455">
                  <c:v>4455</c:v>
                </c:pt>
                <c:pt idx="4456">
                  <c:v>4456</c:v>
                </c:pt>
                <c:pt idx="4457">
                  <c:v>4457</c:v>
                </c:pt>
                <c:pt idx="4458">
                  <c:v>4458</c:v>
                </c:pt>
                <c:pt idx="4459">
                  <c:v>4459</c:v>
                </c:pt>
                <c:pt idx="4460">
                  <c:v>4460</c:v>
                </c:pt>
                <c:pt idx="4461">
                  <c:v>4461</c:v>
                </c:pt>
                <c:pt idx="4462">
                  <c:v>4462</c:v>
                </c:pt>
                <c:pt idx="4463">
                  <c:v>4463</c:v>
                </c:pt>
                <c:pt idx="4464">
                  <c:v>4464</c:v>
                </c:pt>
                <c:pt idx="4465">
                  <c:v>4465</c:v>
                </c:pt>
                <c:pt idx="4466">
                  <c:v>4466</c:v>
                </c:pt>
                <c:pt idx="4467">
                  <c:v>4467</c:v>
                </c:pt>
                <c:pt idx="4468">
                  <c:v>4468</c:v>
                </c:pt>
                <c:pt idx="4469">
                  <c:v>4469</c:v>
                </c:pt>
                <c:pt idx="4470">
                  <c:v>4470</c:v>
                </c:pt>
                <c:pt idx="4471">
                  <c:v>4471</c:v>
                </c:pt>
                <c:pt idx="4472">
                  <c:v>4472</c:v>
                </c:pt>
                <c:pt idx="4473">
                  <c:v>4473</c:v>
                </c:pt>
                <c:pt idx="4474">
                  <c:v>4474</c:v>
                </c:pt>
                <c:pt idx="4475">
                  <c:v>4475</c:v>
                </c:pt>
                <c:pt idx="4476">
                  <c:v>4476</c:v>
                </c:pt>
                <c:pt idx="4477">
                  <c:v>4477</c:v>
                </c:pt>
                <c:pt idx="4478">
                  <c:v>4478</c:v>
                </c:pt>
                <c:pt idx="4479">
                  <c:v>4479</c:v>
                </c:pt>
                <c:pt idx="4480">
                  <c:v>4480</c:v>
                </c:pt>
                <c:pt idx="4481">
                  <c:v>4481</c:v>
                </c:pt>
                <c:pt idx="4482">
                  <c:v>4482</c:v>
                </c:pt>
                <c:pt idx="4483">
                  <c:v>4483</c:v>
                </c:pt>
                <c:pt idx="4484">
                  <c:v>4484</c:v>
                </c:pt>
                <c:pt idx="4485">
                  <c:v>4485</c:v>
                </c:pt>
                <c:pt idx="4486">
                  <c:v>4486</c:v>
                </c:pt>
                <c:pt idx="4487">
                  <c:v>4487</c:v>
                </c:pt>
                <c:pt idx="4488">
                  <c:v>4488</c:v>
                </c:pt>
                <c:pt idx="4489">
                  <c:v>4489</c:v>
                </c:pt>
                <c:pt idx="4490">
                  <c:v>4490</c:v>
                </c:pt>
                <c:pt idx="4491">
                  <c:v>4491</c:v>
                </c:pt>
                <c:pt idx="4492">
                  <c:v>4492</c:v>
                </c:pt>
                <c:pt idx="4493">
                  <c:v>4493</c:v>
                </c:pt>
                <c:pt idx="4494">
                  <c:v>4494</c:v>
                </c:pt>
                <c:pt idx="4495">
                  <c:v>4495</c:v>
                </c:pt>
                <c:pt idx="4496">
                  <c:v>4496</c:v>
                </c:pt>
                <c:pt idx="4497">
                  <c:v>4497</c:v>
                </c:pt>
                <c:pt idx="4498">
                  <c:v>4498</c:v>
                </c:pt>
                <c:pt idx="4499">
                  <c:v>4499</c:v>
                </c:pt>
                <c:pt idx="4500">
                  <c:v>4500</c:v>
                </c:pt>
                <c:pt idx="4501">
                  <c:v>4501</c:v>
                </c:pt>
                <c:pt idx="4502">
                  <c:v>4502</c:v>
                </c:pt>
                <c:pt idx="4503">
                  <c:v>4503</c:v>
                </c:pt>
                <c:pt idx="4504">
                  <c:v>4504</c:v>
                </c:pt>
                <c:pt idx="4505">
                  <c:v>4505</c:v>
                </c:pt>
                <c:pt idx="4506">
                  <c:v>4506</c:v>
                </c:pt>
                <c:pt idx="4507">
                  <c:v>4507</c:v>
                </c:pt>
                <c:pt idx="4508">
                  <c:v>4508</c:v>
                </c:pt>
                <c:pt idx="4509">
                  <c:v>4509</c:v>
                </c:pt>
                <c:pt idx="4510">
                  <c:v>4510</c:v>
                </c:pt>
                <c:pt idx="4511">
                  <c:v>4511</c:v>
                </c:pt>
                <c:pt idx="4512">
                  <c:v>4512</c:v>
                </c:pt>
                <c:pt idx="4513">
                  <c:v>4513</c:v>
                </c:pt>
                <c:pt idx="4514">
                  <c:v>4514</c:v>
                </c:pt>
                <c:pt idx="4515">
                  <c:v>4515</c:v>
                </c:pt>
                <c:pt idx="4516">
                  <c:v>4516</c:v>
                </c:pt>
                <c:pt idx="4517">
                  <c:v>4517</c:v>
                </c:pt>
                <c:pt idx="4518">
                  <c:v>4518</c:v>
                </c:pt>
                <c:pt idx="4519">
                  <c:v>4519</c:v>
                </c:pt>
                <c:pt idx="4520">
                  <c:v>4520</c:v>
                </c:pt>
                <c:pt idx="4521">
                  <c:v>4521</c:v>
                </c:pt>
                <c:pt idx="4522">
                  <c:v>4522</c:v>
                </c:pt>
                <c:pt idx="4523">
                  <c:v>4523</c:v>
                </c:pt>
                <c:pt idx="4524">
                  <c:v>4524</c:v>
                </c:pt>
                <c:pt idx="4525">
                  <c:v>4525</c:v>
                </c:pt>
                <c:pt idx="4526">
                  <c:v>4526</c:v>
                </c:pt>
                <c:pt idx="4527">
                  <c:v>4527</c:v>
                </c:pt>
                <c:pt idx="4528">
                  <c:v>4528</c:v>
                </c:pt>
                <c:pt idx="4529">
                  <c:v>4529</c:v>
                </c:pt>
                <c:pt idx="4530">
                  <c:v>4530</c:v>
                </c:pt>
                <c:pt idx="4531">
                  <c:v>4531</c:v>
                </c:pt>
                <c:pt idx="4532">
                  <c:v>4532</c:v>
                </c:pt>
                <c:pt idx="4533">
                  <c:v>4533</c:v>
                </c:pt>
                <c:pt idx="4534">
                  <c:v>4534</c:v>
                </c:pt>
                <c:pt idx="4535">
                  <c:v>4535</c:v>
                </c:pt>
                <c:pt idx="4536">
                  <c:v>4536</c:v>
                </c:pt>
                <c:pt idx="4537">
                  <c:v>4537</c:v>
                </c:pt>
                <c:pt idx="4538">
                  <c:v>4538</c:v>
                </c:pt>
                <c:pt idx="4539">
                  <c:v>4539</c:v>
                </c:pt>
                <c:pt idx="4540">
                  <c:v>4540</c:v>
                </c:pt>
                <c:pt idx="4541">
                  <c:v>4541</c:v>
                </c:pt>
                <c:pt idx="4542">
                  <c:v>4542</c:v>
                </c:pt>
                <c:pt idx="4543">
                  <c:v>4543</c:v>
                </c:pt>
                <c:pt idx="4544">
                  <c:v>4544</c:v>
                </c:pt>
                <c:pt idx="4545">
                  <c:v>4545</c:v>
                </c:pt>
                <c:pt idx="4546">
                  <c:v>4546</c:v>
                </c:pt>
                <c:pt idx="4547">
                  <c:v>4547</c:v>
                </c:pt>
                <c:pt idx="4548">
                  <c:v>4548</c:v>
                </c:pt>
                <c:pt idx="4549">
                  <c:v>4549</c:v>
                </c:pt>
                <c:pt idx="4550">
                  <c:v>4550</c:v>
                </c:pt>
                <c:pt idx="4551">
                  <c:v>4551</c:v>
                </c:pt>
                <c:pt idx="4552">
                  <c:v>4552</c:v>
                </c:pt>
                <c:pt idx="4553">
                  <c:v>4553</c:v>
                </c:pt>
                <c:pt idx="4554">
                  <c:v>4554</c:v>
                </c:pt>
                <c:pt idx="4555">
                  <c:v>4555</c:v>
                </c:pt>
                <c:pt idx="4556">
                  <c:v>4556</c:v>
                </c:pt>
                <c:pt idx="4557">
                  <c:v>4557</c:v>
                </c:pt>
                <c:pt idx="4558">
                  <c:v>4558</c:v>
                </c:pt>
                <c:pt idx="4559">
                  <c:v>4559</c:v>
                </c:pt>
                <c:pt idx="4560">
                  <c:v>4560</c:v>
                </c:pt>
                <c:pt idx="4561">
                  <c:v>4561</c:v>
                </c:pt>
                <c:pt idx="4562">
                  <c:v>4562</c:v>
                </c:pt>
                <c:pt idx="4563">
                  <c:v>4563</c:v>
                </c:pt>
                <c:pt idx="4564">
                  <c:v>4564</c:v>
                </c:pt>
                <c:pt idx="4565">
                  <c:v>4565</c:v>
                </c:pt>
                <c:pt idx="4566">
                  <c:v>4566</c:v>
                </c:pt>
                <c:pt idx="4567">
                  <c:v>4567</c:v>
                </c:pt>
                <c:pt idx="4568">
                  <c:v>4568</c:v>
                </c:pt>
                <c:pt idx="4569">
                  <c:v>4569</c:v>
                </c:pt>
                <c:pt idx="4570">
                  <c:v>4570</c:v>
                </c:pt>
                <c:pt idx="4571">
                  <c:v>4571</c:v>
                </c:pt>
                <c:pt idx="4572">
                  <c:v>4572</c:v>
                </c:pt>
                <c:pt idx="4573">
                  <c:v>4573</c:v>
                </c:pt>
                <c:pt idx="4574">
                  <c:v>4574</c:v>
                </c:pt>
                <c:pt idx="4575">
                  <c:v>4575</c:v>
                </c:pt>
                <c:pt idx="4576">
                  <c:v>4576</c:v>
                </c:pt>
                <c:pt idx="4577">
                  <c:v>4577</c:v>
                </c:pt>
                <c:pt idx="4578">
                  <c:v>4578</c:v>
                </c:pt>
                <c:pt idx="4579">
                  <c:v>4579</c:v>
                </c:pt>
                <c:pt idx="4580">
                  <c:v>4580</c:v>
                </c:pt>
                <c:pt idx="4581">
                  <c:v>4581</c:v>
                </c:pt>
                <c:pt idx="4582">
                  <c:v>4582</c:v>
                </c:pt>
                <c:pt idx="4583">
                  <c:v>4583</c:v>
                </c:pt>
                <c:pt idx="4584">
                  <c:v>4584</c:v>
                </c:pt>
                <c:pt idx="4585">
                  <c:v>4585</c:v>
                </c:pt>
                <c:pt idx="4586">
                  <c:v>4586</c:v>
                </c:pt>
                <c:pt idx="4587">
                  <c:v>4587</c:v>
                </c:pt>
                <c:pt idx="4588">
                  <c:v>4588</c:v>
                </c:pt>
                <c:pt idx="4589">
                  <c:v>4589</c:v>
                </c:pt>
                <c:pt idx="4590">
                  <c:v>4590</c:v>
                </c:pt>
                <c:pt idx="4591">
                  <c:v>4591</c:v>
                </c:pt>
                <c:pt idx="4592">
                  <c:v>4592</c:v>
                </c:pt>
                <c:pt idx="4593">
                  <c:v>4593</c:v>
                </c:pt>
                <c:pt idx="4594">
                  <c:v>4594</c:v>
                </c:pt>
                <c:pt idx="4595">
                  <c:v>4595</c:v>
                </c:pt>
                <c:pt idx="4596">
                  <c:v>4596</c:v>
                </c:pt>
                <c:pt idx="4597">
                  <c:v>4597</c:v>
                </c:pt>
                <c:pt idx="4598">
                  <c:v>4598</c:v>
                </c:pt>
                <c:pt idx="4599">
                  <c:v>4599</c:v>
                </c:pt>
                <c:pt idx="4600">
                  <c:v>4600</c:v>
                </c:pt>
                <c:pt idx="4601">
                  <c:v>4601</c:v>
                </c:pt>
                <c:pt idx="4602">
                  <c:v>4602</c:v>
                </c:pt>
                <c:pt idx="4603">
                  <c:v>4603</c:v>
                </c:pt>
                <c:pt idx="4604">
                  <c:v>4604</c:v>
                </c:pt>
                <c:pt idx="4605">
                  <c:v>4605</c:v>
                </c:pt>
                <c:pt idx="4606">
                  <c:v>4606</c:v>
                </c:pt>
                <c:pt idx="4607">
                  <c:v>4607</c:v>
                </c:pt>
                <c:pt idx="4608">
                  <c:v>4608</c:v>
                </c:pt>
                <c:pt idx="4609">
                  <c:v>4609</c:v>
                </c:pt>
                <c:pt idx="4610">
                  <c:v>4610</c:v>
                </c:pt>
                <c:pt idx="4611">
                  <c:v>4611</c:v>
                </c:pt>
                <c:pt idx="4612">
                  <c:v>4612</c:v>
                </c:pt>
                <c:pt idx="4613">
                  <c:v>4613</c:v>
                </c:pt>
                <c:pt idx="4614">
                  <c:v>4614</c:v>
                </c:pt>
                <c:pt idx="4615">
                  <c:v>4615</c:v>
                </c:pt>
                <c:pt idx="4616">
                  <c:v>4616</c:v>
                </c:pt>
                <c:pt idx="4617">
                  <c:v>4617</c:v>
                </c:pt>
                <c:pt idx="4618">
                  <c:v>4618</c:v>
                </c:pt>
                <c:pt idx="4619">
                  <c:v>4619</c:v>
                </c:pt>
                <c:pt idx="4620">
                  <c:v>4620</c:v>
                </c:pt>
                <c:pt idx="4621">
                  <c:v>4621</c:v>
                </c:pt>
                <c:pt idx="4622">
                  <c:v>4622</c:v>
                </c:pt>
                <c:pt idx="4623">
                  <c:v>4623</c:v>
                </c:pt>
                <c:pt idx="4624">
                  <c:v>4624</c:v>
                </c:pt>
                <c:pt idx="4625">
                  <c:v>4625</c:v>
                </c:pt>
                <c:pt idx="4626">
                  <c:v>4626</c:v>
                </c:pt>
                <c:pt idx="4627">
                  <c:v>4627</c:v>
                </c:pt>
                <c:pt idx="4628">
                  <c:v>4628</c:v>
                </c:pt>
                <c:pt idx="4629">
                  <c:v>4629</c:v>
                </c:pt>
                <c:pt idx="4630">
                  <c:v>4630</c:v>
                </c:pt>
                <c:pt idx="4631">
                  <c:v>4631</c:v>
                </c:pt>
                <c:pt idx="4632">
                  <c:v>4632</c:v>
                </c:pt>
                <c:pt idx="4633">
                  <c:v>4633</c:v>
                </c:pt>
                <c:pt idx="4634">
                  <c:v>4634</c:v>
                </c:pt>
                <c:pt idx="4635">
                  <c:v>4635</c:v>
                </c:pt>
                <c:pt idx="4636">
                  <c:v>4636</c:v>
                </c:pt>
                <c:pt idx="4637">
                  <c:v>4637</c:v>
                </c:pt>
                <c:pt idx="4638">
                  <c:v>4638</c:v>
                </c:pt>
                <c:pt idx="4639">
                  <c:v>4639</c:v>
                </c:pt>
                <c:pt idx="4640">
                  <c:v>4640</c:v>
                </c:pt>
                <c:pt idx="4641">
                  <c:v>4641</c:v>
                </c:pt>
                <c:pt idx="4642">
                  <c:v>4642</c:v>
                </c:pt>
                <c:pt idx="4643">
                  <c:v>4643</c:v>
                </c:pt>
                <c:pt idx="4644">
                  <c:v>4644</c:v>
                </c:pt>
                <c:pt idx="4645">
                  <c:v>4645</c:v>
                </c:pt>
                <c:pt idx="4646">
                  <c:v>4646</c:v>
                </c:pt>
                <c:pt idx="4647">
                  <c:v>4647</c:v>
                </c:pt>
                <c:pt idx="4648">
                  <c:v>4648</c:v>
                </c:pt>
                <c:pt idx="4649">
                  <c:v>4649</c:v>
                </c:pt>
                <c:pt idx="4650">
                  <c:v>4650</c:v>
                </c:pt>
                <c:pt idx="4651">
                  <c:v>4651</c:v>
                </c:pt>
                <c:pt idx="4652">
                  <c:v>4652</c:v>
                </c:pt>
                <c:pt idx="4653">
                  <c:v>4653</c:v>
                </c:pt>
                <c:pt idx="4654">
                  <c:v>4654</c:v>
                </c:pt>
                <c:pt idx="4655">
                  <c:v>4655</c:v>
                </c:pt>
                <c:pt idx="4656">
                  <c:v>4656</c:v>
                </c:pt>
                <c:pt idx="4657">
                  <c:v>4657</c:v>
                </c:pt>
                <c:pt idx="4658">
                  <c:v>4658</c:v>
                </c:pt>
                <c:pt idx="4659">
                  <c:v>4659</c:v>
                </c:pt>
                <c:pt idx="4660">
                  <c:v>4660</c:v>
                </c:pt>
                <c:pt idx="4661">
                  <c:v>4661</c:v>
                </c:pt>
                <c:pt idx="4662">
                  <c:v>4662</c:v>
                </c:pt>
                <c:pt idx="4663">
                  <c:v>4663</c:v>
                </c:pt>
                <c:pt idx="4664">
                  <c:v>4664</c:v>
                </c:pt>
                <c:pt idx="4665">
                  <c:v>4665</c:v>
                </c:pt>
                <c:pt idx="4666">
                  <c:v>4666</c:v>
                </c:pt>
                <c:pt idx="4667">
                  <c:v>4667</c:v>
                </c:pt>
                <c:pt idx="4668">
                  <c:v>4668</c:v>
                </c:pt>
                <c:pt idx="4669">
                  <c:v>4669</c:v>
                </c:pt>
                <c:pt idx="4670">
                  <c:v>4670</c:v>
                </c:pt>
                <c:pt idx="4671">
                  <c:v>4671</c:v>
                </c:pt>
                <c:pt idx="4672">
                  <c:v>4672</c:v>
                </c:pt>
                <c:pt idx="4673">
                  <c:v>4673</c:v>
                </c:pt>
                <c:pt idx="4674">
                  <c:v>4674</c:v>
                </c:pt>
                <c:pt idx="4675">
                  <c:v>4675</c:v>
                </c:pt>
                <c:pt idx="4676">
                  <c:v>4676</c:v>
                </c:pt>
                <c:pt idx="4677">
                  <c:v>4677</c:v>
                </c:pt>
                <c:pt idx="4678">
                  <c:v>4678</c:v>
                </c:pt>
                <c:pt idx="4679">
                  <c:v>4679</c:v>
                </c:pt>
                <c:pt idx="4680">
                  <c:v>4680</c:v>
                </c:pt>
                <c:pt idx="4681">
                  <c:v>4681</c:v>
                </c:pt>
                <c:pt idx="4682">
                  <c:v>4682</c:v>
                </c:pt>
                <c:pt idx="4683">
                  <c:v>4683</c:v>
                </c:pt>
                <c:pt idx="4684">
                  <c:v>4684</c:v>
                </c:pt>
                <c:pt idx="4685">
                  <c:v>4685</c:v>
                </c:pt>
                <c:pt idx="4686">
                  <c:v>4686</c:v>
                </c:pt>
                <c:pt idx="4687">
                  <c:v>4687</c:v>
                </c:pt>
                <c:pt idx="4688">
                  <c:v>4688</c:v>
                </c:pt>
                <c:pt idx="4689">
                  <c:v>4689</c:v>
                </c:pt>
                <c:pt idx="4690">
                  <c:v>4690</c:v>
                </c:pt>
                <c:pt idx="4691">
                  <c:v>4691</c:v>
                </c:pt>
                <c:pt idx="4692">
                  <c:v>4692</c:v>
                </c:pt>
                <c:pt idx="4693">
                  <c:v>4693</c:v>
                </c:pt>
                <c:pt idx="4694">
                  <c:v>4694</c:v>
                </c:pt>
                <c:pt idx="4695">
                  <c:v>4695</c:v>
                </c:pt>
                <c:pt idx="4696">
                  <c:v>4696</c:v>
                </c:pt>
                <c:pt idx="4697">
                  <c:v>4697</c:v>
                </c:pt>
                <c:pt idx="4698">
                  <c:v>4698</c:v>
                </c:pt>
                <c:pt idx="4699">
                  <c:v>4699</c:v>
                </c:pt>
                <c:pt idx="4700">
                  <c:v>4700</c:v>
                </c:pt>
                <c:pt idx="4701">
                  <c:v>4701</c:v>
                </c:pt>
                <c:pt idx="4702">
                  <c:v>4702</c:v>
                </c:pt>
                <c:pt idx="4703">
                  <c:v>4703</c:v>
                </c:pt>
                <c:pt idx="4704">
                  <c:v>4704</c:v>
                </c:pt>
                <c:pt idx="4705">
                  <c:v>4705</c:v>
                </c:pt>
                <c:pt idx="4706">
                  <c:v>4706</c:v>
                </c:pt>
                <c:pt idx="4707">
                  <c:v>4707</c:v>
                </c:pt>
                <c:pt idx="4708">
                  <c:v>4708</c:v>
                </c:pt>
                <c:pt idx="4709">
                  <c:v>4709</c:v>
                </c:pt>
                <c:pt idx="4710">
                  <c:v>4710</c:v>
                </c:pt>
                <c:pt idx="4711">
                  <c:v>4711</c:v>
                </c:pt>
                <c:pt idx="4712">
                  <c:v>4712</c:v>
                </c:pt>
                <c:pt idx="4713">
                  <c:v>4713</c:v>
                </c:pt>
                <c:pt idx="4714">
                  <c:v>4714</c:v>
                </c:pt>
                <c:pt idx="4715">
                  <c:v>4715</c:v>
                </c:pt>
                <c:pt idx="4716">
                  <c:v>4716</c:v>
                </c:pt>
                <c:pt idx="4717">
                  <c:v>4717</c:v>
                </c:pt>
                <c:pt idx="4718">
                  <c:v>4718</c:v>
                </c:pt>
                <c:pt idx="4719">
                  <c:v>4719</c:v>
                </c:pt>
                <c:pt idx="4720">
                  <c:v>4720</c:v>
                </c:pt>
                <c:pt idx="4721">
                  <c:v>4721</c:v>
                </c:pt>
                <c:pt idx="4722">
                  <c:v>4722</c:v>
                </c:pt>
                <c:pt idx="4723">
                  <c:v>4723</c:v>
                </c:pt>
                <c:pt idx="4724">
                  <c:v>4724</c:v>
                </c:pt>
                <c:pt idx="4725">
                  <c:v>4725</c:v>
                </c:pt>
                <c:pt idx="4726">
                  <c:v>4726</c:v>
                </c:pt>
                <c:pt idx="4727">
                  <c:v>4727</c:v>
                </c:pt>
                <c:pt idx="4728">
                  <c:v>4728</c:v>
                </c:pt>
                <c:pt idx="4729">
                  <c:v>4729</c:v>
                </c:pt>
                <c:pt idx="4730">
                  <c:v>4730</c:v>
                </c:pt>
                <c:pt idx="4731">
                  <c:v>4731</c:v>
                </c:pt>
                <c:pt idx="4732">
                  <c:v>4732</c:v>
                </c:pt>
                <c:pt idx="4733">
                  <c:v>4733</c:v>
                </c:pt>
                <c:pt idx="4734">
                  <c:v>4734</c:v>
                </c:pt>
                <c:pt idx="4735">
                  <c:v>4735</c:v>
                </c:pt>
                <c:pt idx="4736">
                  <c:v>4736</c:v>
                </c:pt>
                <c:pt idx="4737">
                  <c:v>4737</c:v>
                </c:pt>
                <c:pt idx="4738">
                  <c:v>4738</c:v>
                </c:pt>
                <c:pt idx="4739">
                  <c:v>4739</c:v>
                </c:pt>
                <c:pt idx="4740">
                  <c:v>4740</c:v>
                </c:pt>
                <c:pt idx="4741">
                  <c:v>4741</c:v>
                </c:pt>
                <c:pt idx="4742">
                  <c:v>4742</c:v>
                </c:pt>
                <c:pt idx="4743">
                  <c:v>4743</c:v>
                </c:pt>
                <c:pt idx="4744">
                  <c:v>4744</c:v>
                </c:pt>
                <c:pt idx="4745">
                  <c:v>4745</c:v>
                </c:pt>
                <c:pt idx="4746">
                  <c:v>4746</c:v>
                </c:pt>
                <c:pt idx="4747">
                  <c:v>4747</c:v>
                </c:pt>
                <c:pt idx="4748">
                  <c:v>4748</c:v>
                </c:pt>
                <c:pt idx="4749">
                  <c:v>4749</c:v>
                </c:pt>
                <c:pt idx="4750">
                  <c:v>4750</c:v>
                </c:pt>
                <c:pt idx="4751">
                  <c:v>4751</c:v>
                </c:pt>
                <c:pt idx="4752">
                  <c:v>4752</c:v>
                </c:pt>
                <c:pt idx="4753">
                  <c:v>4753</c:v>
                </c:pt>
                <c:pt idx="4754">
                  <c:v>4754</c:v>
                </c:pt>
                <c:pt idx="4755">
                  <c:v>4755</c:v>
                </c:pt>
                <c:pt idx="4756">
                  <c:v>4756</c:v>
                </c:pt>
                <c:pt idx="4757">
                  <c:v>4757</c:v>
                </c:pt>
                <c:pt idx="4758">
                  <c:v>4758</c:v>
                </c:pt>
                <c:pt idx="4759">
                  <c:v>4759</c:v>
                </c:pt>
                <c:pt idx="4760">
                  <c:v>4760</c:v>
                </c:pt>
                <c:pt idx="4761">
                  <c:v>4761</c:v>
                </c:pt>
                <c:pt idx="4762">
                  <c:v>4762</c:v>
                </c:pt>
                <c:pt idx="4763">
                  <c:v>4763</c:v>
                </c:pt>
                <c:pt idx="4764">
                  <c:v>4764</c:v>
                </c:pt>
                <c:pt idx="4765">
                  <c:v>4765</c:v>
                </c:pt>
                <c:pt idx="4766">
                  <c:v>4766</c:v>
                </c:pt>
                <c:pt idx="4767">
                  <c:v>4767</c:v>
                </c:pt>
                <c:pt idx="4768">
                  <c:v>4768</c:v>
                </c:pt>
                <c:pt idx="4769">
                  <c:v>4769</c:v>
                </c:pt>
                <c:pt idx="4770">
                  <c:v>4770</c:v>
                </c:pt>
                <c:pt idx="4771">
                  <c:v>4771</c:v>
                </c:pt>
                <c:pt idx="4772">
                  <c:v>4772</c:v>
                </c:pt>
                <c:pt idx="4773">
                  <c:v>4773</c:v>
                </c:pt>
                <c:pt idx="4774">
                  <c:v>4774</c:v>
                </c:pt>
                <c:pt idx="4775">
                  <c:v>4775</c:v>
                </c:pt>
                <c:pt idx="4776">
                  <c:v>4776</c:v>
                </c:pt>
                <c:pt idx="4777">
                  <c:v>4777</c:v>
                </c:pt>
                <c:pt idx="4778">
                  <c:v>4778</c:v>
                </c:pt>
                <c:pt idx="4779">
                  <c:v>4779</c:v>
                </c:pt>
                <c:pt idx="4780">
                  <c:v>4780</c:v>
                </c:pt>
                <c:pt idx="4781">
                  <c:v>4781</c:v>
                </c:pt>
                <c:pt idx="4782">
                  <c:v>4782</c:v>
                </c:pt>
                <c:pt idx="4783">
                  <c:v>4783</c:v>
                </c:pt>
                <c:pt idx="4784">
                  <c:v>4784</c:v>
                </c:pt>
                <c:pt idx="4785">
                  <c:v>4785</c:v>
                </c:pt>
                <c:pt idx="4786">
                  <c:v>4786</c:v>
                </c:pt>
                <c:pt idx="4787">
                  <c:v>4787</c:v>
                </c:pt>
                <c:pt idx="4788">
                  <c:v>4788</c:v>
                </c:pt>
                <c:pt idx="4789">
                  <c:v>4789</c:v>
                </c:pt>
                <c:pt idx="4790">
                  <c:v>4790</c:v>
                </c:pt>
                <c:pt idx="4791">
                  <c:v>4791</c:v>
                </c:pt>
                <c:pt idx="4792">
                  <c:v>4792</c:v>
                </c:pt>
                <c:pt idx="4793">
                  <c:v>4793</c:v>
                </c:pt>
                <c:pt idx="4794">
                  <c:v>4794</c:v>
                </c:pt>
                <c:pt idx="4795">
                  <c:v>4795</c:v>
                </c:pt>
                <c:pt idx="4796">
                  <c:v>4796</c:v>
                </c:pt>
                <c:pt idx="4797">
                  <c:v>4797</c:v>
                </c:pt>
                <c:pt idx="4798">
                  <c:v>4798</c:v>
                </c:pt>
                <c:pt idx="4799">
                  <c:v>4799</c:v>
                </c:pt>
                <c:pt idx="4800">
                  <c:v>4800</c:v>
                </c:pt>
                <c:pt idx="4801">
                  <c:v>4801</c:v>
                </c:pt>
                <c:pt idx="4802">
                  <c:v>4802</c:v>
                </c:pt>
                <c:pt idx="4803">
                  <c:v>4803</c:v>
                </c:pt>
                <c:pt idx="4804">
                  <c:v>4804</c:v>
                </c:pt>
                <c:pt idx="4805">
                  <c:v>4805</c:v>
                </c:pt>
                <c:pt idx="4806">
                  <c:v>4806</c:v>
                </c:pt>
                <c:pt idx="4807">
                  <c:v>4807</c:v>
                </c:pt>
                <c:pt idx="4808">
                  <c:v>4808</c:v>
                </c:pt>
                <c:pt idx="4809">
                  <c:v>4809</c:v>
                </c:pt>
                <c:pt idx="4810">
                  <c:v>4810</c:v>
                </c:pt>
                <c:pt idx="4811">
                  <c:v>4811</c:v>
                </c:pt>
                <c:pt idx="4812">
                  <c:v>4812</c:v>
                </c:pt>
                <c:pt idx="4813">
                  <c:v>4813</c:v>
                </c:pt>
                <c:pt idx="4814">
                  <c:v>4814</c:v>
                </c:pt>
                <c:pt idx="4815">
                  <c:v>4815</c:v>
                </c:pt>
                <c:pt idx="4816">
                  <c:v>4816</c:v>
                </c:pt>
                <c:pt idx="4817">
                  <c:v>4817</c:v>
                </c:pt>
                <c:pt idx="4818">
                  <c:v>4818</c:v>
                </c:pt>
                <c:pt idx="4819">
                  <c:v>4819</c:v>
                </c:pt>
                <c:pt idx="4820">
                  <c:v>4820</c:v>
                </c:pt>
                <c:pt idx="4821">
                  <c:v>4821</c:v>
                </c:pt>
                <c:pt idx="4822">
                  <c:v>4822</c:v>
                </c:pt>
                <c:pt idx="4823">
                  <c:v>4823</c:v>
                </c:pt>
                <c:pt idx="4824">
                  <c:v>4824</c:v>
                </c:pt>
                <c:pt idx="4825">
                  <c:v>4825</c:v>
                </c:pt>
                <c:pt idx="4826">
                  <c:v>4826</c:v>
                </c:pt>
                <c:pt idx="4827">
                  <c:v>4827</c:v>
                </c:pt>
                <c:pt idx="4828">
                  <c:v>4828</c:v>
                </c:pt>
                <c:pt idx="4829">
                  <c:v>4829</c:v>
                </c:pt>
                <c:pt idx="4830">
                  <c:v>4830</c:v>
                </c:pt>
                <c:pt idx="4831">
                  <c:v>4831</c:v>
                </c:pt>
                <c:pt idx="4832">
                  <c:v>4832</c:v>
                </c:pt>
                <c:pt idx="4833">
                  <c:v>4833</c:v>
                </c:pt>
                <c:pt idx="4834">
                  <c:v>4834</c:v>
                </c:pt>
                <c:pt idx="4835">
                  <c:v>4835</c:v>
                </c:pt>
                <c:pt idx="4836">
                  <c:v>4836</c:v>
                </c:pt>
                <c:pt idx="4837">
                  <c:v>4837</c:v>
                </c:pt>
                <c:pt idx="4838">
                  <c:v>4838</c:v>
                </c:pt>
                <c:pt idx="4839">
                  <c:v>4839</c:v>
                </c:pt>
                <c:pt idx="4840">
                  <c:v>4840</c:v>
                </c:pt>
                <c:pt idx="4841">
                  <c:v>4841</c:v>
                </c:pt>
                <c:pt idx="4842">
                  <c:v>4842</c:v>
                </c:pt>
                <c:pt idx="4843">
                  <c:v>4843</c:v>
                </c:pt>
                <c:pt idx="4844">
                  <c:v>4844</c:v>
                </c:pt>
                <c:pt idx="4845">
                  <c:v>4845</c:v>
                </c:pt>
                <c:pt idx="4846">
                  <c:v>4846</c:v>
                </c:pt>
                <c:pt idx="4847">
                  <c:v>4847</c:v>
                </c:pt>
                <c:pt idx="4848">
                  <c:v>4848</c:v>
                </c:pt>
                <c:pt idx="4849">
                  <c:v>4849</c:v>
                </c:pt>
                <c:pt idx="4850">
                  <c:v>4850</c:v>
                </c:pt>
                <c:pt idx="4851">
                  <c:v>4851</c:v>
                </c:pt>
                <c:pt idx="4852">
                  <c:v>4852</c:v>
                </c:pt>
                <c:pt idx="4853">
                  <c:v>4853</c:v>
                </c:pt>
                <c:pt idx="4854">
                  <c:v>4854</c:v>
                </c:pt>
                <c:pt idx="4855">
                  <c:v>4855</c:v>
                </c:pt>
                <c:pt idx="4856">
                  <c:v>4856</c:v>
                </c:pt>
                <c:pt idx="4857">
                  <c:v>4857</c:v>
                </c:pt>
                <c:pt idx="4858">
                  <c:v>4858</c:v>
                </c:pt>
                <c:pt idx="4859">
                  <c:v>4859</c:v>
                </c:pt>
                <c:pt idx="4860">
                  <c:v>4860</c:v>
                </c:pt>
                <c:pt idx="4861">
                  <c:v>4861</c:v>
                </c:pt>
                <c:pt idx="4862">
                  <c:v>4862</c:v>
                </c:pt>
                <c:pt idx="4863">
                  <c:v>4863</c:v>
                </c:pt>
                <c:pt idx="4864">
                  <c:v>4864</c:v>
                </c:pt>
                <c:pt idx="4865">
                  <c:v>4865</c:v>
                </c:pt>
                <c:pt idx="4866">
                  <c:v>4866</c:v>
                </c:pt>
                <c:pt idx="4867">
                  <c:v>4867</c:v>
                </c:pt>
                <c:pt idx="4868">
                  <c:v>4868</c:v>
                </c:pt>
                <c:pt idx="4869">
                  <c:v>4869</c:v>
                </c:pt>
                <c:pt idx="4870">
                  <c:v>4870</c:v>
                </c:pt>
                <c:pt idx="4871">
                  <c:v>4871</c:v>
                </c:pt>
                <c:pt idx="4872">
                  <c:v>4872</c:v>
                </c:pt>
                <c:pt idx="4873">
                  <c:v>4873</c:v>
                </c:pt>
                <c:pt idx="4874">
                  <c:v>4874</c:v>
                </c:pt>
                <c:pt idx="4875">
                  <c:v>4875</c:v>
                </c:pt>
                <c:pt idx="4876">
                  <c:v>4876</c:v>
                </c:pt>
                <c:pt idx="4877">
                  <c:v>4877</c:v>
                </c:pt>
                <c:pt idx="4878">
                  <c:v>4878</c:v>
                </c:pt>
                <c:pt idx="4879">
                  <c:v>4879</c:v>
                </c:pt>
                <c:pt idx="4880">
                  <c:v>4880</c:v>
                </c:pt>
                <c:pt idx="4881">
                  <c:v>4881</c:v>
                </c:pt>
                <c:pt idx="4882">
                  <c:v>4882</c:v>
                </c:pt>
                <c:pt idx="4883">
                  <c:v>4883</c:v>
                </c:pt>
                <c:pt idx="4884">
                  <c:v>4884</c:v>
                </c:pt>
                <c:pt idx="4885">
                  <c:v>4885</c:v>
                </c:pt>
                <c:pt idx="4886">
                  <c:v>4886</c:v>
                </c:pt>
                <c:pt idx="4887">
                  <c:v>4887</c:v>
                </c:pt>
                <c:pt idx="4888">
                  <c:v>4888</c:v>
                </c:pt>
                <c:pt idx="4889">
                  <c:v>4889</c:v>
                </c:pt>
                <c:pt idx="4890">
                  <c:v>4890</c:v>
                </c:pt>
                <c:pt idx="4891">
                  <c:v>4891</c:v>
                </c:pt>
                <c:pt idx="4892">
                  <c:v>4892</c:v>
                </c:pt>
                <c:pt idx="4893">
                  <c:v>4893</c:v>
                </c:pt>
                <c:pt idx="4894">
                  <c:v>4894</c:v>
                </c:pt>
                <c:pt idx="4895">
                  <c:v>4895</c:v>
                </c:pt>
                <c:pt idx="4896">
                  <c:v>4896</c:v>
                </c:pt>
                <c:pt idx="4897">
                  <c:v>4897</c:v>
                </c:pt>
                <c:pt idx="4898">
                  <c:v>4898</c:v>
                </c:pt>
                <c:pt idx="4899">
                  <c:v>4899</c:v>
                </c:pt>
                <c:pt idx="4900">
                  <c:v>4900</c:v>
                </c:pt>
                <c:pt idx="4901">
                  <c:v>4901</c:v>
                </c:pt>
                <c:pt idx="4902">
                  <c:v>4902</c:v>
                </c:pt>
                <c:pt idx="4903">
                  <c:v>4903</c:v>
                </c:pt>
                <c:pt idx="4904">
                  <c:v>4904</c:v>
                </c:pt>
                <c:pt idx="4905">
                  <c:v>4905</c:v>
                </c:pt>
                <c:pt idx="4906">
                  <c:v>4906</c:v>
                </c:pt>
                <c:pt idx="4907">
                  <c:v>4907</c:v>
                </c:pt>
                <c:pt idx="4908">
                  <c:v>4908</c:v>
                </c:pt>
                <c:pt idx="4909">
                  <c:v>4909</c:v>
                </c:pt>
                <c:pt idx="4910">
                  <c:v>4910</c:v>
                </c:pt>
                <c:pt idx="4911">
                  <c:v>4911</c:v>
                </c:pt>
                <c:pt idx="4912">
                  <c:v>4912</c:v>
                </c:pt>
                <c:pt idx="4913">
                  <c:v>4913</c:v>
                </c:pt>
                <c:pt idx="4914">
                  <c:v>4914</c:v>
                </c:pt>
                <c:pt idx="4915">
                  <c:v>4915</c:v>
                </c:pt>
                <c:pt idx="4916">
                  <c:v>4916</c:v>
                </c:pt>
                <c:pt idx="4917">
                  <c:v>4917</c:v>
                </c:pt>
                <c:pt idx="4918">
                  <c:v>4918</c:v>
                </c:pt>
                <c:pt idx="4919">
                  <c:v>4919</c:v>
                </c:pt>
                <c:pt idx="4920">
                  <c:v>4920</c:v>
                </c:pt>
                <c:pt idx="4921">
                  <c:v>4921</c:v>
                </c:pt>
                <c:pt idx="4922">
                  <c:v>4922</c:v>
                </c:pt>
                <c:pt idx="4923">
                  <c:v>4923</c:v>
                </c:pt>
                <c:pt idx="4924">
                  <c:v>4924</c:v>
                </c:pt>
                <c:pt idx="4925">
                  <c:v>4925</c:v>
                </c:pt>
                <c:pt idx="4926">
                  <c:v>4926</c:v>
                </c:pt>
                <c:pt idx="4927">
                  <c:v>4927</c:v>
                </c:pt>
                <c:pt idx="4928">
                  <c:v>4928</c:v>
                </c:pt>
                <c:pt idx="4929">
                  <c:v>4929</c:v>
                </c:pt>
                <c:pt idx="4930">
                  <c:v>4930</c:v>
                </c:pt>
                <c:pt idx="4931">
                  <c:v>4931</c:v>
                </c:pt>
                <c:pt idx="4932">
                  <c:v>4932</c:v>
                </c:pt>
                <c:pt idx="4933">
                  <c:v>4933</c:v>
                </c:pt>
                <c:pt idx="4934">
                  <c:v>4934</c:v>
                </c:pt>
                <c:pt idx="4935">
                  <c:v>4935</c:v>
                </c:pt>
                <c:pt idx="4936">
                  <c:v>4936</c:v>
                </c:pt>
                <c:pt idx="4937">
                  <c:v>4937</c:v>
                </c:pt>
                <c:pt idx="4938">
                  <c:v>4938</c:v>
                </c:pt>
                <c:pt idx="4939">
                  <c:v>4939</c:v>
                </c:pt>
                <c:pt idx="4940">
                  <c:v>4940</c:v>
                </c:pt>
                <c:pt idx="4941">
                  <c:v>4941</c:v>
                </c:pt>
                <c:pt idx="4942">
                  <c:v>4942</c:v>
                </c:pt>
                <c:pt idx="4943">
                  <c:v>4943</c:v>
                </c:pt>
                <c:pt idx="4944">
                  <c:v>4944</c:v>
                </c:pt>
                <c:pt idx="4945">
                  <c:v>4945</c:v>
                </c:pt>
                <c:pt idx="4946">
                  <c:v>4946</c:v>
                </c:pt>
                <c:pt idx="4947">
                  <c:v>4947</c:v>
                </c:pt>
                <c:pt idx="4948">
                  <c:v>4948</c:v>
                </c:pt>
                <c:pt idx="4949">
                  <c:v>4949</c:v>
                </c:pt>
                <c:pt idx="4950">
                  <c:v>4950</c:v>
                </c:pt>
                <c:pt idx="4951">
                  <c:v>4951</c:v>
                </c:pt>
                <c:pt idx="4952">
                  <c:v>4952</c:v>
                </c:pt>
                <c:pt idx="4953">
                  <c:v>4953</c:v>
                </c:pt>
                <c:pt idx="4954">
                  <c:v>4954</c:v>
                </c:pt>
                <c:pt idx="4955">
                  <c:v>4955</c:v>
                </c:pt>
                <c:pt idx="4956">
                  <c:v>4956</c:v>
                </c:pt>
                <c:pt idx="4957">
                  <c:v>4957</c:v>
                </c:pt>
                <c:pt idx="4958">
                  <c:v>4958</c:v>
                </c:pt>
                <c:pt idx="4959">
                  <c:v>4959</c:v>
                </c:pt>
                <c:pt idx="4960">
                  <c:v>4960</c:v>
                </c:pt>
                <c:pt idx="4961">
                  <c:v>4961</c:v>
                </c:pt>
                <c:pt idx="4962">
                  <c:v>4962</c:v>
                </c:pt>
                <c:pt idx="4963">
                  <c:v>4963</c:v>
                </c:pt>
                <c:pt idx="4964">
                  <c:v>4964</c:v>
                </c:pt>
                <c:pt idx="4965">
                  <c:v>4965</c:v>
                </c:pt>
                <c:pt idx="4966">
                  <c:v>4966</c:v>
                </c:pt>
                <c:pt idx="4967">
                  <c:v>4967</c:v>
                </c:pt>
                <c:pt idx="4968">
                  <c:v>4968</c:v>
                </c:pt>
                <c:pt idx="4969">
                  <c:v>4969</c:v>
                </c:pt>
                <c:pt idx="4970">
                  <c:v>4970</c:v>
                </c:pt>
                <c:pt idx="4971">
                  <c:v>4971</c:v>
                </c:pt>
                <c:pt idx="4972">
                  <c:v>4972</c:v>
                </c:pt>
                <c:pt idx="4973">
                  <c:v>4973</c:v>
                </c:pt>
                <c:pt idx="4974">
                  <c:v>4974</c:v>
                </c:pt>
                <c:pt idx="4975">
                  <c:v>4975</c:v>
                </c:pt>
                <c:pt idx="4976">
                  <c:v>4976</c:v>
                </c:pt>
                <c:pt idx="4977">
                  <c:v>4977</c:v>
                </c:pt>
                <c:pt idx="4978">
                  <c:v>4978</c:v>
                </c:pt>
                <c:pt idx="4979">
                  <c:v>4979</c:v>
                </c:pt>
                <c:pt idx="4980">
                  <c:v>4980</c:v>
                </c:pt>
                <c:pt idx="4981">
                  <c:v>4981</c:v>
                </c:pt>
                <c:pt idx="4982">
                  <c:v>4982</c:v>
                </c:pt>
                <c:pt idx="4983">
                  <c:v>4983</c:v>
                </c:pt>
                <c:pt idx="4984">
                  <c:v>4984</c:v>
                </c:pt>
                <c:pt idx="4985">
                  <c:v>4985</c:v>
                </c:pt>
                <c:pt idx="4986">
                  <c:v>4986</c:v>
                </c:pt>
                <c:pt idx="4987">
                  <c:v>4987</c:v>
                </c:pt>
                <c:pt idx="4988">
                  <c:v>4988</c:v>
                </c:pt>
                <c:pt idx="4989">
                  <c:v>4989</c:v>
                </c:pt>
                <c:pt idx="4990">
                  <c:v>4990</c:v>
                </c:pt>
                <c:pt idx="4991">
                  <c:v>4991</c:v>
                </c:pt>
                <c:pt idx="4992">
                  <c:v>4992</c:v>
                </c:pt>
                <c:pt idx="4993">
                  <c:v>4993</c:v>
                </c:pt>
                <c:pt idx="4994">
                  <c:v>4994</c:v>
                </c:pt>
                <c:pt idx="4995">
                  <c:v>4995</c:v>
                </c:pt>
                <c:pt idx="4996">
                  <c:v>4996</c:v>
                </c:pt>
                <c:pt idx="4997">
                  <c:v>4997</c:v>
                </c:pt>
                <c:pt idx="4998">
                  <c:v>4998</c:v>
                </c:pt>
                <c:pt idx="4999">
                  <c:v>4999</c:v>
                </c:pt>
                <c:pt idx="5000">
                  <c:v>5000</c:v>
                </c:pt>
                <c:pt idx="5001">
                  <c:v>5001</c:v>
                </c:pt>
                <c:pt idx="5002">
                  <c:v>5002</c:v>
                </c:pt>
                <c:pt idx="5003">
                  <c:v>5003</c:v>
                </c:pt>
                <c:pt idx="5004">
                  <c:v>5004</c:v>
                </c:pt>
                <c:pt idx="5005">
                  <c:v>5005</c:v>
                </c:pt>
                <c:pt idx="5006">
                  <c:v>5006</c:v>
                </c:pt>
                <c:pt idx="5007">
                  <c:v>5007</c:v>
                </c:pt>
                <c:pt idx="5008">
                  <c:v>5008</c:v>
                </c:pt>
                <c:pt idx="5009">
                  <c:v>5009</c:v>
                </c:pt>
                <c:pt idx="5010">
                  <c:v>5010</c:v>
                </c:pt>
                <c:pt idx="5011">
                  <c:v>5011</c:v>
                </c:pt>
                <c:pt idx="5012">
                  <c:v>5012</c:v>
                </c:pt>
                <c:pt idx="5013">
                  <c:v>5013</c:v>
                </c:pt>
                <c:pt idx="5014">
                  <c:v>5014</c:v>
                </c:pt>
                <c:pt idx="5015">
                  <c:v>5015</c:v>
                </c:pt>
                <c:pt idx="5016">
                  <c:v>5016</c:v>
                </c:pt>
                <c:pt idx="5017">
                  <c:v>5017</c:v>
                </c:pt>
                <c:pt idx="5018">
                  <c:v>5018</c:v>
                </c:pt>
                <c:pt idx="5019">
                  <c:v>5019</c:v>
                </c:pt>
                <c:pt idx="5020">
                  <c:v>5020</c:v>
                </c:pt>
                <c:pt idx="5021">
                  <c:v>5021</c:v>
                </c:pt>
                <c:pt idx="5022">
                  <c:v>5022</c:v>
                </c:pt>
                <c:pt idx="5023">
                  <c:v>5023</c:v>
                </c:pt>
                <c:pt idx="5024">
                  <c:v>5024</c:v>
                </c:pt>
                <c:pt idx="5025">
                  <c:v>5025</c:v>
                </c:pt>
                <c:pt idx="5026">
                  <c:v>5026</c:v>
                </c:pt>
                <c:pt idx="5027">
                  <c:v>5027</c:v>
                </c:pt>
                <c:pt idx="5028">
                  <c:v>5028</c:v>
                </c:pt>
                <c:pt idx="5029">
                  <c:v>5029</c:v>
                </c:pt>
                <c:pt idx="5030">
                  <c:v>5030</c:v>
                </c:pt>
                <c:pt idx="5031">
                  <c:v>5031</c:v>
                </c:pt>
                <c:pt idx="5032">
                  <c:v>5032</c:v>
                </c:pt>
                <c:pt idx="5033">
                  <c:v>5033</c:v>
                </c:pt>
                <c:pt idx="5034">
                  <c:v>5034</c:v>
                </c:pt>
                <c:pt idx="5035">
                  <c:v>5035</c:v>
                </c:pt>
                <c:pt idx="5036">
                  <c:v>5036</c:v>
                </c:pt>
                <c:pt idx="5037">
                  <c:v>5037</c:v>
                </c:pt>
                <c:pt idx="5038">
                  <c:v>5038</c:v>
                </c:pt>
                <c:pt idx="5039">
                  <c:v>5039</c:v>
                </c:pt>
                <c:pt idx="5040">
                  <c:v>5040</c:v>
                </c:pt>
                <c:pt idx="5041">
                  <c:v>5041</c:v>
                </c:pt>
                <c:pt idx="5042">
                  <c:v>5042</c:v>
                </c:pt>
                <c:pt idx="5043">
                  <c:v>5043</c:v>
                </c:pt>
                <c:pt idx="5044">
                  <c:v>5044</c:v>
                </c:pt>
                <c:pt idx="5045">
                  <c:v>5045</c:v>
                </c:pt>
                <c:pt idx="5046">
                  <c:v>5046</c:v>
                </c:pt>
                <c:pt idx="5047">
                  <c:v>5047</c:v>
                </c:pt>
                <c:pt idx="5048">
                  <c:v>5048</c:v>
                </c:pt>
                <c:pt idx="5049">
                  <c:v>5049</c:v>
                </c:pt>
                <c:pt idx="5050">
                  <c:v>5050</c:v>
                </c:pt>
                <c:pt idx="5051">
                  <c:v>5051</c:v>
                </c:pt>
                <c:pt idx="5052">
                  <c:v>5052</c:v>
                </c:pt>
                <c:pt idx="5053">
                  <c:v>5053</c:v>
                </c:pt>
                <c:pt idx="5054">
                  <c:v>5054</c:v>
                </c:pt>
                <c:pt idx="5055">
                  <c:v>5055</c:v>
                </c:pt>
                <c:pt idx="5056">
                  <c:v>5056</c:v>
                </c:pt>
                <c:pt idx="5057">
                  <c:v>5057</c:v>
                </c:pt>
                <c:pt idx="5058">
                  <c:v>5058</c:v>
                </c:pt>
                <c:pt idx="5059">
                  <c:v>5059</c:v>
                </c:pt>
                <c:pt idx="5060">
                  <c:v>5060</c:v>
                </c:pt>
                <c:pt idx="5061">
                  <c:v>5061</c:v>
                </c:pt>
                <c:pt idx="5062">
                  <c:v>5062</c:v>
                </c:pt>
                <c:pt idx="5063">
                  <c:v>5063</c:v>
                </c:pt>
                <c:pt idx="5064">
                  <c:v>5064</c:v>
                </c:pt>
                <c:pt idx="5065">
                  <c:v>5065</c:v>
                </c:pt>
                <c:pt idx="5066">
                  <c:v>5066</c:v>
                </c:pt>
                <c:pt idx="5067">
                  <c:v>5067</c:v>
                </c:pt>
                <c:pt idx="5068">
                  <c:v>5068</c:v>
                </c:pt>
                <c:pt idx="5069">
                  <c:v>5069</c:v>
                </c:pt>
                <c:pt idx="5070">
                  <c:v>5070</c:v>
                </c:pt>
                <c:pt idx="5071">
                  <c:v>5071</c:v>
                </c:pt>
                <c:pt idx="5072">
                  <c:v>5072</c:v>
                </c:pt>
                <c:pt idx="5073">
                  <c:v>5073</c:v>
                </c:pt>
                <c:pt idx="5074">
                  <c:v>5074</c:v>
                </c:pt>
                <c:pt idx="5075">
                  <c:v>5075</c:v>
                </c:pt>
                <c:pt idx="5076">
                  <c:v>5076</c:v>
                </c:pt>
                <c:pt idx="5077">
                  <c:v>5077</c:v>
                </c:pt>
                <c:pt idx="5078">
                  <c:v>5078</c:v>
                </c:pt>
                <c:pt idx="5079">
                  <c:v>5079</c:v>
                </c:pt>
                <c:pt idx="5080">
                  <c:v>5080</c:v>
                </c:pt>
                <c:pt idx="5081">
                  <c:v>5081</c:v>
                </c:pt>
                <c:pt idx="5082">
                  <c:v>5082</c:v>
                </c:pt>
                <c:pt idx="5083">
                  <c:v>5083</c:v>
                </c:pt>
                <c:pt idx="5084">
                  <c:v>5084</c:v>
                </c:pt>
                <c:pt idx="5085">
                  <c:v>5085</c:v>
                </c:pt>
                <c:pt idx="5086">
                  <c:v>5086</c:v>
                </c:pt>
                <c:pt idx="5087">
                  <c:v>5087</c:v>
                </c:pt>
                <c:pt idx="5088">
                  <c:v>5088</c:v>
                </c:pt>
                <c:pt idx="5089">
                  <c:v>5089</c:v>
                </c:pt>
                <c:pt idx="5090">
                  <c:v>5090</c:v>
                </c:pt>
                <c:pt idx="5091">
                  <c:v>5091</c:v>
                </c:pt>
                <c:pt idx="5092">
                  <c:v>5092</c:v>
                </c:pt>
                <c:pt idx="5093">
                  <c:v>5093</c:v>
                </c:pt>
                <c:pt idx="5094">
                  <c:v>5094</c:v>
                </c:pt>
                <c:pt idx="5095">
                  <c:v>5095</c:v>
                </c:pt>
                <c:pt idx="5096">
                  <c:v>5096</c:v>
                </c:pt>
                <c:pt idx="5097">
                  <c:v>5097</c:v>
                </c:pt>
                <c:pt idx="5098">
                  <c:v>5098</c:v>
                </c:pt>
                <c:pt idx="5099">
                  <c:v>5099</c:v>
                </c:pt>
                <c:pt idx="5100">
                  <c:v>5100</c:v>
                </c:pt>
                <c:pt idx="5101">
                  <c:v>5101</c:v>
                </c:pt>
                <c:pt idx="5102">
                  <c:v>5102</c:v>
                </c:pt>
                <c:pt idx="5103">
                  <c:v>5103</c:v>
                </c:pt>
                <c:pt idx="5104">
                  <c:v>5104</c:v>
                </c:pt>
                <c:pt idx="5105">
                  <c:v>5105</c:v>
                </c:pt>
                <c:pt idx="5106">
                  <c:v>5106</c:v>
                </c:pt>
                <c:pt idx="5107">
                  <c:v>5107</c:v>
                </c:pt>
                <c:pt idx="5108">
                  <c:v>5108</c:v>
                </c:pt>
                <c:pt idx="5109">
                  <c:v>5109</c:v>
                </c:pt>
                <c:pt idx="5110">
                  <c:v>5110</c:v>
                </c:pt>
                <c:pt idx="5111">
                  <c:v>5111</c:v>
                </c:pt>
                <c:pt idx="5112">
                  <c:v>5112</c:v>
                </c:pt>
                <c:pt idx="5113">
                  <c:v>5113</c:v>
                </c:pt>
                <c:pt idx="5114">
                  <c:v>5114</c:v>
                </c:pt>
                <c:pt idx="5115">
                  <c:v>5115</c:v>
                </c:pt>
                <c:pt idx="5116">
                  <c:v>5116</c:v>
                </c:pt>
                <c:pt idx="5117">
                  <c:v>5117</c:v>
                </c:pt>
                <c:pt idx="5118">
                  <c:v>5118</c:v>
                </c:pt>
                <c:pt idx="5119">
                  <c:v>5119</c:v>
                </c:pt>
                <c:pt idx="5120">
                  <c:v>5120</c:v>
                </c:pt>
                <c:pt idx="5121">
                  <c:v>5121</c:v>
                </c:pt>
                <c:pt idx="5122">
                  <c:v>5122</c:v>
                </c:pt>
                <c:pt idx="5123">
                  <c:v>5123</c:v>
                </c:pt>
                <c:pt idx="5124">
                  <c:v>5124</c:v>
                </c:pt>
                <c:pt idx="5125">
                  <c:v>5125</c:v>
                </c:pt>
                <c:pt idx="5126">
                  <c:v>5126</c:v>
                </c:pt>
                <c:pt idx="5127">
                  <c:v>5127</c:v>
                </c:pt>
                <c:pt idx="5128">
                  <c:v>5128</c:v>
                </c:pt>
                <c:pt idx="5129">
                  <c:v>5129</c:v>
                </c:pt>
                <c:pt idx="5130">
                  <c:v>5130</c:v>
                </c:pt>
                <c:pt idx="5131">
                  <c:v>5131</c:v>
                </c:pt>
                <c:pt idx="5132">
                  <c:v>5132</c:v>
                </c:pt>
                <c:pt idx="5133">
                  <c:v>5133</c:v>
                </c:pt>
                <c:pt idx="5134">
                  <c:v>5134</c:v>
                </c:pt>
                <c:pt idx="5135">
                  <c:v>5135</c:v>
                </c:pt>
                <c:pt idx="5136">
                  <c:v>5136</c:v>
                </c:pt>
                <c:pt idx="5137">
                  <c:v>5137</c:v>
                </c:pt>
                <c:pt idx="5138">
                  <c:v>5138</c:v>
                </c:pt>
                <c:pt idx="5139">
                  <c:v>5139</c:v>
                </c:pt>
                <c:pt idx="5140">
                  <c:v>5140</c:v>
                </c:pt>
                <c:pt idx="5141">
                  <c:v>5141</c:v>
                </c:pt>
                <c:pt idx="5142">
                  <c:v>5142</c:v>
                </c:pt>
                <c:pt idx="5143">
                  <c:v>5143</c:v>
                </c:pt>
                <c:pt idx="5144">
                  <c:v>5144</c:v>
                </c:pt>
                <c:pt idx="5145">
                  <c:v>5145</c:v>
                </c:pt>
                <c:pt idx="5146">
                  <c:v>5146</c:v>
                </c:pt>
                <c:pt idx="5147">
                  <c:v>5147</c:v>
                </c:pt>
                <c:pt idx="5148">
                  <c:v>5148</c:v>
                </c:pt>
                <c:pt idx="5149">
                  <c:v>5149</c:v>
                </c:pt>
                <c:pt idx="5150">
                  <c:v>5150</c:v>
                </c:pt>
                <c:pt idx="5151">
                  <c:v>5151</c:v>
                </c:pt>
                <c:pt idx="5152">
                  <c:v>5152</c:v>
                </c:pt>
                <c:pt idx="5153">
                  <c:v>5153</c:v>
                </c:pt>
                <c:pt idx="5154">
                  <c:v>5154</c:v>
                </c:pt>
                <c:pt idx="5155">
                  <c:v>5155</c:v>
                </c:pt>
                <c:pt idx="5156">
                  <c:v>5156</c:v>
                </c:pt>
                <c:pt idx="5157">
                  <c:v>5157</c:v>
                </c:pt>
                <c:pt idx="5158">
                  <c:v>5158</c:v>
                </c:pt>
                <c:pt idx="5159">
                  <c:v>5159</c:v>
                </c:pt>
                <c:pt idx="5160">
                  <c:v>5160</c:v>
                </c:pt>
                <c:pt idx="5161">
                  <c:v>5161</c:v>
                </c:pt>
                <c:pt idx="5162">
                  <c:v>5162</c:v>
                </c:pt>
                <c:pt idx="5163">
                  <c:v>5163</c:v>
                </c:pt>
                <c:pt idx="5164">
                  <c:v>5164</c:v>
                </c:pt>
                <c:pt idx="5165">
                  <c:v>5165</c:v>
                </c:pt>
                <c:pt idx="5166">
                  <c:v>5166</c:v>
                </c:pt>
                <c:pt idx="5167">
                  <c:v>5167</c:v>
                </c:pt>
                <c:pt idx="5168">
                  <c:v>5168</c:v>
                </c:pt>
                <c:pt idx="5169">
                  <c:v>5169</c:v>
                </c:pt>
                <c:pt idx="5170">
                  <c:v>5170</c:v>
                </c:pt>
                <c:pt idx="5171">
                  <c:v>5171</c:v>
                </c:pt>
                <c:pt idx="5172">
                  <c:v>5172</c:v>
                </c:pt>
                <c:pt idx="5173">
                  <c:v>5173</c:v>
                </c:pt>
                <c:pt idx="5174">
                  <c:v>5174</c:v>
                </c:pt>
                <c:pt idx="5175">
                  <c:v>5175</c:v>
                </c:pt>
                <c:pt idx="5176">
                  <c:v>5176</c:v>
                </c:pt>
                <c:pt idx="5177">
                  <c:v>5177</c:v>
                </c:pt>
                <c:pt idx="5178">
                  <c:v>5178</c:v>
                </c:pt>
                <c:pt idx="5179">
                  <c:v>5179</c:v>
                </c:pt>
                <c:pt idx="5180">
                  <c:v>5180</c:v>
                </c:pt>
                <c:pt idx="5181">
                  <c:v>5181</c:v>
                </c:pt>
                <c:pt idx="5182">
                  <c:v>5182</c:v>
                </c:pt>
                <c:pt idx="5183">
                  <c:v>5183</c:v>
                </c:pt>
                <c:pt idx="5184">
                  <c:v>5184</c:v>
                </c:pt>
                <c:pt idx="5185">
                  <c:v>5185</c:v>
                </c:pt>
                <c:pt idx="5186">
                  <c:v>5186</c:v>
                </c:pt>
                <c:pt idx="5187">
                  <c:v>5187</c:v>
                </c:pt>
                <c:pt idx="5188">
                  <c:v>5188</c:v>
                </c:pt>
                <c:pt idx="5189">
                  <c:v>5189</c:v>
                </c:pt>
                <c:pt idx="5190">
                  <c:v>5190</c:v>
                </c:pt>
                <c:pt idx="5191">
                  <c:v>5191</c:v>
                </c:pt>
                <c:pt idx="5192">
                  <c:v>5192</c:v>
                </c:pt>
                <c:pt idx="5193">
                  <c:v>5193</c:v>
                </c:pt>
                <c:pt idx="5194">
                  <c:v>5194</c:v>
                </c:pt>
                <c:pt idx="5195">
                  <c:v>5195</c:v>
                </c:pt>
                <c:pt idx="5196">
                  <c:v>5196</c:v>
                </c:pt>
                <c:pt idx="5197">
                  <c:v>5197</c:v>
                </c:pt>
                <c:pt idx="5198">
                  <c:v>5198</c:v>
                </c:pt>
                <c:pt idx="5199">
                  <c:v>5199</c:v>
                </c:pt>
                <c:pt idx="5200">
                  <c:v>5200</c:v>
                </c:pt>
                <c:pt idx="5201">
                  <c:v>5201</c:v>
                </c:pt>
                <c:pt idx="5202">
                  <c:v>5202</c:v>
                </c:pt>
                <c:pt idx="5203">
                  <c:v>5203</c:v>
                </c:pt>
                <c:pt idx="5204">
                  <c:v>5204</c:v>
                </c:pt>
                <c:pt idx="5205">
                  <c:v>5205</c:v>
                </c:pt>
                <c:pt idx="5206">
                  <c:v>5206</c:v>
                </c:pt>
                <c:pt idx="5207">
                  <c:v>5207</c:v>
                </c:pt>
                <c:pt idx="5208">
                  <c:v>5208</c:v>
                </c:pt>
                <c:pt idx="5209">
                  <c:v>5209</c:v>
                </c:pt>
                <c:pt idx="5210">
                  <c:v>5210</c:v>
                </c:pt>
                <c:pt idx="5211">
                  <c:v>5211</c:v>
                </c:pt>
                <c:pt idx="5212">
                  <c:v>5212</c:v>
                </c:pt>
                <c:pt idx="5213">
                  <c:v>5213</c:v>
                </c:pt>
                <c:pt idx="5214">
                  <c:v>5214</c:v>
                </c:pt>
                <c:pt idx="5215">
                  <c:v>5215</c:v>
                </c:pt>
                <c:pt idx="5216">
                  <c:v>5216</c:v>
                </c:pt>
                <c:pt idx="5217">
                  <c:v>5217</c:v>
                </c:pt>
                <c:pt idx="5218">
                  <c:v>5218</c:v>
                </c:pt>
                <c:pt idx="5219">
                  <c:v>5219</c:v>
                </c:pt>
                <c:pt idx="5220">
                  <c:v>5220</c:v>
                </c:pt>
                <c:pt idx="5221">
                  <c:v>5221</c:v>
                </c:pt>
                <c:pt idx="5222">
                  <c:v>5222</c:v>
                </c:pt>
                <c:pt idx="5223">
                  <c:v>5223</c:v>
                </c:pt>
                <c:pt idx="5224">
                  <c:v>5224</c:v>
                </c:pt>
                <c:pt idx="5225">
                  <c:v>5225</c:v>
                </c:pt>
                <c:pt idx="5226">
                  <c:v>5226</c:v>
                </c:pt>
                <c:pt idx="5227">
                  <c:v>5227</c:v>
                </c:pt>
                <c:pt idx="5228">
                  <c:v>5228</c:v>
                </c:pt>
                <c:pt idx="5229">
                  <c:v>5229</c:v>
                </c:pt>
                <c:pt idx="5230">
                  <c:v>5230</c:v>
                </c:pt>
                <c:pt idx="5231">
                  <c:v>5231</c:v>
                </c:pt>
                <c:pt idx="5232">
                  <c:v>5232</c:v>
                </c:pt>
                <c:pt idx="5233">
                  <c:v>5233</c:v>
                </c:pt>
                <c:pt idx="5234">
                  <c:v>5234</c:v>
                </c:pt>
                <c:pt idx="5235">
                  <c:v>5235</c:v>
                </c:pt>
                <c:pt idx="5236">
                  <c:v>5236</c:v>
                </c:pt>
                <c:pt idx="5237">
                  <c:v>5237</c:v>
                </c:pt>
                <c:pt idx="5238">
                  <c:v>5238</c:v>
                </c:pt>
                <c:pt idx="5239">
                  <c:v>5239</c:v>
                </c:pt>
                <c:pt idx="5240">
                  <c:v>5240</c:v>
                </c:pt>
                <c:pt idx="5241">
                  <c:v>5241</c:v>
                </c:pt>
                <c:pt idx="5242">
                  <c:v>5242</c:v>
                </c:pt>
                <c:pt idx="5243">
                  <c:v>5243</c:v>
                </c:pt>
                <c:pt idx="5244">
                  <c:v>5244</c:v>
                </c:pt>
                <c:pt idx="5245">
                  <c:v>5245</c:v>
                </c:pt>
                <c:pt idx="5246">
                  <c:v>5246</c:v>
                </c:pt>
                <c:pt idx="5247">
                  <c:v>5247</c:v>
                </c:pt>
                <c:pt idx="5248">
                  <c:v>5248</c:v>
                </c:pt>
                <c:pt idx="5249">
                  <c:v>5249</c:v>
                </c:pt>
                <c:pt idx="5250">
                  <c:v>5250</c:v>
                </c:pt>
                <c:pt idx="5251">
                  <c:v>5251</c:v>
                </c:pt>
                <c:pt idx="5252">
                  <c:v>5252</c:v>
                </c:pt>
                <c:pt idx="5253">
                  <c:v>5253</c:v>
                </c:pt>
                <c:pt idx="5254">
                  <c:v>5254</c:v>
                </c:pt>
                <c:pt idx="5255">
                  <c:v>5255</c:v>
                </c:pt>
                <c:pt idx="5256">
                  <c:v>5256</c:v>
                </c:pt>
                <c:pt idx="5257">
                  <c:v>5257</c:v>
                </c:pt>
                <c:pt idx="5258">
                  <c:v>5258</c:v>
                </c:pt>
                <c:pt idx="5259">
                  <c:v>5259</c:v>
                </c:pt>
                <c:pt idx="5260">
                  <c:v>5260</c:v>
                </c:pt>
                <c:pt idx="5261">
                  <c:v>5261</c:v>
                </c:pt>
                <c:pt idx="5262">
                  <c:v>5262</c:v>
                </c:pt>
                <c:pt idx="5263">
                  <c:v>5263</c:v>
                </c:pt>
                <c:pt idx="5264">
                  <c:v>5264</c:v>
                </c:pt>
                <c:pt idx="5265">
                  <c:v>5265</c:v>
                </c:pt>
                <c:pt idx="5266">
                  <c:v>5266</c:v>
                </c:pt>
                <c:pt idx="5267">
                  <c:v>5267</c:v>
                </c:pt>
                <c:pt idx="5268">
                  <c:v>5268</c:v>
                </c:pt>
                <c:pt idx="5269">
                  <c:v>5269</c:v>
                </c:pt>
                <c:pt idx="5270">
                  <c:v>5270</c:v>
                </c:pt>
                <c:pt idx="5271">
                  <c:v>5271</c:v>
                </c:pt>
                <c:pt idx="5272">
                  <c:v>5272</c:v>
                </c:pt>
                <c:pt idx="5273">
                  <c:v>5273</c:v>
                </c:pt>
                <c:pt idx="5274">
                  <c:v>5274</c:v>
                </c:pt>
                <c:pt idx="5275">
                  <c:v>5275</c:v>
                </c:pt>
                <c:pt idx="5276">
                  <c:v>5276</c:v>
                </c:pt>
                <c:pt idx="5277">
                  <c:v>5277</c:v>
                </c:pt>
                <c:pt idx="5278">
                  <c:v>5278</c:v>
                </c:pt>
                <c:pt idx="5279">
                  <c:v>5279</c:v>
                </c:pt>
                <c:pt idx="5280">
                  <c:v>5280</c:v>
                </c:pt>
                <c:pt idx="5281">
                  <c:v>5281</c:v>
                </c:pt>
                <c:pt idx="5282">
                  <c:v>5282</c:v>
                </c:pt>
                <c:pt idx="5283">
                  <c:v>5283</c:v>
                </c:pt>
                <c:pt idx="5284">
                  <c:v>5284</c:v>
                </c:pt>
                <c:pt idx="5285">
                  <c:v>5285</c:v>
                </c:pt>
                <c:pt idx="5286">
                  <c:v>5286</c:v>
                </c:pt>
                <c:pt idx="5287">
                  <c:v>5287</c:v>
                </c:pt>
                <c:pt idx="5288">
                  <c:v>5288</c:v>
                </c:pt>
                <c:pt idx="5289">
                  <c:v>5289</c:v>
                </c:pt>
                <c:pt idx="5290">
                  <c:v>5290</c:v>
                </c:pt>
                <c:pt idx="5291">
                  <c:v>5291</c:v>
                </c:pt>
                <c:pt idx="5292">
                  <c:v>5292</c:v>
                </c:pt>
                <c:pt idx="5293">
                  <c:v>5293</c:v>
                </c:pt>
                <c:pt idx="5294">
                  <c:v>5294</c:v>
                </c:pt>
                <c:pt idx="5295">
                  <c:v>5295</c:v>
                </c:pt>
                <c:pt idx="5296">
                  <c:v>5296</c:v>
                </c:pt>
                <c:pt idx="5297">
                  <c:v>5297</c:v>
                </c:pt>
                <c:pt idx="5298">
                  <c:v>5298</c:v>
                </c:pt>
                <c:pt idx="5299">
                  <c:v>5299</c:v>
                </c:pt>
                <c:pt idx="5300">
                  <c:v>5300</c:v>
                </c:pt>
                <c:pt idx="5301">
                  <c:v>5301</c:v>
                </c:pt>
                <c:pt idx="5302">
                  <c:v>5302</c:v>
                </c:pt>
                <c:pt idx="5303">
                  <c:v>5303</c:v>
                </c:pt>
                <c:pt idx="5304">
                  <c:v>5304</c:v>
                </c:pt>
                <c:pt idx="5305">
                  <c:v>5305</c:v>
                </c:pt>
                <c:pt idx="5306">
                  <c:v>5306</c:v>
                </c:pt>
                <c:pt idx="5307">
                  <c:v>5307</c:v>
                </c:pt>
                <c:pt idx="5308">
                  <c:v>5308</c:v>
                </c:pt>
                <c:pt idx="5309">
                  <c:v>5309</c:v>
                </c:pt>
                <c:pt idx="5310">
                  <c:v>5310</c:v>
                </c:pt>
                <c:pt idx="5311">
                  <c:v>5311</c:v>
                </c:pt>
                <c:pt idx="5312">
                  <c:v>5312</c:v>
                </c:pt>
                <c:pt idx="5313">
                  <c:v>5313</c:v>
                </c:pt>
                <c:pt idx="5314">
                  <c:v>5314</c:v>
                </c:pt>
                <c:pt idx="5315">
                  <c:v>5315</c:v>
                </c:pt>
                <c:pt idx="5316">
                  <c:v>5316</c:v>
                </c:pt>
                <c:pt idx="5317">
                  <c:v>5317</c:v>
                </c:pt>
                <c:pt idx="5318">
                  <c:v>5318</c:v>
                </c:pt>
                <c:pt idx="5319">
                  <c:v>5319</c:v>
                </c:pt>
                <c:pt idx="5320">
                  <c:v>5320</c:v>
                </c:pt>
                <c:pt idx="5321">
                  <c:v>5321</c:v>
                </c:pt>
                <c:pt idx="5322">
                  <c:v>5322</c:v>
                </c:pt>
                <c:pt idx="5323">
                  <c:v>5323</c:v>
                </c:pt>
                <c:pt idx="5324">
                  <c:v>5324</c:v>
                </c:pt>
                <c:pt idx="5325">
                  <c:v>5325</c:v>
                </c:pt>
                <c:pt idx="5326">
                  <c:v>5326</c:v>
                </c:pt>
                <c:pt idx="5327">
                  <c:v>5327</c:v>
                </c:pt>
                <c:pt idx="5328">
                  <c:v>5328</c:v>
                </c:pt>
                <c:pt idx="5329">
                  <c:v>5329</c:v>
                </c:pt>
                <c:pt idx="5330">
                  <c:v>5330</c:v>
                </c:pt>
                <c:pt idx="5331">
                  <c:v>5331</c:v>
                </c:pt>
                <c:pt idx="5332">
                  <c:v>5332</c:v>
                </c:pt>
                <c:pt idx="5333">
                  <c:v>5333</c:v>
                </c:pt>
                <c:pt idx="5334">
                  <c:v>5334</c:v>
                </c:pt>
                <c:pt idx="5335">
                  <c:v>5335</c:v>
                </c:pt>
                <c:pt idx="5336">
                  <c:v>5336</c:v>
                </c:pt>
                <c:pt idx="5337">
                  <c:v>5337</c:v>
                </c:pt>
                <c:pt idx="5338">
                  <c:v>5338</c:v>
                </c:pt>
                <c:pt idx="5339">
                  <c:v>5339</c:v>
                </c:pt>
                <c:pt idx="5340">
                  <c:v>5340</c:v>
                </c:pt>
                <c:pt idx="5341">
                  <c:v>5341</c:v>
                </c:pt>
                <c:pt idx="5342">
                  <c:v>5342</c:v>
                </c:pt>
                <c:pt idx="5343">
                  <c:v>5343</c:v>
                </c:pt>
                <c:pt idx="5344">
                  <c:v>5344</c:v>
                </c:pt>
                <c:pt idx="5345">
                  <c:v>5345</c:v>
                </c:pt>
                <c:pt idx="5346">
                  <c:v>5346</c:v>
                </c:pt>
                <c:pt idx="5347">
                  <c:v>5347</c:v>
                </c:pt>
                <c:pt idx="5348">
                  <c:v>5348</c:v>
                </c:pt>
                <c:pt idx="5349">
                  <c:v>5349</c:v>
                </c:pt>
                <c:pt idx="5350">
                  <c:v>5350</c:v>
                </c:pt>
                <c:pt idx="5351">
                  <c:v>5351</c:v>
                </c:pt>
                <c:pt idx="5352">
                  <c:v>5352</c:v>
                </c:pt>
                <c:pt idx="5353">
                  <c:v>5353</c:v>
                </c:pt>
                <c:pt idx="5354">
                  <c:v>5354</c:v>
                </c:pt>
                <c:pt idx="5355">
                  <c:v>5355</c:v>
                </c:pt>
                <c:pt idx="5356">
                  <c:v>5356</c:v>
                </c:pt>
                <c:pt idx="5357">
                  <c:v>5357</c:v>
                </c:pt>
                <c:pt idx="5358">
                  <c:v>5358</c:v>
                </c:pt>
                <c:pt idx="5359">
                  <c:v>5359</c:v>
                </c:pt>
                <c:pt idx="5360">
                  <c:v>5360</c:v>
                </c:pt>
                <c:pt idx="5361">
                  <c:v>5361</c:v>
                </c:pt>
                <c:pt idx="5362">
                  <c:v>5362</c:v>
                </c:pt>
                <c:pt idx="5363">
                  <c:v>5363</c:v>
                </c:pt>
                <c:pt idx="5364">
                  <c:v>5364</c:v>
                </c:pt>
                <c:pt idx="5365">
                  <c:v>5365</c:v>
                </c:pt>
                <c:pt idx="5366">
                  <c:v>5366</c:v>
                </c:pt>
                <c:pt idx="5367">
                  <c:v>5367</c:v>
                </c:pt>
                <c:pt idx="5368">
                  <c:v>5368</c:v>
                </c:pt>
                <c:pt idx="5369">
                  <c:v>5369</c:v>
                </c:pt>
                <c:pt idx="5370">
                  <c:v>5370</c:v>
                </c:pt>
                <c:pt idx="5371">
                  <c:v>5371</c:v>
                </c:pt>
                <c:pt idx="5372">
                  <c:v>5372</c:v>
                </c:pt>
                <c:pt idx="5373">
                  <c:v>5373</c:v>
                </c:pt>
                <c:pt idx="5374">
                  <c:v>5374</c:v>
                </c:pt>
                <c:pt idx="5375">
                  <c:v>5375</c:v>
                </c:pt>
                <c:pt idx="5376">
                  <c:v>5376</c:v>
                </c:pt>
                <c:pt idx="5377">
                  <c:v>5377</c:v>
                </c:pt>
                <c:pt idx="5378">
                  <c:v>5378</c:v>
                </c:pt>
                <c:pt idx="5379">
                  <c:v>5379</c:v>
                </c:pt>
                <c:pt idx="5380">
                  <c:v>5380</c:v>
                </c:pt>
                <c:pt idx="5381">
                  <c:v>5381</c:v>
                </c:pt>
                <c:pt idx="5382">
                  <c:v>5382</c:v>
                </c:pt>
                <c:pt idx="5383">
                  <c:v>5383</c:v>
                </c:pt>
                <c:pt idx="5384">
                  <c:v>5384</c:v>
                </c:pt>
                <c:pt idx="5385">
                  <c:v>5385</c:v>
                </c:pt>
                <c:pt idx="5386">
                  <c:v>5386</c:v>
                </c:pt>
                <c:pt idx="5387">
                  <c:v>5387</c:v>
                </c:pt>
                <c:pt idx="5388">
                  <c:v>5388</c:v>
                </c:pt>
                <c:pt idx="5389">
                  <c:v>5389</c:v>
                </c:pt>
                <c:pt idx="5390">
                  <c:v>5390</c:v>
                </c:pt>
                <c:pt idx="5391">
                  <c:v>5391</c:v>
                </c:pt>
                <c:pt idx="5392">
                  <c:v>5392</c:v>
                </c:pt>
                <c:pt idx="5393">
                  <c:v>5393</c:v>
                </c:pt>
                <c:pt idx="5394">
                  <c:v>5394</c:v>
                </c:pt>
                <c:pt idx="5395">
                  <c:v>5395</c:v>
                </c:pt>
                <c:pt idx="5396">
                  <c:v>5396</c:v>
                </c:pt>
                <c:pt idx="5397">
                  <c:v>5397</c:v>
                </c:pt>
                <c:pt idx="5398">
                  <c:v>5398</c:v>
                </c:pt>
                <c:pt idx="5399">
                  <c:v>5399</c:v>
                </c:pt>
                <c:pt idx="5400">
                  <c:v>5400</c:v>
                </c:pt>
                <c:pt idx="5401">
                  <c:v>5401</c:v>
                </c:pt>
                <c:pt idx="5402">
                  <c:v>5402</c:v>
                </c:pt>
                <c:pt idx="5403">
                  <c:v>5403</c:v>
                </c:pt>
                <c:pt idx="5404">
                  <c:v>5404</c:v>
                </c:pt>
                <c:pt idx="5405">
                  <c:v>5405</c:v>
                </c:pt>
                <c:pt idx="5406">
                  <c:v>5406</c:v>
                </c:pt>
                <c:pt idx="5407">
                  <c:v>5407</c:v>
                </c:pt>
                <c:pt idx="5408">
                  <c:v>5408</c:v>
                </c:pt>
                <c:pt idx="5409">
                  <c:v>5409</c:v>
                </c:pt>
                <c:pt idx="5410">
                  <c:v>5410</c:v>
                </c:pt>
                <c:pt idx="5411">
                  <c:v>5411</c:v>
                </c:pt>
                <c:pt idx="5412">
                  <c:v>5412</c:v>
                </c:pt>
                <c:pt idx="5413">
                  <c:v>5413</c:v>
                </c:pt>
                <c:pt idx="5414">
                  <c:v>5414</c:v>
                </c:pt>
                <c:pt idx="5415">
                  <c:v>5415</c:v>
                </c:pt>
                <c:pt idx="5416">
                  <c:v>5416</c:v>
                </c:pt>
                <c:pt idx="5417">
                  <c:v>5417</c:v>
                </c:pt>
                <c:pt idx="5418">
                  <c:v>5418</c:v>
                </c:pt>
                <c:pt idx="5419">
                  <c:v>5419</c:v>
                </c:pt>
                <c:pt idx="5420">
                  <c:v>5420</c:v>
                </c:pt>
                <c:pt idx="5421">
                  <c:v>5421</c:v>
                </c:pt>
                <c:pt idx="5422">
                  <c:v>5422</c:v>
                </c:pt>
                <c:pt idx="5423">
                  <c:v>5423</c:v>
                </c:pt>
                <c:pt idx="5424">
                  <c:v>5424</c:v>
                </c:pt>
                <c:pt idx="5425">
                  <c:v>5425</c:v>
                </c:pt>
                <c:pt idx="5426">
                  <c:v>5426</c:v>
                </c:pt>
                <c:pt idx="5427">
                  <c:v>5427</c:v>
                </c:pt>
                <c:pt idx="5428">
                  <c:v>5428</c:v>
                </c:pt>
                <c:pt idx="5429">
                  <c:v>5429</c:v>
                </c:pt>
                <c:pt idx="5430">
                  <c:v>5430</c:v>
                </c:pt>
                <c:pt idx="5431">
                  <c:v>5431</c:v>
                </c:pt>
                <c:pt idx="5432">
                  <c:v>5432</c:v>
                </c:pt>
                <c:pt idx="5433">
                  <c:v>5433</c:v>
                </c:pt>
                <c:pt idx="5434">
                  <c:v>5434</c:v>
                </c:pt>
                <c:pt idx="5435">
                  <c:v>5435</c:v>
                </c:pt>
                <c:pt idx="5436">
                  <c:v>5436</c:v>
                </c:pt>
                <c:pt idx="5437">
                  <c:v>5437</c:v>
                </c:pt>
                <c:pt idx="5438">
                  <c:v>5438</c:v>
                </c:pt>
                <c:pt idx="5439">
                  <c:v>5439</c:v>
                </c:pt>
                <c:pt idx="5440">
                  <c:v>5440</c:v>
                </c:pt>
                <c:pt idx="5441">
                  <c:v>5441</c:v>
                </c:pt>
                <c:pt idx="5442">
                  <c:v>5442</c:v>
                </c:pt>
                <c:pt idx="5443">
                  <c:v>5443</c:v>
                </c:pt>
                <c:pt idx="5444">
                  <c:v>5444</c:v>
                </c:pt>
                <c:pt idx="5445">
                  <c:v>5445</c:v>
                </c:pt>
                <c:pt idx="5446">
                  <c:v>5446</c:v>
                </c:pt>
                <c:pt idx="5447">
                  <c:v>5447</c:v>
                </c:pt>
                <c:pt idx="5448">
                  <c:v>5448</c:v>
                </c:pt>
                <c:pt idx="5449">
                  <c:v>5449</c:v>
                </c:pt>
                <c:pt idx="5450">
                  <c:v>5450</c:v>
                </c:pt>
                <c:pt idx="5451">
                  <c:v>5451</c:v>
                </c:pt>
                <c:pt idx="5452">
                  <c:v>5452</c:v>
                </c:pt>
                <c:pt idx="5453">
                  <c:v>5453</c:v>
                </c:pt>
                <c:pt idx="5454">
                  <c:v>5454</c:v>
                </c:pt>
                <c:pt idx="5455">
                  <c:v>5455</c:v>
                </c:pt>
                <c:pt idx="5456">
                  <c:v>5456</c:v>
                </c:pt>
                <c:pt idx="5457">
                  <c:v>5457</c:v>
                </c:pt>
                <c:pt idx="5458">
                  <c:v>5458</c:v>
                </c:pt>
                <c:pt idx="5459">
                  <c:v>5459</c:v>
                </c:pt>
                <c:pt idx="5460">
                  <c:v>5460</c:v>
                </c:pt>
                <c:pt idx="5461">
                  <c:v>5461</c:v>
                </c:pt>
                <c:pt idx="5462">
                  <c:v>5462</c:v>
                </c:pt>
                <c:pt idx="5463">
                  <c:v>5463</c:v>
                </c:pt>
                <c:pt idx="5464">
                  <c:v>5464</c:v>
                </c:pt>
                <c:pt idx="5465">
                  <c:v>5465</c:v>
                </c:pt>
                <c:pt idx="5466">
                  <c:v>5466</c:v>
                </c:pt>
                <c:pt idx="5467">
                  <c:v>5467</c:v>
                </c:pt>
                <c:pt idx="5468">
                  <c:v>5468</c:v>
                </c:pt>
                <c:pt idx="5469">
                  <c:v>5469</c:v>
                </c:pt>
                <c:pt idx="5470">
                  <c:v>5470</c:v>
                </c:pt>
                <c:pt idx="5471">
                  <c:v>5471</c:v>
                </c:pt>
                <c:pt idx="5472">
                  <c:v>5472</c:v>
                </c:pt>
                <c:pt idx="5473">
                  <c:v>5473</c:v>
                </c:pt>
                <c:pt idx="5474">
                  <c:v>5474</c:v>
                </c:pt>
                <c:pt idx="5475">
                  <c:v>5475</c:v>
                </c:pt>
                <c:pt idx="5476">
                  <c:v>5476</c:v>
                </c:pt>
                <c:pt idx="5477">
                  <c:v>5477</c:v>
                </c:pt>
                <c:pt idx="5478">
                  <c:v>5478</c:v>
                </c:pt>
                <c:pt idx="5479">
                  <c:v>5479</c:v>
                </c:pt>
                <c:pt idx="5480">
                  <c:v>5480</c:v>
                </c:pt>
                <c:pt idx="5481">
                  <c:v>5481</c:v>
                </c:pt>
                <c:pt idx="5482">
                  <c:v>5482</c:v>
                </c:pt>
                <c:pt idx="5483">
                  <c:v>5483</c:v>
                </c:pt>
                <c:pt idx="5484">
                  <c:v>5484</c:v>
                </c:pt>
                <c:pt idx="5485">
                  <c:v>5485</c:v>
                </c:pt>
                <c:pt idx="5486">
                  <c:v>5486</c:v>
                </c:pt>
                <c:pt idx="5487">
                  <c:v>5487</c:v>
                </c:pt>
                <c:pt idx="5488">
                  <c:v>5488</c:v>
                </c:pt>
                <c:pt idx="5489">
                  <c:v>5489</c:v>
                </c:pt>
                <c:pt idx="5490">
                  <c:v>5490</c:v>
                </c:pt>
                <c:pt idx="5491">
                  <c:v>5491</c:v>
                </c:pt>
                <c:pt idx="5492">
                  <c:v>5492</c:v>
                </c:pt>
                <c:pt idx="5493">
                  <c:v>5493</c:v>
                </c:pt>
                <c:pt idx="5494">
                  <c:v>5494</c:v>
                </c:pt>
                <c:pt idx="5495">
                  <c:v>5495</c:v>
                </c:pt>
                <c:pt idx="5496">
                  <c:v>5496</c:v>
                </c:pt>
                <c:pt idx="5497">
                  <c:v>5497</c:v>
                </c:pt>
                <c:pt idx="5498">
                  <c:v>5498</c:v>
                </c:pt>
                <c:pt idx="5499">
                  <c:v>5499</c:v>
                </c:pt>
                <c:pt idx="5500">
                  <c:v>5500</c:v>
                </c:pt>
                <c:pt idx="5501">
                  <c:v>5501</c:v>
                </c:pt>
                <c:pt idx="5502">
                  <c:v>5502</c:v>
                </c:pt>
                <c:pt idx="5503">
                  <c:v>5503</c:v>
                </c:pt>
                <c:pt idx="5504">
                  <c:v>5504</c:v>
                </c:pt>
                <c:pt idx="5505">
                  <c:v>5505</c:v>
                </c:pt>
                <c:pt idx="5506">
                  <c:v>5506</c:v>
                </c:pt>
                <c:pt idx="5507">
                  <c:v>5507</c:v>
                </c:pt>
                <c:pt idx="5508">
                  <c:v>5508</c:v>
                </c:pt>
                <c:pt idx="5509">
                  <c:v>5509</c:v>
                </c:pt>
                <c:pt idx="5510">
                  <c:v>5510</c:v>
                </c:pt>
                <c:pt idx="5511">
                  <c:v>5511</c:v>
                </c:pt>
                <c:pt idx="5512">
                  <c:v>5512</c:v>
                </c:pt>
                <c:pt idx="5513">
                  <c:v>5513</c:v>
                </c:pt>
                <c:pt idx="5514">
                  <c:v>5514</c:v>
                </c:pt>
                <c:pt idx="5515">
                  <c:v>5515</c:v>
                </c:pt>
                <c:pt idx="5516">
                  <c:v>5516</c:v>
                </c:pt>
                <c:pt idx="5517">
                  <c:v>5517</c:v>
                </c:pt>
                <c:pt idx="5518">
                  <c:v>5518</c:v>
                </c:pt>
                <c:pt idx="5519">
                  <c:v>5519</c:v>
                </c:pt>
                <c:pt idx="5520">
                  <c:v>5520</c:v>
                </c:pt>
                <c:pt idx="5521">
                  <c:v>5521</c:v>
                </c:pt>
                <c:pt idx="5522">
                  <c:v>5522</c:v>
                </c:pt>
                <c:pt idx="5523">
                  <c:v>5523</c:v>
                </c:pt>
                <c:pt idx="5524">
                  <c:v>5524</c:v>
                </c:pt>
                <c:pt idx="5525">
                  <c:v>5525</c:v>
                </c:pt>
                <c:pt idx="5526">
                  <c:v>5526</c:v>
                </c:pt>
                <c:pt idx="5527">
                  <c:v>5527</c:v>
                </c:pt>
                <c:pt idx="5528">
                  <c:v>5528</c:v>
                </c:pt>
                <c:pt idx="5529">
                  <c:v>5529</c:v>
                </c:pt>
                <c:pt idx="5530">
                  <c:v>5530</c:v>
                </c:pt>
                <c:pt idx="5531">
                  <c:v>5531</c:v>
                </c:pt>
                <c:pt idx="5532">
                  <c:v>5532</c:v>
                </c:pt>
                <c:pt idx="5533">
                  <c:v>5533</c:v>
                </c:pt>
                <c:pt idx="5534">
                  <c:v>5534</c:v>
                </c:pt>
                <c:pt idx="5535">
                  <c:v>5535</c:v>
                </c:pt>
                <c:pt idx="5536">
                  <c:v>5536</c:v>
                </c:pt>
                <c:pt idx="5537">
                  <c:v>5537</c:v>
                </c:pt>
                <c:pt idx="5538">
                  <c:v>5538</c:v>
                </c:pt>
                <c:pt idx="5539">
                  <c:v>5539</c:v>
                </c:pt>
                <c:pt idx="5540">
                  <c:v>5540</c:v>
                </c:pt>
                <c:pt idx="5541">
                  <c:v>5541</c:v>
                </c:pt>
                <c:pt idx="5542">
                  <c:v>5542</c:v>
                </c:pt>
                <c:pt idx="5543">
                  <c:v>5543</c:v>
                </c:pt>
                <c:pt idx="5544">
                  <c:v>5544</c:v>
                </c:pt>
                <c:pt idx="5545">
                  <c:v>5545</c:v>
                </c:pt>
                <c:pt idx="5546">
                  <c:v>5546</c:v>
                </c:pt>
                <c:pt idx="5547">
                  <c:v>5547</c:v>
                </c:pt>
                <c:pt idx="5548">
                  <c:v>5548</c:v>
                </c:pt>
                <c:pt idx="5549">
                  <c:v>5549</c:v>
                </c:pt>
                <c:pt idx="5550">
                  <c:v>5550</c:v>
                </c:pt>
                <c:pt idx="5551">
                  <c:v>5551</c:v>
                </c:pt>
                <c:pt idx="5552">
                  <c:v>5552</c:v>
                </c:pt>
                <c:pt idx="5553">
                  <c:v>5553</c:v>
                </c:pt>
                <c:pt idx="5554">
                  <c:v>5554</c:v>
                </c:pt>
                <c:pt idx="5555">
                  <c:v>5555</c:v>
                </c:pt>
                <c:pt idx="5556">
                  <c:v>5556</c:v>
                </c:pt>
                <c:pt idx="5557">
                  <c:v>5557</c:v>
                </c:pt>
                <c:pt idx="5558">
                  <c:v>5558</c:v>
                </c:pt>
                <c:pt idx="5559">
                  <c:v>5559</c:v>
                </c:pt>
                <c:pt idx="5560">
                  <c:v>5560</c:v>
                </c:pt>
                <c:pt idx="5561">
                  <c:v>5561</c:v>
                </c:pt>
                <c:pt idx="5562">
                  <c:v>5562</c:v>
                </c:pt>
                <c:pt idx="5563">
                  <c:v>5563</c:v>
                </c:pt>
                <c:pt idx="5564">
                  <c:v>5564</c:v>
                </c:pt>
                <c:pt idx="5565">
                  <c:v>5565</c:v>
                </c:pt>
                <c:pt idx="5566">
                  <c:v>5566</c:v>
                </c:pt>
                <c:pt idx="5567">
                  <c:v>5567</c:v>
                </c:pt>
                <c:pt idx="5568">
                  <c:v>5568</c:v>
                </c:pt>
                <c:pt idx="5569">
                  <c:v>5569</c:v>
                </c:pt>
                <c:pt idx="5570">
                  <c:v>5570</c:v>
                </c:pt>
                <c:pt idx="5571">
                  <c:v>5571</c:v>
                </c:pt>
                <c:pt idx="5572">
                  <c:v>5572</c:v>
                </c:pt>
                <c:pt idx="5573">
                  <c:v>5573</c:v>
                </c:pt>
                <c:pt idx="5574">
                  <c:v>5574</c:v>
                </c:pt>
                <c:pt idx="5575">
                  <c:v>5575</c:v>
                </c:pt>
                <c:pt idx="5576">
                  <c:v>5576</c:v>
                </c:pt>
                <c:pt idx="5577">
                  <c:v>5577</c:v>
                </c:pt>
                <c:pt idx="5578">
                  <c:v>5578</c:v>
                </c:pt>
                <c:pt idx="5579">
                  <c:v>5579</c:v>
                </c:pt>
                <c:pt idx="5580">
                  <c:v>5580</c:v>
                </c:pt>
                <c:pt idx="5581">
                  <c:v>5581</c:v>
                </c:pt>
                <c:pt idx="5582">
                  <c:v>5582</c:v>
                </c:pt>
                <c:pt idx="5583">
                  <c:v>5583</c:v>
                </c:pt>
                <c:pt idx="5584">
                  <c:v>5584</c:v>
                </c:pt>
                <c:pt idx="5585">
                  <c:v>5585</c:v>
                </c:pt>
                <c:pt idx="5586">
                  <c:v>5586</c:v>
                </c:pt>
                <c:pt idx="5587">
                  <c:v>5587</c:v>
                </c:pt>
                <c:pt idx="5588">
                  <c:v>5588</c:v>
                </c:pt>
                <c:pt idx="5589">
                  <c:v>5589</c:v>
                </c:pt>
                <c:pt idx="5590">
                  <c:v>5590</c:v>
                </c:pt>
                <c:pt idx="5591">
                  <c:v>5591</c:v>
                </c:pt>
                <c:pt idx="5592">
                  <c:v>5592</c:v>
                </c:pt>
                <c:pt idx="5593">
                  <c:v>5593</c:v>
                </c:pt>
                <c:pt idx="5594">
                  <c:v>5594</c:v>
                </c:pt>
                <c:pt idx="5595">
                  <c:v>5595</c:v>
                </c:pt>
                <c:pt idx="5596">
                  <c:v>5596</c:v>
                </c:pt>
                <c:pt idx="5597">
                  <c:v>5597</c:v>
                </c:pt>
                <c:pt idx="5598">
                  <c:v>5598</c:v>
                </c:pt>
                <c:pt idx="5599">
                  <c:v>5599</c:v>
                </c:pt>
                <c:pt idx="5600">
                  <c:v>5600</c:v>
                </c:pt>
                <c:pt idx="5601">
                  <c:v>5601</c:v>
                </c:pt>
                <c:pt idx="5602">
                  <c:v>5602</c:v>
                </c:pt>
                <c:pt idx="5603">
                  <c:v>5603</c:v>
                </c:pt>
                <c:pt idx="5604">
                  <c:v>5604</c:v>
                </c:pt>
                <c:pt idx="5605">
                  <c:v>5605</c:v>
                </c:pt>
                <c:pt idx="5606">
                  <c:v>5606</c:v>
                </c:pt>
                <c:pt idx="5607">
                  <c:v>5607</c:v>
                </c:pt>
                <c:pt idx="5608">
                  <c:v>5608</c:v>
                </c:pt>
                <c:pt idx="5609">
                  <c:v>5609</c:v>
                </c:pt>
                <c:pt idx="5610">
                  <c:v>5610</c:v>
                </c:pt>
                <c:pt idx="5611">
                  <c:v>5611</c:v>
                </c:pt>
                <c:pt idx="5612">
                  <c:v>5612</c:v>
                </c:pt>
                <c:pt idx="5613">
                  <c:v>5613</c:v>
                </c:pt>
                <c:pt idx="5614">
                  <c:v>5614</c:v>
                </c:pt>
                <c:pt idx="5615">
                  <c:v>5615</c:v>
                </c:pt>
                <c:pt idx="5616">
                  <c:v>5616</c:v>
                </c:pt>
                <c:pt idx="5617">
                  <c:v>5617</c:v>
                </c:pt>
                <c:pt idx="5618">
                  <c:v>5618</c:v>
                </c:pt>
                <c:pt idx="5619">
                  <c:v>5619</c:v>
                </c:pt>
                <c:pt idx="5620">
                  <c:v>5620</c:v>
                </c:pt>
                <c:pt idx="5621">
                  <c:v>5621</c:v>
                </c:pt>
                <c:pt idx="5622">
                  <c:v>5622</c:v>
                </c:pt>
                <c:pt idx="5623">
                  <c:v>5623</c:v>
                </c:pt>
                <c:pt idx="5624">
                  <c:v>5624</c:v>
                </c:pt>
                <c:pt idx="5625">
                  <c:v>5625</c:v>
                </c:pt>
                <c:pt idx="5626">
                  <c:v>5626</c:v>
                </c:pt>
                <c:pt idx="5627">
                  <c:v>5627</c:v>
                </c:pt>
                <c:pt idx="5628">
                  <c:v>5628</c:v>
                </c:pt>
                <c:pt idx="5629">
                  <c:v>5629</c:v>
                </c:pt>
                <c:pt idx="5630">
                  <c:v>5630</c:v>
                </c:pt>
                <c:pt idx="5631">
                  <c:v>5631</c:v>
                </c:pt>
                <c:pt idx="5632">
                  <c:v>5632</c:v>
                </c:pt>
                <c:pt idx="5633">
                  <c:v>5633</c:v>
                </c:pt>
                <c:pt idx="5634">
                  <c:v>5634</c:v>
                </c:pt>
                <c:pt idx="5635">
                  <c:v>5635</c:v>
                </c:pt>
                <c:pt idx="5636">
                  <c:v>5636</c:v>
                </c:pt>
                <c:pt idx="5637">
                  <c:v>5637</c:v>
                </c:pt>
                <c:pt idx="5638">
                  <c:v>5638</c:v>
                </c:pt>
                <c:pt idx="5639">
                  <c:v>5639</c:v>
                </c:pt>
                <c:pt idx="5640">
                  <c:v>5640</c:v>
                </c:pt>
                <c:pt idx="5641">
                  <c:v>5641</c:v>
                </c:pt>
                <c:pt idx="5642">
                  <c:v>5642</c:v>
                </c:pt>
                <c:pt idx="5643">
                  <c:v>5643</c:v>
                </c:pt>
                <c:pt idx="5644">
                  <c:v>5644</c:v>
                </c:pt>
                <c:pt idx="5645">
                  <c:v>5645</c:v>
                </c:pt>
                <c:pt idx="5646">
                  <c:v>5646</c:v>
                </c:pt>
                <c:pt idx="5647">
                  <c:v>5647</c:v>
                </c:pt>
                <c:pt idx="5648">
                  <c:v>5648</c:v>
                </c:pt>
                <c:pt idx="5649">
                  <c:v>5649</c:v>
                </c:pt>
                <c:pt idx="5650">
                  <c:v>5650</c:v>
                </c:pt>
                <c:pt idx="5651">
                  <c:v>5651</c:v>
                </c:pt>
                <c:pt idx="5652">
                  <c:v>5652</c:v>
                </c:pt>
                <c:pt idx="5653">
                  <c:v>5653</c:v>
                </c:pt>
                <c:pt idx="5654">
                  <c:v>5654</c:v>
                </c:pt>
                <c:pt idx="5655">
                  <c:v>5655</c:v>
                </c:pt>
                <c:pt idx="5656">
                  <c:v>5656</c:v>
                </c:pt>
                <c:pt idx="5657">
                  <c:v>5657</c:v>
                </c:pt>
                <c:pt idx="5658">
                  <c:v>5658</c:v>
                </c:pt>
                <c:pt idx="5659">
                  <c:v>5659</c:v>
                </c:pt>
                <c:pt idx="5660">
                  <c:v>5660</c:v>
                </c:pt>
                <c:pt idx="5661">
                  <c:v>5661</c:v>
                </c:pt>
                <c:pt idx="5662">
                  <c:v>5662</c:v>
                </c:pt>
                <c:pt idx="5663">
                  <c:v>5663</c:v>
                </c:pt>
                <c:pt idx="5664">
                  <c:v>5664</c:v>
                </c:pt>
                <c:pt idx="5665">
                  <c:v>5665</c:v>
                </c:pt>
                <c:pt idx="5666">
                  <c:v>5666</c:v>
                </c:pt>
                <c:pt idx="5667">
                  <c:v>5667</c:v>
                </c:pt>
                <c:pt idx="5668">
                  <c:v>5668</c:v>
                </c:pt>
                <c:pt idx="5669">
                  <c:v>5669</c:v>
                </c:pt>
                <c:pt idx="5670">
                  <c:v>5670</c:v>
                </c:pt>
                <c:pt idx="5671">
                  <c:v>5671</c:v>
                </c:pt>
                <c:pt idx="5672">
                  <c:v>5672</c:v>
                </c:pt>
                <c:pt idx="5673">
                  <c:v>5673</c:v>
                </c:pt>
                <c:pt idx="5674">
                  <c:v>5674</c:v>
                </c:pt>
                <c:pt idx="5675">
                  <c:v>5675</c:v>
                </c:pt>
                <c:pt idx="5676">
                  <c:v>5676</c:v>
                </c:pt>
                <c:pt idx="5677">
                  <c:v>5677</c:v>
                </c:pt>
                <c:pt idx="5678">
                  <c:v>5678</c:v>
                </c:pt>
                <c:pt idx="5679">
                  <c:v>5679</c:v>
                </c:pt>
                <c:pt idx="5680">
                  <c:v>5680</c:v>
                </c:pt>
                <c:pt idx="5681">
                  <c:v>5681</c:v>
                </c:pt>
                <c:pt idx="5682">
                  <c:v>5682</c:v>
                </c:pt>
                <c:pt idx="5683">
                  <c:v>5683</c:v>
                </c:pt>
                <c:pt idx="5684">
                  <c:v>5684</c:v>
                </c:pt>
                <c:pt idx="5685">
                  <c:v>5685</c:v>
                </c:pt>
                <c:pt idx="5686">
                  <c:v>5686</c:v>
                </c:pt>
                <c:pt idx="5687">
                  <c:v>5687</c:v>
                </c:pt>
                <c:pt idx="5688">
                  <c:v>5688</c:v>
                </c:pt>
                <c:pt idx="5689">
                  <c:v>5689</c:v>
                </c:pt>
                <c:pt idx="5690">
                  <c:v>5690</c:v>
                </c:pt>
                <c:pt idx="5691">
                  <c:v>5691</c:v>
                </c:pt>
                <c:pt idx="5692">
                  <c:v>5692</c:v>
                </c:pt>
                <c:pt idx="5693">
                  <c:v>5693</c:v>
                </c:pt>
                <c:pt idx="5694">
                  <c:v>5694</c:v>
                </c:pt>
                <c:pt idx="5695">
                  <c:v>5695</c:v>
                </c:pt>
                <c:pt idx="5696">
                  <c:v>5696</c:v>
                </c:pt>
                <c:pt idx="5697">
                  <c:v>5697</c:v>
                </c:pt>
                <c:pt idx="5698">
                  <c:v>5698</c:v>
                </c:pt>
                <c:pt idx="5699">
                  <c:v>5699</c:v>
                </c:pt>
                <c:pt idx="5700">
                  <c:v>5700</c:v>
                </c:pt>
                <c:pt idx="5701">
                  <c:v>5701</c:v>
                </c:pt>
                <c:pt idx="5702">
                  <c:v>5702</c:v>
                </c:pt>
                <c:pt idx="5703">
                  <c:v>5703</c:v>
                </c:pt>
                <c:pt idx="5704">
                  <c:v>5704</c:v>
                </c:pt>
                <c:pt idx="5705">
                  <c:v>5705</c:v>
                </c:pt>
                <c:pt idx="5706">
                  <c:v>5706</c:v>
                </c:pt>
                <c:pt idx="5707">
                  <c:v>5707</c:v>
                </c:pt>
                <c:pt idx="5708">
                  <c:v>5708</c:v>
                </c:pt>
                <c:pt idx="5709">
                  <c:v>5709</c:v>
                </c:pt>
                <c:pt idx="5710">
                  <c:v>5710</c:v>
                </c:pt>
                <c:pt idx="5711">
                  <c:v>5711</c:v>
                </c:pt>
                <c:pt idx="5712">
                  <c:v>5712</c:v>
                </c:pt>
                <c:pt idx="5713">
                  <c:v>5713</c:v>
                </c:pt>
                <c:pt idx="5714">
                  <c:v>5714</c:v>
                </c:pt>
                <c:pt idx="5715">
                  <c:v>5715</c:v>
                </c:pt>
                <c:pt idx="5716">
                  <c:v>5716</c:v>
                </c:pt>
                <c:pt idx="5717">
                  <c:v>5717</c:v>
                </c:pt>
                <c:pt idx="5718">
                  <c:v>5718</c:v>
                </c:pt>
                <c:pt idx="5719">
                  <c:v>5719</c:v>
                </c:pt>
                <c:pt idx="5720">
                  <c:v>5720</c:v>
                </c:pt>
                <c:pt idx="5721">
                  <c:v>5721</c:v>
                </c:pt>
                <c:pt idx="5722">
                  <c:v>5722</c:v>
                </c:pt>
                <c:pt idx="5723">
                  <c:v>5723</c:v>
                </c:pt>
                <c:pt idx="5724">
                  <c:v>5724</c:v>
                </c:pt>
                <c:pt idx="5725">
                  <c:v>5725</c:v>
                </c:pt>
                <c:pt idx="5726">
                  <c:v>5726</c:v>
                </c:pt>
                <c:pt idx="5727">
                  <c:v>5727</c:v>
                </c:pt>
                <c:pt idx="5728">
                  <c:v>5728</c:v>
                </c:pt>
                <c:pt idx="5729">
                  <c:v>5729</c:v>
                </c:pt>
                <c:pt idx="5730">
                  <c:v>5730</c:v>
                </c:pt>
                <c:pt idx="5731">
                  <c:v>5731</c:v>
                </c:pt>
                <c:pt idx="5732">
                  <c:v>5732</c:v>
                </c:pt>
                <c:pt idx="5733">
                  <c:v>5733</c:v>
                </c:pt>
                <c:pt idx="5734">
                  <c:v>5734</c:v>
                </c:pt>
                <c:pt idx="5735">
                  <c:v>5735</c:v>
                </c:pt>
                <c:pt idx="5736">
                  <c:v>5736</c:v>
                </c:pt>
                <c:pt idx="5737">
                  <c:v>5737</c:v>
                </c:pt>
                <c:pt idx="5738">
                  <c:v>5738</c:v>
                </c:pt>
                <c:pt idx="5739">
                  <c:v>5739</c:v>
                </c:pt>
                <c:pt idx="5740">
                  <c:v>5740</c:v>
                </c:pt>
                <c:pt idx="5741">
                  <c:v>5741</c:v>
                </c:pt>
                <c:pt idx="5742">
                  <c:v>5742</c:v>
                </c:pt>
                <c:pt idx="5743">
                  <c:v>5743</c:v>
                </c:pt>
                <c:pt idx="5744">
                  <c:v>5744</c:v>
                </c:pt>
                <c:pt idx="5745">
                  <c:v>5745</c:v>
                </c:pt>
                <c:pt idx="5746">
                  <c:v>5746</c:v>
                </c:pt>
                <c:pt idx="5747">
                  <c:v>5747</c:v>
                </c:pt>
                <c:pt idx="5748">
                  <c:v>5748</c:v>
                </c:pt>
                <c:pt idx="5749">
                  <c:v>5749</c:v>
                </c:pt>
                <c:pt idx="5750">
                  <c:v>5750</c:v>
                </c:pt>
                <c:pt idx="5751">
                  <c:v>5751</c:v>
                </c:pt>
                <c:pt idx="5752">
                  <c:v>5752</c:v>
                </c:pt>
                <c:pt idx="5753">
                  <c:v>5753</c:v>
                </c:pt>
                <c:pt idx="5754">
                  <c:v>5754</c:v>
                </c:pt>
                <c:pt idx="5755">
                  <c:v>5755</c:v>
                </c:pt>
                <c:pt idx="5756">
                  <c:v>5756</c:v>
                </c:pt>
                <c:pt idx="5757">
                  <c:v>5757</c:v>
                </c:pt>
                <c:pt idx="5758">
                  <c:v>5758</c:v>
                </c:pt>
                <c:pt idx="5759">
                  <c:v>5759</c:v>
                </c:pt>
                <c:pt idx="5760">
                  <c:v>5760</c:v>
                </c:pt>
                <c:pt idx="5761">
                  <c:v>5761</c:v>
                </c:pt>
                <c:pt idx="5762">
                  <c:v>5762</c:v>
                </c:pt>
                <c:pt idx="5763">
                  <c:v>5763</c:v>
                </c:pt>
                <c:pt idx="5764">
                  <c:v>5764</c:v>
                </c:pt>
                <c:pt idx="5765">
                  <c:v>5765</c:v>
                </c:pt>
                <c:pt idx="5766">
                  <c:v>5766</c:v>
                </c:pt>
                <c:pt idx="5767">
                  <c:v>5767</c:v>
                </c:pt>
                <c:pt idx="5768">
                  <c:v>5768</c:v>
                </c:pt>
                <c:pt idx="5769">
                  <c:v>5769</c:v>
                </c:pt>
                <c:pt idx="5770">
                  <c:v>5770</c:v>
                </c:pt>
                <c:pt idx="5771">
                  <c:v>5771</c:v>
                </c:pt>
                <c:pt idx="5772">
                  <c:v>5772</c:v>
                </c:pt>
                <c:pt idx="5773">
                  <c:v>5773</c:v>
                </c:pt>
                <c:pt idx="5774">
                  <c:v>5774</c:v>
                </c:pt>
                <c:pt idx="5775">
                  <c:v>5775</c:v>
                </c:pt>
                <c:pt idx="5776">
                  <c:v>5776</c:v>
                </c:pt>
                <c:pt idx="5777">
                  <c:v>5777</c:v>
                </c:pt>
                <c:pt idx="5778">
                  <c:v>5778</c:v>
                </c:pt>
                <c:pt idx="5779">
                  <c:v>5779</c:v>
                </c:pt>
                <c:pt idx="5780">
                  <c:v>5780</c:v>
                </c:pt>
                <c:pt idx="5781">
                  <c:v>5781</c:v>
                </c:pt>
                <c:pt idx="5782">
                  <c:v>5782</c:v>
                </c:pt>
                <c:pt idx="5783">
                  <c:v>5783</c:v>
                </c:pt>
                <c:pt idx="5784">
                  <c:v>5784</c:v>
                </c:pt>
                <c:pt idx="5785">
                  <c:v>5785</c:v>
                </c:pt>
                <c:pt idx="5786">
                  <c:v>5786</c:v>
                </c:pt>
                <c:pt idx="5787">
                  <c:v>5787</c:v>
                </c:pt>
                <c:pt idx="5788">
                  <c:v>5788</c:v>
                </c:pt>
                <c:pt idx="5789">
                  <c:v>5789</c:v>
                </c:pt>
                <c:pt idx="5790">
                  <c:v>5790</c:v>
                </c:pt>
                <c:pt idx="5791">
                  <c:v>5791</c:v>
                </c:pt>
                <c:pt idx="5792">
                  <c:v>5792</c:v>
                </c:pt>
                <c:pt idx="5793">
                  <c:v>5793</c:v>
                </c:pt>
                <c:pt idx="5794">
                  <c:v>5794</c:v>
                </c:pt>
                <c:pt idx="5795">
                  <c:v>5795</c:v>
                </c:pt>
                <c:pt idx="5796">
                  <c:v>5796</c:v>
                </c:pt>
                <c:pt idx="5797">
                  <c:v>5797</c:v>
                </c:pt>
                <c:pt idx="5798">
                  <c:v>5798</c:v>
                </c:pt>
                <c:pt idx="5799">
                  <c:v>5799</c:v>
                </c:pt>
                <c:pt idx="5800">
                  <c:v>5800</c:v>
                </c:pt>
                <c:pt idx="5801">
                  <c:v>5801</c:v>
                </c:pt>
                <c:pt idx="5802">
                  <c:v>5802</c:v>
                </c:pt>
                <c:pt idx="5803">
                  <c:v>5803</c:v>
                </c:pt>
                <c:pt idx="5804">
                  <c:v>5804</c:v>
                </c:pt>
                <c:pt idx="5805">
                  <c:v>5805</c:v>
                </c:pt>
                <c:pt idx="5806">
                  <c:v>5806</c:v>
                </c:pt>
                <c:pt idx="5807">
                  <c:v>5807</c:v>
                </c:pt>
                <c:pt idx="5808">
                  <c:v>5808</c:v>
                </c:pt>
                <c:pt idx="5809">
                  <c:v>5809</c:v>
                </c:pt>
                <c:pt idx="5810">
                  <c:v>5810</c:v>
                </c:pt>
                <c:pt idx="5811">
                  <c:v>5811</c:v>
                </c:pt>
                <c:pt idx="5812">
                  <c:v>5812</c:v>
                </c:pt>
                <c:pt idx="5813">
                  <c:v>5813</c:v>
                </c:pt>
                <c:pt idx="5814">
                  <c:v>5814</c:v>
                </c:pt>
                <c:pt idx="5815">
                  <c:v>5815</c:v>
                </c:pt>
                <c:pt idx="5816">
                  <c:v>5816</c:v>
                </c:pt>
                <c:pt idx="5817">
                  <c:v>5817</c:v>
                </c:pt>
                <c:pt idx="5818">
                  <c:v>5818</c:v>
                </c:pt>
                <c:pt idx="5819">
                  <c:v>5819</c:v>
                </c:pt>
                <c:pt idx="5820">
                  <c:v>5820</c:v>
                </c:pt>
                <c:pt idx="5821">
                  <c:v>5821</c:v>
                </c:pt>
                <c:pt idx="5822">
                  <c:v>5822</c:v>
                </c:pt>
                <c:pt idx="5823">
                  <c:v>5823</c:v>
                </c:pt>
                <c:pt idx="5824">
                  <c:v>5824</c:v>
                </c:pt>
                <c:pt idx="5825">
                  <c:v>5825</c:v>
                </c:pt>
                <c:pt idx="5826">
                  <c:v>5826</c:v>
                </c:pt>
                <c:pt idx="5827">
                  <c:v>5827</c:v>
                </c:pt>
                <c:pt idx="5828">
                  <c:v>5828</c:v>
                </c:pt>
                <c:pt idx="5829">
                  <c:v>5829</c:v>
                </c:pt>
                <c:pt idx="5830">
                  <c:v>5830</c:v>
                </c:pt>
                <c:pt idx="5831">
                  <c:v>5831</c:v>
                </c:pt>
                <c:pt idx="5832">
                  <c:v>5832</c:v>
                </c:pt>
                <c:pt idx="5833">
                  <c:v>5833</c:v>
                </c:pt>
                <c:pt idx="5834">
                  <c:v>5834</c:v>
                </c:pt>
                <c:pt idx="5835">
                  <c:v>5835</c:v>
                </c:pt>
                <c:pt idx="5836">
                  <c:v>5836</c:v>
                </c:pt>
                <c:pt idx="5837">
                  <c:v>5837</c:v>
                </c:pt>
                <c:pt idx="5838">
                  <c:v>5838</c:v>
                </c:pt>
                <c:pt idx="5839">
                  <c:v>5839</c:v>
                </c:pt>
                <c:pt idx="5840">
                  <c:v>5840</c:v>
                </c:pt>
                <c:pt idx="5841">
                  <c:v>5841</c:v>
                </c:pt>
                <c:pt idx="5842">
                  <c:v>5842</c:v>
                </c:pt>
                <c:pt idx="5843">
                  <c:v>5843</c:v>
                </c:pt>
                <c:pt idx="5844">
                  <c:v>5844</c:v>
                </c:pt>
                <c:pt idx="5845">
                  <c:v>5845</c:v>
                </c:pt>
                <c:pt idx="5846">
                  <c:v>5846</c:v>
                </c:pt>
                <c:pt idx="5847">
                  <c:v>5847</c:v>
                </c:pt>
                <c:pt idx="5848">
                  <c:v>5848</c:v>
                </c:pt>
                <c:pt idx="5849">
                  <c:v>5849</c:v>
                </c:pt>
                <c:pt idx="5850">
                  <c:v>5850</c:v>
                </c:pt>
                <c:pt idx="5851">
                  <c:v>5851</c:v>
                </c:pt>
                <c:pt idx="5852">
                  <c:v>5852</c:v>
                </c:pt>
                <c:pt idx="5853">
                  <c:v>5853</c:v>
                </c:pt>
                <c:pt idx="5854">
                  <c:v>5854</c:v>
                </c:pt>
                <c:pt idx="5855">
                  <c:v>5855</c:v>
                </c:pt>
                <c:pt idx="5856">
                  <c:v>5856</c:v>
                </c:pt>
                <c:pt idx="5857">
                  <c:v>5857</c:v>
                </c:pt>
                <c:pt idx="5858">
                  <c:v>5858</c:v>
                </c:pt>
                <c:pt idx="5859">
                  <c:v>5859</c:v>
                </c:pt>
                <c:pt idx="5860">
                  <c:v>5860</c:v>
                </c:pt>
                <c:pt idx="5861">
                  <c:v>5861</c:v>
                </c:pt>
                <c:pt idx="5862">
                  <c:v>5862</c:v>
                </c:pt>
                <c:pt idx="5863">
                  <c:v>5863</c:v>
                </c:pt>
                <c:pt idx="5864">
                  <c:v>5864</c:v>
                </c:pt>
                <c:pt idx="5865">
                  <c:v>5865</c:v>
                </c:pt>
                <c:pt idx="5866">
                  <c:v>5866</c:v>
                </c:pt>
                <c:pt idx="5867">
                  <c:v>5867</c:v>
                </c:pt>
                <c:pt idx="5868">
                  <c:v>5868</c:v>
                </c:pt>
                <c:pt idx="5869">
                  <c:v>5869</c:v>
                </c:pt>
                <c:pt idx="5870">
                  <c:v>5870</c:v>
                </c:pt>
                <c:pt idx="5871">
                  <c:v>5871</c:v>
                </c:pt>
                <c:pt idx="5872">
                  <c:v>5872</c:v>
                </c:pt>
                <c:pt idx="5873">
                  <c:v>5873</c:v>
                </c:pt>
                <c:pt idx="5874">
                  <c:v>5874</c:v>
                </c:pt>
                <c:pt idx="5875">
                  <c:v>5875</c:v>
                </c:pt>
                <c:pt idx="5876">
                  <c:v>5876</c:v>
                </c:pt>
                <c:pt idx="5877">
                  <c:v>5877</c:v>
                </c:pt>
                <c:pt idx="5878">
                  <c:v>5878</c:v>
                </c:pt>
                <c:pt idx="5879">
                  <c:v>5879</c:v>
                </c:pt>
                <c:pt idx="5880">
                  <c:v>5880</c:v>
                </c:pt>
                <c:pt idx="5881">
                  <c:v>5881</c:v>
                </c:pt>
                <c:pt idx="5882">
                  <c:v>5882</c:v>
                </c:pt>
                <c:pt idx="5883">
                  <c:v>5883</c:v>
                </c:pt>
                <c:pt idx="5884">
                  <c:v>5884</c:v>
                </c:pt>
                <c:pt idx="5885">
                  <c:v>5885</c:v>
                </c:pt>
                <c:pt idx="5886">
                  <c:v>5886</c:v>
                </c:pt>
                <c:pt idx="5887">
                  <c:v>5887</c:v>
                </c:pt>
                <c:pt idx="5888">
                  <c:v>5888</c:v>
                </c:pt>
                <c:pt idx="5889">
                  <c:v>5889</c:v>
                </c:pt>
                <c:pt idx="5890">
                  <c:v>5890</c:v>
                </c:pt>
                <c:pt idx="5891">
                  <c:v>5891</c:v>
                </c:pt>
                <c:pt idx="5892">
                  <c:v>5892</c:v>
                </c:pt>
                <c:pt idx="5893">
                  <c:v>5893</c:v>
                </c:pt>
                <c:pt idx="5894">
                  <c:v>5894</c:v>
                </c:pt>
                <c:pt idx="5895">
                  <c:v>5895</c:v>
                </c:pt>
                <c:pt idx="5896">
                  <c:v>5896</c:v>
                </c:pt>
                <c:pt idx="5897">
                  <c:v>5897</c:v>
                </c:pt>
                <c:pt idx="5898">
                  <c:v>5898</c:v>
                </c:pt>
                <c:pt idx="5899">
                  <c:v>5899</c:v>
                </c:pt>
                <c:pt idx="5900">
                  <c:v>5900</c:v>
                </c:pt>
                <c:pt idx="5901">
                  <c:v>5901</c:v>
                </c:pt>
                <c:pt idx="5902">
                  <c:v>5902</c:v>
                </c:pt>
                <c:pt idx="5903">
                  <c:v>5903</c:v>
                </c:pt>
                <c:pt idx="5904">
                  <c:v>5904</c:v>
                </c:pt>
                <c:pt idx="5905">
                  <c:v>5905</c:v>
                </c:pt>
                <c:pt idx="5906">
                  <c:v>5906</c:v>
                </c:pt>
                <c:pt idx="5907">
                  <c:v>5907</c:v>
                </c:pt>
                <c:pt idx="5908">
                  <c:v>5908</c:v>
                </c:pt>
                <c:pt idx="5909">
                  <c:v>5909</c:v>
                </c:pt>
                <c:pt idx="5910">
                  <c:v>5910</c:v>
                </c:pt>
                <c:pt idx="5911">
                  <c:v>5911</c:v>
                </c:pt>
                <c:pt idx="5912">
                  <c:v>5912</c:v>
                </c:pt>
                <c:pt idx="5913">
                  <c:v>5913</c:v>
                </c:pt>
                <c:pt idx="5914">
                  <c:v>5914</c:v>
                </c:pt>
                <c:pt idx="5915">
                  <c:v>5915</c:v>
                </c:pt>
                <c:pt idx="5916">
                  <c:v>5916</c:v>
                </c:pt>
                <c:pt idx="5917">
                  <c:v>5917</c:v>
                </c:pt>
                <c:pt idx="5918">
                  <c:v>5918</c:v>
                </c:pt>
                <c:pt idx="5919">
                  <c:v>5919</c:v>
                </c:pt>
                <c:pt idx="5920">
                  <c:v>5920</c:v>
                </c:pt>
                <c:pt idx="5921">
                  <c:v>5921</c:v>
                </c:pt>
                <c:pt idx="5922">
                  <c:v>5922</c:v>
                </c:pt>
                <c:pt idx="5923">
                  <c:v>5923</c:v>
                </c:pt>
                <c:pt idx="5924">
                  <c:v>5924</c:v>
                </c:pt>
                <c:pt idx="5925">
                  <c:v>5925</c:v>
                </c:pt>
                <c:pt idx="5926">
                  <c:v>5926</c:v>
                </c:pt>
                <c:pt idx="5927">
                  <c:v>5927</c:v>
                </c:pt>
                <c:pt idx="5928">
                  <c:v>5928</c:v>
                </c:pt>
                <c:pt idx="5929">
                  <c:v>5929</c:v>
                </c:pt>
                <c:pt idx="5930">
                  <c:v>5930</c:v>
                </c:pt>
                <c:pt idx="5931">
                  <c:v>5931</c:v>
                </c:pt>
                <c:pt idx="5932">
                  <c:v>5932</c:v>
                </c:pt>
                <c:pt idx="5933">
                  <c:v>5933</c:v>
                </c:pt>
                <c:pt idx="5934">
                  <c:v>5934</c:v>
                </c:pt>
                <c:pt idx="5935">
                  <c:v>5935</c:v>
                </c:pt>
                <c:pt idx="5936">
                  <c:v>5936</c:v>
                </c:pt>
                <c:pt idx="5937">
                  <c:v>5937</c:v>
                </c:pt>
                <c:pt idx="5938">
                  <c:v>5938</c:v>
                </c:pt>
                <c:pt idx="5939">
                  <c:v>5939</c:v>
                </c:pt>
                <c:pt idx="5940">
                  <c:v>5940</c:v>
                </c:pt>
                <c:pt idx="5941">
                  <c:v>5941</c:v>
                </c:pt>
                <c:pt idx="5942">
                  <c:v>5942</c:v>
                </c:pt>
                <c:pt idx="5943">
                  <c:v>5943</c:v>
                </c:pt>
                <c:pt idx="5944">
                  <c:v>5944</c:v>
                </c:pt>
                <c:pt idx="5945">
                  <c:v>5945</c:v>
                </c:pt>
                <c:pt idx="5946">
                  <c:v>5946</c:v>
                </c:pt>
                <c:pt idx="5947">
                  <c:v>5947</c:v>
                </c:pt>
                <c:pt idx="5948">
                  <c:v>5948</c:v>
                </c:pt>
                <c:pt idx="5949">
                  <c:v>5949</c:v>
                </c:pt>
                <c:pt idx="5950">
                  <c:v>5950</c:v>
                </c:pt>
                <c:pt idx="5951">
                  <c:v>5951</c:v>
                </c:pt>
                <c:pt idx="5952">
                  <c:v>5952</c:v>
                </c:pt>
                <c:pt idx="5953">
                  <c:v>5953</c:v>
                </c:pt>
                <c:pt idx="5954">
                  <c:v>5954</c:v>
                </c:pt>
                <c:pt idx="5955">
                  <c:v>5955</c:v>
                </c:pt>
                <c:pt idx="5956">
                  <c:v>5956</c:v>
                </c:pt>
                <c:pt idx="5957">
                  <c:v>5957</c:v>
                </c:pt>
                <c:pt idx="5958">
                  <c:v>5958</c:v>
                </c:pt>
                <c:pt idx="5959">
                  <c:v>5959</c:v>
                </c:pt>
                <c:pt idx="5960">
                  <c:v>5960</c:v>
                </c:pt>
                <c:pt idx="5961">
                  <c:v>5961</c:v>
                </c:pt>
                <c:pt idx="5962">
                  <c:v>5962</c:v>
                </c:pt>
                <c:pt idx="5963">
                  <c:v>5963</c:v>
                </c:pt>
                <c:pt idx="5964">
                  <c:v>5964</c:v>
                </c:pt>
                <c:pt idx="5965">
                  <c:v>5965</c:v>
                </c:pt>
                <c:pt idx="5966">
                  <c:v>5966</c:v>
                </c:pt>
                <c:pt idx="5967">
                  <c:v>5967</c:v>
                </c:pt>
                <c:pt idx="5968">
                  <c:v>5968</c:v>
                </c:pt>
                <c:pt idx="5969">
                  <c:v>5969</c:v>
                </c:pt>
                <c:pt idx="5970">
                  <c:v>5970</c:v>
                </c:pt>
                <c:pt idx="5971">
                  <c:v>5971</c:v>
                </c:pt>
                <c:pt idx="5972">
                  <c:v>5972</c:v>
                </c:pt>
                <c:pt idx="5973">
                  <c:v>5973</c:v>
                </c:pt>
                <c:pt idx="5974">
                  <c:v>5974</c:v>
                </c:pt>
                <c:pt idx="5975">
                  <c:v>5975</c:v>
                </c:pt>
                <c:pt idx="5976">
                  <c:v>5976</c:v>
                </c:pt>
                <c:pt idx="5977">
                  <c:v>5977</c:v>
                </c:pt>
                <c:pt idx="5978">
                  <c:v>5978</c:v>
                </c:pt>
                <c:pt idx="5979">
                  <c:v>5979</c:v>
                </c:pt>
                <c:pt idx="5980">
                  <c:v>5980</c:v>
                </c:pt>
                <c:pt idx="5981">
                  <c:v>5981</c:v>
                </c:pt>
                <c:pt idx="5982">
                  <c:v>5982</c:v>
                </c:pt>
                <c:pt idx="5983">
                  <c:v>5983</c:v>
                </c:pt>
                <c:pt idx="5984">
                  <c:v>5984</c:v>
                </c:pt>
                <c:pt idx="5985">
                  <c:v>5985</c:v>
                </c:pt>
                <c:pt idx="5986">
                  <c:v>5986</c:v>
                </c:pt>
                <c:pt idx="5987">
                  <c:v>5987</c:v>
                </c:pt>
                <c:pt idx="5988">
                  <c:v>5988</c:v>
                </c:pt>
                <c:pt idx="5989">
                  <c:v>5989</c:v>
                </c:pt>
                <c:pt idx="5990">
                  <c:v>5990</c:v>
                </c:pt>
                <c:pt idx="5991">
                  <c:v>5991</c:v>
                </c:pt>
                <c:pt idx="5992">
                  <c:v>5992</c:v>
                </c:pt>
                <c:pt idx="5993">
                  <c:v>5993</c:v>
                </c:pt>
                <c:pt idx="5994">
                  <c:v>5994</c:v>
                </c:pt>
                <c:pt idx="5995">
                  <c:v>5995</c:v>
                </c:pt>
                <c:pt idx="5996">
                  <c:v>5996</c:v>
                </c:pt>
                <c:pt idx="5997">
                  <c:v>5997</c:v>
                </c:pt>
                <c:pt idx="5998">
                  <c:v>5998</c:v>
                </c:pt>
                <c:pt idx="5999">
                  <c:v>5999</c:v>
                </c:pt>
                <c:pt idx="6000">
                  <c:v>6000</c:v>
                </c:pt>
                <c:pt idx="6001">
                  <c:v>6001</c:v>
                </c:pt>
                <c:pt idx="6002">
                  <c:v>6002</c:v>
                </c:pt>
                <c:pt idx="6003">
                  <c:v>6003</c:v>
                </c:pt>
                <c:pt idx="6004">
                  <c:v>6004</c:v>
                </c:pt>
                <c:pt idx="6005">
                  <c:v>6005</c:v>
                </c:pt>
                <c:pt idx="6006">
                  <c:v>6006</c:v>
                </c:pt>
                <c:pt idx="6007">
                  <c:v>6007</c:v>
                </c:pt>
                <c:pt idx="6008">
                  <c:v>6008</c:v>
                </c:pt>
                <c:pt idx="6009">
                  <c:v>6009</c:v>
                </c:pt>
                <c:pt idx="6010">
                  <c:v>6010</c:v>
                </c:pt>
                <c:pt idx="6011">
                  <c:v>6011</c:v>
                </c:pt>
                <c:pt idx="6012">
                  <c:v>6012</c:v>
                </c:pt>
                <c:pt idx="6013">
                  <c:v>6013</c:v>
                </c:pt>
                <c:pt idx="6014">
                  <c:v>6014</c:v>
                </c:pt>
                <c:pt idx="6015">
                  <c:v>6015</c:v>
                </c:pt>
                <c:pt idx="6016">
                  <c:v>6016</c:v>
                </c:pt>
                <c:pt idx="6017">
                  <c:v>6017</c:v>
                </c:pt>
                <c:pt idx="6018">
                  <c:v>6018</c:v>
                </c:pt>
                <c:pt idx="6019">
                  <c:v>6019</c:v>
                </c:pt>
                <c:pt idx="6020">
                  <c:v>6020</c:v>
                </c:pt>
                <c:pt idx="6021">
                  <c:v>6021</c:v>
                </c:pt>
                <c:pt idx="6022">
                  <c:v>6022</c:v>
                </c:pt>
                <c:pt idx="6023">
                  <c:v>6023</c:v>
                </c:pt>
                <c:pt idx="6024">
                  <c:v>6024</c:v>
                </c:pt>
                <c:pt idx="6025">
                  <c:v>6025</c:v>
                </c:pt>
                <c:pt idx="6026">
                  <c:v>6026</c:v>
                </c:pt>
                <c:pt idx="6027">
                  <c:v>6027</c:v>
                </c:pt>
                <c:pt idx="6028">
                  <c:v>6028</c:v>
                </c:pt>
                <c:pt idx="6029">
                  <c:v>6029</c:v>
                </c:pt>
                <c:pt idx="6030">
                  <c:v>6030</c:v>
                </c:pt>
                <c:pt idx="6031">
                  <c:v>6031</c:v>
                </c:pt>
                <c:pt idx="6032">
                  <c:v>6032</c:v>
                </c:pt>
                <c:pt idx="6033">
                  <c:v>6033</c:v>
                </c:pt>
                <c:pt idx="6034">
                  <c:v>6034</c:v>
                </c:pt>
                <c:pt idx="6035">
                  <c:v>6035</c:v>
                </c:pt>
                <c:pt idx="6036">
                  <c:v>6036</c:v>
                </c:pt>
                <c:pt idx="6037">
                  <c:v>6037</c:v>
                </c:pt>
                <c:pt idx="6038">
                  <c:v>6038</c:v>
                </c:pt>
                <c:pt idx="6039">
                  <c:v>6039</c:v>
                </c:pt>
                <c:pt idx="6040">
                  <c:v>6040</c:v>
                </c:pt>
                <c:pt idx="6041">
                  <c:v>6041</c:v>
                </c:pt>
                <c:pt idx="6042">
                  <c:v>6042</c:v>
                </c:pt>
                <c:pt idx="6043">
                  <c:v>6043</c:v>
                </c:pt>
                <c:pt idx="6044">
                  <c:v>6044</c:v>
                </c:pt>
                <c:pt idx="6045">
                  <c:v>6045</c:v>
                </c:pt>
                <c:pt idx="6046">
                  <c:v>6046</c:v>
                </c:pt>
                <c:pt idx="6047">
                  <c:v>6047</c:v>
                </c:pt>
                <c:pt idx="6048">
                  <c:v>6048</c:v>
                </c:pt>
                <c:pt idx="6049">
                  <c:v>6049</c:v>
                </c:pt>
                <c:pt idx="6050">
                  <c:v>6050</c:v>
                </c:pt>
                <c:pt idx="6051">
                  <c:v>6051</c:v>
                </c:pt>
                <c:pt idx="6052">
                  <c:v>6052</c:v>
                </c:pt>
                <c:pt idx="6053">
                  <c:v>6053</c:v>
                </c:pt>
                <c:pt idx="6054">
                  <c:v>6054</c:v>
                </c:pt>
                <c:pt idx="6055">
                  <c:v>6055</c:v>
                </c:pt>
                <c:pt idx="6056">
                  <c:v>6056</c:v>
                </c:pt>
                <c:pt idx="6057">
                  <c:v>6057</c:v>
                </c:pt>
                <c:pt idx="6058">
                  <c:v>6058</c:v>
                </c:pt>
                <c:pt idx="6059">
                  <c:v>6059</c:v>
                </c:pt>
                <c:pt idx="6060">
                  <c:v>6060</c:v>
                </c:pt>
                <c:pt idx="6061">
                  <c:v>6061</c:v>
                </c:pt>
                <c:pt idx="6062">
                  <c:v>6062</c:v>
                </c:pt>
                <c:pt idx="6063">
                  <c:v>6063</c:v>
                </c:pt>
                <c:pt idx="6064">
                  <c:v>6064</c:v>
                </c:pt>
                <c:pt idx="6065">
                  <c:v>6065</c:v>
                </c:pt>
                <c:pt idx="6066">
                  <c:v>6066</c:v>
                </c:pt>
                <c:pt idx="6067">
                  <c:v>6067</c:v>
                </c:pt>
                <c:pt idx="6068">
                  <c:v>6068</c:v>
                </c:pt>
                <c:pt idx="6069">
                  <c:v>6069</c:v>
                </c:pt>
                <c:pt idx="6070">
                  <c:v>6070</c:v>
                </c:pt>
                <c:pt idx="6071">
                  <c:v>6071</c:v>
                </c:pt>
                <c:pt idx="6072">
                  <c:v>6072</c:v>
                </c:pt>
                <c:pt idx="6073">
                  <c:v>6073</c:v>
                </c:pt>
                <c:pt idx="6074">
                  <c:v>6074</c:v>
                </c:pt>
                <c:pt idx="6075">
                  <c:v>6075</c:v>
                </c:pt>
                <c:pt idx="6076">
                  <c:v>6076</c:v>
                </c:pt>
                <c:pt idx="6077">
                  <c:v>6077</c:v>
                </c:pt>
                <c:pt idx="6078">
                  <c:v>6078</c:v>
                </c:pt>
                <c:pt idx="6079">
                  <c:v>6079</c:v>
                </c:pt>
                <c:pt idx="6080">
                  <c:v>6080</c:v>
                </c:pt>
                <c:pt idx="6081">
                  <c:v>6081</c:v>
                </c:pt>
                <c:pt idx="6082">
                  <c:v>6082</c:v>
                </c:pt>
                <c:pt idx="6083">
                  <c:v>6083</c:v>
                </c:pt>
                <c:pt idx="6084">
                  <c:v>6084</c:v>
                </c:pt>
                <c:pt idx="6085">
                  <c:v>6085</c:v>
                </c:pt>
                <c:pt idx="6086">
                  <c:v>6086</c:v>
                </c:pt>
                <c:pt idx="6087">
                  <c:v>6087</c:v>
                </c:pt>
                <c:pt idx="6088">
                  <c:v>6088</c:v>
                </c:pt>
                <c:pt idx="6089">
                  <c:v>6089</c:v>
                </c:pt>
                <c:pt idx="6090">
                  <c:v>6090</c:v>
                </c:pt>
                <c:pt idx="6091">
                  <c:v>6091</c:v>
                </c:pt>
                <c:pt idx="6092">
                  <c:v>6092</c:v>
                </c:pt>
                <c:pt idx="6093">
                  <c:v>6093</c:v>
                </c:pt>
                <c:pt idx="6094">
                  <c:v>6094</c:v>
                </c:pt>
                <c:pt idx="6095">
                  <c:v>6095</c:v>
                </c:pt>
                <c:pt idx="6096">
                  <c:v>6096</c:v>
                </c:pt>
                <c:pt idx="6097">
                  <c:v>6097</c:v>
                </c:pt>
                <c:pt idx="6098">
                  <c:v>6098</c:v>
                </c:pt>
                <c:pt idx="6099">
                  <c:v>6099</c:v>
                </c:pt>
                <c:pt idx="6100">
                  <c:v>6100</c:v>
                </c:pt>
                <c:pt idx="6101">
                  <c:v>6101</c:v>
                </c:pt>
                <c:pt idx="6102">
                  <c:v>6102</c:v>
                </c:pt>
                <c:pt idx="6103">
                  <c:v>6103</c:v>
                </c:pt>
                <c:pt idx="6104">
                  <c:v>6104</c:v>
                </c:pt>
                <c:pt idx="6105">
                  <c:v>6105</c:v>
                </c:pt>
                <c:pt idx="6106">
                  <c:v>6106</c:v>
                </c:pt>
                <c:pt idx="6107">
                  <c:v>6107</c:v>
                </c:pt>
                <c:pt idx="6108">
                  <c:v>6108</c:v>
                </c:pt>
                <c:pt idx="6109">
                  <c:v>6109</c:v>
                </c:pt>
                <c:pt idx="6110">
                  <c:v>6110</c:v>
                </c:pt>
                <c:pt idx="6111">
                  <c:v>6111</c:v>
                </c:pt>
                <c:pt idx="6112">
                  <c:v>6112</c:v>
                </c:pt>
                <c:pt idx="6113">
                  <c:v>6113</c:v>
                </c:pt>
                <c:pt idx="6114">
                  <c:v>6114</c:v>
                </c:pt>
                <c:pt idx="6115">
                  <c:v>6115</c:v>
                </c:pt>
                <c:pt idx="6116">
                  <c:v>6116</c:v>
                </c:pt>
                <c:pt idx="6117">
                  <c:v>6117</c:v>
                </c:pt>
                <c:pt idx="6118">
                  <c:v>6118</c:v>
                </c:pt>
                <c:pt idx="6119">
                  <c:v>6119</c:v>
                </c:pt>
                <c:pt idx="6120">
                  <c:v>6120</c:v>
                </c:pt>
                <c:pt idx="6121">
                  <c:v>6121</c:v>
                </c:pt>
                <c:pt idx="6122">
                  <c:v>6122</c:v>
                </c:pt>
                <c:pt idx="6123">
                  <c:v>6123</c:v>
                </c:pt>
                <c:pt idx="6124">
                  <c:v>6124</c:v>
                </c:pt>
                <c:pt idx="6125">
                  <c:v>6125</c:v>
                </c:pt>
                <c:pt idx="6126">
                  <c:v>6126</c:v>
                </c:pt>
                <c:pt idx="6127">
                  <c:v>6127</c:v>
                </c:pt>
                <c:pt idx="6128">
                  <c:v>6128</c:v>
                </c:pt>
                <c:pt idx="6129">
                  <c:v>6129</c:v>
                </c:pt>
                <c:pt idx="6130">
                  <c:v>6130</c:v>
                </c:pt>
                <c:pt idx="6131">
                  <c:v>6131</c:v>
                </c:pt>
                <c:pt idx="6132">
                  <c:v>6132</c:v>
                </c:pt>
                <c:pt idx="6133">
                  <c:v>6133</c:v>
                </c:pt>
                <c:pt idx="6134">
                  <c:v>6134</c:v>
                </c:pt>
                <c:pt idx="6135">
                  <c:v>6135</c:v>
                </c:pt>
                <c:pt idx="6136">
                  <c:v>6136</c:v>
                </c:pt>
                <c:pt idx="6137">
                  <c:v>6137</c:v>
                </c:pt>
                <c:pt idx="6138">
                  <c:v>6138</c:v>
                </c:pt>
                <c:pt idx="6139">
                  <c:v>6139</c:v>
                </c:pt>
                <c:pt idx="6140">
                  <c:v>6140</c:v>
                </c:pt>
                <c:pt idx="6141">
                  <c:v>6141</c:v>
                </c:pt>
                <c:pt idx="6142">
                  <c:v>6142</c:v>
                </c:pt>
                <c:pt idx="6143">
                  <c:v>6143</c:v>
                </c:pt>
                <c:pt idx="6144">
                  <c:v>6144</c:v>
                </c:pt>
                <c:pt idx="6145">
                  <c:v>6145</c:v>
                </c:pt>
                <c:pt idx="6146">
                  <c:v>6146</c:v>
                </c:pt>
                <c:pt idx="6147">
                  <c:v>6147</c:v>
                </c:pt>
                <c:pt idx="6148">
                  <c:v>6148</c:v>
                </c:pt>
                <c:pt idx="6149">
                  <c:v>6149</c:v>
                </c:pt>
                <c:pt idx="6150">
                  <c:v>6150</c:v>
                </c:pt>
                <c:pt idx="6151">
                  <c:v>6151</c:v>
                </c:pt>
                <c:pt idx="6152">
                  <c:v>6152</c:v>
                </c:pt>
                <c:pt idx="6153">
                  <c:v>6153</c:v>
                </c:pt>
                <c:pt idx="6154">
                  <c:v>6154</c:v>
                </c:pt>
                <c:pt idx="6155">
                  <c:v>6155</c:v>
                </c:pt>
                <c:pt idx="6156">
                  <c:v>6156</c:v>
                </c:pt>
                <c:pt idx="6157">
                  <c:v>6157</c:v>
                </c:pt>
                <c:pt idx="6158">
                  <c:v>6158</c:v>
                </c:pt>
                <c:pt idx="6159">
                  <c:v>6159</c:v>
                </c:pt>
                <c:pt idx="6160">
                  <c:v>6160</c:v>
                </c:pt>
                <c:pt idx="6161">
                  <c:v>6161</c:v>
                </c:pt>
                <c:pt idx="6162">
                  <c:v>6162</c:v>
                </c:pt>
                <c:pt idx="6163">
                  <c:v>6163</c:v>
                </c:pt>
                <c:pt idx="6164">
                  <c:v>6164</c:v>
                </c:pt>
                <c:pt idx="6165">
                  <c:v>6165</c:v>
                </c:pt>
                <c:pt idx="6166">
                  <c:v>6166</c:v>
                </c:pt>
                <c:pt idx="6167">
                  <c:v>6167</c:v>
                </c:pt>
                <c:pt idx="6168">
                  <c:v>6168</c:v>
                </c:pt>
                <c:pt idx="6169">
                  <c:v>6169</c:v>
                </c:pt>
                <c:pt idx="6170">
                  <c:v>6170</c:v>
                </c:pt>
                <c:pt idx="6171">
                  <c:v>6171</c:v>
                </c:pt>
                <c:pt idx="6172">
                  <c:v>6172</c:v>
                </c:pt>
                <c:pt idx="6173">
                  <c:v>6173</c:v>
                </c:pt>
                <c:pt idx="6174">
                  <c:v>6174</c:v>
                </c:pt>
                <c:pt idx="6175">
                  <c:v>6175</c:v>
                </c:pt>
                <c:pt idx="6176">
                  <c:v>6176</c:v>
                </c:pt>
                <c:pt idx="6177">
                  <c:v>6177</c:v>
                </c:pt>
                <c:pt idx="6178">
                  <c:v>6178</c:v>
                </c:pt>
                <c:pt idx="6179">
                  <c:v>6179</c:v>
                </c:pt>
                <c:pt idx="6180">
                  <c:v>6180</c:v>
                </c:pt>
                <c:pt idx="6181">
                  <c:v>6181</c:v>
                </c:pt>
                <c:pt idx="6182">
                  <c:v>6182</c:v>
                </c:pt>
                <c:pt idx="6183">
                  <c:v>6183</c:v>
                </c:pt>
                <c:pt idx="6184">
                  <c:v>6184</c:v>
                </c:pt>
                <c:pt idx="6185">
                  <c:v>6185</c:v>
                </c:pt>
                <c:pt idx="6186">
                  <c:v>6186</c:v>
                </c:pt>
                <c:pt idx="6187">
                  <c:v>6187</c:v>
                </c:pt>
                <c:pt idx="6188">
                  <c:v>6188</c:v>
                </c:pt>
                <c:pt idx="6189">
                  <c:v>6189</c:v>
                </c:pt>
                <c:pt idx="6190">
                  <c:v>6190</c:v>
                </c:pt>
                <c:pt idx="6191">
                  <c:v>6191</c:v>
                </c:pt>
                <c:pt idx="6192">
                  <c:v>6192</c:v>
                </c:pt>
                <c:pt idx="6193">
                  <c:v>6193</c:v>
                </c:pt>
                <c:pt idx="6194">
                  <c:v>6194</c:v>
                </c:pt>
                <c:pt idx="6195">
                  <c:v>6195</c:v>
                </c:pt>
                <c:pt idx="6196">
                  <c:v>6196</c:v>
                </c:pt>
                <c:pt idx="6197">
                  <c:v>6197</c:v>
                </c:pt>
                <c:pt idx="6198">
                  <c:v>6198</c:v>
                </c:pt>
                <c:pt idx="6199">
                  <c:v>6199</c:v>
                </c:pt>
                <c:pt idx="6200">
                  <c:v>6200</c:v>
                </c:pt>
                <c:pt idx="6201">
                  <c:v>6201</c:v>
                </c:pt>
                <c:pt idx="6202">
                  <c:v>6202</c:v>
                </c:pt>
                <c:pt idx="6203">
                  <c:v>6203</c:v>
                </c:pt>
                <c:pt idx="6204">
                  <c:v>6204</c:v>
                </c:pt>
                <c:pt idx="6205">
                  <c:v>6205</c:v>
                </c:pt>
                <c:pt idx="6206">
                  <c:v>6206</c:v>
                </c:pt>
                <c:pt idx="6207">
                  <c:v>6207</c:v>
                </c:pt>
                <c:pt idx="6208">
                  <c:v>6208</c:v>
                </c:pt>
                <c:pt idx="6209">
                  <c:v>6209</c:v>
                </c:pt>
                <c:pt idx="6210">
                  <c:v>6210</c:v>
                </c:pt>
                <c:pt idx="6211">
                  <c:v>6211</c:v>
                </c:pt>
                <c:pt idx="6212">
                  <c:v>6212</c:v>
                </c:pt>
                <c:pt idx="6213">
                  <c:v>6213</c:v>
                </c:pt>
                <c:pt idx="6214">
                  <c:v>6214</c:v>
                </c:pt>
                <c:pt idx="6215">
                  <c:v>6215</c:v>
                </c:pt>
                <c:pt idx="6216">
                  <c:v>6216</c:v>
                </c:pt>
                <c:pt idx="6217">
                  <c:v>6217</c:v>
                </c:pt>
                <c:pt idx="6218">
                  <c:v>6218</c:v>
                </c:pt>
                <c:pt idx="6219">
                  <c:v>6219</c:v>
                </c:pt>
                <c:pt idx="6220">
                  <c:v>6220</c:v>
                </c:pt>
                <c:pt idx="6221">
                  <c:v>6221</c:v>
                </c:pt>
                <c:pt idx="6222">
                  <c:v>6222</c:v>
                </c:pt>
                <c:pt idx="6223">
                  <c:v>6223</c:v>
                </c:pt>
                <c:pt idx="6224">
                  <c:v>6224</c:v>
                </c:pt>
                <c:pt idx="6225">
                  <c:v>6225</c:v>
                </c:pt>
                <c:pt idx="6226">
                  <c:v>6226</c:v>
                </c:pt>
                <c:pt idx="6227">
                  <c:v>6227</c:v>
                </c:pt>
                <c:pt idx="6228">
                  <c:v>6228</c:v>
                </c:pt>
                <c:pt idx="6229">
                  <c:v>6229</c:v>
                </c:pt>
                <c:pt idx="6230">
                  <c:v>6230</c:v>
                </c:pt>
                <c:pt idx="6231">
                  <c:v>6231</c:v>
                </c:pt>
                <c:pt idx="6232">
                  <c:v>6232</c:v>
                </c:pt>
                <c:pt idx="6233">
                  <c:v>6233</c:v>
                </c:pt>
                <c:pt idx="6234">
                  <c:v>6234</c:v>
                </c:pt>
                <c:pt idx="6235">
                  <c:v>6235</c:v>
                </c:pt>
                <c:pt idx="6236">
                  <c:v>6236</c:v>
                </c:pt>
                <c:pt idx="6237">
                  <c:v>6237</c:v>
                </c:pt>
                <c:pt idx="6238">
                  <c:v>6238</c:v>
                </c:pt>
                <c:pt idx="6239">
                  <c:v>6239</c:v>
                </c:pt>
                <c:pt idx="6240">
                  <c:v>6240</c:v>
                </c:pt>
                <c:pt idx="6241">
                  <c:v>6241</c:v>
                </c:pt>
                <c:pt idx="6242">
                  <c:v>6242</c:v>
                </c:pt>
                <c:pt idx="6243">
                  <c:v>6243</c:v>
                </c:pt>
                <c:pt idx="6244">
                  <c:v>6244</c:v>
                </c:pt>
                <c:pt idx="6245">
                  <c:v>6245</c:v>
                </c:pt>
                <c:pt idx="6246">
                  <c:v>6246</c:v>
                </c:pt>
                <c:pt idx="6247">
                  <c:v>6247</c:v>
                </c:pt>
                <c:pt idx="6248">
                  <c:v>6248</c:v>
                </c:pt>
                <c:pt idx="6249">
                  <c:v>6249</c:v>
                </c:pt>
                <c:pt idx="6250">
                  <c:v>6250</c:v>
                </c:pt>
                <c:pt idx="6251">
                  <c:v>6251</c:v>
                </c:pt>
                <c:pt idx="6252">
                  <c:v>6252</c:v>
                </c:pt>
                <c:pt idx="6253">
                  <c:v>6253</c:v>
                </c:pt>
                <c:pt idx="6254">
                  <c:v>6254</c:v>
                </c:pt>
                <c:pt idx="6255">
                  <c:v>6255</c:v>
                </c:pt>
                <c:pt idx="6256">
                  <c:v>6256</c:v>
                </c:pt>
                <c:pt idx="6257">
                  <c:v>6257</c:v>
                </c:pt>
                <c:pt idx="6258">
                  <c:v>6258</c:v>
                </c:pt>
                <c:pt idx="6259">
                  <c:v>6259</c:v>
                </c:pt>
                <c:pt idx="6260">
                  <c:v>6260</c:v>
                </c:pt>
                <c:pt idx="6261">
                  <c:v>6261</c:v>
                </c:pt>
                <c:pt idx="6262">
                  <c:v>6262</c:v>
                </c:pt>
                <c:pt idx="6263">
                  <c:v>6263</c:v>
                </c:pt>
                <c:pt idx="6264">
                  <c:v>6264</c:v>
                </c:pt>
                <c:pt idx="6265">
                  <c:v>6265</c:v>
                </c:pt>
                <c:pt idx="6266">
                  <c:v>6266</c:v>
                </c:pt>
                <c:pt idx="6267">
                  <c:v>6267</c:v>
                </c:pt>
                <c:pt idx="6268">
                  <c:v>6268</c:v>
                </c:pt>
                <c:pt idx="6269">
                  <c:v>6269</c:v>
                </c:pt>
                <c:pt idx="6270">
                  <c:v>6270</c:v>
                </c:pt>
                <c:pt idx="6271">
                  <c:v>6271</c:v>
                </c:pt>
                <c:pt idx="6272">
                  <c:v>6272</c:v>
                </c:pt>
                <c:pt idx="6273">
                  <c:v>6273</c:v>
                </c:pt>
                <c:pt idx="6274">
                  <c:v>6274</c:v>
                </c:pt>
                <c:pt idx="6275">
                  <c:v>6275</c:v>
                </c:pt>
                <c:pt idx="6276">
                  <c:v>6276</c:v>
                </c:pt>
                <c:pt idx="6277">
                  <c:v>6277</c:v>
                </c:pt>
                <c:pt idx="6278">
                  <c:v>6278</c:v>
                </c:pt>
                <c:pt idx="6279">
                  <c:v>6279</c:v>
                </c:pt>
                <c:pt idx="6280">
                  <c:v>6280</c:v>
                </c:pt>
                <c:pt idx="6281">
                  <c:v>6281</c:v>
                </c:pt>
                <c:pt idx="6282">
                  <c:v>6282</c:v>
                </c:pt>
                <c:pt idx="6283">
                  <c:v>6283</c:v>
                </c:pt>
                <c:pt idx="6284">
                  <c:v>6284</c:v>
                </c:pt>
                <c:pt idx="6285">
                  <c:v>6285</c:v>
                </c:pt>
                <c:pt idx="6286">
                  <c:v>6286</c:v>
                </c:pt>
                <c:pt idx="6287">
                  <c:v>6287</c:v>
                </c:pt>
                <c:pt idx="6288">
                  <c:v>6288</c:v>
                </c:pt>
                <c:pt idx="6289">
                  <c:v>6289</c:v>
                </c:pt>
                <c:pt idx="6290">
                  <c:v>6290</c:v>
                </c:pt>
                <c:pt idx="6291">
                  <c:v>6291</c:v>
                </c:pt>
                <c:pt idx="6292">
                  <c:v>6292</c:v>
                </c:pt>
                <c:pt idx="6293">
                  <c:v>6293</c:v>
                </c:pt>
                <c:pt idx="6294">
                  <c:v>6294</c:v>
                </c:pt>
                <c:pt idx="6295">
                  <c:v>6295</c:v>
                </c:pt>
                <c:pt idx="6296">
                  <c:v>6296</c:v>
                </c:pt>
                <c:pt idx="6297">
                  <c:v>6297</c:v>
                </c:pt>
                <c:pt idx="6298">
                  <c:v>6298</c:v>
                </c:pt>
                <c:pt idx="6299">
                  <c:v>6299</c:v>
                </c:pt>
                <c:pt idx="6300">
                  <c:v>6300</c:v>
                </c:pt>
                <c:pt idx="6301">
                  <c:v>6301</c:v>
                </c:pt>
                <c:pt idx="6302">
                  <c:v>6302</c:v>
                </c:pt>
                <c:pt idx="6303">
                  <c:v>6303</c:v>
                </c:pt>
                <c:pt idx="6304">
                  <c:v>6304</c:v>
                </c:pt>
                <c:pt idx="6305">
                  <c:v>6305</c:v>
                </c:pt>
                <c:pt idx="6306">
                  <c:v>6306</c:v>
                </c:pt>
                <c:pt idx="6307">
                  <c:v>6307</c:v>
                </c:pt>
                <c:pt idx="6308">
                  <c:v>6308</c:v>
                </c:pt>
                <c:pt idx="6309">
                  <c:v>6309</c:v>
                </c:pt>
                <c:pt idx="6310">
                  <c:v>6310</c:v>
                </c:pt>
                <c:pt idx="6311">
                  <c:v>6311</c:v>
                </c:pt>
                <c:pt idx="6312">
                  <c:v>6312</c:v>
                </c:pt>
                <c:pt idx="6313">
                  <c:v>6313</c:v>
                </c:pt>
                <c:pt idx="6314">
                  <c:v>6314</c:v>
                </c:pt>
                <c:pt idx="6315">
                  <c:v>6315</c:v>
                </c:pt>
                <c:pt idx="6316">
                  <c:v>6316</c:v>
                </c:pt>
                <c:pt idx="6317">
                  <c:v>6317</c:v>
                </c:pt>
                <c:pt idx="6318">
                  <c:v>6318</c:v>
                </c:pt>
                <c:pt idx="6319">
                  <c:v>6319</c:v>
                </c:pt>
                <c:pt idx="6320">
                  <c:v>6320</c:v>
                </c:pt>
                <c:pt idx="6321">
                  <c:v>6321</c:v>
                </c:pt>
                <c:pt idx="6322">
                  <c:v>6322</c:v>
                </c:pt>
                <c:pt idx="6323">
                  <c:v>6323</c:v>
                </c:pt>
                <c:pt idx="6324">
                  <c:v>6324</c:v>
                </c:pt>
                <c:pt idx="6325">
                  <c:v>6325</c:v>
                </c:pt>
                <c:pt idx="6326">
                  <c:v>6326</c:v>
                </c:pt>
                <c:pt idx="6327">
                  <c:v>6327</c:v>
                </c:pt>
                <c:pt idx="6328">
                  <c:v>6328</c:v>
                </c:pt>
                <c:pt idx="6329">
                  <c:v>6329</c:v>
                </c:pt>
                <c:pt idx="6330">
                  <c:v>6330</c:v>
                </c:pt>
                <c:pt idx="6331">
                  <c:v>6331</c:v>
                </c:pt>
                <c:pt idx="6332">
                  <c:v>6332</c:v>
                </c:pt>
                <c:pt idx="6333">
                  <c:v>6333</c:v>
                </c:pt>
                <c:pt idx="6334">
                  <c:v>6334</c:v>
                </c:pt>
                <c:pt idx="6335">
                  <c:v>6335</c:v>
                </c:pt>
                <c:pt idx="6336">
                  <c:v>6336</c:v>
                </c:pt>
                <c:pt idx="6337">
                  <c:v>6337</c:v>
                </c:pt>
                <c:pt idx="6338">
                  <c:v>6338</c:v>
                </c:pt>
                <c:pt idx="6339">
                  <c:v>6339</c:v>
                </c:pt>
                <c:pt idx="6340">
                  <c:v>6340</c:v>
                </c:pt>
                <c:pt idx="6341">
                  <c:v>6341</c:v>
                </c:pt>
                <c:pt idx="6342">
                  <c:v>6342</c:v>
                </c:pt>
                <c:pt idx="6343">
                  <c:v>6343</c:v>
                </c:pt>
                <c:pt idx="6344">
                  <c:v>6344</c:v>
                </c:pt>
                <c:pt idx="6345">
                  <c:v>6345</c:v>
                </c:pt>
                <c:pt idx="6346">
                  <c:v>6346</c:v>
                </c:pt>
                <c:pt idx="6347">
                  <c:v>6347</c:v>
                </c:pt>
                <c:pt idx="6348">
                  <c:v>6348</c:v>
                </c:pt>
                <c:pt idx="6349">
                  <c:v>6349</c:v>
                </c:pt>
                <c:pt idx="6350">
                  <c:v>6350</c:v>
                </c:pt>
                <c:pt idx="6351">
                  <c:v>6351</c:v>
                </c:pt>
                <c:pt idx="6352">
                  <c:v>6352</c:v>
                </c:pt>
                <c:pt idx="6353">
                  <c:v>6353</c:v>
                </c:pt>
                <c:pt idx="6354">
                  <c:v>6354</c:v>
                </c:pt>
                <c:pt idx="6355">
                  <c:v>6355</c:v>
                </c:pt>
                <c:pt idx="6356">
                  <c:v>6356</c:v>
                </c:pt>
                <c:pt idx="6357">
                  <c:v>6357</c:v>
                </c:pt>
                <c:pt idx="6358">
                  <c:v>6358</c:v>
                </c:pt>
                <c:pt idx="6359">
                  <c:v>6359</c:v>
                </c:pt>
                <c:pt idx="6360">
                  <c:v>6360</c:v>
                </c:pt>
                <c:pt idx="6361">
                  <c:v>6361</c:v>
                </c:pt>
                <c:pt idx="6362">
                  <c:v>6362</c:v>
                </c:pt>
                <c:pt idx="6363">
                  <c:v>6363</c:v>
                </c:pt>
                <c:pt idx="6364">
                  <c:v>6364</c:v>
                </c:pt>
                <c:pt idx="6365">
                  <c:v>6365</c:v>
                </c:pt>
                <c:pt idx="6366">
                  <c:v>6366</c:v>
                </c:pt>
                <c:pt idx="6367">
                  <c:v>6367</c:v>
                </c:pt>
                <c:pt idx="6368">
                  <c:v>6368</c:v>
                </c:pt>
                <c:pt idx="6369">
                  <c:v>6369</c:v>
                </c:pt>
                <c:pt idx="6370">
                  <c:v>6370</c:v>
                </c:pt>
                <c:pt idx="6371">
                  <c:v>6371</c:v>
                </c:pt>
                <c:pt idx="6372">
                  <c:v>6372</c:v>
                </c:pt>
                <c:pt idx="6373">
                  <c:v>6373</c:v>
                </c:pt>
                <c:pt idx="6374">
                  <c:v>6374</c:v>
                </c:pt>
                <c:pt idx="6375">
                  <c:v>6375</c:v>
                </c:pt>
                <c:pt idx="6376">
                  <c:v>6376</c:v>
                </c:pt>
                <c:pt idx="6377">
                  <c:v>6377</c:v>
                </c:pt>
                <c:pt idx="6378">
                  <c:v>6378</c:v>
                </c:pt>
                <c:pt idx="6379">
                  <c:v>6379</c:v>
                </c:pt>
                <c:pt idx="6380">
                  <c:v>6380</c:v>
                </c:pt>
                <c:pt idx="6381">
                  <c:v>6381</c:v>
                </c:pt>
                <c:pt idx="6382">
                  <c:v>6382</c:v>
                </c:pt>
                <c:pt idx="6383">
                  <c:v>6383</c:v>
                </c:pt>
                <c:pt idx="6384">
                  <c:v>6384</c:v>
                </c:pt>
                <c:pt idx="6385">
                  <c:v>6385</c:v>
                </c:pt>
                <c:pt idx="6386">
                  <c:v>6386</c:v>
                </c:pt>
                <c:pt idx="6387">
                  <c:v>6387</c:v>
                </c:pt>
                <c:pt idx="6388">
                  <c:v>6388</c:v>
                </c:pt>
                <c:pt idx="6389">
                  <c:v>6389</c:v>
                </c:pt>
                <c:pt idx="6390">
                  <c:v>6390</c:v>
                </c:pt>
                <c:pt idx="6391">
                  <c:v>6391</c:v>
                </c:pt>
                <c:pt idx="6392">
                  <c:v>6392</c:v>
                </c:pt>
                <c:pt idx="6393">
                  <c:v>6393</c:v>
                </c:pt>
                <c:pt idx="6394">
                  <c:v>6394</c:v>
                </c:pt>
                <c:pt idx="6395">
                  <c:v>6395</c:v>
                </c:pt>
                <c:pt idx="6396">
                  <c:v>6396</c:v>
                </c:pt>
                <c:pt idx="6397">
                  <c:v>6397</c:v>
                </c:pt>
                <c:pt idx="6398">
                  <c:v>6398</c:v>
                </c:pt>
                <c:pt idx="6399">
                  <c:v>6399</c:v>
                </c:pt>
                <c:pt idx="6400">
                  <c:v>6400</c:v>
                </c:pt>
                <c:pt idx="6401">
                  <c:v>6401</c:v>
                </c:pt>
                <c:pt idx="6402">
                  <c:v>6402</c:v>
                </c:pt>
                <c:pt idx="6403">
                  <c:v>6403</c:v>
                </c:pt>
                <c:pt idx="6404">
                  <c:v>6404</c:v>
                </c:pt>
                <c:pt idx="6405">
                  <c:v>6405</c:v>
                </c:pt>
                <c:pt idx="6406">
                  <c:v>6406</c:v>
                </c:pt>
                <c:pt idx="6407">
                  <c:v>6407</c:v>
                </c:pt>
                <c:pt idx="6408">
                  <c:v>6408</c:v>
                </c:pt>
                <c:pt idx="6409">
                  <c:v>6409</c:v>
                </c:pt>
                <c:pt idx="6410">
                  <c:v>6410</c:v>
                </c:pt>
                <c:pt idx="6411">
                  <c:v>6411</c:v>
                </c:pt>
                <c:pt idx="6412">
                  <c:v>6412</c:v>
                </c:pt>
                <c:pt idx="6413">
                  <c:v>6413</c:v>
                </c:pt>
                <c:pt idx="6414">
                  <c:v>6414</c:v>
                </c:pt>
                <c:pt idx="6415">
                  <c:v>6415</c:v>
                </c:pt>
                <c:pt idx="6416">
                  <c:v>6416</c:v>
                </c:pt>
                <c:pt idx="6417">
                  <c:v>6417</c:v>
                </c:pt>
                <c:pt idx="6418">
                  <c:v>6418</c:v>
                </c:pt>
                <c:pt idx="6419">
                  <c:v>6419</c:v>
                </c:pt>
                <c:pt idx="6420">
                  <c:v>6420</c:v>
                </c:pt>
                <c:pt idx="6421">
                  <c:v>6421</c:v>
                </c:pt>
                <c:pt idx="6422">
                  <c:v>6422</c:v>
                </c:pt>
                <c:pt idx="6423">
                  <c:v>6423</c:v>
                </c:pt>
                <c:pt idx="6424">
                  <c:v>6424</c:v>
                </c:pt>
                <c:pt idx="6425">
                  <c:v>6425</c:v>
                </c:pt>
                <c:pt idx="6426">
                  <c:v>6426</c:v>
                </c:pt>
                <c:pt idx="6427">
                  <c:v>6427</c:v>
                </c:pt>
                <c:pt idx="6428">
                  <c:v>6428</c:v>
                </c:pt>
                <c:pt idx="6429">
                  <c:v>6429</c:v>
                </c:pt>
                <c:pt idx="6430">
                  <c:v>6430</c:v>
                </c:pt>
                <c:pt idx="6431">
                  <c:v>6431</c:v>
                </c:pt>
                <c:pt idx="6432">
                  <c:v>6432</c:v>
                </c:pt>
                <c:pt idx="6433">
                  <c:v>6433</c:v>
                </c:pt>
                <c:pt idx="6434">
                  <c:v>6434</c:v>
                </c:pt>
                <c:pt idx="6435">
                  <c:v>6435</c:v>
                </c:pt>
                <c:pt idx="6436">
                  <c:v>6436</c:v>
                </c:pt>
                <c:pt idx="6437">
                  <c:v>6437</c:v>
                </c:pt>
                <c:pt idx="6438">
                  <c:v>6438</c:v>
                </c:pt>
                <c:pt idx="6439">
                  <c:v>6439</c:v>
                </c:pt>
                <c:pt idx="6440">
                  <c:v>6440</c:v>
                </c:pt>
                <c:pt idx="6441">
                  <c:v>6441</c:v>
                </c:pt>
                <c:pt idx="6442">
                  <c:v>6442</c:v>
                </c:pt>
                <c:pt idx="6443">
                  <c:v>6443</c:v>
                </c:pt>
                <c:pt idx="6444">
                  <c:v>6444</c:v>
                </c:pt>
                <c:pt idx="6445">
                  <c:v>6445</c:v>
                </c:pt>
                <c:pt idx="6446">
                  <c:v>6446</c:v>
                </c:pt>
                <c:pt idx="6447">
                  <c:v>6447</c:v>
                </c:pt>
                <c:pt idx="6448">
                  <c:v>6448</c:v>
                </c:pt>
                <c:pt idx="6449">
                  <c:v>6449</c:v>
                </c:pt>
                <c:pt idx="6450">
                  <c:v>6450</c:v>
                </c:pt>
                <c:pt idx="6451">
                  <c:v>6451</c:v>
                </c:pt>
                <c:pt idx="6452">
                  <c:v>6452</c:v>
                </c:pt>
                <c:pt idx="6453">
                  <c:v>6453</c:v>
                </c:pt>
                <c:pt idx="6454">
                  <c:v>6454</c:v>
                </c:pt>
                <c:pt idx="6455">
                  <c:v>6455</c:v>
                </c:pt>
                <c:pt idx="6456">
                  <c:v>6456</c:v>
                </c:pt>
                <c:pt idx="6457">
                  <c:v>6457</c:v>
                </c:pt>
                <c:pt idx="6458">
                  <c:v>6458</c:v>
                </c:pt>
                <c:pt idx="6459">
                  <c:v>6459</c:v>
                </c:pt>
                <c:pt idx="6460">
                  <c:v>6460</c:v>
                </c:pt>
                <c:pt idx="6461">
                  <c:v>6461</c:v>
                </c:pt>
                <c:pt idx="6462">
                  <c:v>6462</c:v>
                </c:pt>
                <c:pt idx="6463">
                  <c:v>6463</c:v>
                </c:pt>
                <c:pt idx="6464">
                  <c:v>6464</c:v>
                </c:pt>
                <c:pt idx="6465">
                  <c:v>6465</c:v>
                </c:pt>
                <c:pt idx="6466">
                  <c:v>6466</c:v>
                </c:pt>
                <c:pt idx="6467">
                  <c:v>6467</c:v>
                </c:pt>
                <c:pt idx="6468">
                  <c:v>6468</c:v>
                </c:pt>
                <c:pt idx="6469">
                  <c:v>6469</c:v>
                </c:pt>
                <c:pt idx="6470">
                  <c:v>6470</c:v>
                </c:pt>
                <c:pt idx="6471">
                  <c:v>6471</c:v>
                </c:pt>
                <c:pt idx="6472">
                  <c:v>6472</c:v>
                </c:pt>
                <c:pt idx="6473">
                  <c:v>6473</c:v>
                </c:pt>
                <c:pt idx="6474">
                  <c:v>6474</c:v>
                </c:pt>
                <c:pt idx="6475">
                  <c:v>6475</c:v>
                </c:pt>
                <c:pt idx="6476">
                  <c:v>6476</c:v>
                </c:pt>
                <c:pt idx="6477">
                  <c:v>6477</c:v>
                </c:pt>
                <c:pt idx="6478">
                  <c:v>6478</c:v>
                </c:pt>
                <c:pt idx="6479">
                  <c:v>6479</c:v>
                </c:pt>
                <c:pt idx="6480">
                  <c:v>6480</c:v>
                </c:pt>
                <c:pt idx="6481">
                  <c:v>6481</c:v>
                </c:pt>
                <c:pt idx="6482">
                  <c:v>6482</c:v>
                </c:pt>
                <c:pt idx="6483">
                  <c:v>6483</c:v>
                </c:pt>
                <c:pt idx="6484">
                  <c:v>6484</c:v>
                </c:pt>
                <c:pt idx="6485">
                  <c:v>6485</c:v>
                </c:pt>
                <c:pt idx="6486">
                  <c:v>6486</c:v>
                </c:pt>
                <c:pt idx="6487">
                  <c:v>6487</c:v>
                </c:pt>
                <c:pt idx="6488">
                  <c:v>6488</c:v>
                </c:pt>
                <c:pt idx="6489">
                  <c:v>6489</c:v>
                </c:pt>
                <c:pt idx="6490">
                  <c:v>6490</c:v>
                </c:pt>
                <c:pt idx="6491">
                  <c:v>6491</c:v>
                </c:pt>
                <c:pt idx="6492">
                  <c:v>6492</c:v>
                </c:pt>
                <c:pt idx="6493">
                  <c:v>6493</c:v>
                </c:pt>
                <c:pt idx="6494">
                  <c:v>6494</c:v>
                </c:pt>
                <c:pt idx="6495">
                  <c:v>6495</c:v>
                </c:pt>
                <c:pt idx="6496">
                  <c:v>6496</c:v>
                </c:pt>
                <c:pt idx="6497">
                  <c:v>6497</c:v>
                </c:pt>
                <c:pt idx="6498">
                  <c:v>6498</c:v>
                </c:pt>
                <c:pt idx="6499">
                  <c:v>6499</c:v>
                </c:pt>
                <c:pt idx="6500">
                  <c:v>6500</c:v>
                </c:pt>
                <c:pt idx="6501">
                  <c:v>6501</c:v>
                </c:pt>
                <c:pt idx="6502">
                  <c:v>6502</c:v>
                </c:pt>
                <c:pt idx="6503">
                  <c:v>6503</c:v>
                </c:pt>
                <c:pt idx="6504">
                  <c:v>6504</c:v>
                </c:pt>
                <c:pt idx="6505">
                  <c:v>6505</c:v>
                </c:pt>
                <c:pt idx="6506">
                  <c:v>6506</c:v>
                </c:pt>
                <c:pt idx="6507">
                  <c:v>6507</c:v>
                </c:pt>
                <c:pt idx="6508">
                  <c:v>6508</c:v>
                </c:pt>
                <c:pt idx="6509">
                  <c:v>6509</c:v>
                </c:pt>
                <c:pt idx="6510">
                  <c:v>6510</c:v>
                </c:pt>
                <c:pt idx="6511">
                  <c:v>6511</c:v>
                </c:pt>
                <c:pt idx="6512">
                  <c:v>6512</c:v>
                </c:pt>
                <c:pt idx="6513">
                  <c:v>6513</c:v>
                </c:pt>
                <c:pt idx="6514">
                  <c:v>6514</c:v>
                </c:pt>
                <c:pt idx="6515">
                  <c:v>6515</c:v>
                </c:pt>
                <c:pt idx="6516">
                  <c:v>6516</c:v>
                </c:pt>
                <c:pt idx="6517">
                  <c:v>6517</c:v>
                </c:pt>
                <c:pt idx="6518">
                  <c:v>6518</c:v>
                </c:pt>
                <c:pt idx="6519">
                  <c:v>6519</c:v>
                </c:pt>
                <c:pt idx="6520">
                  <c:v>6520</c:v>
                </c:pt>
                <c:pt idx="6521">
                  <c:v>6521</c:v>
                </c:pt>
                <c:pt idx="6522">
                  <c:v>6522</c:v>
                </c:pt>
                <c:pt idx="6523">
                  <c:v>6523</c:v>
                </c:pt>
                <c:pt idx="6524">
                  <c:v>6524</c:v>
                </c:pt>
                <c:pt idx="6525">
                  <c:v>6525</c:v>
                </c:pt>
                <c:pt idx="6526">
                  <c:v>6526</c:v>
                </c:pt>
                <c:pt idx="6527">
                  <c:v>6527</c:v>
                </c:pt>
                <c:pt idx="6528">
                  <c:v>6528</c:v>
                </c:pt>
                <c:pt idx="6529">
                  <c:v>6529</c:v>
                </c:pt>
                <c:pt idx="6530">
                  <c:v>6530</c:v>
                </c:pt>
                <c:pt idx="6531">
                  <c:v>6531</c:v>
                </c:pt>
                <c:pt idx="6532">
                  <c:v>6532</c:v>
                </c:pt>
                <c:pt idx="6533">
                  <c:v>6533</c:v>
                </c:pt>
                <c:pt idx="6534">
                  <c:v>6534</c:v>
                </c:pt>
                <c:pt idx="6535">
                  <c:v>6535</c:v>
                </c:pt>
                <c:pt idx="6536">
                  <c:v>6536</c:v>
                </c:pt>
                <c:pt idx="6537">
                  <c:v>6537</c:v>
                </c:pt>
                <c:pt idx="6538">
                  <c:v>6538</c:v>
                </c:pt>
                <c:pt idx="6539">
                  <c:v>6539</c:v>
                </c:pt>
                <c:pt idx="6540">
                  <c:v>6540</c:v>
                </c:pt>
                <c:pt idx="6541">
                  <c:v>6541</c:v>
                </c:pt>
                <c:pt idx="6542">
                  <c:v>6542</c:v>
                </c:pt>
                <c:pt idx="6543">
                  <c:v>6543</c:v>
                </c:pt>
                <c:pt idx="6544">
                  <c:v>6544</c:v>
                </c:pt>
                <c:pt idx="6545">
                  <c:v>6545</c:v>
                </c:pt>
                <c:pt idx="6546">
                  <c:v>6546</c:v>
                </c:pt>
                <c:pt idx="6547">
                  <c:v>6547</c:v>
                </c:pt>
                <c:pt idx="6548">
                  <c:v>6548</c:v>
                </c:pt>
                <c:pt idx="6549">
                  <c:v>6549</c:v>
                </c:pt>
                <c:pt idx="6550">
                  <c:v>6550</c:v>
                </c:pt>
                <c:pt idx="6551">
                  <c:v>6551</c:v>
                </c:pt>
                <c:pt idx="6552">
                  <c:v>6552</c:v>
                </c:pt>
                <c:pt idx="6553">
                  <c:v>6553</c:v>
                </c:pt>
                <c:pt idx="6554">
                  <c:v>6554</c:v>
                </c:pt>
                <c:pt idx="6555">
                  <c:v>6555</c:v>
                </c:pt>
                <c:pt idx="6556">
                  <c:v>6556</c:v>
                </c:pt>
                <c:pt idx="6557">
                  <c:v>6557</c:v>
                </c:pt>
                <c:pt idx="6558">
                  <c:v>6558</c:v>
                </c:pt>
                <c:pt idx="6559">
                  <c:v>6559</c:v>
                </c:pt>
                <c:pt idx="6560">
                  <c:v>6560</c:v>
                </c:pt>
                <c:pt idx="6561">
                  <c:v>6561</c:v>
                </c:pt>
                <c:pt idx="6562">
                  <c:v>6562</c:v>
                </c:pt>
                <c:pt idx="6563">
                  <c:v>6563</c:v>
                </c:pt>
                <c:pt idx="6564">
                  <c:v>6564</c:v>
                </c:pt>
                <c:pt idx="6565">
                  <c:v>6565</c:v>
                </c:pt>
                <c:pt idx="6566">
                  <c:v>6566</c:v>
                </c:pt>
                <c:pt idx="6567">
                  <c:v>6567</c:v>
                </c:pt>
                <c:pt idx="6568">
                  <c:v>6568</c:v>
                </c:pt>
                <c:pt idx="6569">
                  <c:v>6569</c:v>
                </c:pt>
                <c:pt idx="6570">
                  <c:v>6570</c:v>
                </c:pt>
                <c:pt idx="6571">
                  <c:v>6571</c:v>
                </c:pt>
                <c:pt idx="6572">
                  <c:v>6572</c:v>
                </c:pt>
                <c:pt idx="6573">
                  <c:v>6573</c:v>
                </c:pt>
                <c:pt idx="6574">
                  <c:v>6574</c:v>
                </c:pt>
                <c:pt idx="6575">
                  <c:v>6575</c:v>
                </c:pt>
                <c:pt idx="6576">
                  <c:v>6576</c:v>
                </c:pt>
                <c:pt idx="6577">
                  <c:v>6577</c:v>
                </c:pt>
                <c:pt idx="6578">
                  <c:v>6578</c:v>
                </c:pt>
                <c:pt idx="6579">
                  <c:v>6579</c:v>
                </c:pt>
                <c:pt idx="6580">
                  <c:v>6580</c:v>
                </c:pt>
                <c:pt idx="6581">
                  <c:v>6581</c:v>
                </c:pt>
                <c:pt idx="6582">
                  <c:v>6582</c:v>
                </c:pt>
                <c:pt idx="6583">
                  <c:v>6583</c:v>
                </c:pt>
                <c:pt idx="6584">
                  <c:v>6584</c:v>
                </c:pt>
                <c:pt idx="6585">
                  <c:v>6585</c:v>
                </c:pt>
                <c:pt idx="6586">
                  <c:v>6586</c:v>
                </c:pt>
                <c:pt idx="6587">
                  <c:v>6587</c:v>
                </c:pt>
                <c:pt idx="6588">
                  <c:v>6588</c:v>
                </c:pt>
                <c:pt idx="6589">
                  <c:v>6589</c:v>
                </c:pt>
                <c:pt idx="6590">
                  <c:v>6590</c:v>
                </c:pt>
                <c:pt idx="6591">
                  <c:v>6591</c:v>
                </c:pt>
                <c:pt idx="6592">
                  <c:v>6592</c:v>
                </c:pt>
                <c:pt idx="6593">
                  <c:v>6593</c:v>
                </c:pt>
                <c:pt idx="6594">
                  <c:v>6594</c:v>
                </c:pt>
                <c:pt idx="6595">
                  <c:v>6595</c:v>
                </c:pt>
                <c:pt idx="6596">
                  <c:v>6596</c:v>
                </c:pt>
                <c:pt idx="6597">
                  <c:v>6597</c:v>
                </c:pt>
                <c:pt idx="6598">
                  <c:v>6598</c:v>
                </c:pt>
                <c:pt idx="6599">
                  <c:v>6599</c:v>
                </c:pt>
                <c:pt idx="6600">
                  <c:v>6600</c:v>
                </c:pt>
                <c:pt idx="6601">
                  <c:v>6601</c:v>
                </c:pt>
                <c:pt idx="6602">
                  <c:v>6602</c:v>
                </c:pt>
                <c:pt idx="6603">
                  <c:v>6603</c:v>
                </c:pt>
                <c:pt idx="6604">
                  <c:v>6604</c:v>
                </c:pt>
                <c:pt idx="6605">
                  <c:v>6605</c:v>
                </c:pt>
                <c:pt idx="6606">
                  <c:v>6606</c:v>
                </c:pt>
                <c:pt idx="6607">
                  <c:v>6607</c:v>
                </c:pt>
                <c:pt idx="6608">
                  <c:v>6608</c:v>
                </c:pt>
                <c:pt idx="6609">
                  <c:v>6609</c:v>
                </c:pt>
                <c:pt idx="6610">
                  <c:v>6610</c:v>
                </c:pt>
                <c:pt idx="6611">
                  <c:v>6611</c:v>
                </c:pt>
                <c:pt idx="6612">
                  <c:v>6612</c:v>
                </c:pt>
                <c:pt idx="6613">
                  <c:v>6613</c:v>
                </c:pt>
                <c:pt idx="6614">
                  <c:v>6614</c:v>
                </c:pt>
                <c:pt idx="6615">
                  <c:v>6615</c:v>
                </c:pt>
                <c:pt idx="6616">
                  <c:v>6616</c:v>
                </c:pt>
                <c:pt idx="6617">
                  <c:v>6617</c:v>
                </c:pt>
                <c:pt idx="6618">
                  <c:v>6618</c:v>
                </c:pt>
                <c:pt idx="6619">
                  <c:v>6619</c:v>
                </c:pt>
                <c:pt idx="6620">
                  <c:v>6620</c:v>
                </c:pt>
                <c:pt idx="6621">
                  <c:v>6621</c:v>
                </c:pt>
                <c:pt idx="6622">
                  <c:v>6622</c:v>
                </c:pt>
                <c:pt idx="6623">
                  <c:v>6623</c:v>
                </c:pt>
                <c:pt idx="6624">
                  <c:v>6624</c:v>
                </c:pt>
                <c:pt idx="6625">
                  <c:v>6625</c:v>
                </c:pt>
                <c:pt idx="6626">
                  <c:v>6626</c:v>
                </c:pt>
                <c:pt idx="6627">
                  <c:v>6627</c:v>
                </c:pt>
                <c:pt idx="6628">
                  <c:v>6628</c:v>
                </c:pt>
                <c:pt idx="6629">
                  <c:v>6629</c:v>
                </c:pt>
                <c:pt idx="6630">
                  <c:v>6630</c:v>
                </c:pt>
                <c:pt idx="6631">
                  <c:v>6631</c:v>
                </c:pt>
                <c:pt idx="6632">
                  <c:v>6632</c:v>
                </c:pt>
                <c:pt idx="6633">
                  <c:v>6633</c:v>
                </c:pt>
                <c:pt idx="6634">
                  <c:v>6634</c:v>
                </c:pt>
                <c:pt idx="6635">
                  <c:v>6635</c:v>
                </c:pt>
                <c:pt idx="6636">
                  <c:v>6636</c:v>
                </c:pt>
                <c:pt idx="6637">
                  <c:v>6637</c:v>
                </c:pt>
                <c:pt idx="6638">
                  <c:v>6638</c:v>
                </c:pt>
                <c:pt idx="6639">
                  <c:v>6639</c:v>
                </c:pt>
                <c:pt idx="6640">
                  <c:v>6640</c:v>
                </c:pt>
                <c:pt idx="6641">
                  <c:v>6641</c:v>
                </c:pt>
                <c:pt idx="6642">
                  <c:v>6642</c:v>
                </c:pt>
                <c:pt idx="6643">
                  <c:v>6643</c:v>
                </c:pt>
                <c:pt idx="6644">
                  <c:v>6644</c:v>
                </c:pt>
                <c:pt idx="6645">
                  <c:v>6645</c:v>
                </c:pt>
                <c:pt idx="6646">
                  <c:v>6646</c:v>
                </c:pt>
                <c:pt idx="6647">
                  <c:v>6647</c:v>
                </c:pt>
                <c:pt idx="6648">
                  <c:v>6648</c:v>
                </c:pt>
                <c:pt idx="6649">
                  <c:v>6649</c:v>
                </c:pt>
                <c:pt idx="6650">
                  <c:v>6650</c:v>
                </c:pt>
                <c:pt idx="6651">
                  <c:v>6651</c:v>
                </c:pt>
                <c:pt idx="6652">
                  <c:v>6652</c:v>
                </c:pt>
                <c:pt idx="6653">
                  <c:v>6653</c:v>
                </c:pt>
                <c:pt idx="6654">
                  <c:v>6654</c:v>
                </c:pt>
                <c:pt idx="6655">
                  <c:v>6655</c:v>
                </c:pt>
                <c:pt idx="6656">
                  <c:v>6656</c:v>
                </c:pt>
                <c:pt idx="6657">
                  <c:v>6657</c:v>
                </c:pt>
                <c:pt idx="6658">
                  <c:v>6658</c:v>
                </c:pt>
                <c:pt idx="6659">
                  <c:v>6659</c:v>
                </c:pt>
                <c:pt idx="6660">
                  <c:v>6660</c:v>
                </c:pt>
                <c:pt idx="6661">
                  <c:v>6661</c:v>
                </c:pt>
                <c:pt idx="6662">
                  <c:v>6662</c:v>
                </c:pt>
                <c:pt idx="6663">
                  <c:v>6663</c:v>
                </c:pt>
                <c:pt idx="6664">
                  <c:v>6664</c:v>
                </c:pt>
                <c:pt idx="6665">
                  <c:v>6665</c:v>
                </c:pt>
                <c:pt idx="6666">
                  <c:v>6666</c:v>
                </c:pt>
                <c:pt idx="6667">
                  <c:v>6667</c:v>
                </c:pt>
                <c:pt idx="6668">
                  <c:v>6668</c:v>
                </c:pt>
                <c:pt idx="6669">
                  <c:v>6669</c:v>
                </c:pt>
                <c:pt idx="6670">
                  <c:v>6670</c:v>
                </c:pt>
                <c:pt idx="6671">
                  <c:v>6671</c:v>
                </c:pt>
                <c:pt idx="6672">
                  <c:v>6672</c:v>
                </c:pt>
                <c:pt idx="6673">
                  <c:v>6673</c:v>
                </c:pt>
                <c:pt idx="6674">
                  <c:v>6674</c:v>
                </c:pt>
                <c:pt idx="6675">
                  <c:v>6675</c:v>
                </c:pt>
                <c:pt idx="6676">
                  <c:v>6676</c:v>
                </c:pt>
                <c:pt idx="6677">
                  <c:v>6677</c:v>
                </c:pt>
                <c:pt idx="6678">
                  <c:v>6678</c:v>
                </c:pt>
                <c:pt idx="6679">
                  <c:v>6679</c:v>
                </c:pt>
                <c:pt idx="6680">
                  <c:v>6680</c:v>
                </c:pt>
                <c:pt idx="6681">
                  <c:v>6681</c:v>
                </c:pt>
                <c:pt idx="6682">
                  <c:v>6682</c:v>
                </c:pt>
                <c:pt idx="6683">
                  <c:v>6683</c:v>
                </c:pt>
                <c:pt idx="6684">
                  <c:v>6684</c:v>
                </c:pt>
                <c:pt idx="6685">
                  <c:v>6685</c:v>
                </c:pt>
                <c:pt idx="6686">
                  <c:v>6686</c:v>
                </c:pt>
                <c:pt idx="6687">
                  <c:v>6687</c:v>
                </c:pt>
                <c:pt idx="6688">
                  <c:v>6688</c:v>
                </c:pt>
                <c:pt idx="6689">
                  <c:v>6689</c:v>
                </c:pt>
                <c:pt idx="6690">
                  <c:v>6690</c:v>
                </c:pt>
                <c:pt idx="6691">
                  <c:v>6691</c:v>
                </c:pt>
                <c:pt idx="6692">
                  <c:v>6692</c:v>
                </c:pt>
                <c:pt idx="6693">
                  <c:v>6693</c:v>
                </c:pt>
                <c:pt idx="6694">
                  <c:v>6694</c:v>
                </c:pt>
                <c:pt idx="6695">
                  <c:v>6695</c:v>
                </c:pt>
                <c:pt idx="6696">
                  <c:v>6696</c:v>
                </c:pt>
                <c:pt idx="6697">
                  <c:v>6697</c:v>
                </c:pt>
                <c:pt idx="6698">
                  <c:v>6698</c:v>
                </c:pt>
                <c:pt idx="6699">
                  <c:v>6699</c:v>
                </c:pt>
                <c:pt idx="6700">
                  <c:v>6700</c:v>
                </c:pt>
                <c:pt idx="6701">
                  <c:v>6701</c:v>
                </c:pt>
                <c:pt idx="6702">
                  <c:v>6702</c:v>
                </c:pt>
                <c:pt idx="6703">
                  <c:v>6703</c:v>
                </c:pt>
                <c:pt idx="6704">
                  <c:v>6704</c:v>
                </c:pt>
                <c:pt idx="6705">
                  <c:v>6705</c:v>
                </c:pt>
                <c:pt idx="6706">
                  <c:v>6706</c:v>
                </c:pt>
                <c:pt idx="6707">
                  <c:v>6707</c:v>
                </c:pt>
                <c:pt idx="6708">
                  <c:v>6708</c:v>
                </c:pt>
                <c:pt idx="6709">
                  <c:v>6709</c:v>
                </c:pt>
                <c:pt idx="6710">
                  <c:v>6710</c:v>
                </c:pt>
                <c:pt idx="6711">
                  <c:v>6711</c:v>
                </c:pt>
                <c:pt idx="6712">
                  <c:v>6712</c:v>
                </c:pt>
                <c:pt idx="6713">
                  <c:v>6713</c:v>
                </c:pt>
                <c:pt idx="6714">
                  <c:v>6714</c:v>
                </c:pt>
                <c:pt idx="6715">
                  <c:v>6715</c:v>
                </c:pt>
                <c:pt idx="6716">
                  <c:v>6716</c:v>
                </c:pt>
                <c:pt idx="6717">
                  <c:v>6717</c:v>
                </c:pt>
                <c:pt idx="6718">
                  <c:v>6718</c:v>
                </c:pt>
                <c:pt idx="6719">
                  <c:v>6719</c:v>
                </c:pt>
                <c:pt idx="6720">
                  <c:v>6720</c:v>
                </c:pt>
                <c:pt idx="6721">
                  <c:v>6721</c:v>
                </c:pt>
                <c:pt idx="6722">
                  <c:v>6722</c:v>
                </c:pt>
                <c:pt idx="6723">
                  <c:v>6723</c:v>
                </c:pt>
                <c:pt idx="6724">
                  <c:v>6724</c:v>
                </c:pt>
                <c:pt idx="6725">
                  <c:v>6725</c:v>
                </c:pt>
                <c:pt idx="6726">
                  <c:v>6726</c:v>
                </c:pt>
                <c:pt idx="6727">
                  <c:v>6727</c:v>
                </c:pt>
                <c:pt idx="6728">
                  <c:v>6728</c:v>
                </c:pt>
                <c:pt idx="6729">
                  <c:v>6729</c:v>
                </c:pt>
                <c:pt idx="6730">
                  <c:v>6730</c:v>
                </c:pt>
                <c:pt idx="6731">
                  <c:v>6731</c:v>
                </c:pt>
                <c:pt idx="6732">
                  <c:v>6732</c:v>
                </c:pt>
                <c:pt idx="6733">
                  <c:v>6733</c:v>
                </c:pt>
                <c:pt idx="6734">
                  <c:v>6734</c:v>
                </c:pt>
                <c:pt idx="6735">
                  <c:v>6735</c:v>
                </c:pt>
                <c:pt idx="6736">
                  <c:v>6736</c:v>
                </c:pt>
                <c:pt idx="6737">
                  <c:v>6737</c:v>
                </c:pt>
                <c:pt idx="6738">
                  <c:v>6738</c:v>
                </c:pt>
                <c:pt idx="6739">
                  <c:v>6739</c:v>
                </c:pt>
                <c:pt idx="6740">
                  <c:v>6740</c:v>
                </c:pt>
                <c:pt idx="6741">
                  <c:v>6741</c:v>
                </c:pt>
                <c:pt idx="6742">
                  <c:v>6742</c:v>
                </c:pt>
                <c:pt idx="6743">
                  <c:v>6743</c:v>
                </c:pt>
                <c:pt idx="6744">
                  <c:v>6744</c:v>
                </c:pt>
                <c:pt idx="6745">
                  <c:v>6745</c:v>
                </c:pt>
                <c:pt idx="6746">
                  <c:v>6746</c:v>
                </c:pt>
                <c:pt idx="6747">
                  <c:v>6747</c:v>
                </c:pt>
                <c:pt idx="6748">
                  <c:v>6748</c:v>
                </c:pt>
                <c:pt idx="6749">
                  <c:v>6749</c:v>
                </c:pt>
                <c:pt idx="6750">
                  <c:v>6750</c:v>
                </c:pt>
                <c:pt idx="6751">
                  <c:v>6751</c:v>
                </c:pt>
                <c:pt idx="6752">
                  <c:v>6752</c:v>
                </c:pt>
                <c:pt idx="6753">
                  <c:v>6753</c:v>
                </c:pt>
                <c:pt idx="6754">
                  <c:v>6754</c:v>
                </c:pt>
                <c:pt idx="6755">
                  <c:v>6755</c:v>
                </c:pt>
                <c:pt idx="6756">
                  <c:v>6756</c:v>
                </c:pt>
                <c:pt idx="6757">
                  <c:v>6757</c:v>
                </c:pt>
                <c:pt idx="6758">
                  <c:v>6758</c:v>
                </c:pt>
                <c:pt idx="6759">
                  <c:v>6759</c:v>
                </c:pt>
                <c:pt idx="6760">
                  <c:v>6760</c:v>
                </c:pt>
                <c:pt idx="6761">
                  <c:v>6761</c:v>
                </c:pt>
                <c:pt idx="6762">
                  <c:v>6762</c:v>
                </c:pt>
                <c:pt idx="6763">
                  <c:v>6763</c:v>
                </c:pt>
                <c:pt idx="6764">
                  <c:v>6764</c:v>
                </c:pt>
                <c:pt idx="6765">
                  <c:v>6765</c:v>
                </c:pt>
                <c:pt idx="6766">
                  <c:v>6766</c:v>
                </c:pt>
                <c:pt idx="6767">
                  <c:v>6767</c:v>
                </c:pt>
                <c:pt idx="6768">
                  <c:v>6768</c:v>
                </c:pt>
                <c:pt idx="6769">
                  <c:v>6769</c:v>
                </c:pt>
                <c:pt idx="6770">
                  <c:v>6770</c:v>
                </c:pt>
                <c:pt idx="6771">
                  <c:v>6771</c:v>
                </c:pt>
                <c:pt idx="6772">
                  <c:v>6772</c:v>
                </c:pt>
                <c:pt idx="6773">
                  <c:v>6773</c:v>
                </c:pt>
                <c:pt idx="6774">
                  <c:v>6774</c:v>
                </c:pt>
                <c:pt idx="6775">
                  <c:v>6775</c:v>
                </c:pt>
                <c:pt idx="6776">
                  <c:v>6776</c:v>
                </c:pt>
                <c:pt idx="6777">
                  <c:v>6777</c:v>
                </c:pt>
                <c:pt idx="6778">
                  <c:v>6778</c:v>
                </c:pt>
                <c:pt idx="6779">
                  <c:v>6779</c:v>
                </c:pt>
                <c:pt idx="6780">
                  <c:v>6780</c:v>
                </c:pt>
                <c:pt idx="6781">
                  <c:v>6781</c:v>
                </c:pt>
                <c:pt idx="6782">
                  <c:v>6782</c:v>
                </c:pt>
                <c:pt idx="6783">
                  <c:v>6783</c:v>
                </c:pt>
                <c:pt idx="6784">
                  <c:v>6784</c:v>
                </c:pt>
                <c:pt idx="6785">
                  <c:v>6785</c:v>
                </c:pt>
                <c:pt idx="6786">
                  <c:v>6786</c:v>
                </c:pt>
                <c:pt idx="6787">
                  <c:v>6787</c:v>
                </c:pt>
                <c:pt idx="6788">
                  <c:v>6788</c:v>
                </c:pt>
                <c:pt idx="6789">
                  <c:v>6789</c:v>
                </c:pt>
                <c:pt idx="6790">
                  <c:v>6790</c:v>
                </c:pt>
                <c:pt idx="6791">
                  <c:v>6791</c:v>
                </c:pt>
                <c:pt idx="6792">
                  <c:v>6792</c:v>
                </c:pt>
                <c:pt idx="6793">
                  <c:v>6793</c:v>
                </c:pt>
                <c:pt idx="6794">
                  <c:v>6794</c:v>
                </c:pt>
                <c:pt idx="6795">
                  <c:v>6795</c:v>
                </c:pt>
                <c:pt idx="6796">
                  <c:v>6796</c:v>
                </c:pt>
                <c:pt idx="6797">
                  <c:v>6797</c:v>
                </c:pt>
                <c:pt idx="6798">
                  <c:v>6798</c:v>
                </c:pt>
                <c:pt idx="6799">
                  <c:v>6799</c:v>
                </c:pt>
                <c:pt idx="6800">
                  <c:v>6800</c:v>
                </c:pt>
                <c:pt idx="6801">
                  <c:v>6801</c:v>
                </c:pt>
                <c:pt idx="6802">
                  <c:v>6802</c:v>
                </c:pt>
                <c:pt idx="6803">
                  <c:v>6803</c:v>
                </c:pt>
                <c:pt idx="6804">
                  <c:v>6804</c:v>
                </c:pt>
                <c:pt idx="6805">
                  <c:v>6805</c:v>
                </c:pt>
                <c:pt idx="6806">
                  <c:v>6806</c:v>
                </c:pt>
                <c:pt idx="6807">
                  <c:v>6807</c:v>
                </c:pt>
                <c:pt idx="6808">
                  <c:v>6808</c:v>
                </c:pt>
                <c:pt idx="6809">
                  <c:v>6809</c:v>
                </c:pt>
                <c:pt idx="6810">
                  <c:v>6810</c:v>
                </c:pt>
                <c:pt idx="6811">
                  <c:v>6811</c:v>
                </c:pt>
                <c:pt idx="6812">
                  <c:v>6812</c:v>
                </c:pt>
                <c:pt idx="6813">
                  <c:v>6813</c:v>
                </c:pt>
                <c:pt idx="6814">
                  <c:v>6814</c:v>
                </c:pt>
                <c:pt idx="6815">
                  <c:v>6815</c:v>
                </c:pt>
                <c:pt idx="6816">
                  <c:v>6816</c:v>
                </c:pt>
                <c:pt idx="6817">
                  <c:v>6817</c:v>
                </c:pt>
                <c:pt idx="6818">
                  <c:v>6818</c:v>
                </c:pt>
                <c:pt idx="6819">
                  <c:v>6819</c:v>
                </c:pt>
                <c:pt idx="6820">
                  <c:v>6820</c:v>
                </c:pt>
                <c:pt idx="6821">
                  <c:v>6821</c:v>
                </c:pt>
                <c:pt idx="6822">
                  <c:v>6822</c:v>
                </c:pt>
                <c:pt idx="6823">
                  <c:v>6823</c:v>
                </c:pt>
                <c:pt idx="6824">
                  <c:v>6824</c:v>
                </c:pt>
                <c:pt idx="6825">
                  <c:v>6825</c:v>
                </c:pt>
                <c:pt idx="6826">
                  <c:v>6826</c:v>
                </c:pt>
                <c:pt idx="6827">
                  <c:v>6827</c:v>
                </c:pt>
                <c:pt idx="6828">
                  <c:v>6828</c:v>
                </c:pt>
                <c:pt idx="6829">
                  <c:v>6829</c:v>
                </c:pt>
                <c:pt idx="6830">
                  <c:v>6830</c:v>
                </c:pt>
                <c:pt idx="6831">
                  <c:v>6831</c:v>
                </c:pt>
                <c:pt idx="6832">
                  <c:v>6832</c:v>
                </c:pt>
                <c:pt idx="6833">
                  <c:v>6833</c:v>
                </c:pt>
                <c:pt idx="6834">
                  <c:v>6834</c:v>
                </c:pt>
                <c:pt idx="6835">
                  <c:v>6835</c:v>
                </c:pt>
                <c:pt idx="6836">
                  <c:v>6836</c:v>
                </c:pt>
                <c:pt idx="6837">
                  <c:v>6837</c:v>
                </c:pt>
                <c:pt idx="6838">
                  <c:v>6838</c:v>
                </c:pt>
                <c:pt idx="6839">
                  <c:v>6839</c:v>
                </c:pt>
                <c:pt idx="6840">
                  <c:v>6840</c:v>
                </c:pt>
                <c:pt idx="6841">
                  <c:v>6841</c:v>
                </c:pt>
                <c:pt idx="6842">
                  <c:v>6842</c:v>
                </c:pt>
                <c:pt idx="6843">
                  <c:v>6843</c:v>
                </c:pt>
                <c:pt idx="6844">
                  <c:v>6844</c:v>
                </c:pt>
                <c:pt idx="6845">
                  <c:v>6845</c:v>
                </c:pt>
                <c:pt idx="6846">
                  <c:v>6846</c:v>
                </c:pt>
                <c:pt idx="6847">
                  <c:v>6847</c:v>
                </c:pt>
                <c:pt idx="6848">
                  <c:v>6848</c:v>
                </c:pt>
                <c:pt idx="6849">
                  <c:v>6849</c:v>
                </c:pt>
                <c:pt idx="6850">
                  <c:v>6850</c:v>
                </c:pt>
                <c:pt idx="6851">
                  <c:v>6851</c:v>
                </c:pt>
                <c:pt idx="6852">
                  <c:v>6852</c:v>
                </c:pt>
                <c:pt idx="6853">
                  <c:v>6853</c:v>
                </c:pt>
                <c:pt idx="6854">
                  <c:v>6854</c:v>
                </c:pt>
                <c:pt idx="6855">
                  <c:v>6855</c:v>
                </c:pt>
                <c:pt idx="6856">
                  <c:v>6856</c:v>
                </c:pt>
                <c:pt idx="6857">
                  <c:v>6857</c:v>
                </c:pt>
                <c:pt idx="6858">
                  <c:v>6858</c:v>
                </c:pt>
                <c:pt idx="6859">
                  <c:v>6859</c:v>
                </c:pt>
                <c:pt idx="6860">
                  <c:v>6860</c:v>
                </c:pt>
                <c:pt idx="6861">
                  <c:v>6861</c:v>
                </c:pt>
                <c:pt idx="6862">
                  <c:v>6862</c:v>
                </c:pt>
                <c:pt idx="6863">
                  <c:v>6863</c:v>
                </c:pt>
                <c:pt idx="6864">
                  <c:v>6864</c:v>
                </c:pt>
                <c:pt idx="6865">
                  <c:v>6865</c:v>
                </c:pt>
                <c:pt idx="6866">
                  <c:v>6866</c:v>
                </c:pt>
                <c:pt idx="6867">
                  <c:v>6867</c:v>
                </c:pt>
                <c:pt idx="6868">
                  <c:v>6868</c:v>
                </c:pt>
                <c:pt idx="6869">
                  <c:v>6869</c:v>
                </c:pt>
                <c:pt idx="6870">
                  <c:v>6870</c:v>
                </c:pt>
                <c:pt idx="6871">
                  <c:v>6871</c:v>
                </c:pt>
                <c:pt idx="6872">
                  <c:v>6872</c:v>
                </c:pt>
                <c:pt idx="6873">
                  <c:v>6873</c:v>
                </c:pt>
                <c:pt idx="6874">
                  <c:v>6874</c:v>
                </c:pt>
                <c:pt idx="6875">
                  <c:v>6875</c:v>
                </c:pt>
                <c:pt idx="6876">
                  <c:v>6876</c:v>
                </c:pt>
                <c:pt idx="6877">
                  <c:v>6877</c:v>
                </c:pt>
                <c:pt idx="6878">
                  <c:v>6878</c:v>
                </c:pt>
                <c:pt idx="6879">
                  <c:v>6879</c:v>
                </c:pt>
                <c:pt idx="6880">
                  <c:v>6880</c:v>
                </c:pt>
                <c:pt idx="6881">
                  <c:v>6881</c:v>
                </c:pt>
                <c:pt idx="6882">
                  <c:v>6882</c:v>
                </c:pt>
                <c:pt idx="6883">
                  <c:v>6883</c:v>
                </c:pt>
                <c:pt idx="6884">
                  <c:v>6884</c:v>
                </c:pt>
                <c:pt idx="6885">
                  <c:v>6885</c:v>
                </c:pt>
                <c:pt idx="6886">
                  <c:v>6886</c:v>
                </c:pt>
                <c:pt idx="6887">
                  <c:v>6887</c:v>
                </c:pt>
                <c:pt idx="6888">
                  <c:v>6888</c:v>
                </c:pt>
                <c:pt idx="6889">
                  <c:v>6889</c:v>
                </c:pt>
                <c:pt idx="6890">
                  <c:v>6890</c:v>
                </c:pt>
                <c:pt idx="6891">
                  <c:v>6891</c:v>
                </c:pt>
                <c:pt idx="6892">
                  <c:v>6892</c:v>
                </c:pt>
                <c:pt idx="6893">
                  <c:v>6893</c:v>
                </c:pt>
                <c:pt idx="6894">
                  <c:v>6894</c:v>
                </c:pt>
                <c:pt idx="6895">
                  <c:v>6895</c:v>
                </c:pt>
                <c:pt idx="6896">
                  <c:v>6896</c:v>
                </c:pt>
                <c:pt idx="6897">
                  <c:v>6897</c:v>
                </c:pt>
                <c:pt idx="6898">
                  <c:v>6898</c:v>
                </c:pt>
                <c:pt idx="6899">
                  <c:v>6899</c:v>
                </c:pt>
                <c:pt idx="6900">
                  <c:v>6900</c:v>
                </c:pt>
                <c:pt idx="6901">
                  <c:v>6901</c:v>
                </c:pt>
                <c:pt idx="6902">
                  <c:v>6902</c:v>
                </c:pt>
                <c:pt idx="6903">
                  <c:v>6903</c:v>
                </c:pt>
                <c:pt idx="6904">
                  <c:v>6904</c:v>
                </c:pt>
                <c:pt idx="6905">
                  <c:v>6905</c:v>
                </c:pt>
                <c:pt idx="6906">
                  <c:v>6906</c:v>
                </c:pt>
                <c:pt idx="6907">
                  <c:v>6907</c:v>
                </c:pt>
                <c:pt idx="6908">
                  <c:v>6908</c:v>
                </c:pt>
                <c:pt idx="6909">
                  <c:v>6909</c:v>
                </c:pt>
                <c:pt idx="6910">
                  <c:v>6910</c:v>
                </c:pt>
                <c:pt idx="6911">
                  <c:v>6911</c:v>
                </c:pt>
                <c:pt idx="6912">
                  <c:v>6912</c:v>
                </c:pt>
                <c:pt idx="6913">
                  <c:v>6913</c:v>
                </c:pt>
                <c:pt idx="6914">
                  <c:v>6914</c:v>
                </c:pt>
                <c:pt idx="6915">
                  <c:v>6915</c:v>
                </c:pt>
                <c:pt idx="6916">
                  <c:v>6916</c:v>
                </c:pt>
                <c:pt idx="6917">
                  <c:v>6917</c:v>
                </c:pt>
                <c:pt idx="6918">
                  <c:v>6918</c:v>
                </c:pt>
                <c:pt idx="6919">
                  <c:v>6919</c:v>
                </c:pt>
                <c:pt idx="6920">
                  <c:v>6920</c:v>
                </c:pt>
                <c:pt idx="6921">
                  <c:v>6921</c:v>
                </c:pt>
                <c:pt idx="6922">
                  <c:v>6922</c:v>
                </c:pt>
                <c:pt idx="6923">
                  <c:v>6923</c:v>
                </c:pt>
                <c:pt idx="6924">
                  <c:v>6924</c:v>
                </c:pt>
                <c:pt idx="6925">
                  <c:v>6925</c:v>
                </c:pt>
                <c:pt idx="6926">
                  <c:v>6926</c:v>
                </c:pt>
                <c:pt idx="6927">
                  <c:v>6927</c:v>
                </c:pt>
                <c:pt idx="6928">
                  <c:v>6928</c:v>
                </c:pt>
                <c:pt idx="6929">
                  <c:v>6929</c:v>
                </c:pt>
                <c:pt idx="6930">
                  <c:v>6930</c:v>
                </c:pt>
                <c:pt idx="6931">
                  <c:v>6931</c:v>
                </c:pt>
                <c:pt idx="6932">
                  <c:v>6932</c:v>
                </c:pt>
                <c:pt idx="6933">
                  <c:v>6933</c:v>
                </c:pt>
                <c:pt idx="6934">
                  <c:v>6934</c:v>
                </c:pt>
                <c:pt idx="6935">
                  <c:v>6935</c:v>
                </c:pt>
                <c:pt idx="6936">
                  <c:v>6936</c:v>
                </c:pt>
                <c:pt idx="6937">
                  <c:v>6937</c:v>
                </c:pt>
                <c:pt idx="6938">
                  <c:v>6938</c:v>
                </c:pt>
                <c:pt idx="6939">
                  <c:v>6939</c:v>
                </c:pt>
                <c:pt idx="6940">
                  <c:v>6940</c:v>
                </c:pt>
                <c:pt idx="6941">
                  <c:v>6941</c:v>
                </c:pt>
                <c:pt idx="6942">
                  <c:v>6942</c:v>
                </c:pt>
                <c:pt idx="6943">
                  <c:v>6943</c:v>
                </c:pt>
                <c:pt idx="6944">
                  <c:v>6944</c:v>
                </c:pt>
                <c:pt idx="6945">
                  <c:v>6945</c:v>
                </c:pt>
                <c:pt idx="6946">
                  <c:v>6946</c:v>
                </c:pt>
                <c:pt idx="6947">
                  <c:v>6947</c:v>
                </c:pt>
                <c:pt idx="6948">
                  <c:v>6948</c:v>
                </c:pt>
                <c:pt idx="6949">
                  <c:v>6949</c:v>
                </c:pt>
                <c:pt idx="6950">
                  <c:v>6950</c:v>
                </c:pt>
                <c:pt idx="6951">
                  <c:v>6951</c:v>
                </c:pt>
                <c:pt idx="6952">
                  <c:v>6952</c:v>
                </c:pt>
                <c:pt idx="6953">
                  <c:v>6953</c:v>
                </c:pt>
                <c:pt idx="6954">
                  <c:v>6954</c:v>
                </c:pt>
                <c:pt idx="6955">
                  <c:v>6955</c:v>
                </c:pt>
                <c:pt idx="6956">
                  <c:v>6956</c:v>
                </c:pt>
                <c:pt idx="6957">
                  <c:v>6957</c:v>
                </c:pt>
                <c:pt idx="6958">
                  <c:v>6958</c:v>
                </c:pt>
                <c:pt idx="6959">
                  <c:v>6959</c:v>
                </c:pt>
                <c:pt idx="6960">
                  <c:v>6960</c:v>
                </c:pt>
                <c:pt idx="6961">
                  <c:v>6961</c:v>
                </c:pt>
                <c:pt idx="6962">
                  <c:v>6962</c:v>
                </c:pt>
                <c:pt idx="6963">
                  <c:v>6963</c:v>
                </c:pt>
                <c:pt idx="6964">
                  <c:v>6964</c:v>
                </c:pt>
                <c:pt idx="6965">
                  <c:v>6965</c:v>
                </c:pt>
                <c:pt idx="6966">
                  <c:v>6966</c:v>
                </c:pt>
                <c:pt idx="6967">
                  <c:v>6967</c:v>
                </c:pt>
                <c:pt idx="6968">
                  <c:v>6968</c:v>
                </c:pt>
                <c:pt idx="6969">
                  <c:v>6969</c:v>
                </c:pt>
                <c:pt idx="6970">
                  <c:v>6970</c:v>
                </c:pt>
                <c:pt idx="6971">
                  <c:v>6971</c:v>
                </c:pt>
                <c:pt idx="6972">
                  <c:v>6972</c:v>
                </c:pt>
                <c:pt idx="6973">
                  <c:v>6973</c:v>
                </c:pt>
                <c:pt idx="6974">
                  <c:v>6974</c:v>
                </c:pt>
                <c:pt idx="6975">
                  <c:v>6975</c:v>
                </c:pt>
                <c:pt idx="6976">
                  <c:v>6976</c:v>
                </c:pt>
                <c:pt idx="6977">
                  <c:v>6977</c:v>
                </c:pt>
                <c:pt idx="6978">
                  <c:v>6978</c:v>
                </c:pt>
                <c:pt idx="6979">
                  <c:v>6979</c:v>
                </c:pt>
                <c:pt idx="6980">
                  <c:v>6980</c:v>
                </c:pt>
                <c:pt idx="6981">
                  <c:v>6981</c:v>
                </c:pt>
                <c:pt idx="6982">
                  <c:v>6982</c:v>
                </c:pt>
                <c:pt idx="6983">
                  <c:v>6983</c:v>
                </c:pt>
                <c:pt idx="6984">
                  <c:v>6984</c:v>
                </c:pt>
                <c:pt idx="6985">
                  <c:v>6985</c:v>
                </c:pt>
                <c:pt idx="6986">
                  <c:v>6986</c:v>
                </c:pt>
                <c:pt idx="6987">
                  <c:v>6987</c:v>
                </c:pt>
                <c:pt idx="6988">
                  <c:v>6988</c:v>
                </c:pt>
                <c:pt idx="6989">
                  <c:v>6989</c:v>
                </c:pt>
                <c:pt idx="6990">
                  <c:v>6990</c:v>
                </c:pt>
                <c:pt idx="6991">
                  <c:v>6991</c:v>
                </c:pt>
                <c:pt idx="6992">
                  <c:v>6992</c:v>
                </c:pt>
                <c:pt idx="6993">
                  <c:v>6993</c:v>
                </c:pt>
                <c:pt idx="6994">
                  <c:v>6994</c:v>
                </c:pt>
                <c:pt idx="6995">
                  <c:v>6995</c:v>
                </c:pt>
                <c:pt idx="6996">
                  <c:v>6996</c:v>
                </c:pt>
                <c:pt idx="6997">
                  <c:v>6997</c:v>
                </c:pt>
                <c:pt idx="6998">
                  <c:v>6998</c:v>
                </c:pt>
                <c:pt idx="6999">
                  <c:v>6999</c:v>
                </c:pt>
                <c:pt idx="7000">
                  <c:v>7000</c:v>
                </c:pt>
                <c:pt idx="7001">
                  <c:v>7001</c:v>
                </c:pt>
                <c:pt idx="7002">
                  <c:v>7002</c:v>
                </c:pt>
                <c:pt idx="7003">
                  <c:v>7003</c:v>
                </c:pt>
                <c:pt idx="7004">
                  <c:v>7004</c:v>
                </c:pt>
                <c:pt idx="7005">
                  <c:v>7005</c:v>
                </c:pt>
                <c:pt idx="7006">
                  <c:v>7006</c:v>
                </c:pt>
                <c:pt idx="7007">
                  <c:v>7007</c:v>
                </c:pt>
                <c:pt idx="7008">
                  <c:v>7008</c:v>
                </c:pt>
                <c:pt idx="7009">
                  <c:v>7009</c:v>
                </c:pt>
                <c:pt idx="7010">
                  <c:v>7010</c:v>
                </c:pt>
                <c:pt idx="7011">
                  <c:v>7011</c:v>
                </c:pt>
                <c:pt idx="7012">
                  <c:v>7012</c:v>
                </c:pt>
                <c:pt idx="7013">
                  <c:v>7013</c:v>
                </c:pt>
                <c:pt idx="7014">
                  <c:v>7014</c:v>
                </c:pt>
                <c:pt idx="7015">
                  <c:v>7015</c:v>
                </c:pt>
                <c:pt idx="7016">
                  <c:v>7016</c:v>
                </c:pt>
                <c:pt idx="7017">
                  <c:v>7017</c:v>
                </c:pt>
                <c:pt idx="7018">
                  <c:v>7018</c:v>
                </c:pt>
                <c:pt idx="7019">
                  <c:v>7019</c:v>
                </c:pt>
                <c:pt idx="7020">
                  <c:v>7020</c:v>
                </c:pt>
                <c:pt idx="7021">
                  <c:v>7021</c:v>
                </c:pt>
                <c:pt idx="7022">
                  <c:v>7022</c:v>
                </c:pt>
                <c:pt idx="7023">
                  <c:v>7023</c:v>
                </c:pt>
                <c:pt idx="7024">
                  <c:v>7024</c:v>
                </c:pt>
                <c:pt idx="7025">
                  <c:v>7025</c:v>
                </c:pt>
                <c:pt idx="7026">
                  <c:v>7026</c:v>
                </c:pt>
                <c:pt idx="7027">
                  <c:v>7027</c:v>
                </c:pt>
                <c:pt idx="7028">
                  <c:v>7028</c:v>
                </c:pt>
                <c:pt idx="7029">
                  <c:v>7029</c:v>
                </c:pt>
                <c:pt idx="7030">
                  <c:v>7030</c:v>
                </c:pt>
                <c:pt idx="7031">
                  <c:v>7031</c:v>
                </c:pt>
                <c:pt idx="7032">
                  <c:v>7032</c:v>
                </c:pt>
                <c:pt idx="7033">
                  <c:v>7033</c:v>
                </c:pt>
                <c:pt idx="7034">
                  <c:v>7034</c:v>
                </c:pt>
                <c:pt idx="7035">
                  <c:v>7035</c:v>
                </c:pt>
                <c:pt idx="7036">
                  <c:v>7036</c:v>
                </c:pt>
                <c:pt idx="7037">
                  <c:v>7037</c:v>
                </c:pt>
                <c:pt idx="7038">
                  <c:v>7038</c:v>
                </c:pt>
                <c:pt idx="7039">
                  <c:v>7039</c:v>
                </c:pt>
                <c:pt idx="7040">
                  <c:v>7040</c:v>
                </c:pt>
                <c:pt idx="7041">
                  <c:v>7041</c:v>
                </c:pt>
                <c:pt idx="7042">
                  <c:v>7042</c:v>
                </c:pt>
                <c:pt idx="7043">
                  <c:v>7043</c:v>
                </c:pt>
                <c:pt idx="7044">
                  <c:v>7044</c:v>
                </c:pt>
                <c:pt idx="7045">
                  <c:v>7045</c:v>
                </c:pt>
                <c:pt idx="7046">
                  <c:v>7046</c:v>
                </c:pt>
                <c:pt idx="7047">
                  <c:v>7047</c:v>
                </c:pt>
                <c:pt idx="7048">
                  <c:v>7048</c:v>
                </c:pt>
                <c:pt idx="7049">
                  <c:v>7049</c:v>
                </c:pt>
                <c:pt idx="7050">
                  <c:v>7050</c:v>
                </c:pt>
                <c:pt idx="7051">
                  <c:v>7051</c:v>
                </c:pt>
                <c:pt idx="7052">
                  <c:v>7052</c:v>
                </c:pt>
                <c:pt idx="7053">
                  <c:v>7053</c:v>
                </c:pt>
                <c:pt idx="7054">
                  <c:v>7054</c:v>
                </c:pt>
                <c:pt idx="7055">
                  <c:v>7055</c:v>
                </c:pt>
                <c:pt idx="7056">
                  <c:v>7056</c:v>
                </c:pt>
                <c:pt idx="7057">
                  <c:v>7057</c:v>
                </c:pt>
                <c:pt idx="7058">
                  <c:v>7058</c:v>
                </c:pt>
                <c:pt idx="7059">
                  <c:v>7059</c:v>
                </c:pt>
                <c:pt idx="7060">
                  <c:v>7060</c:v>
                </c:pt>
                <c:pt idx="7061">
                  <c:v>7061</c:v>
                </c:pt>
                <c:pt idx="7062">
                  <c:v>7062</c:v>
                </c:pt>
                <c:pt idx="7063">
                  <c:v>7063</c:v>
                </c:pt>
                <c:pt idx="7064">
                  <c:v>7064</c:v>
                </c:pt>
                <c:pt idx="7065">
                  <c:v>7065</c:v>
                </c:pt>
                <c:pt idx="7066">
                  <c:v>7066</c:v>
                </c:pt>
                <c:pt idx="7067">
                  <c:v>7067</c:v>
                </c:pt>
                <c:pt idx="7068">
                  <c:v>7068</c:v>
                </c:pt>
                <c:pt idx="7069">
                  <c:v>7069</c:v>
                </c:pt>
                <c:pt idx="7070">
                  <c:v>7070</c:v>
                </c:pt>
                <c:pt idx="7071">
                  <c:v>7071</c:v>
                </c:pt>
                <c:pt idx="7072">
                  <c:v>7072</c:v>
                </c:pt>
                <c:pt idx="7073">
                  <c:v>7073</c:v>
                </c:pt>
                <c:pt idx="7074">
                  <c:v>7074</c:v>
                </c:pt>
                <c:pt idx="7075">
                  <c:v>7075</c:v>
                </c:pt>
                <c:pt idx="7076">
                  <c:v>7076</c:v>
                </c:pt>
                <c:pt idx="7077">
                  <c:v>7077</c:v>
                </c:pt>
                <c:pt idx="7078">
                  <c:v>7078</c:v>
                </c:pt>
                <c:pt idx="7079">
                  <c:v>7079</c:v>
                </c:pt>
                <c:pt idx="7080">
                  <c:v>7080</c:v>
                </c:pt>
                <c:pt idx="7081">
                  <c:v>7081</c:v>
                </c:pt>
                <c:pt idx="7082">
                  <c:v>7082</c:v>
                </c:pt>
                <c:pt idx="7083">
                  <c:v>7083</c:v>
                </c:pt>
                <c:pt idx="7084">
                  <c:v>7084</c:v>
                </c:pt>
                <c:pt idx="7085">
                  <c:v>7085</c:v>
                </c:pt>
                <c:pt idx="7086">
                  <c:v>7086</c:v>
                </c:pt>
                <c:pt idx="7087">
                  <c:v>7087</c:v>
                </c:pt>
                <c:pt idx="7088">
                  <c:v>7088</c:v>
                </c:pt>
                <c:pt idx="7089">
                  <c:v>7089</c:v>
                </c:pt>
                <c:pt idx="7090">
                  <c:v>7090</c:v>
                </c:pt>
                <c:pt idx="7091">
                  <c:v>7091</c:v>
                </c:pt>
                <c:pt idx="7092">
                  <c:v>7092</c:v>
                </c:pt>
                <c:pt idx="7093">
                  <c:v>7093</c:v>
                </c:pt>
                <c:pt idx="7094">
                  <c:v>7094</c:v>
                </c:pt>
                <c:pt idx="7095">
                  <c:v>7095</c:v>
                </c:pt>
                <c:pt idx="7096">
                  <c:v>7096</c:v>
                </c:pt>
                <c:pt idx="7097">
                  <c:v>7097</c:v>
                </c:pt>
                <c:pt idx="7098">
                  <c:v>7098</c:v>
                </c:pt>
                <c:pt idx="7099">
                  <c:v>7099</c:v>
                </c:pt>
                <c:pt idx="7100">
                  <c:v>7100</c:v>
                </c:pt>
                <c:pt idx="7101">
                  <c:v>7101</c:v>
                </c:pt>
                <c:pt idx="7102">
                  <c:v>7102</c:v>
                </c:pt>
                <c:pt idx="7103">
                  <c:v>7103</c:v>
                </c:pt>
                <c:pt idx="7104">
                  <c:v>7104</c:v>
                </c:pt>
                <c:pt idx="7105">
                  <c:v>7105</c:v>
                </c:pt>
                <c:pt idx="7106">
                  <c:v>7106</c:v>
                </c:pt>
                <c:pt idx="7107">
                  <c:v>7107</c:v>
                </c:pt>
                <c:pt idx="7108">
                  <c:v>7108</c:v>
                </c:pt>
                <c:pt idx="7109">
                  <c:v>7109</c:v>
                </c:pt>
                <c:pt idx="7110">
                  <c:v>7110</c:v>
                </c:pt>
                <c:pt idx="7111">
                  <c:v>7111</c:v>
                </c:pt>
                <c:pt idx="7112">
                  <c:v>7112</c:v>
                </c:pt>
                <c:pt idx="7113">
                  <c:v>7113</c:v>
                </c:pt>
                <c:pt idx="7114">
                  <c:v>7114</c:v>
                </c:pt>
                <c:pt idx="7115">
                  <c:v>7115</c:v>
                </c:pt>
                <c:pt idx="7116">
                  <c:v>7116</c:v>
                </c:pt>
                <c:pt idx="7117">
                  <c:v>7117</c:v>
                </c:pt>
                <c:pt idx="7118">
                  <c:v>7118</c:v>
                </c:pt>
                <c:pt idx="7119">
                  <c:v>7119</c:v>
                </c:pt>
                <c:pt idx="7120">
                  <c:v>7120</c:v>
                </c:pt>
                <c:pt idx="7121">
                  <c:v>7121</c:v>
                </c:pt>
                <c:pt idx="7122">
                  <c:v>7122</c:v>
                </c:pt>
                <c:pt idx="7123">
                  <c:v>7123</c:v>
                </c:pt>
                <c:pt idx="7124">
                  <c:v>7124</c:v>
                </c:pt>
                <c:pt idx="7125">
                  <c:v>7125</c:v>
                </c:pt>
                <c:pt idx="7126">
                  <c:v>7126</c:v>
                </c:pt>
                <c:pt idx="7127">
                  <c:v>7127</c:v>
                </c:pt>
                <c:pt idx="7128">
                  <c:v>7128</c:v>
                </c:pt>
                <c:pt idx="7129">
                  <c:v>7129</c:v>
                </c:pt>
                <c:pt idx="7130">
                  <c:v>7130</c:v>
                </c:pt>
                <c:pt idx="7131">
                  <c:v>7131</c:v>
                </c:pt>
                <c:pt idx="7132">
                  <c:v>7132</c:v>
                </c:pt>
                <c:pt idx="7133">
                  <c:v>7133</c:v>
                </c:pt>
                <c:pt idx="7134">
                  <c:v>7134</c:v>
                </c:pt>
                <c:pt idx="7135">
                  <c:v>7135</c:v>
                </c:pt>
                <c:pt idx="7136">
                  <c:v>7136</c:v>
                </c:pt>
                <c:pt idx="7137">
                  <c:v>7137</c:v>
                </c:pt>
                <c:pt idx="7138">
                  <c:v>7138</c:v>
                </c:pt>
                <c:pt idx="7139">
                  <c:v>7139</c:v>
                </c:pt>
                <c:pt idx="7140">
                  <c:v>7140</c:v>
                </c:pt>
                <c:pt idx="7141">
                  <c:v>7141</c:v>
                </c:pt>
                <c:pt idx="7142">
                  <c:v>7142</c:v>
                </c:pt>
                <c:pt idx="7143">
                  <c:v>7143</c:v>
                </c:pt>
                <c:pt idx="7144">
                  <c:v>7144</c:v>
                </c:pt>
                <c:pt idx="7145">
                  <c:v>7145</c:v>
                </c:pt>
                <c:pt idx="7146">
                  <c:v>7146</c:v>
                </c:pt>
                <c:pt idx="7147">
                  <c:v>7147</c:v>
                </c:pt>
                <c:pt idx="7148">
                  <c:v>7148</c:v>
                </c:pt>
                <c:pt idx="7149">
                  <c:v>7149</c:v>
                </c:pt>
                <c:pt idx="7150">
                  <c:v>7150</c:v>
                </c:pt>
                <c:pt idx="7151">
                  <c:v>7151</c:v>
                </c:pt>
                <c:pt idx="7152">
                  <c:v>7152</c:v>
                </c:pt>
                <c:pt idx="7153">
                  <c:v>7153</c:v>
                </c:pt>
                <c:pt idx="7154">
                  <c:v>7154</c:v>
                </c:pt>
                <c:pt idx="7155">
                  <c:v>7155</c:v>
                </c:pt>
                <c:pt idx="7156">
                  <c:v>7156</c:v>
                </c:pt>
                <c:pt idx="7157">
                  <c:v>7157</c:v>
                </c:pt>
                <c:pt idx="7158">
                  <c:v>7158</c:v>
                </c:pt>
                <c:pt idx="7159">
                  <c:v>7159</c:v>
                </c:pt>
                <c:pt idx="7160">
                  <c:v>7160</c:v>
                </c:pt>
                <c:pt idx="7161">
                  <c:v>7161</c:v>
                </c:pt>
                <c:pt idx="7162">
                  <c:v>7162</c:v>
                </c:pt>
                <c:pt idx="7163">
                  <c:v>7163</c:v>
                </c:pt>
                <c:pt idx="7164">
                  <c:v>7164</c:v>
                </c:pt>
                <c:pt idx="7165">
                  <c:v>7165</c:v>
                </c:pt>
                <c:pt idx="7166">
                  <c:v>7166</c:v>
                </c:pt>
                <c:pt idx="7167">
                  <c:v>7167</c:v>
                </c:pt>
                <c:pt idx="7168">
                  <c:v>7168</c:v>
                </c:pt>
                <c:pt idx="7169">
                  <c:v>7169</c:v>
                </c:pt>
                <c:pt idx="7170">
                  <c:v>7170</c:v>
                </c:pt>
                <c:pt idx="7171">
                  <c:v>7171</c:v>
                </c:pt>
                <c:pt idx="7172">
                  <c:v>7172</c:v>
                </c:pt>
                <c:pt idx="7173">
                  <c:v>7173</c:v>
                </c:pt>
                <c:pt idx="7174">
                  <c:v>7174</c:v>
                </c:pt>
                <c:pt idx="7175">
                  <c:v>7175</c:v>
                </c:pt>
                <c:pt idx="7176">
                  <c:v>7176</c:v>
                </c:pt>
                <c:pt idx="7177">
                  <c:v>7177</c:v>
                </c:pt>
                <c:pt idx="7178">
                  <c:v>7178</c:v>
                </c:pt>
                <c:pt idx="7179">
                  <c:v>7179</c:v>
                </c:pt>
                <c:pt idx="7180">
                  <c:v>7180</c:v>
                </c:pt>
                <c:pt idx="7181">
                  <c:v>7181</c:v>
                </c:pt>
                <c:pt idx="7182">
                  <c:v>7182</c:v>
                </c:pt>
                <c:pt idx="7183">
                  <c:v>7183</c:v>
                </c:pt>
                <c:pt idx="7184">
                  <c:v>7184</c:v>
                </c:pt>
                <c:pt idx="7185">
                  <c:v>7185</c:v>
                </c:pt>
                <c:pt idx="7186">
                  <c:v>7186</c:v>
                </c:pt>
                <c:pt idx="7187">
                  <c:v>7187</c:v>
                </c:pt>
                <c:pt idx="7188">
                  <c:v>7188</c:v>
                </c:pt>
                <c:pt idx="7189">
                  <c:v>7189</c:v>
                </c:pt>
                <c:pt idx="7190">
                  <c:v>7190</c:v>
                </c:pt>
                <c:pt idx="7191">
                  <c:v>7191</c:v>
                </c:pt>
                <c:pt idx="7192">
                  <c:v>7192</c:v>
                </c:pt>
                <c:pt idx="7193">
                  <c:v>7193</c:v>
                </c:pt>
                <c:pt idx="7194">
                  <c:v>7194</c:v>
                </c:pt>
                <c:pt idx="7195">
                  <c:v>7195</c:v>
                </c:pt>
                <c:pt idx="7196">
                  <c:v>7196</c:v>
                </c:pt>
                <c:pt idx="7197">
                  <c:v>7197</c:v>
                </c:pt>
                <c:pt idx="7198">
                  <c:v>7198</c:v>
                </c:pt>
                <c:pt idx="7199">
                  <c:v>7199</c:v>
                </c:pt>
                <c:pt idx="7200">
                  <c:v>7200</c:v>
                </c:pt>
                <c:pt idx="7201">
                  <c:v>7201</c:v>
                </c:pt>
                <c:pt idx="7202">
                  <c:v>7202</c:v>
                </c:pt>
                <c:pt idx="7203">
                  <c:v>7203</c:v>
                </c:pt>
                <c:pt idx="7204">
                  <c:v>7204</c:v>
                </c:pt>
                <c:pt idx="7205">
                  <c:v>7205</c:v>
                </c:pt>
                <c:pt idx="7206">
                  <c:v>7206</c:v>
                </c:pt>
                <c:pt idx="7207">
                  <c:v>7207</c:v>
                </c:pt>
                <c:pt idx="7208">
                  <c:v>7208</c:v>
                </c:pt>
                <c:pt idx="7209">
                  <c:v>7209</c:v>
                </c:pt>
                <c:pt idx="7210">
                  <c:v>7210</c:v>
                </c:pt>
                <c:pt idx="7211">
                  <c:v>7211</c:v>
                </c:pt>
                <c:pt idx="7212">
                  <c:v>7212</c:v>
                </c:pt>
                <c:pt idx="7213">
                  <c:v>7213</c:v>
                </c:pt>
                <c:pt idx="7214">
                  <c:v>7214</c:v>
                </c:pt>
                <c:pt idx="7215">
                  <c:v>7215</c:v>
                </c:pt>
                <c:pt idx="7216">
                  <c:v>7216</c:v>
                </c:pt>
                <c:pt idx="7217">
                  <c:v>7217</c:v>
                </c:pt>
                <c:pt idx="7218">
                  <c:v>7218</c:v>
                </c:pt>
                <c:pt idx="7219">
                  <c:v>7219</c:v>
                </c:pt>
                <c:pt idx="7220">
                  <c:v>7220</c:v>
                </c:pt>
                <c:pt idx="7221">
                  <c:v>7221</c:v>
                </c:pt>
                <c:pt idx="7222">
                  <c:v>7222</c:v>
                </c:pt>
                <c:pt idx="7223">
                  <c:v>7223</c:v>
                </c:pt>
                <c:pt idx="7224">
                  <c:v>7224</c:v>
                </c:pt>
                <c:pt idx="7225">
                  <c:v>7225</c:v>
                </c:pt>
                <c:pt idx="7226">
                  <c:v>7226</c:v>
                </c:pt>
                <c:pt idx="7227">
                  <c:v>7227</c:v>
                </c:pt>
                <c:pt idx="7228">
                  <c:v>7228</c:v>
                </c:pt>
                <c:pt idx="7229">
                  <c:v>7229</c:v>
                </c:pt>
                <c:pt idx="7230">
                  <c:v>7230</c:v>
                </c:pt>
                <c:pt idx="7231">
                  <c:v>7231</c:v>
                </c:pt>
                <c:pt idx="7232">
                  <c:v>7232</c:v>
                </c:pt>
                <c:pt idx="7233">
                  <c:v>7233</c:v>
                </c:pt>
                <c:pt idx="7234">
                  <c:v>7234</c:v>
                </c:pt>
                <c:pt idx="7235">
                  <c:v>7235</c:v>
                </c:pt>
                <c:pt idx="7236">
                  <c:v>7236</c:v>
                </c:pt>
                <c:pt idx="7237">
                  <c:v>7237</c:v>
                </c:pt>
                <c:pt idx="7238">
                  <c:v>7238</c:v>
                </c:pt>
                <c:pt idx="7239">
                  <c:v>7239</c:v>
                </c:pt>
                <c:pt idx="7240">
                  <c:v>7240</c:v>
                </c:pt>
                <c:pt idx="7241">
                  <c:v>7241</c:v>
                </c:pt>
                <c:pt idx="7242">
                  <c:v>7242</c:v>
                </c:pt>
                <c:pt idx="7243">
                  <c:v>7243</c:v>
                </c:pt>
                <c:pt idx="7244">
                  <c:v>7244</c:v>
                </c:pt>
                <c:pt idx="7245">
                  <c:v>7245</c:v>
                </c:pt>
                <c:pt idx="7246">
                  <c:v>7246</c:v>
                </c:pt>
                <c:pt idx="7247">
                  <c:v>7247</c:v>
                </c:pt>
                <c:pt idx="7248">
                  <c:v>7248</c:v>
                </c:pt>
                <c:pt idx="7249">
                  <c:v>7249</c:v>
                </c:pt>
                <c:pt idx="7250">
                  <c:v>7250</c:v>
                </c:pt>
                <c:pt idx="7251">
                  <c:v>7251</c:v>
                </c:pt>
                <c:pt idx="7252">
                  <c:v>7252</c:v>
                </c:pt>
                <c:pt idx="7253">
                  <c:v>7253</c:v>
                </c:pt>
                <c:pt idx="7254">
                  <c:v>7254</c:v>
                </c:pt>
                <c:pt idx="7255">
                  <c:v>7255</c:v>
                </c:pt>
                <c:pt idx="7256">
                  <c:v>7256</c:v>
                </c:pt>
                <c:pt idx="7257">
                  <c:v>7257</c:v>
                </c:pt>
                <c:pt idx="7258">
                  <c:v>7258</c:v>
                </c:pt>
                <c:pt idx="7259">
                  <c:v>7259</c:v>
                </c:pt>
                <c:pt idx="7260">
                  <c:v>7260</c:v>
                </c:pt>
                <c:pt idx="7261">
                  <c:v>7261</c:v>
                </c:pt>
                <c:pt idx="7262">
                  <c:v>7262</c:v>
                </c:pt>
                <c:pt idx="7263">
                  <c:v>7263</c:v>
                </c:pt>
                <c:pt idx="7264">
                  <c:v>7264</c:v>
                </c:pt>
                <c:pt idx="7265">
                  <c:v>7265</c:v>
                </c:pt>
                <c:pt idx="7266">
                  <c:v>7266</c:v>
                </c:pt>
                <c:pt idx="7267">
                  <c:v>7267</c:v>
                </c:pt>
                <c:pt idx="7268">
                  <c:v>7268</c:v>
                </c:pt>
                <c:pt idx="7269">
                  <c:v>7269</c:v>
                </c:pt>
                <c:pt idx="7270">
                  <c:v>7270</c:v>
                </c:pt>
                <c:pt idx="7271">
                  <c:v>7271</c:v>
                </c:pt>
                <c:pt idx="7272">
                  <c:v>7272</c:v>
                </c:pt>
                <c:pt idx="7273">
                  <c:v>7273</c:v>
                </c:pt>
                <c:pt idx="7274">
                  <c:v>7274</c:v>
                </c:pt>
                <c:pt idx="7275">
                  <c:v>7275</c:v>
                </c:pt>
                <c:pt idx="7276">
                  <c:v>7276</c:v>
                </c:pt>
                <c:pt idx="7277">
                  <c:v>7277</c:v>
                </c:pt>
                <c:pt idx="7278">
                  <c:v>7278</c:v>
                </c:pt>
                <c:pt idx="7279">
                  <c:v>7279</c:v>
                </c:pt>
                <c:pt idx="7280">
                  <c:v>7280</c:v>
                </c:pt>
                <c:pt idx="7281">
                  <c:v>7281</c:v>
                </c:pt>
                <c:pt idx="7282">
                  <c:v>7282</c:v>
                </c:pt>
                <c:pt idx="7283">
                  <c:v>7283</c:v>
                </c:pt>
                <c:pt idx="7284">
                  <c:v>7284</c:v>
                </c:pt>
                <c:pt idx="7285">
                  <c:v>7285</c:v>
                </c:pt>
                <c:pt idx="7286">
                  <c:v>7286</c:v>
                </c:pt>
                <c:pt idx="7287">
                  <c:v>7287</c:v>
                </c:pt>
                <c:pt idx="7288">
                  <c:v>7288</c:v>
                </c:pt>
                <c:pt idx="7289">
                  <c:v>7289</c:v>
                </c:pt>
                <c:pt idx="7290">
                  <c:v>7290</c:v>
                </c:pt>
                <c:pt idx="7291">
                  <c:v>7291</c:v>
                </c:pt>
                <c:pt idx="7292">
                  <c:v>7292</c:v>
                </c:pt>
                <c:pt idx="7293">
                  <c:v>7293</c:v>
                </c:pt>
                <c:pt idx="7294">
                  <c:v>7294</c:v>
                </c:pt>
                <c:pt idx="7295">
                  <c:v>7295</c:v>
                </c:pt>
                <c:pt idx="7296">
                  <c:v>7296</c:v>
                </c:pt>
                <c:pt idx="7297">
                  <c:v>7297</c:v>
                </c:pt>
                <c:pt idx="7298">
                  <c:v>7298</c:v>
                </c:pt>
                <c:pt idx="7299">
                  <c:v>7299</c:v>
                </c:pt>
                <c:pt idx="7300">
                  <c:v>7300</c:v>
                </c:pt>
                <c:pt idx="7301">
                  <c:v>7301</c:v>
                </c:pt>
                <c:pt idx="7302">
                  <c:v>7302</c:v>
                </c:pt>
                <c:pt idx="7303">
                  <c:v>7303</c:v>
                </c:pt>
                <c:pt idx="7304">
                  <c:v>7304</c:v>
                </c:pt>
                <c:pt idx="7305">
                  <c:v>7305</c:v>
                </c:pt>
                <c:pt idx="7306">
                  <c:v>7306</c:v>
                </c:pt>
                <c:pt idx="7307">
                  <c:v>7307</c:v>
                </c:pt>
                <c:pt idx="7308">
                  <c:v>7308</c:v>
                </c:pt>
                <c:pt idx="7309">
                  <c:v>7309</c:v>
                </c:pt>
                <c:pt idx="7310">
                  <c:v>7310</c:v>
                </c:pt>
                <c:pt idx="7311">
                  <c:v>7311</c:v>
                </c:pt>
                <c:pt idx="7312">
                  <c:v>7312</c:v>
                </c:pt>
                <c:pt idx="7313">
                  <c:v>7313</c:v>
                </c:pt>
                <c:pt idx="7314">
                  <c:v>7314</c:v>
                </c:pt>
                <c:pt idx="7315">
                  <c:v>7315</c:v>
                </c:pt>
                <c:pt idx="7316">
                  <c:v>7316</c:v>
                </c:pt>
                <c:pt idx="7317">
                  <c:v>7317</c:v>
                </c:pt>
                <c:pt idx="7318">
                  <c:v>7318</c:v>
                </c:pt>
                <c:pt idx="7319">
                  <c:v>7319</c:v>
                </c:pt>
                <c:pt idx="7320">
                  <c:v>7320</c:v>
                </c:pt>
                <c:pt idx="7321">
                  <c:v>7321</c:v>
                </c:pt>
                <c:pt idx="7322">
                  <c:v>7322</c:v>
                </c:pt>
                <c:pt idx="7323">
                  <c:v>7323</c:v>
                </c:pt>
                <c:pt idx="7324">
                  <c:v>7324</c:v>
                </c:pt>
                <c:pt idx="7325">
                  <c:v>7325</c:v>
                </c:pt>
                <c:pt idx="7326">
                  <c:v>7326</c:v>
                </c:pt>
                <c:pt idx="7327">
                  <c:v>7327</c:v>
                </c:pt>
                <c:pt idx="7328">
                  <c:v>7328</c:v>
                </c:pt>
                <c:pt idx="7329">
                  <c:v>7329</c:v>
                </c:pt>
                <c:pt idx="7330">
                  <c:v>7330</c:v>
                </c:pt>
                <c:pt idx="7331">
                  <c:v>7331</c:v>
                </c:pt>
                <c:pt idx="7332">
                  <c:v>7332</c:v>
                </c:pt>
                <c:pt idx="7333">
                  <c:v>7333</c:v>
                </c:pt>
                <c:pt idx="7334">
                  <c:v>7334</c:v>
                </c:pt>
                <c:pt idx="7335">
                  <c:v>7335</c:v>
                </c:pt>
                <c:pt idx="7336">
                  <c:v>7336</c:v>
                </c:pt>
                <c:pt idx="7337">
                  <c:v>7337</c:v>
                </c:pt>
                <c:pt idx="7338">
                  <c:v>7338</c:v>
                </c:pt>
                <c:pt idx="7339">
                  <c:v>7339</c:v>
                </c:pt>
                <c:pt idx="7340">
                  <c:v>7340</c:v>
                </c:pt>
                <c:pt idx="7341">
                  <c:v>7341</c:v>
                </c:pt>
                <c:pt idx="7342">
                  <c:v>7342</c:v>
                </c:pt>
                <c:pt idx="7343">
                  <c:v>7343</c:v>
                </c:pt>
                <c:pt idx="7344">
                  <c:v>7344</c:v>
                </c:pt>
                <c:pt idx="7345">
                  <c:v>7345</c:v>
                </c:pt>
                <c:pt idx="7346">
                  <c:v>7346</c:v>
                </c:pt>
                <c:pt idx="7347">
                  <c:v>7347</c:v>
                </c:pt>
                <c:pt idx="7348">
                  <c:v>7348</c:v>
                </c:pt>
                <c:pt idx="7349">
                  <c:v>7349</c:v>
                </c:pt>
                <c:pt idx="7350">
                  <c:v>7350</c:v>
                </c:pt>
                <c:pt idx="7351">
                  <c:v>7351</c:v>
                </c:pt>
                <c:pt idx="7352">
                  <c:v>7352</c:v>
                </c:pt>
                <c:pt idx="7353">
                  <c:v>7353</c:v>
                </c:pt>
                <c:pt idx="7354">
                  <c:v>7354</c:v>
                </c:pt>
                <c:pt idx="7355">
                  <c:v>7355</c:v>
                </c:pt>
                <c:pt idx="7356">
                  <c:v>7356</c:v>
                </c:pt>
                <c:pt idx="7357">
                  <c:v>7357</c:v>
                </c:pt>
                <c:pt idx="7358">
                  <c:v>7358</c:v>
                </c:pt>
                <c:pt idx="7359">
                  <c:v>7359</c:v>
                </c:pt>
                <c:pt idx="7360">
                  <c:v>7360</c:v>
                </c:pt>
                <c:pt idx="7361">
                  <c:v>7361</c:v>
                </c:pt>
                <c:pt idx="7362">
                  <c:v>7362</c:v>
                </c:pt>
                <c:pt idx="7363">
                  <c:v>7363</c:v>
                </c:pt>
                <c:pt idx="7364">
                  <c:v>7364</c:v>
                </c:pt>
                <c:pt idx="7365">
                  <c:v>7365</c:v>
                </c:pt>
                <c:pt idx="7366">
                  <c:v>7366</c:v>
                </c:pt>
                <c:pt idx="7367">
                  <c:v>7367</c:v>
                </c:pt>
                <c:pt idx="7368">
                  <c:v>7368</c:v>
                </c:pt>
                <c:pt idx="7369">
                  <c:v>7369</c:v>
                </c:pt>
                <c:pt idx="7370">
                  <c:v>7370</c:v>
                </c:pt>
                <c:pt idx="7371">
                  <c:v>7371</c:v>
                </c:pt>
                <c:pt idx="7372">
                  <c:v>7372</c:v>
                </c:pt>
                <c:pt idx="7373">
                  <c:v>7373</c:v>
                </c:pt>
                <c:pt idx="7374">
                  <c:v>7374</c:v>
                </c:pt>
                <c:pt idx="7375">
                  <c:v>7375</c:v>
                </c:pt>
                <c:pt idx="7376">
                  <c:v>7376</c:v>
                </c:pt>
                <c:pt idx="7377">
                  <c:v>7377</c:v>
                </c:pt>
                <c:pt idx="7378">
                  <c:v>7378</c:v>
                </c:pt>
                <c:pt idx="7379">
                  <c:v>7379</c:v>
                </c:pt>
                <c:pt idx="7380">
                  <c:v>7380</c:v>
                </c:pt>
                <c:pt idx="7381">
                  <c:v>7381</c:v>
                </c:pt>
                <c:pt idx="7382">
                  <c:v>7382</c:v>
                </c:pt>
                <c:pt idx="7383">
                  <c:v>7383</c:v>
                </c:pt>
                <c:pt idx="7384">
                  <c:v>7384</c:v>
                </c:pt>
                <c:pt idx="7385">
                  <c:v>7385</c:v>
                </c:pt>
                <c:pt idx="7386">
                  <c:v>7386</c:v>
                </c:pt>
                <c:pt idx="7387">
                  <c:v>7387</c:v>
                </c:pt>
                <c:pt idx="7388">
                  <c:v>7388</c:v>
                </c:pt>
                <c:pt idx="7389">
                  <c:v>7389</c:v>
                </c:pt>
                <c:pt idx="7390">
                  <c:v>7390</c:v>
                </c:pt>
                <c:pt idx="7391">
                  <c:v>7391</c:v>
                </c:pt>
                <c:pt idx="7392">
                  <c:v>7392</c:v>
                </c:pt>
                <c:pt idx="7393">
                  <c:v>7393</c:v>
                </c:pt>
                <c:pt idx="7394">
                  <c:v>7394</c:v>
                </c:pt>
                <c:pt idx="7395">
                  <c:v>7395</c:v>
                </c:pt>
                <c:pt idx="7396">
                  <c:v>7396</c:v>
                </c:pt>
                <c:pt idx="7397">
                  <c:v>7397</c:v>
                </c:pt>
                <c:pt idx="7398">
                  <c:v>7398</c:v>
                </c:pt>
                <c:pt idx="7399">
                  <c:v>7399</c:v>
                </c:pt>
                <c:pt idx="7400">
                  <c:v>7400</c:v>
                </c:pt>
                <c:pt idx="7401">
                  <c:v>7401</c:v>
                </c:pt>
                <c:pt idx="7402">
                  <c:v>7402</c:v>
                </c:pt>
                <c:pt idx="7403">
                  <c:v>7403</c:v>
                </c:pt>
                <c:pt idx="7404">
                  <c:v>7404</c:v>
                </c:pt>
                <c:pt idx="7405">
                  <c:v>7405</c:v>
                </c:pt>
                <c:pt idx="7406">
                  <c:v>7406</c:v>
                </c:pt>
                <c:pt idx="7407">
                  <c:v>7407</c:v>
                </c:pt>
                <c:pt idx="7408">
                  <c:v>7408</c:v>
                </c:pt>
                <c:pt idx="7409">
                  <c:v>7409</c:v>
                </c:pt>
                <c:pt idx="7410">
                  <c:v>7410</c:v>
                </c:pt>
                <c:pt idx="7411">
                  <c:v>7411</c:v>
                </c:pt>
                <c:pt idx="7412">
                  <c:v>7412</c:v>
                </c:pt>
                <c:pt idx="7413">
                  <c:v>7413</c:v>
                </c:pt>
                <c:pt idx="7414">
                  <c:v>7414</c:v>
                </c:pt>
                <c:pt idx="7415">
                  <c:v>7415</c:v>
                </c:pt>
                <c:pt idx="7416">
                  <c:v>7416</c:v>
                </c:pt>
                <c:pt idx="7417">
                  <c:v>7417</c:v>
                </c:pt>
                <c:pt idx="7418">
                  <c:v>7418</c:v>
                </c:pt>
                <c:pt idx="7419">
                  <c:v>7419</c:v>
                </c:pt>
                <c:pt idx="7420">
                  <c:v>7420</c:v>
                </c:pt>
                <c:pt idx="7421">
                  <c:v>7421</c:v>
                </c:pt>
                <c:pt idx="7422">
                  <c:v>7422</c:v>
                </c:pt>
                <c:pt idx="7423">
                  <c:v>7423</c:v>
                </c:pt>
                <c:pt idx="7424">
                  <c:v>7424</c:v>
                </c:pt>
                <c:pt idx="7425">
                  <c:v>7425</c:v>
                </c:pt>
                <c:pt idx="7426">
                  <c:v>7426</c:v>
                </c:pt>
                <c:pt idx="7427">
                  <c:v>7427</c:v>
                </c:pt>
                <c:pt idx="7428">
                  <c:v>7428</c:v>
                </c:pt>
                <c:pt idx="7429">
                  <c:v>7429</c:v>
                </c:pt>
                <c:pt idx="7430">
                  <c:v>7430</c:v>
                </c:pt>
                <c:pt idx="7431">
                  <c:v>7431</c:v>
                </c:pt>
                <c:pt idx="7432">
                  <c:v>7432</c:v>
                </c:pt>
                <c:pt idx="7433">
                  <c:v>7433</c:v>
                </c:pt>
                <c:pt idx="7434">
                  <c:v>7434</c:v>
                </c:pt>
                <c:pt idx="7435">
                  <c:v>7435</c:v>
                </c:pt>
                <c:pt idx="7436">
                  <c:v>7436</c:v>
                </c:pt>
                <c:pt idx="7437">
                  <c:v>7437</c:v>
                </c:pt>
                <c:pt idx="7438">
                  <c:v>7438</c:v>
                </c:pt>
                <c:pt idx="7439">
                  <c:v>7439</c:v>
                </c:pt>
                <c:pt idx="7440">
                  <c:v>7440</c:v>
                </c:pt>
                <c:pt idx="7441">
                  <c:v>7441</c:v>
                </c:pt>
                <c:pt idx="7442">
                  <c:v>7442</c:v>
                </c:pt>
                <c:pt idx="7443">
                  <c:v>7443</c:v>
                </c:pt>
                <c:pt idx="7444">
                  <c:v>7444</c:v>
                </c:pt>
                <c:pt idx="7445">
                  <c:v>7445</c:v>
                </c:pt>
                <c:pt idx="7446">
                  <c:v>7446</c:v>
                </c:pt>
                <c:pt idx="7447">
                  <c:v>7447</c:v>
                </c:pt>
                <c:pt idx="7448">
                  <c:v>7448</c:v>
                </c:pt>
                <c:pt idx="7449">
                  <c:v>7449</c:v>
                </c:pt>
                <c:pt idx="7450">
                  <c:v>7450</c:v>
                </c:pt>
                <c:pt idx="7451">
                  <c:v>7451</c:v>
                </c:pt>
                <c:pt idx="7452">
                  <c:v>7452</c:v>
                </c:pt>
                <c:pt idx="7453">
                  <c:v>7453</c:v>
                </c:pt>
                <c:pt idx="7454">
                  <c:v>7454</c:v>
                </c:pt>
                <c:pt idx="7455">
                  <c:v>7455</c:v>
                </c:pt>
                <c:pt idx="7456">
                  <c:v>7456</c:v>
                </c:pt>
                <c:pt idx="7457">
                  <c:v>7457</c:v>
                </c:pt>
                <c:pt idx="7458">
                  <c:v>7458</c:v>
                </c:pt>
                <c:pt idx="7459">
                  <c:v>7459</c:v>
                </c:pt>
                <c:pt idx="7460">
                  <c:v>7460</c:v>
                </c:pt>
                <c:pt idx="7461">
                  <c:v>7461</c:v>
                </c:pt>
                <c:pt idx="7462">
                  <c:v>7462</c:v>
                </c:pt>
                <c:pt idx="7463">
                  <c:v>7463</c:v>
                </c:pt>
                <c:pt idx="7464">
                  <c:v>7464</c:v>
                </c:pt>
                <c:pt idx="7465">
                  <c:v>7465</c:v>
                </c:pt>
                <c:pt idx="7466">
                  <c:v>7466</c:v>
                </c:pt>
                <c:pt idx="7467">
                  <c:v>7467</c:v>
                </c:pt>
                <c:pt idx="7468">
                  <c:v>7468</c:v>
                </c:pt>
                <c:pt idx="7469">
                  <c:v>7469</c:v>
                </c:pt>
                <c:pt idx="7470">
                  <c:v>7470</c:v>
                </c:pt>
                <c:pt idx="7471">
                  <c:v>7471</c:v>
                </c:pt>
                <c:pt idx="7472">
                  <c:v>7472</c:v>
                </c:pt>
                <c:pt idx="7473">
                  <c:v>7473</c:v>
                </c:pt>
                <c:pt idx="7474">
                  <c:v>7474</c:v>
                </c:pt>
                <c:pt idx="7475">
                  <c:v>7475</c:v>
                </c:pt>
                <c:pt idx="7476">
                  <c:v>7476</c:v>
                </c:pt>
                <c:pt idx="7477">
                  <c:v>7477</c:v>
                </c:pt>
                <c:pt idx="7478">
                  <c:v>7478</c:v>
                </c:pt>
                <c:pt idx="7479">
                  <c:v>7479</c:v>
                </c:pt>
                <c:pt idx="7480">
                  <c:v>7480</c:v>
                </c:pt>
                <c:pt idx="7481">
                  <c:v>7481</c:v>
                </c:pt>
                <c:pt idx="7482">
                  <c:v>7482</c:v>
                </c:pt>
                <c:pt idx="7483">
                  <c:v>7483</c:v>
                </c:pt>
                <c:pt idx="7484">
                  <c:v>7484</c:v>
                </c:pt>
                <c:pt idx="7485">
                  <c:v>7485</c:v>
                </c:pt>
                <c:pt idx="7486">
                  <c:v>7486</c:v>
                </c:pt>
                <c:pt idx="7487">
                  <c:v>7487</c:v>
                </c:pt>
                <c:pt idx="7488">
                  <c:v>7488</c:v>
                </c:pt>
                <c:pt idx="7489">
                  <c:v>7489</c:v>
                </c:pt>
                <c:pt idx="7490">
                  <c:v>7490</c:v>
                </c:pt>
                <c:pt idx="7491">
                  <c:v>7491</c:v>
                </c:pt>
                <c:pt idx="7492">
                  <c:v>7492</c:v>
                </c:pt>
                <c:pt idx="7493">
                  <c:v>7493</c:v>
                </c:pt>
                <c:pt idx="7494">
                  <c:v>7494</c:v>
                </c:pt>
                <c:pt idx="7495">
                  <c:v>7495</c:v>
                </c:pt>
                <c:pt idx="7496">
                  <c:v>7496</c:v>
                </c:pt>
                <c:pt idx="7497">
                  <c:v>7497</c:v>
                </c:pt>
                <c:pt idx="7498">
                  <c:v>7498</c:v>
                </c:pt>
                <c:pt idx="7499">
                  <c:v>7499</c:v>
                </c:pt>
                <c:pt idx="7500">
                  <c:v>7500</c:v>
                </c:pt>
                <c:pt idx="7501">
                  <c:v>7501</c:v>
                </c:pt>
                <c:pt idx="7502">
                  <c:v>7502</c:v>
                </c:pt>
                <c:pt idx="7503">
                  <c:v>7503</c:v>
                </c:pt>
                <c:pt idx="7504">
                  <c:v>7504</c:v>
                </c:pt>
                <c:pt idx="7505">
                  <c:v>7505</c:v>
                </c:pt>
                <c:pt idx="7506">
                  <c:v>7506</c:v>
                </c:pt>
                <c:pt idx="7507">
                  <c:v>7507</c:v>
                </c:pt>
                <c:pt idx="7508">
                  <c:v>7508</c:v>
                </c:pt>
                <c:pt idx="7509">
                  <c:v>7509</c:v>
                </c:pt>
                <c:pt idx="7510">
                  <c:v>7510</c:v>
                </c:pt>
                <c:pt idx="7511">
                  <c:v>7511</c:v>
                </c:pt>
                <c:pt idx="7512">
                  <c:v>7512</c:v>
                </c:pt>
                <c:pt idx="7513">
                  <c:v>7513</c:v>
                </c:pt>
                <c:pt idx="7514">
                  <c:v>7514</c:v>
                </c:pt>
                <c:pt idx="7515">
                  <c:v>7515</c:v>
                </c:pt>
                <c:pt idx="7516">
                  <c:v>7516</c:v>
                </c:pt>
                <c:pt idx="7517">
                  <c:v>7517</c:v>
                </c:pt>
                <c:pt idx="7518">
                  <c:v>7518</c:v>
                </c:pt>
                <c:pt idx="7519">
                  <c:v>7519</c:v>
                </c:pt>
                <c:pt idx="7520">
                  <c:v>7520</c:v>
                </c:pt>
                <c:pt idx="7521">
                  <c:v>7521</c:v>
                </c:pt>
                <c:pt idx="7522">
                  <c:v>7522</c:v>
                </c:pt>
                <c:pt idx="7523">
                  <c:v>7523</c:v>
                </c:pt>
                <c:pt idx="7524">
                  <c:v>7524</c:v>
                </c:pt>
                <c:pt idx="7525">
                  <c:v>7525</c:v>
                </c:pt>
                <c:pt idx="7526">
                  <c:v>7526</c:v>
                </c:pt>
                <c:pt idx="7527">
                  <c:v>7527</c:v>
                </c:pt>
                <c:pt idx="7528">
                  <c:v>7528</c:v>
                </c:pt>
                <c:pt idx="7529">
                  <c:v>7529</c:v>
                </c:pt>
                <c:pt idx="7530">
                  <c:v>7530</c:v>
                </c:pt>
                <c:pt idx="7531">
                  <c:v>7531</c:v>
                </c:pt>
                <c:pt idx="7532">
                  <c:v>7532</c:v>
                </c:pt>
                <c:pt idx="7533">
                  <c:v>7533</c:v>
                </c:pt>
                <c:pt idx="7534">
                  <c:v>7534</c:v>
                </c:pt>
                <c:pt idx="7535">
                  <c:v>7535</c:v>
                </c:pt>
                <c:pt idx="7536">
                  <c:v>7536</c:v>
                </c:pt>
                <c:pt idx="7537">
                  <c:v>7537</c:v>
                </c:pt>
                <c:pt idx="7538">
                  <c:v>7538</c:v>
                </c:pt>
                <c:pt idx="7539">
                  <c:v>7539</c:v>
                </c:pt>
                <c:pt idx="7540">
                  <c:v>7540</c:v>
                </c:pt>
                <c:pt idx="7541">
                  <c:v>7541</c:v>
                </c:pt>
                <c:pt idx="7542">
                  <c:v>7542</c:v>
                </c:pt>
                <c:pt idx="7543">
                  <c:v>7543</c:v>
                </c:pt>
                <c:pt idx="7544">
                  <c:v>7544</c:v>
                </c:pt>
                <c:pt idx="7545">
                  <c:v>7545</c:v>
                </c:pt>
                <c:pt idx="7546">
                  <c:v>7546</c:v>
                </c:pt>
                <c:pt idx="7547">
                  <c:v>7547</c:v>
                </c:pt>
                <c:pt idx="7548">
                  <c:v>7548</c:v>
                </c:pt>
                <c:pt idx="7549">
                  <c:v>7549</c:v>
                </c:pt>
                <c:pt idx="7550">
                  <c:v>7550</c:v>
                </c:pt>
                <c:pt idx="7551">
                  <c:v>7551</c:v>
                </c:pt>
                <c:pt idx="7552">
                  <c:v>7552</c:v>
                </c:pt>
                <c:pt idx="7553">
                  <c:v>7553</c:v>
                </c:pt>
                <c:pt idx="7554">
                  <c:v>7554</c:v>
                </c:pt>
                <c:pt idx="7555">
                  <c:v>7555</c:v>
                </c:pt>
                <c:pt idx="7556">
                  <c:v>7556</c:v>
                </c:pt>
                <c:pt idx="7557">
                  <c:v>7557</c:v>
                </c:pt>
                <c:pt idx="7558">
                  <c:v>7558</c:v>
                </c:pt>
                <c:pt idx="7559">
                  <c:v>7559</c:v>
                </c:pt>
                <c:pt idx="7560">
                  <c:v>7560</c:v>
                </c:pt>
                <c:pt idx="7561">
                  <c:v>7561</c:v>
                </c:pt>
                <c:pt idx="7562">
                  <c:v>7562</c:v>
                </c:pt>
                <c:pt idx="7563">
                  <c:v>7563</c:v>
                </c:pt>
                <c:pt idx="7564">
                  <c:v>7564</c:v>
                </c:pt>
                <c:pt idx="7565">
                  <c:v>7565</c:v>
                </c:pt>
                <c:pt idx="7566">
                  <c:v>7566</c:v>
                </c:pt>
                <c:pt idx="7567">
                  <c:v>7567</c:v>
                </c:pt>
                <c:pt idx="7568">
                  <c:v>7568</c:v>
                </c:pt>
                <c:pt idx="7569">
                  <c:v>7569</c:v>
                </c:pt>
                <c:pt idx="7570">
                  <c:v>7570</c:v>
                </c:pt>
                <c:pt idx="7571">
                  <c:v>7571</c:v>
                </c:pt>
                <c:pt idx="7572">
                  <c:v>7572</c:v>
                </c:pt>
                <c:pt idx="7573">
                  <c:v>7573</c:v>
                </c:pt>
                <c:pt idx="7574">
                  <c:v>7574</c:v>
                </c:pt>
                <c:pt idx="7575">
                  <c:v>7575</c:v>
                </c:pt>
                <c:pt idx="7576">
                  <c:v>7576</c:v>
                </c:pt>
                <c:pt idx="7577">
                  <c:v>7577</c:v>
                </c:pt>
                <c:pt idx="7578">
                  <c:v>7578</c:v>
                </c:pt>
                <c:pt idx="7579">
                  <c:v>7579</c:v>
                </c:pt>
                <c:pt idx="7580">
                  <c:v>7580</c:v>
                </c:pt>
                <c:pt idx="7581">
                  <c:v>7581</c:v>
                </c:pt>
                <c:pt idx="7582">
                  <c:v>7582</c:v>
                </c:pt>
                <c:pt idx="7583">
                  <c:v>7583</c:v>
                </c:pt>
                <c:pt idx="7584">
                  <c:v>7584</c:v>
                </c:pt>
                <c:pt idx="7585">
                  <c:v>7585</c:v>
                </c:pt>
                <c:pt idx="7586">
                  <c:v>7586</c:v>
                </c:pt>
                <c:pt idx="7587">
                  <c:v>7587</c:v>
                </c:pt>
                <c:pt idx="7588">
                  <c:v>7588</c:v>
                </c:pt>
                <c:pt idx="7589">
                  <c:v>7589</c:v>
                </c:pt>
                <c:pt idx="7590">
                  <c:v>7590</c:v>
                </c:pt>
                <c:pt idx="7591">
                  <c:v>7591</c:v>
                </c:pt>
                <c:pt idx="7592">
                  <c:v>7592</c:v>
                </c:pt>
                <c:pt idx="7593">
                  <c:v>7593</c:v>
                </c:pt>
                <c:pt idx="7594">
                  <c:v>7594</c:v>
                </c:pt>
                <c:pt idx="7595">
                  <c:v>7595</c:v>
                </c:pt>
                <c:pt idx="7596">
                  <c:v>7596</c:v>
                </c:pt>
                <c:pt idx="7597">
                  <c:v>7597</c:v>
                </c:pt>
                <c:pt idx="7598">
                  <c:v>7598</c:v>
                </c:pt>
                <c:pt idx="7599">
                  <c:v>7599</c:v>
                </c:pt>
                <c:pt idx="7600">
                  <c:v>7600</c:v>
                </c:pt>
                <c:pt idx="7601">
                  <c:v>7601</c:v>
                </c:pt>
                <c:pt idx="7602">
                  <c:v>7602</c:v>
                </c:pt>
                <c:pt idx="7603">
                  <c:v>7603</c:v>
                </c:pt>
                <c:pt idx="7604">
                  <c:v>7604</c:v>
                </c:pt>
                <c:pt idx="7605">
                  <c:v>7605</c:v>
                </c:pt>
                <c:pt idx="7606">
                  <c:v>7606</c:v>
                </c:pt>
                <c:pt idx="7607">
                  <c:v>7607</c:v>
                </c:pt>
                <c:pt idx="7608">
                  <c:v>7608</c:v>
                </c:pt>
                <c:pt idx="7609">
                  <c:v>7609</c:v>
                </c:pt>
                <c:pt idx="7610">
                  <c:v>7610</c:v>
                </c:pt>
                <c:pt idx="7611">
                  <c:v>7611</c:v>
                </c:pt>
                <c:pt idx="7612">
                  <c:v>7612</c:v>
                </c:pt>
                <c:pt idx="7613">
                  <c:v>7613</c:v>
                </c:pt>
                <c:pt idx="7614">
                  <c:v>7614</c:v>
                </c:pt>
                <c:pt idx="7615">
                  <c:v>7615</c:v>
                </c:pt>
                <c:pt idx="7616">
                  <c:v>7616</c:v>
                </c:pt>
                <c:pt idx="7617">
                  <c:v>7617</c:v>
                </c:pt>
                <c:pt idx="7618">
                  <c:v>7618</c:v>
                </c:pt>
                <c:pt idx="7619">
                  <c:v>7619</c:v>
                </c:pt>
                <c:pt idx="7620">
                  <c:v>7620</c:v>
                </c:pt>
                <c:pt idx="7621">
                  <c:v>7621</c:v>
                </c:pt>
                <c:pt idx="7622">
                  <c:v>7622</c:v>
                </c:pt>
                <c:pt idx="7623">
                  <c:v>7623</c:v>
                </c:pt>
                <c:pt idx="7624">
                  <c:v>7624</c:v>
                </c:pt>
                <c:pt idx="7625">
                  <c:v>7625</c:v>
                </c:pt>
                <c:pt idx="7626">
                  <c:v>7626</c:v>
                </c:pt>
                <c:pt idx="7627">
                  <c:v>7627</c:v>
                </c:pt>
                <c:pt idx="7628">
                  <c:v>7628</c:v>
                </c:pt>
                <c:pt idx="7629">
                  <c:v>7629</c:v>
                </c:pt>
                <c:pt idx="7630">
                  <c:v>7630</c:v>
                </c:pt>
                <c:pt idx="7631">
                  <c:v>7631</c:v>
                </c:pt>
                <c:pt idx="7632">
                  <c:v>7632</c:v>
                </c:pt>
                <c:pt idx="7633">
                  <c:v>7633</c:v>
                </c:pt>
                <c:pt idx="7634">
                  <c:v>7634</c:v>
                </c:pt>
                <c:pt idx="7635">
                  <c:v>7635</c:v>
                </c:pt>
                <c:pt idx="7636">
                  <c:v>7636</c:v>
                </c:pt>
                <c:pt idx="7637">
                  <c:v>7637</c:v>
                </c:pt>
                <c:pt idx="7638">
                  <c:v>7638</c:v>
                </c:pt>
                <c:pt idx="7639">
                  <c:v>7639</c:v>
                </c:pt>
                <c:pt idx="7640">
                  <c:v>7640</c:v>
                </c:pt>
                <c:pt idx="7641">
                  <c:v>7641</c:v>
                </c:pt>
                <c:pt idx="7642">
                  <c:v>7642</c:v>
                </c:pt>
                <c:pt idx="7643">
                  <c:v>7643</c:v>
                </c:pt>
                <c:pt idx="7644">
                  <c:v>7644</c:v>
                </c:pt>
                <c:pt idx="7645">
                  <c:v>7645</c:v>
                </c:pt>
                <c:pt idx="7646">
                  <c:v>7646</c:v>
                </c:pt>
                <c:pt idx="7647">
                  <c:v>7647</c:v>
                </c:pt>
                <c:pt idx="7648">
                  <c:v>7648</c:v>
                </c:pt>
                <c:pt idx="7649">
                  <c:v>7649</c:v>
                </c:pt>
                <c:pt idx="7650">
                  <c:v>7650</c:v>
                </c:pt>
                <c:pt idx="7651">
                  <c:v>7651</c:v>
                </c:pt>
                <c:pt idx="7652">
                  <c:v>7652</c:v>
                </c:pt>
                <c:pt idx="7653">
                  <c:v>7653</c:v>
                </c:pt>
                <c:pt idx="7654">
                  <c:v>7654</c:v>
                </c:pt>
                <c:pt idx="7655">
                  <c:v>7655</c:v>
                </c:pt>
                <c:pt idx="7656">
                  <c:v>7656</c:v>
                </c:pt>
                <c:pt idx="7657">
                  <c:v>7657</c:v>
                </c:pt>
                <c:pt idx="7658">
                  <c:v>7658</c:v>
                </c:pt>
                <c:pt idx="7659">
                  <c:v>7659</c:v>
                </c:pt>
                <c:pt idx="7660">
                  <c:v>7660</c:v>
                </c:pt>
                <c:pt idx="7661">
                  <c:v>7661</c:v>
                </c:pt>
                <c:pt idx="7662">
                  <c:v>7662</c:v>
                </c:pt>
                <c:pt idx="7663">
                  <c:v>7663</c:v>
                </c:pt>
                <c:pt idx="7664">
                  <c:v>7664</c:v>
                </c:pt>
                <c:pt idx="7665">
                  <c:v>7665</c:v>
                </c:pt>
                <c:pt idx="7666">
                  <c:v>7666</c:v>
                </c:pt>
                <c:pt idx="7667">
                  <c:v>7667</c:v>
                </c:pt>
                <c:pt idx="7668">
                  <c:v>7668</c:v>
                </c:pt>
                <c:pt idx="7669">
                  <c:v>7669</c:v>
                </c:pt>
                <c:pt idx="7670">
                  <c:v>7670</c:v>
                </c:pt>
                <c:pt idx="7671">
                  <c:v>7671</c:v>
                </c:pt>
                <c:pt idx="7672">
                  <c:v>7672</c:v>
                </c:pt>
                <c:pt idx="7673">
                  <c:v>7673</c:v>
                </c:pt>
                <c:pt idx="7674">
                  <c:v>7674</c:v>
                </c:pt>
                <c:pt idx="7675">
                  <c:v>7675</c:v>
                </c:pt>
                <c:pt idx="7676">
                  <c:v>7676</c:v>
                </c:pt>
                <c:pt idx="7677">
                  <c:v>7677</c:v>
                </c:pt>
                <c:pt idx="7678">
                  <c:v>7678</c:v>
                </c:pt>
                <c:pt idx="7679">
                  <c:v>7679</c:v>
                </c:pt>
                <c:pt idx="7680">
                  <c:v>7680</c:v>
                </c:pt>
                <c:pt idx="7681">
                  <c:v>7681</c:v>
                </c:pt>
                <c:pt idx="7682">
                  <c:v>7682</c:v>
                </c:pt>
                <c:pt idx="7683">
                  <c:v>7683</c:v>
                </c:pt>
                <c:pt idx="7684">
                  <c:v>7684</c:v>
                </c:pt>
                <c:pt idx="7685">
                  <c:v>7685</c:v>
                </c:pt>
                <c:pt idx="7686">
                  <c:v>7686</c:v>
                </c:pt>
                <c:pt idx="7687">
                  <c:v>7687</c:v>
                </c:pt>
                <c:pt idx="7688">
                  <c:v>7688</c:v>
                </c:pt>
                <c:pt idx="7689">
                  <c:v>7689</c:v>
                </c:pt>
                <c:pt idx="7690">
                  <c:v>7690</c:v>
                </c:pt>
                <c:pt idx="7691">
                  <c:v>7691</c:v>
                </c:pt>
                <c:pt idx="7692">
                  <c:v>7692</c:v>
                </c:pt>
                <c:pt idx="7693">
                  <c:v>7693</c:v>
                </c:pt>
                <c:pt idx="7694">
                  <c:v>7694</c:v>
                </c:pt>
                <c:pt idx="7695">
                  <c:v>7695</c:v>
                </c:pt>
                <c:pt idx="7696">
                  <c:v>7696</c:v>
                </c:pt>
                <c:pt idx="7697">
                  <c:v>7697</c:v>
                </c:pt>
                <c:pt idx="7698">
                  <c:v>7698</c:v>
                </c:pt>
                <c:pt idx="7699">
                  <c:v>7699</c:v>
                </c:pt>
                <c:pt idx="7700">
                  <c:v>7700</c:v>
                </c:pt>
                <c:pt idx="7701">
                  <c:v>7701</c:v>
                </c:pt>
                <c:pt idx="7702">
                  <c:v>7702</c:v>
                </c:pt>
                <c:pt idx="7703">
                  <c:v>7703</c:v>
                </c:pt>
                <c:pt idx="7704">
                  <c:v>7704</c:v>
                </c:pt>
                <c:pt idx="7705">
                  <c:v>7705</c:v>
                </c:pt>
                <c:pt idx="7706">
                  <c:v>7706</c:v>
                </c:pt>
                <c:pt idx="7707">
                  <c:v>7707</c:v>
                </c:pt>
                <c:pt idx="7708">
                  <c:v>7708</c:v>
                </c:pt>
                <c:pt idx="7709">
                  <c:v>7709</c:v>
                </c:pt>
                <c:pt idx="7710">
                  <c:v>7710</c:v>
                </c:pt>
                <c:pt idx="7711">
                  <c:v>7711</c:v>
                </c:pt>
                <c:pt idx="7712">
                  <c:v>7712</c:v>
                </c:pt>
                <c:pt idx="7713">
                  <c:v>7713</c:v>
                </c:pt>
                <c:pt idx="7714">
                  <c:v>7714</c:v>
                </c:pt>
                <c:pt idx="7715">
                  <c:v>7715</c:v>
                </c:pt>
                <c:pt idx="7716">
                  <c:v>7716</c:v>
                </c:pt>
                <c:pt idx="7717">
                  <c:v>7717</c:v>
                </c:pt>
                <c:pt idx="7718">
                  <c:v>7718</c:v>
                </c:pt>
                <c:pt idx="7719">
                  <c:v>7719</c:v>
                </c:pt>
                <c:pt idx="7720">
                  <c:v>7720</c:v>
                </c:pt>
                <c:pt idx="7721">
                  <c:v>7721</c:v>
                </c:pt>
                <c:pt idx="7722">
                  <c:v>7722</c:v>
                </c:pt>
                <c:pt idx="7723">
                  <c:v>7723</c:v>
                </c:pt>
                <c:pt idx="7724">
                  <c:v>7724</c:v>
                </c:pt>
                <c:pt idx="7725">
                  <c:v>7725</c:v>
                </c:pt>
                <c:pt idx="7726">
                  <c:v>7726</c:v>
                </c:pt>
                <c:pt idx="7727">
                  <c:v>7727</c:v>
                </c:pt>
                <c:pt idx="7728">
                  <c:v>7728</c:v>
                </c:pt>
                <c:pt idx="7729">
                  <c:v>7729</c:v>
                </c:pt>
                <c:pt idx="7730">
                  <c:v>7730</c:v>
                </c:pt>
                <c:pt idx="7731">
                  <c:v>7731</c:v>
                </c:pt>
                <c:pt idx="7732">
                  <c:v>7732</c:v>
                </c:pt>
                <c:pt idx="7733">
                  <c:v>7733</c:v>
                </c:pt>
                <c:pt idx="7734">
                  <c:v>7734</c:v>
                </c:pt>
                <c:pt idx="7735">
                  <c:v>7735</c:v>
                </c:pt>
                <c:pt idx="7736">
                  <c:v>7736</c:v>
                </c:pt>
                <c:pt idx="7737">
                  <c:v>7737</c:v>
                </c:pt>
                <c:pt idx="7738">
                  <c:v>7738</c:v>
                </c:pt>
                <c:pt idx="7739">
                  <c:v>7739</c:v>
                </c:pt>
                <c:pt idx="7740">
                  <c:v>7740</c:v>
                </c:pt>
                <c:pt idx="7741">
                  <c:v>7741</c:v>
                </c:pt>
                <c:pt idx="7742">
                  <c:v>7742</c:v>
                </c:pt>
                <c:pt idx="7743">
                  <c:v>7743</c:v>
                </c:pt>
                <c:pt idx="7744">
                  <c:v>7744</c:v>
                </c:pt>
                <c:pt idx="7745">
                  <c:v>7745</c:v>
                </c:pt>
                <c:pt idx="7746">
                  <c:v>7746</c:v>
                </c:pt>
                <c:pt idx="7747">
                  <c:v>7747</c:v>
                </c:pt>
                <c:pt idx="7748">
                  <c:v>7748</c:v>
                </c:pt>
                <c:pt idx="7749">
                  <c:v>7749</c:v>
                </c:pt>
                <c:pt idx="7750">
                  <c:v>7750</c:v>
                </c:pt>
                <c:pt idx="7751">
                  <c:v>7751</c:v>
                </c:pt>
                <c:pt idx="7752">
                  <c:v>7752</c:v>
                </c:pt>
                <c:pt idx="7753">
                  <c:v>7753</c:v>
                </c:pt>
                <c:pt idx="7754">
                  <c:v>7754</c:v>
                </c:pt>
                <c:pt idx="7755">
                  <c:v>7755</c:v>
                </c:pt>
                <c:pt idx="7756">
                  <c:v>7756</c:v>
                </c:pt>
                <c:pt idx="7757">
                  <c:v>7757</c:v>
                </c:pt>
                <c:pt idx="7758">
                  <c:v>7758</c:v>
                </c:pt>
                <c:pt idx="7759">
                  <c:v>7759</c:v>
                </c:pt>
                <c:pt idx="7760">
                  <c:v>7760</c:v>
                </c:pt>
                <c:pt idx="7761">
                  <c:v>7761</c:v>
                </c:pt>
                <c:pt idx="7762">
                  <c:v>7762</c:v>
                </c:pt>
                <c:pt idx="7763">
                  <c:v>7763</c:v>
                </c:pt>
                <c:pt idx="7764">
                  <c:v>7764</c:v>
                </c:pt>
                <c:pt idx="7765">
                  <c:v>7765</c:v>
                </c:pt>
                <c:pt idx="7766">
                  <c:v>7766</c:v>
                </c:pt>
                <c:pt idx="7767">
                  <c:v>7767</c:v>
                </c:pt>
                <c:pt idx="7768">
                  <c:v>7768</c:v>
                </c:pt>
                <c:pt idx="7769">
                  <c:v>7769</c:v>
                </c:pt>
                <c:pt idx="7770">
                  <c:v>7770</c:v>
                </c:pt>
                <c:pt idx="7771">
                  <c:v>7771</c:v>
                </c:pt>
                <c:pt idx="7772">
                  <c:v>7772</c:v>
                </c:pt>
                <c:pt idx="7773">
                  <c:v>7773</c:v>
                </c:pt>
                <c:pt idx="7774">
                  <c:v>7774</c:v>
                </c:pt>
                <c:pt idx="7775">
                  <c:v>7775</c:v>
                </c:pt>
                <c:pt idx="7776">
                  <c:v>7776</c:v>
                </c:pt>
                <c:pt idx="7777">
                  <c:v>7777</c:v>
                </c:pt>
                <c:pt idx="7778">
                  <c:v>7778</c:v>
                </c:pt>
                <c:pt idx="7779">
                  <c:v>7779</c:v>
                </c:pt>
                <c:pt idx="7780">
                  <c:v>7780</c:v>
                </c:pt>
                <c:pt idx="7781">
                  <c:v>7781</c:v>
                </c:pt>
                <c:pt idx="7782">
                  <c:v>7782</c:v>
                </c:pt>
                <c:pt idx="7783">
                  <c:v>7783</c:v>
                </c:pt>
                <c:pt idx="7784">
                  <c:v>7784</c:v>
                </c:pt>
                <c:pt idx="7785">
                  <c:v>7785</c:v>
                </c:pt>
                <c:pt idx="7786">
                  <c:v>7786</c:v>
                </c:pt>
                <c:pt idx="7787">
                  <c:v>7787</c:v>
                </c:pt>
                <c:pt idx="7788">
                  <c:v>7788</c:v>
                </c:pt>
                <c:pt idx="7789">
                  <c:v>7789</c:v>
                </c:pt>
                <c:pt idx="7790">
                  <c:v>7790</c:v>
                </c:pt>
                <c:pt idx="7791">
                  <c:v>7791</c:v>
                </c:pt>
                <c:pt idx="7792">
                  <c:v>7792</c:v>
                </c:pt>
                <c:pt idx="7793">
                  <c:v>7793</c:v>
                </c:pt>
                <c:pt idx="7794">
                  <c:v>7794</c:v>
                </c:pt>
                <c:pt idx="7795">
                  <c:v>7795</c:v>
                </c:pt>
                <c:pt idx="7796">
                  <c:v>7796</c:v>
                </c:pt>
                <c:pt idx="7797">
                  <c:v>7797</c:v>
                </c:pt>
                <c:pt idx="7798">
                  <c:v>7798</c:v>
                </c:pt>
                <c:pt idx="7799">
                  <c:v>7799</c:v>
                </c:pt>
                <c:pt idx="7800">
                  <c:v>7800</c:v>
                </c:pt>
                <c:pt idx="7801">
                  <c:v>7801</c:v>
                </c:pt>
                <c:pt idx="7802">
                  <c:v>7802</c:v>
                </c:pt>
                <c:pt idx="7803">
                  <c:v>7803</c:v>
                </c:pt>
                <c:pt idx="7804">
                  <c:v>7804</c:v>
                </c:pt>
                <c:pt idx="7805">
                  <c:v>7805</c:v>
                </c:pt>
                <c:pt idx="7806">
                  <c:v>7806</c:v>
                </c:pt>
                <c:pt idx="7807">
                  <c:v>7807</c:v>
                </c:pt>
                <c:pt idx="7808">
                  <c:v>7808</c:v>
                </c:pt>
                <c:pt idx="7809">
                  <c:v>7809</c:v>
                </c:pt>
                <c:pt idx="7810">
                  <c:v>7810</c:v>
                </c:pt>
                <c:pt idx="7811">
                  <c:v>7811</c:v>
                </c:pt>
                <c:pt idx="7812">
                  <c:v>7812</c:v>
                </c:pt>
                <c:pt idx="7813">
                  <c:v>7813</c:v>
                </c:pt>
                <c:pt idx="7814">
                  <c:v>7814</c:v>
                </c:pt>
                <c:pt idx="7815">
                  <c:v>7815</c:v>
                </c:pt>
                <c:pt idx="7816">
                  <c:v>7816</c:v>
                </c:pt>
                <c:pt idx="7817">
                  <c:v>7817</c:v>
                </c:pt>
                <c:pt idx="7818">
                  <c:v>7818</c:v>
                </c:pt>
                <c:pt idx="7819">
                  <c:v>7819</c:v>
                </c:pt>
                <c:pt idx="7820">
                  <c:v>7820</c:v>
                </c:pt>
                <c:pt idx="7821">
                  <c:v>7821</c:v>
                </c:pt>
                <c:pt idx="7822">
                  <c:v>7822</c:v>
                </c:pt>
                <c:pt idx="7823">
                  <c:v>7823</c:v>
                </c:pt>
                <c:pt idx="7824">
                  <c:v>7824</c:v>
                </c:pt>
                <c:pt idx="7825">
                  <c:v>7825</c:v>
                </c:pt>
                <c:pt idx="7826">
                  <c:v>7826</c:v>
                </c:pt>
                <c:pt idx="7827">
                  <c:v>7827</c:v>
                </c:pt>
                <c:pt idx="7828">
                  <c:v>7828</c:v>
                </c:pt>
                <c:pt idx="7829">
                  <c:v>7829</c:v>
                </c:pt>
                <c:pt idx="7830">
                  <c:v>7830</c:v>
                </c:pt>
                <c:pt idx="7831">
                  <c:v>7831</c:v>
                </c:pt>
                <c:pt idx="7832">
                  <c:v>7832</c:v>
                </c:pt>
                <c:pt idx="7833">
                  <c:v>7833</c:v>
                </c:pt>
                <c:pt idx="7834">
                  <c:v>7834</c:v>
                </c:pt>
                <c:pt idx="7835">
                  <c:v>7835</c:v>
                </c:pt>
                <c:pt idx="7836">
                  <c:v>7836</c:v>
                </c:pt>
                <c:pt idx="7837">
                  <c:v>7837</c:v>
                </c:pt>
                <c:pt idx="7838">
                  <c:v>7838</c:v>
                </c:pt>
                <c:pt idx="7839">
                  <c:v>7839</c:v>
                </c:pt>
                <c:pt idx="7840">
                  <c:v>7840</c:v>
                </c:pt>
                <c:pt idx="7841">
                  <c:v>7841</c:v>
                </c:pt>
                <c:pt idx="7842">
                  <c:v>7842</c:v>
                </c:pt>
                <c:pt idx="7843">
                  <c:v>7843</c:v>
                </c:pt>
                <c:pt idx="7844">
                  <c:v>7844</c:v>
                </c:pt>
                <c:pt idx="7845">
                  <c:v>7845</c:v>
                </c:pt>
                <c:pt idx="7846">
                  <c:v>7846</c:v>
                </c:pt>
                <c:pt idx="7847">
                  <c:v>7847</c:v>
                </c:pt>
                <c:pt idx="7848">
                  <c:v>7848</c:v>
                </c:pt>
                <c:pt idx="7849">
                  <c:v>7849</c:v>
                </c:pt>
                <c:pt idx="7850">
                  <c:v>7850</c:v>
                </c:pt>
                <c:pt idx="7851">
                  <c:v>7851</c:v>
                </c:pt>
                <c:pt idx="7852">
                  <c:v>7852</c:v>
                </c:pt>
                <c:pt idx="7853">
                  <c:v>7853</c:v>
                </c:pt>
                <c:pt idx="7854">
                  <c:v>7854</c:v>
                </c:pt>
                <c:pt idx="7855">
                  <c:v>7855</c:v>
                </c:pt>
                <c:pt idx="7856">
                  <c:v>7856</c:v>
                </c:pt>
                <c:pt idx="7857">
                  <c:v>7857</c:v>
                </c:pt>
                <c:pt idx="7858">
                  <c:v>7858</c:v>
                </c:pt>
                <c:pt idx="7859">
                  <c:v>7859</c:v>
                </c:pt>
                <c:pt idx="7860">
                  <c:v>7860</c:v>
                </c:pt>
                <c:pt idx="7861">
                  <c:v>7861</c:v>
                </c:pt>
                <c:pt idx="7862">
                  <c:v>7862</c:v>
                </c:pt>
                <c:pt idx="7863">
                  <c:v>7863</c:v>
                </c:pt>
                <c:pt idx="7864">
                  <c:v>7864</c:v>
                </c:pt>
                <c:pt idx="7865">
                  <c:v>7865</c:v>
                </c:pt>
                <c:pt idx="7866">
                  <c:v>7866</c:v>
                </c:pt>
                <c:pt idx="7867">
                  <c:v>7867</c:v>
                </c:pt>
                <c:pt idx="7868">
                  <c:v>7868</c:v>
                </c:pt>
                <c:pt idx="7869">
                  <c:v>7869</c:v>
                </c:pt>
                <c:pt idx="7870">
                  <c:v>7870</c:v>
                </c:pt>
                <c:pt idx="7871">
                  <c:v>7871</c:v>
                </c:pt>
                <c:pt idx="7872">
                  <c:v>7872</c:v>
                </c:pt>
                <c:pt idx="7873">
                  <c:v>7873</c:v>
                </c:pt>
                <c:pt idx="7874">
                  <c:v>7874</c:v>
                </c:pt>
                <c:pt idx="7875">
                  <c:v>7875</c:v>
                </c:pt>
                <c:pt idx="7876">
                  <c:v>7876</c:v>
                </c:pt>
                <c:pt idx="7877">
                  <c:v>7877</c:v>
                </c:pt>
                <c:pt idx="7878">
                  <c:v>7878</c:v>
                </c:pt>
                <c:pt idx="7879">
                  <c:v>7879</c:v>
                </c:pt>
                <c:pt idx="7880">
                  <c:v>7880</c:v>
                </c:pt>
                <c:pt idx="7881">
                  <c:v>7881</c:v>
                </c:pt>
                <c:pt idx="7882">
                  <c:v>7882</c:v>
                </c:pt>
                <c:pt idx="7883">
                  <c:v>7883</c:v>
                </c:pt>
                <c:pt idx="7884">
                  <c:v>7884</c:v>
                </c:pt>
                <c:pt idx="7885">
                  <c:v>7885</c:v>
                </c:pt>
                <c:pt idx="7886">
                  <c:v>7886</c:v>
                </c:pt>
                <c:pt idx="7887">
                  <c:v>7887</c:v>
                </c:pt>
                <c:pt idx="7888">
                  <c:v>7888</c:v>
                </c:pt>
                <c:pt idx="7889">
                  <c:v>7889</c:v>
                </c:pt>
                <c:pt idx="7890">
                  <c:v>7890</c:v>
                </c:pt>
                <c:pt idx="7891">
                  <c:v>7891</c:v>
                </c:pt>
                <c:pt idx="7892">
                  <c:v>7892</c:v>
                </c:pt>
                <c:pt idx="7893">
                  <c:v>7893</c:v>
                </c:pt>
                <c:pt idx="7894">
                  <c:v>7894</c:v>
                </c:pt>
                <c:pt idx="7895">
                  <c:v>7895</c:v>
                </c:pt>
                <c:pt idx="7896">
                  <c:v>7896</c:v>
                </c:pt>
                <c:pt idx="7897">
                  <c:v>7897</c:v>
                </c:pt>
                <c:pt idx="7898">
                  <c:v>7898</c:v>
                </c:pt>
                <c:pt idx="7899">
                  <c:v>7899</c:v>
                </c:pt>
                <c:pt idx="7900">
                  <c:v>7900</c:v>
                </c:pt>
                <c:pt idx="7901">
                  <c:v>7901</c:v>
                </c:pt>
                <c:pt idx="7902">
                  <c:v>7902</c:v>
                </c:pt>
                <c:pt idx="7903">
                  <c:v>7903</c:v>
                </c:pt>
                <c:pt idx="7904">
                  <c:v>7904</c:v>
                </c:pt>
                <c:pt idx="7905">
                  <c:v>7905</c:v>
                </c:pt>
                <c:pt idx="7906">
                  <c:v>7906</c:v>
                </c:pt>
                <c:pt idx="7907">
                  <c:v>7907</c:v>
                </c:pt>
                <c:pt idx="7908">
                  <c:v>7908</c:v>
                </c:pt>
                <c:pt idx="7909">
                  <c:v>7909</c:v>
                </c:pt>
                <c:pt idx="7910">
                  <c:v>7910</c:v>
                </c:pt>
                <c:pt idx="7911">
                  <c:v>7911</c:v>
                </c:pt>
                <c:pt idx="7912">
                  <c:v>7912</c:v>
                </c:pt>
                <c:pt idx="7913">
                  <c:v>7913</c:v>
                </c:pt>
                <c:pt idx="7914">
                  <c:v>7914</c:v>
                </c:pt>
                <c:pt idx="7915">
                  <c:v>7915</c:v>
                </c:pt>
                <c:pt idx="7916">
                  <c:v>7916</c:v>
                </c:pt>
                <c:pt idx="7917">
                  <c:v>7917</c:v>
                </c:pt>
                <c:pt idx="7918">
                  <c:v>7918</c:v>
                </c:pt>
                <c:pt idx="7919">
                  <c:v>7919</c:v>
                </c:pt>
                <c:pt idx="7920">
                  <c:v>7920</c:v>
                </c:pt>
                <c:pt idx="7921">
                  <c:v>7921</c:v>
                </c:pt>
                <c:pt idx="7922">
                  <c:v>7922</c:v>
                </c:pt>
                <c:pt idx="7923">
                  <c:v>7923</c:v>
                </c:pt>
                <c:pt idx="7924">
                  <c:v>7924</c:v>
                </c:pt>
                <c:pt idx="7925">
                  <c:v>7925</c:v>
                </c:pt>
                <c:pt idx="7926">
                  <c:v>7926</c:v>
                </c:pt>
                <c:pt idx="7927">
                  <c:v>7927</c:v>
                </c:pt>
                <c:pt idx="7928">
                  <c:v>7928</c:v>
                </c:pt>
                <c:pt idx="7929">
                  <c:v>7929</c:v>
                </c:pt>
                <c:pt idx="7930">
                  <c:v>7930</c:v>
                </c:pt>
                <c:pt idx="7931">
                  <c:v>7931</c:v>
                </c:pt>
                <c:pt idx="7932">
                  <c:v>7932</c:v>
                </c:pt>
                <c:pt idx="7933">
                  <c:v>7933</c:v>
                </c:pt>
                <c:pt idx="7934">
                  <c:v>7934</c:v>
                </c:pt>
                <c:pt idx="7935">
                  <c:v>7935</c:v>
                </c:pt>
                <c:pt idx="7936">
                  <c:v>7936</c:v>
                </c:pt>
                <c:pt idx="7937">
                  <c:v>7937</c:v>
                </c:pt>
                <c:pt idx="7938">
                  <c:v>7938</c:v>
                </c:pt>
                <c:pt idx="7939">
                  <c:v>7939</c:v>
                </c:pt>
                <c:pt idx="7940">
                  <c:v>7940</c:v>
                </c:pt>
                <c:pt idx="7941">
                  <c:v>7941</c:v>
                </c:pt>
                <c:pt idx="7942">
                  <c:v>7942</c:v>
                </c:pt>
                <c:pt idx="7943">
                  <c:v>7943</c:v>
                </c:pt>
                <c:pt idx="7944">
                  <c:v>7944</c:v>
                </c:pt>
                <c:pt idx="7945">
                  <c:v>7945</c:v>
                </c:pt>
                <c:pt idx="7946">
                  <c:v>7946</c:v>
                </c:pt>
                <c:pt idx="7947">
                  <c:v>7947</c:v>
                </c:pt>
                <c:pt idx="7948">
                  <c:v>7948</c:v>
                </c:pt>
                <c:pt idx="7949">
                  <c:v>7949</c:v>
                </c:pt>
                <c:pt idx="7950">
                  <c:v>7950</c:v>
                </c:pt>
                <c:pt idx="7951">
                  <c:v>7951</c:v>
                </c:pt>
                <c:pt idx="7952">
                  <c:v>7952</c:v>
                </c:pt>
                <c:pt idx="7953">
                  <c:v>7953</c:v>
                </c:pt>
                <c:pt idx="7954">
                  <c:v>7954</c:v>
                </c:pt>
                <c:pt idx="7955">
                  <c:v>7955</c:v>
                </c:pt>
                <c:pt idx="7956">
                  <c:v>7956</c:v>
                </c:pt>
                <c:pt idx="7957">
                  <c:v>7957</c:v>
                </c:pt>
                <c:pt idx="7958">
                  <c:v>7958</c:v>
                </c:pt>
                <c:pt idx="7959">
                  <c:v>7959</c:v>
                </c:pt>
                <c:pt idx="7960">
                  <c:v>7960</c:v>
                </c:pt>
                <c:pt idx="7961">
                  <c:v>7961</c:v>
                </c:pt>
                <c:pt idx="7962">
                  <c:v>7962</c:v>
                </c:pt>
                <c:pt idx="7963">
                  <c:v>7963</c:v>
                </c:pt>
                <c:pt idx="7964">
                  <c:v>7964</c:v>
                </c:pt>
                <c:pt idx="7965">
                  <c:v>7965</c:v>
                </c:pt>
                <c:pt idx="7966">
                  <c:v>7966</c:v>
                </c:pt>
                <c:pt idx="7967">
                  <c:v>7967</c:v>
                </c:pt>
                <c:pt idx="7968">
                  <c:v>7968</c:v>
                </c:pt>
                <c:pt idx="7969">
                  <c:v>7969</c:v>
                </c:pt>
                <c:pt idx="7970">
                  <c:v>7970</c:v>
                </c:pt>
                <c:pt idx="7971">
                  <c:v>7971</c:v>
                </c:pt>
                <c:pt idx="7972">
                  <c:v>7972</c:v>
                </c:pt>
                <c:pt idx="7973">
                  <c:v>7973</c:v>
                </c:pt>
                <c:pt idx="7974">
                  <c:v>7974</c:v>
                </c:pt>
                <c:pt idx="7975">
                  <c:v>7975</c:v>
                </c:pt>
                <c:pt idx="7976">
                  <c:v>7976</c:v>
                </c:pt>
                <c:pt idx="7977">
                  <c:v>7977</c:v>
                </c:pt>
                <c:pt idx="7978">
                  <c:v>7978</c:v>
                </c:pt>
                <c:pt idx="7979">
                  <c:v>7979</c:v>
                </c:pt>
                <c:pt idx="7980">
                  <c:v>7980</c:v>
                </c:pt>
                <c:pt idx="7981">
                  <c:v>7981</c:v>
                </c:pt>
                <c:pt idx="7982">
                  <c:v>7982</c:v>
                </c:pt>
                <c:pt idx="7983">
                  <c:v>7983</c:v>
                </c:pt>
                <c:pt idx="7984">
                  <c:v>7984</c:v>
                </c:pt>
                <c:pt idx="7985">
                  <c:v>7985</c:v>
                </c:pt>
                <c:pt idx="7986">
                  <c:v>7986</c:v>
                </c:pt>
                <c:pt idx="7987">
                  <c:v>7987</c:v>
                </c:pt>
                <c:pt idx="7988">
                  <c:v>7988</c:v>
                </c:pt>
                <c:pt idx="7989">
                  <c:v>7989</c:v>
                </c:pt>
                <c:pt idx="7990">
                  <c:v>7990</c:v>
                </c:pt>
                <c:pt idx="7991">
                  <c:v>7991</c:v>
                </c:pt>
                <c:pt idx="7992">
                  <c:v>7992</c:v>
                </c:pt>
                <c:pt idx="7993">
                  <c:v>7993</c:v>
                </c:pt>
                <c:pt idx="7994">
                  <c:v>7994</c:v>
                </c:pt>
                <c:pt idx="7995">
                  <c:v>7995</c:v>
                </c:pt>
                <c:pt idx="7996">
                  <c:v>7996</c:v>
                </c:pt>
                <c:pt idx="7997">
                  <c:v>7997</c:v>
                </c:pt>
                <c:pt idx="7998">
                  <c:v>7998</c:v>
                </c:pt>
                <c:pt idx="7999">
                  <c:v>7999</c:v>
                </c:pt>
                <c:pt idx="8000">
                  <c:v>8000</c:v>
                </c:pt>
                <c:pt idx="8001">
                  <c:v>8001</c:v>
                </c:pt>
                <c:pt idx="8002">
                  <c:v>8002</c:v>
                </c:pt>
                <c:pt idx="8003">
                  <c:v>8003</c:v>
                </c:pt>
                <c:pt idx="8004">
                  <c:v>8004</c:v>
                </c:pt>
                <c:pt idx="8005">
                  <c:v>8005</c:v>
                </c:pt>
                <c:pt idx="8006">
                  <c:v>8006</c:v>
                </c:pt>
                <c:pt idx="8007">
                  <c:v>8007</c:v>
                </c:pt>
                <c:pt idx="8008">
                  <c:v>8008</c:v>
                </c:pt>
                <c:pt idx="8009">
                  <c:v>8009</c:v>
                </c:pt>
                <c:pt idx="8010">
                  <c:v>8010</c:v>
                </c:pt>
                <c:pt idx="8011">
                  <c:v>8011</c:v>
                </c:pt>
                <c:pt idx="8012">
                  <c:v>8012</c:v>
                </c:pt>
                <c:pt idx="8013">
                  <c:v>8013</c:v>
                </c:pt>
                <c:pt idx="8014">
                  <c:v>8014</c:v>
                </c:pt>
                <c:pt idx="8015">
                  <c:v>8015</c:v>
                </c:pt>
                <c:pt idx="8016">
                  <c:v>8016</c:v>
                </c:pt>
                <c:pt idx="8017">
                  <c:v>8017</c:v>
                </c:pt>
                <c:pt idx="8018">
                  <c:v>8018</c:v>
                </c:pt>
                <c:pt idx="8019">
                  <c:v>8019</c:v>
                </c:pt>
                <c:pt idx="8020">
                  <c:v>8020</c:v>
                </c:pt>
                <c:pt idx="8021">
                  <c:v>8021</c:v>
                </c:pt>
                <c:pt idx="8022">
                  <c:v>8022</c:v>
                </c:pt>
                <c:pt idx="8023">
                  <c:v>8023</c:v>
                </c:pt>
                <c:pt idx="8024">
                  <c:v>8024</c:v>
                </c:pt>
                <c:pt idx="8025">
                  <c:v>8025</c:v>
                </c:pt>
                <c:pt idx="8026">
                  <c:v>8026</c:v>
                </c:pt>
                <c:pt idx="8027">
                  <c:v>8027</c:v>
                </c:pt>
                <c:pt idx="8028">
                  <c:v>8028</c:v>
                </c:pt>
                <c:pt idx="8029">
                  <c:v>8029</c:v>
                </c:pt>
                <c:pt idx="8030">
                  <c:v>8030</c:v>
                </c:pt>
                <c:pt idx="8031">
                  <c:v>8031</c:v>
                </c:pt>
                <c:pt idx="8032">
                  <c:v>8032</c:v>
                </c:pt>
                <c:pt idx="8033">
                  <c:v>8033</c:v>
                </c:pt>
                <c:pt idx="8034">
                  <c:v>8034</c:v>
                </c:pt>
                <c:pt idx="8035">
                  <c:v>8035</c:v>
                </c:pt>
                <c:pt idx="8036">
                  <c:v>8036</c:v>
                </c:pt>
                <c:pt idx="8037">
                  <c:v>8037</c:v>
                </c:pt>
                <c:pt idx="8038">
                  <c:v>8038</c:v>
                </c:pt>
                <c:pt idx="8039">
                  <c:v>8039</c:v>
                </c:pt>
                <c:pt idx="8040">
                  <c:v>8040</c:v>
                </c:pt>
                <c:pt idx="8041">
                  <c:v>8041</c:v>
                </c:pt>
                <c:pt idx="8042">
                  <c:v>8042</c:v>
                </c:pt>
                <c:pt idx="8043">
                  <c:v>8043</c:v>
                </c:pt>
                <c:pt idx="8044">
                  <c:v>8044</c:v>
                </c:pt>
                <c:pt idx="8045">
                  <c:v>8045</c:v>
                </c:pt>
                <c:pt idx="8046">
                  <c:v>8046</c:v>
                </c:pt>
                <c:pt idx="8047">
                  <c:v>8047</c:v>
                </c:pt>
                <c:pt idx="8048">
                  <c:v>8048</c:v>
                </c:pt>
                <c:pt idx="8049">
                  <c:v>8049</c:v>
                </c:pt>
                <c:pt idx="8050">
                  <c:v>8050</c:v>
                </c:pt>
                <c:pt idx="8051">
                  <c:v>8051</c:v>
                </c:pt>
                <c:pt idx="8052">
                  <c:v>8052</c:v>
                </c:pt>
                <c:pt idx="8053">
                  <c:v>8053</c:v>
                </c:pt>
                <c:pt idx="8054">
                  <c:v>8054</c:v>
                </c:pt>
                <c:pt idx="8055">
                  <c:v>8055</c:v>
                </c:pt>
                <c:pt idx="8056">
                  <c:v>8056</c:v>
                </c:pt>
                <c:pt idx="8057">
                  <c:v>8057</c:v>
                </c:pt>
                <c:pt idx="8058">
                  <c:v>8058</c:v>
                </c:pt>
                <c:pt idx="8059">
                  <c:v>8059</c:v>
                </c:pt>
                <c:pt idx="8060">
                  <c:v>8060</c:v>
                </c:pt>
                <c:pt idx="8061">
                  <c:v>8061</c:v>
                </c:pt>
                <c:pt idx="8062">
                  <c:v>8062</c:v>
                </c:pt>
                <c:pt idx="8063">
                  <c:v>8063</c:v>
                </c:pt>
                <c:pt idx="8064">
                  <c:v>8064</c:v>
                </c:pt>
                <c:pt idx="8065">
                  <c:v>8065</c:v>
                </c:pt>
                <c:pt idx="8066">
                  <c:v>8066</c:v>
                </c:pt>
                <c:pt idx="8067">
                  <c:v>8067</c:v>
                </c:pt>
                <c:pt idx="8068">
                  <c:v>8068</c:v>
                </c:pt>
                <c:pt idx="8069">
                  <c:v>8069</c:v>
                </c:pt>
                <c:pt idx="8070">
                  <c:v>8070</c:v>
                </c:pt>
                <c:pt idx="8071">
                  <c:v>8071</c:v>
                </c:pt>
                <c:pt idx="8072">
                  <c:v>8072</c:v>
                </c:pt>
                <c:pt idx="8073">
                  <c:v>8073</c:v>
                </c:pt>
                <c:pt idx="8074">
                  <c:v>8074</c:v>
                </c:pt>
                <c:pt idx="8075">
                  <c:v>8075</c:v>
                </c:pt>
                <c:pt idx="8076">
                  <c:v>8076</c:v>
                </c:pt>
                <c:pt idx="8077">
                  <c:v>8077</c:v>
                </c:pt>
                <c:pt idx="8078">
                  <c:v>8078</c:v>
                </c:pt>
                <c:pt idx="8079">
                  <c:v>8079</c:v>
                </c:pt>
                <c:pt idx="8080">
                  <c:v>8080</c:v>
                </c:pt>
                <c:pt idx="8081">
                  <c:v>8081</c:v>
                </c:pt>
                <c:pt idx="8082">
                  <c:v>8082</c:v>
                </c:pt>
                <c:pt idx="8083">
                  <c:v>8083</c:v>
                </c:pt>
                <c:pt idx="8084">
                  <c:v>8084</c:v>
                </c:pt>
                <c:pt idx="8085">
                  <c:v>8085</c:v>
                </c:pt>
                <c:pt idx="8086">
                  <c:v>8086</c:v>
                </c:pt>
                <c:pt idx="8087">
                  <c:v>8087</c:v>
                </c:pt>
                <c:pt idx="8088">
                  <c:v>8088</c:v>
                </c:pt>
                <c:pt idx="8089">
                  <c:v>8089</c:v>
                </c:pt>
                <c:pt idx="8090">
                  <c:v>8090</c:v>
                </c:pt>
                <c:pt idx="8091">
                  <c:v>8091</c:v>
                </c:pt>
                <c:pt idx="8092">
                  <c:v>8092</c:v>
                </c:pt>
                <c:pt idx="8093">
                  <c:v>8093</c:v>
                </c:pt>
                <c:pt idx="8094">
                  <c:v>8094</c:v>
                </c:pt>
                <c:pt idx="8095">
                  <c:v>8095</c:v>
                </c:pt>
                <c:pt idx="8096">
                  <c:v>8096</c:v>
                </c:pt>
                <c:pt idx="8097">
                  <c:v>8097</c:v>
                </c:pt>
                <c:pt idx="8098">
                  <c:v>8098</c:v>
                </c:pt>
                <c:pt idx="8099">
                  <c:v>8099</c:v>
                </c:pt>
                <c:pt idx="8100">
                  <c:v>8100</c:v>
                </c:pt>
                <c:pt idx="8101">
                  <c:v>8101</c:v>
                </c:pt>
                <c:pt idx="8102">
                  <c:v>8102</c:v>
                </c:pt>
                <c:pt idx="8103">
                  <c:v>8103</c:v>
                </c:pt>
                <c:pt idx="8104">
                  <c:v>8104</c:v>
                </c:pt>
                <c:pt idx="8105">
                  <c:v>8105</c:v>
                </c:pt>
                <c:pt idx="8106">
                  <c:v>8106</c:v>
                </c:pt>
                <c:pt idx="8107">
                  <c:v>8107</c:v>
                </c:pt>
                <c:pt idx="8108">
                  <c:v>8108</c:v>
                </c:pt>
                <c:pt idx="8109">
                  <c:v>8109</c:v>
                </c:pt>
                <c:pt idx="8110">
                  <c:v>8110</c:v>
                </c:pt>
                <c:pt idx="8111">
                  <c:v>8111</c:v>
                </c:pt>
                <c:pt idx="8112">
                  <c:v>8112</c:v>
                </c:pt>
                <c:pt idx="8113">
                  <c:v>8113</c:v>
                </c:pt>
                <c:pt idx="8114">
                  <c:v>8114</c:v>
                </c:pt>
                <c:pt idx="8115">
                  <c:v>8115</c:v>
                </c:pt>
                <c:pt idx="8116">
                  <c:v>8116</c:v>
                </c:pt>
                <c:pt idx="8117">
                  <c:v>8117</c:v>
                </c:pt>
                <c:pt idx="8118">
                  <c:v>8118</c:v>
                </c:pt>
                <c:pt idx="8119">
                  <c:v>8119</c:v>
                </c:pt>
                <c:pt idx="8120">
                  <c:v>8120</c:v>
                </c:pt>
                <c:pt idx="8121">
                  <c:v>8121</c:v>
                </c:pt>
                <c:pt idx="8122">
                  <c:v>8122</c:v>
                </c:pt>
                <c:pt idx="8123">
                  <c:v>8123</c:v>
                </c:pt>
                <c:pt idx="8124">
                  <c:v>8124</c:v>
                </c:pt>
                <c:pt idx="8125">
                  <c:v>8125</c:v>
                </c:pt>
                <c:pt idx="8126">
                  <c:v>8126</c:v>
                </c:pt>
                <c:pt idx="8127">
                  <c:v>8127</c:v>
                </c:pt>
                <c:pt idx="8128">
                  <c:v>8128</c:v>
                </c:pt>
                <c:pt idx="8129">
                  <c:v>8129</c:v>
                </c:pt>
                <c:pt idx="8130">
                  <c:v>8130</c:v>
                </c:pt>
                <c:pt idx="8131">
                  <c:v>8131</c:v>
                </c:pt>
                <c:pt idx="8132">
                  <c:v>8132</c:v>
                </c:pt>
                <c:pt idx="8133">
                  <c:v>8133</c:v>
                </c:pt>
                <c:pt idx="8134">
                  <c:v>8134</c:v>
                </c:pt>
                <c:pt idx="8135">
                  <c:v>8135</c:v>
                </c:pt>
                <c:pt idx="8136">
                  <c:v>8136</c:v>
                </c:pt>
                <c:pt idx="8137">
                  <c:v>8137</c:v>
                </c:pt>
                <c:pt idx="8138">
                  <c:v>8138</c:v>
                </c:pt>
                <c:pt idx="8139">
                  <c:v>8139</c:v>
                </c:pt>
                <c:pt idx="8140">
                  <c:v>8140</c:v>
                </c:pt>
                <c:pt idx="8141">
                  <c:v>8141</c:v>
                </c:pt>
                <c:pt idx="8142">
                  <c:v>8142</c:v>
                </c:pt>
                <c:pt idx="8143">
                  <c:v>8143</c:v>
                </c:pt>
                <c:pt idx="8144">
                  <c:v>8144</c:v>
                </c:pt>
                <c:pt idx="8145">
                  <c:v>8145</c:v>
                </c:pt>
                <c:pt idx="8146">
                  <c:v>8146</c:v>
                </c:pt>
                <c:pt idx="8147">
                  <c:v>8147</c:v>
                </c:pt>
                <c:pt idx="8148">
                  <c:v>8148</c:v>
                </c:pt>
                <c:pt idx="8149">
                  <c:v>8149</c:v>
                </c:pt>
                <c:pt idx="8150">
                  <c:v>8150</c:v>
                </c:pt>
                <c:pt idx="8151">
                  <c:v>8151</c:v>
                </c:pt>
                <c:pt idx="8152">
                  <c:v>8152</c:v>
                </c:pt>
                <c:pt idx="8153">
                  <c:v>8153</c:v>
                </c:pt>
                <c:pt idx="8154">
                  <c:v>8154</c:v>
                </c:pt>
                <c:pt idx="8155">
                  <c:v>8155</c:v>
                </c:pt>
                <c:pt idx="8156">
                  <c:v>8156</c:v>
                </c:pt>
                <c:pt idx="8157">
                  <c:v>8157</c:v>
                </c:pt>
                <c:pt idx="8158">
                  <c:v>8158</c:v>
                </c:pt>
                <c:pt idx="8159">
                  <c:v>8159</c:v>
                </c:pt>
                <c:pt idx="8160">
                  <c:v>8160</c:v>
                </c:pt>
                <c:pt idx="8161">
                  <c:v>8161</c:v>
                </c:pt>
                <c:pt idx="8162">
                  <c:v>8162</c:v>
                </c:pt>
                <c:pt idx="8163">
                  <c:v>8163</c:v>
                </c:pt>
                <c:pt idx="8164">
                  <c:v>8164</c:v>
                </c:pt>
                <c:pt idx="8165">
                  <c:v>8165</c:v>
                </c:pt>
                <c:pt idx="8166">
                  <c:v>8166</c:v>
                </c:pt>
                <c:pt idx="8167">
                  <c:v>8167</c:v>
                </c:pt>
                <c:pt idx="8168">
                  <c:v>8168</c:v>
                </c:pt>
                <c:pt idx="8169">
                  <c:v>8169</c:v>
                </c:pt>
                <c:pt idx="8170">
                  <c:v>8170</c:v>
                </c:pt>
                <c:pt idx="8171">
                  <c:v>8171</c:v>
                </c:pt>
                <c:pt idx="8172">
                  <c:v>8172</c:v>
                </c:pt>
                <c:pt idx="8173">
                  <c:v>8173</c:v>
                </c:pt>
                <c:pt idx="8174">
                  <c:v>8174</c:v>
                </c:pt>
                <c:pt idx="8175">
                  <c:v>8175</c:v>
                </c:pt>
                <c:pt idx="8176">
                  <c:v>8176</c:v>
                </c:pt>
                <c:pt idx="8177">
                  <c:v>8177</c:v>
                </c:pt>
                <c:pt idx="8178">
                  <c:v>8178</c:v>
                </c:pt>
                <c:pt idx="8179">
                  <c:v>8179</c:v>
                </c:pt>
                <c:pt idx="8180">
                  <c:v>8180</c:v>
                </c:pt>
                <c:pt idx="8181">
                  <c:v>8181</c:v>
                </c:pt>
                <c:pt idx="8182">
                  <c:v>8182</c:v>
                </c:pt>
                <c:pt idx="8183">
                  <c:v>8183</c:v>
                </c:pt>
                <c:pt idx="8184">
                  <c:v>8184</c:v>
                </c:pt>
                <c:pt idx="8185">
                  <c:v>8185</c:v>
                </c:pt>
                <c:pt idx="8186">
                  <c:v>8186</c:v>
                </c:pt>
                <c:pt idx="8187">
                  <c:v>8187</c:v>
                </c:pt>
                <c:pt idx="8188">
                  <c:v>8188</c:v>
                </c:pt>
                <c:pt idx="8189">
                  <c:v>8189</c:v>
                </c:pt>
                <c:pt idx="8190">
                  <c:v>8190</c:v>
                </c:pt>
                <c:pt idx="8191">
                  <c:v>8191</c:v>
                </c:pt>
                <c:pt idx="8192">
                  <c:v>8192</c:v>
                </c:pt>
                <c:pt idx="8193">
                  <c:v>8193</c:v>
                </c:pt>
                <c:pt idx="8194">
                  <c:v>8194</c:v>
                </c:pt>
                <c:pt idx="8195">
                  <c:v>8195</c:v>
                </c:pt>
                <c:pt idx="8196">
                  <c:v>8196</c:v>
                </c:pt>
                <c:pt idx="8197">
                  <c:v>8197</c:v>
                </c:pt>
                <c:pt idx="8198">
                  <c:v>8198</c:v>
                </c:pt>
                <c:pt idx="8199">
                  <c:v>8199</c:v>
                </c:pt>
                <c:pt idx="8200">
                  <c:v>8200</c:v>
                </c:pt>
                <c:pt idx="8201">
                  <c:v>8201</c:v>
                </c:pt>
                <c:pt idx="8202">
                  <c:v>8202</c:v>
                </c:pt>
                <c:pt idx="8203">
                  <c:v>8203</c:v>
                </c:pt>
                <c:pt idx="8204">
                  <c:v>8204</c:v>
                </c:pt>
                <c:pt idx="8205">
                  <c:v>8205</c:v>
                </c:pt>
                <c:pt idx="8206">
                  <c:v>8206</c:v>
                </c:pt>
                <c:pt idx="8207">
                  <c:v>8207</c:v>
                </c:pt>
                <c:pt idx="8208">
                  <c:v>8208</c:v>
                </c:pt>
                <c:pt idx="8209">
                  <c:v>8209</c:v>
                </c:pt>
                <c:pt idx="8210">
                  <c:v>8210</c:v>
                </c:pt>
                <c:pt idx="8211">
                  <c:v>8211</c:v>
                </c:pt>
                <c:pt idx="8212">
                  <c:v>8212</c:v>
                </c:pt>
                <c:pt idx="8213">
                  <c:v>8213</c:v>
                </c:pt>
                <c:pt idx="8214">
                  <c:v>8214</c:v>
                </c:pt>
                <c:pt idx="8215">
                  <c:v>8215</c:v>
                </c:pt>
                <c:pt idx="8216">
                  <c:v>8216</c:v>
                </c:pt>
                <c:pt idx="8217">
                  <c:v>8217</c:v>
                </c:pt>
                <c:pt idx="8218">
                  <c:v>8218</c:v>
                </c:pt>
                <c:pt idx="8219">
                  <c:v>8219</c:v>
                </c:pt>
                <c:pt idx="8220">
                  <c:v>8220</c:v>
                </c:pt>
                <c:pt idx="8221">
                  <c:v>8221</c:v>
                </c:pt>
                <c:pt idx="8222">
                  <c:v>8222</c:v>
                </c:pt>
                <c:pt idx="8223">
                  <c:v>8223</c:v>
                </c:pt>
                <c:pt idx="8224">
                  <c:v>8224</c:v>
                </c:pt>
                <c:pt idx="8225">
                  <c:v>8225</c:v>
                </c:pt>
                <c:pt idx="8226">
                  <c:v>8226</c:v>
                </c:pt>
                <c:pt idx="8227">
                  <c:v>8227</c:v>
                </c:pt>
                <c:pt idx="8228">
                  <c:v>8228</c:v>
                </c:pt>
                <c:pt idx="8229">
                  <c:v>8229</c:v>
                </c:pt>
                <c:pt idx="8230">
                  <c:v>8230</c:v>
                </c:pt>
                <c:pt idx="8231">
                  <c:v>8231</c:v>
                </c:pt>
                <c:pt idx="8232">
                  <c:v>8232</c:v>
                </c:pt>
                <c:pt idx="8233">
                  <c:v>8233</c:v>
                </c:pt>
                <c:pt idx="8234">
                  <c:v>8234</c:v>
                </c:pt>
                <c:pt idx="8235">
                  <c:v>8235</c:v>
                </c:pt>
                <c:pt idx="8236">
                  <c:v>8236</c:v>
                </c:pt>
                <c:pt idx="8237">
                  <c:v>8237</c:v>
                </c:pt>
                <c:pt idx="8238">
                  <c:v>8238</c:v>
                </c:pt>
                <c:pt idx="8239">
                  <c:v>8239</c:v>
                </c:pt>
                <c:pt idx="8240">
                  <c:v>8240</c:v>
                </c:pt>
                <c:pt idx="8241">
                  <c:v>8241</c:v>
                </c:pt>
                <c:pt idx="8242">
                  <c:v>8242</c:v>
                </c:pt>
                <c:pt idx="8243">
                  <c:v>8243</c:v>
                </c:pt>
                <c:pt idx="8244">
                  <c:v>8244</c:v>
                </c:pt>
                <c:pt idx="8245">
                  <c:v>8245</c:v>
                </c:pt>
                <c:pt idx="8246">
                  <c:v>8246</c:v>
                </c:pt>
                <c:pt idx="8247">
                  <c:v>8247</c:v>
                </c:pt>
                <c:pt idx="8248">
                  <c:v>8248</c:v>
                </c:pt>
                <c:pt idx="8249">
                  <c:v>8249</c:v>
                </c:pt>
                <c:pt idx="8250">
                  <c:v>8250</c:v>
                </c:pt>
                <c:pt idx="8251">
                  <c:v>8251</c:v>
                </c:pt>
                <c:pt idx="8252">
                  <c:v>8252</c:v>
                </c:pt>
                <c:pt idx="8253">
                  <c:v>8253</c:v>
                </c:pt>
                <c:pt idx="8254">
                  <c:v>8254</c:v>
                </c:pt>
                <c:pt idx="8255">
                  <c:v>8255</c:v>
                </c:pt>
                <c:pt idx="8256">
                  <c:v>8256</c:v>
                </c:pt>
                <c:pt idx="8257">
                  <c:v>8257</c:v>
                </c:pt>
                <c:pt idx="8258">
                  <c:v>8258</c:v>
                </c:pt>
                <c:pt idx="8259">
                  <c:v>8259</c:v>
                </c:pt>
                <c:pt idx="8260">
                  <c:v>8260</c:v>
                </c:pt>
                <c:pt idx="8261">
                  <c:v>8261</c:v>
                </c:pt>
                <c:pt idx="8262">
                  <c:v>8262</c:v>
                </c:pt>
                <c:pt idx="8263">
                  <c:v>8263</c:v>
                </c:pt>
                <c:pt idx="8264">
                  <c:v>8264</c:v>
                </c:pt>
                <c:pt idx="8265">
                  <c:v>8265</c:v>
                </c:pt>
                <c:pt idx="8266">
                  <c:v>8266</c:v>
                </c:pt>
                <c:pt idx="8267">
                  <c:v>8267</c:v>
                </c:pt>
                <c:pt idx="8268">
                  <c:v>8268</c:v>
                </c:pt>
                <c:pt idx="8269">
                  <c:v>8269</c:v>
                </c:pt>
                <c:pt idx="8270">
                  <c:v>8270</c:v>
                </c:pt>
                <c:pt idx="8271">
                  <c:v>8271</c:v>
                </c:pt>
                <c:pt idx="8272">
                  <c:v>8272</c:v>
                </c:pt>
                <c:pt idx="8273">
                  <c:v>8273</c:v>
                </c:pt>
                <c:pt idx="8274">
                  <c:v>8274</c:v>
                </c:pt>
                <c:pt idx="8275">
                  <c:v>8275</c:v>
                </c:pt>
                <c:pt idx="8276">
                  <c:v>8276</c:v>
                </c:pt>
                <c:pt idx="8277">
                  <c:v>8277</c:v>
                </c:pt>
                <c:pt idx="8278">
                  <c:v>8278</c:v>
                </c:pt>
                <c:pt idx="8279">
                  <c:v>8279</c:v>
                </c:pt>
                <c:pt idx="8280">
                  <c:v>8280</c:v>
                </c:pt>
                <c:pt idx="8281">
                  <c:v>8281</c:v>
                </c:pt>
                <c:pt idx="8282">
                  <c:v>8282</c:v>
                </c:pt>
                <c:pt idx="8283">
                  <c:v>8283</c:v>
                </c:pt>
                <c:pt idx="8284">
                  <c:v>8284</c:v>
                </c:pt>
                <c:pt idx="8285">
                  <c:v>8285</c:v>
                </c:pt>
                <c:pt idx="8286">
                  <c:v>8286</c:v>
                </c:pt>
                <c:pt idx="8287">
                  <c:v>8287</c:v>
                </c:pt>
                <c:pt idx="8288">
                  <c:v>8288</c:v>
                </c:pt>
                <c:pt idx="8289">
                  <c:v>8289</c:v>
                </c:pt>
                <c:pt idx="8290">
                  <c:v>8290</c:v>
                </c:pt>
                <c:pt idx="8291">
                  <c:v>8291</c:v>
                </c:pt>
                <c:pt idx="8292">
                  <c:v>8292</c:v>
                </c:pt>
                <c:pt idx="8293">
                  <c:v>8293</c:v>
                </c:pt>
                <c:pt idx="8294">
                  <c:v>8294</c:v>
                </c:pt>
                <c:pt idx="8295">
                  <c:v>8295</c:v>
                </c:pt>
                <c:pt idx="8296">
                  <c:v>8296</c:v>
                </c:pt>
                <c:pt idx="8297">
                  <c:v>8297</c:v>
                </c:pt>
                <c:pt idx="8298">
                  <c:v>8298</c:v>
                </c:pt>
                <c:pt idx="8299">
                  <c:v>8299</c:v>
                </c:pt>
                <c:pt idx="8300">
                  <c:v>8300</c:v>
                </c:pt>
                <c:pt idx="8301">
                  <c:v>8301</c:v>
                </c:pt>
                <c:pt idx="8302">
                  <c:v>8302</c:v>
                </c:pt>
                <c:pt idx="8303">
                  <c:v>8303</c:v>
                </c:pt>
                <c:pt idx="8304">
                  <c:v>8304</c:v>
                </c:pt>
                <c:pt idx="8305">
                  <c:v>8305</c:v>
                </c:pt>
                <c:pt idx="8306">
                  <c:v>8306</c:v>
                </c:pt>
                <c:pt idx="8307">
                  <c:v>8307</c:v>
                </c:pt>
                <c:pt idx="8308">
                  <c:v>8308</c:v>
                </c:pt>
                <c:pt idx="8309">
                  <c:v>8309</c:v>
                </c:pt>
                <c:pt idx="8310">
                  <c:v>8310</c:v>
                </c:pt>
                <c:pt idx="8311">
                  <c:v>8311</c:v>
                </c:pt>
                <c:pt idx="8312">
                  <c:v>8312</c:v>
                </c:pt>
                <c:pt idx="8313">
                  <c:v>8313</c:v>
                </c:pt>
                <c:pt idx="8314">
                  <c:v>8314</c:v>
                </c:pt>
                <c:pt idx="8315">
                  <c:v>8315</c:v>
                </c:pt>
                <c:pt idx="8316">
                  <c:v>8316</c:v>
                </c:pt>
                <c:pt idx="8317">
                  <c:v>8317</c:v>
                </c:pt>
                <c:pt idx="8318">
                  <c:v>8318</c:v>
                </c:pt>
                <c:pt idx="8319">
                  <c:v>8319</c:v>
                </c:pt>
                <c:pt idx="8320">
                  <c:v>8320</c:v>
                </c:pt>
                <c:pt idx="8321">
                  <c:v>8321</c:v>
                </c:pt>
                <c:pt idx="8322">
                  <c:v>8322</c:v>
                </c:pt>
                <c:pt idx="8323">
                  <c:v>8323</c:v>
                </c:pt>
                <c:pt idx="8324">
                  <c:v>8324</c:v>
                </c:pt>
                <c:pt idx="8325">
                  <c:v>8325</c:v>
                </c:pt>
                <c:pt idx="8326">
                  <c:v>8326</c:v>
                </c:pt>
                <c:pt idx="8327">
                  <c:v>8327</c:v>
                </c:pt>
                <c:pt idx="8328">
                  <c:v>8328</c:v>
                </c:pt>
                <c:pt idx="8329">
                  <c:v>8329</c:v>
                </c:pt>
                <c:pt idx="8330">
                  <c:v>8330</c:v>
                </c:pt>
                <c:pt idx="8331">
                  <c:v>8331</c:v>
                </c:pt>
                <c:pt idx="8332">
                  <c:v>8332</c:v>
                </c:pt>
                <c:pt idx="8333">
                  <c:v>8333</c:v>
                </c:pt>
                <c:pt idx="8334">
                  <c:v>8334</c:v>
                </c:pt>
                <c:pt idx="8335">
                  <c:v>8335</c:v>
                </c:pt>
                <c:pt idx="8336">
                  <c:v>8336</c:v>
                </c:pt>
                <c:pt idx="8337">
                  <c:v>8337</c:v>
                </c:pt>
                <c:pt idx="8338">
                  <c:v>8338</c:v>
                </c:pt>
                <c:pt idx="8339">
                  <c:v>8339</c:v>
                </c:pt>
                <c:pt idx="8340">
                  <c:v>8340</c:v>
                </c:pt>
                <c:pt idx="8341">
                  <c:v>8341</c:v>
                </c:pt>
                <c:pt idx="8342">
                  <c:v>8342</c:v>
                </c:pt>
                <c:pt idx="8343">
                  <c:v>8343</c:v>
                </c:pt>
                <c:pt idx="8344">
                  <c:v>8344</c:v>
                </c:pt>
                <c:pt idx="8345">
                  <c:v>8345</c:v>
                </c:pt>
                <c:pt idx="8346">
                  <c:v>8346</c:v>
                </c:pt>
                <c:pt idx="8347">
                  <c:v>8347</c:v>
                </c:pt>
                <c:pt idx="8348">
                  <c:v>8348</c:v>
                </c:pt>
                <c:pt idx="8349">
                  <c:v>8349</c:v>
                </c:pt>
                <c:pt idx="8350">
                  <c:v>8350</c:v>
                </c:pt>
                <c:pt idx="8351">
                  <c:v>8351</c:v>
                </c:pt>
                <c:pt idx="8352">
                  <c:v>8352</c:v>
                </c:pt>
                <c:pt idx="8353">
                  <c:v>8353</c:v>
                </c:pt>
                <c:pt idx="8354">
                  <c:v>8354</c:v>
                </c:pt>
                <c:pt idx="8355">
                  <c:v>8355</c:v>
                </c:pt>
                <c:pt idx="8356">
                  <c:v>8356</c:v>
                </c:pt>
                <c:pt idx="8357">
                  <c:v>8357</c:v>
                </c:pt>
                <c:pt idx="8358">
                  <c:v>8358</c:v>
                </c:pt>
                <c:pt idx="8359">
                  <c:v>8359</c:v>
                </c:pt>
                <c:pt idx="8360">
                  <c:v>8360</c:v>
                </c:pt>
                <c:pt idx="8361">
                  <c:v>8361</c:v>
                </c:pt>
                <c:pt idx="8362">
                  <c:v>8362</c:v>
                </c:pt>
                <c:pt idx="8363">
                  <c:v>8363</c:v>
                </c:pt>
                <c:pt idx="8364">
                  <c:v>8364</c:v>
                </c:pt>
                <c:pt idx="8365">
                  <c:v>8365</c:v>
                </c:pt>
                <c:pt idx="8366">
                  <c:v>8366</c:v>
                </c:pt>
                <c:pt idx="8367">
                  <c:v>8367</c:v>
                </c:pt>
                <c:pt idx="8368">
                  <c:v>8368</c:v>
                </c:pt>
                <c:pt idx="8369">
                  <c:v>8369</c:v>
                </c:pt>
                <c:pt idx="8370">
                  <c:v>8370</c:v>
                </c:pt>
                <c:pt idx="8371">
                  <c:v>8371</c:v>
                </c:pt>
                <c:pt idx="8372">
                  <c:v>8372</c:v>
                </c:pt>
                <c:pt idx="8373">
                  <c:v>8373</c:v>
                </c:pt>
                <c:pt idx="8374">
                  <c:v>8374</c:v>
                </c:pt>
                <c:pt idx="8375">
                  <c:v>8375</c:v>
                </c:pt>
                <c:pt idx="8376">
                  <c:v>8376</c:v>
                </c:pt>
                <c:pt idx="8377">
                  <c:v>8377</c:v>
                </c:pt>
                <c:pt idx="8378">
                  <c:v>8378</c:v>
                </c:pt>
                <c:pt idx="8379">
                  <c:v>8379</c:v>
                </c:pt>
                <c:pt idx="8380">
                  <c:v>8380</c:v>
                </c:pt>
                <c:pt idx="8381">
                  <c:v>8381</c:v>
                </c:pt>
                <c:pt idx="8382">
                  <c:v>8382</c:v>
                </c:pt>
                <c:pt idx="8383">
                  <c:v>8383</c:v>
                </c:pt>
                <c:pt idx="8384">
                  <c:v>8384</c:v>
                </c:pt>
                <c:pt idx="8385">
                  <c:v>8385</c:v>
                </c:pt>
                <c:pt idx="8386">
                  <c:v>8386</c:v>
                </c:pt>
                <c:pt idx="8387">
                  <c:v>8387</c:v>
                </c:pt>
                <c:pt idx="8388">
                  <c:v>8388</c:v>
                </c:pt>
                <c:pt idx="8389">
                  <c:v>8389</c:v>
                </c:pt>
                <c:pt idx="8390">
                  <c:v>8390</c:v>
                </c:pt>
                <c:pt idx="8391">
                  <c:v>8391</c:v>
                </c:pt>
                <c:pt idx="8392">
                  <c:v>8392</c:v>
                </c:pt>
                <c:pt idx="8393">
                  <c:v>8393</c:v>
                </c:pt>
                <c:pt idx="8394">
                  <c:v>8394</c:v>
                </c:pt>
                <c:pt idx="8395">
                  <c:v>8395</c:v>
                </c:pt>
                <c:pt idx="8396">
                  <c:v>8396</c:v>
                </c:pt>
                <c:pt idx="8397">
                  <c:v>8397</c:v>
                </c:pt>
                <c:pt idx="8398">
                  <c:v>8398</c:v>
                </c:pt>
                <c:pt idx="8399">
                  <c:v>8399</c:v>
                </c:pt>
                <c:pt idx="8400">
                  <c:v>8400</c:v>
                </c:pt>
                <c:pt idx="8401">
                  <c:v>8401</c:v>
                </c:pt>
                <c:pt idx="8402">
                  <c:v>8402</c:v>
                </c:pt>
                <c:pt idx="8403">
                  <c:v>8403</c:v>
                </c:pt>
                <c:pt idx="8404">
                  <c:v>8404</c:v>
                </c:pt>
                <c:pt idx="8405">
                  <c:v>8405</c:v>
                </c:pt>
                <c:pt idx="8406">
                  <c:v>8406</c:v>
                </c:pt>
                <c:pt idx="8407">
                  <c:v>8407</c:v>
                </c:pt>
                <c:pt idx="8408">
                  <c:v>8408</c:v>
                </c:pt>
                <c:pt idx="8409">
                  <c:v>8409</c:v>
                </c:pt>
                <c:pt idx="8410">
                  <c:v>8410</c:v>
                </c:pt>
                <c:pt idx="8411">
                  <c:v>8411</c:v>
                </c:pt>
                <c:pt idx="8412">
                  <c:v>8412</c:v>
                </c:pt>
                <c:pt idx="8413">
                  <c:v>8413</c:v>
                </c:pt>
                <c:pt idx="8414">
                  <c:v>8414</c:v>
                </c:pt>
                <c:pt idx="8415">
                  <c:v>8415</c:v>
                </c:pt>
                <c:pt idx="8416">
                  <c:v>8416</c:v>
                </c:pt>
                <c:pt idx="8417">
                  <c:v>8417</c:v>
                </c:pt>
                <c:pt idx="8418">
                  <c:v>8418</c:v>
                </c:pt>
                <c:pt idx="8419">
                  <c:v>8419</c:v>
                </c:pt>
                <c:pt idx="8420">
                  <c:v>8420</c:v>
                </c:pt>
                <c:pt idx="8421">
                  <c:v>8421</c:v>
                </c:pt>
                <c:pt idx="8422">
                  <c:v>8422</c:v>
                </c:pt>
                <c:pt idx="8423">
                  <c:v>8423</c:v>
                </c:pt>
                <c:pt idx="8424">
                  <c:v>8424</c:v>
                </c:pt>
                <c:pt idx="8425">
                  <c:v>8425</c:v>
                </c:pt>
                <c:pt idx="8426">
                  <c:v>8426</c:v>
                </c:pt>
                <c:pt idx="8427">
                  <c:v>8427</c:v>
                </c:pt>
                <c:pt idx="8428">
                  <c:v>8428</c:v>
                </c:pt>
                <c:pt idx="8429">
                  <c:v>8429</c:v>
                </c:pt>
                <c:pt idx="8430">
                  <c:v>8430</c:v>
                </c:pt>
                <c:pt idx="8431">
                  <c:v>8431</c:v>
                </c:pt>
                <c:pt idx="8432">
                  <c:v>8432</c:v>
                </c:pt>
                <c:pt idx="8433">
                  <c:v>8433</c:v>
                </c:pt>
                <c:pt idx="8434">
                  <c:v>8434</c:v>
                </c:pt>
                <c:pt idx="8435">
                  <c:v>8435</c:v>
                </c:pt>
                <c:pt idx="8436">
                  <c:v>8436</c:v>
                </c:pt>
                <c:pt idx="8437">
                  <c:v>8437</c:v>
                </c:pt>
                <c:pt idx="8438">
                  <c:v>8438</c:v>
                </c:pt>
                <c:pt idx="8439">
                  <c:v>8439</c:v>
                </c:pt>
                <c:pt idx="8440">
                  <c:v>8440</c:v>
                </c:pt>
                <c:pt idx="8441">
                  <c:v>8441</c:v>
                </c:pt>
                <c:pt idx="8442">
                  <c:v>8442</c:v>
                </c:pt>
                <c:pt idx="8443">
                  <c:v>8443</c:v>
                </c:pt>
                <c:pt idx="8444">
                  <c:v>8444</c:v>
                </c:pt>
                <c:pt idx="8445">
                  <c:v>8445</c:v>
                </c:pt>
                <c:pt idx="8446">
                  <c:v>8446</c:v>
                </c:pt>
                <c:pt idx="8447">
                  <c:v>8447</c:v>
                </c:pt>
                <c:pt idx="8448">
                  <c:v>8448</c:v>
                </c:pt>
                <c:pt idx="8449">
                  <c:v>8449</c:v>
                </c:pt>
                <c:pt idx="8450">
                  <c:v>8450</c:v>
                </c:pt>
                <c:pt idx="8451">
                  <c:v>8451</c:v>
                </c:pt>
                <c:pt idx="8452">
                  <c:v>8452</c:v>
                </c:pt>
                <c:pt idx="8453">
                  <c:v>8453</c:v>
                </c:pt>
                <c:pt idx="8454">
                  <c:v>8454</c:v>
                </c:pt>
                <c:pt idx="8455">
                  <c:v>8455</c:v>
                </c:pt>
                <c:pt idx="8456">
                  <c:v>8456</c:v>
                </c:pt>
                <c:pt idx="8457">
                  <c:v>8457</c:v>
                </c:pt>
                <c:pt idx="8458">
                  <c:v>8458</c:v>
                </c:pt>
                <c:pt idx="8459">
                  <c:v>8459</c:v>
                </c:pt>
                <c:pt idx="8460">
                  <c:v>8460</c:v>
                </c:pt>
                <c:pt idx="8461">
                  <c:v>8461</c:v>
                </c:pt>
                <c:pt idx="8462">
                  <c:v>8462</c:v>
                </c:pt>
                <c:pt idx="8463">
                  <c:v>8463</c:v>
                </c:pt>
                <c:pt idx="8464">
                  <c:v>8464</c:v>
                </c:pt>
                <c:pt idx="8465">
                  <c:v>8465</c:v>
                </c:pt>
                <c:pt idx="8466">
                  <c:v>8466</c:v>
                </c:pt>
                <c:pt idx="8467">
                  <c:v>8467</c:v>
                </c:pt>
                <c:pt idx="8468">
                  <c:v>8468</c:v>
                </c:pt>
                <c:pt idx="8469">
                  <c:v>8469</c:v>
                </c:pt>
                <c:pt idx="8470">
                  <c:v>8470</c:v>
                </c:pt>
                <c:pt idx="8471">
                  <c:v>8471</c:v>
                </c:pt>
                <c:pt idx="8472">
                  <c:v>8472</c:v>
                </c:pt>
                <c:pt idx="8473">
                  <c:v>8473</c:v>
                </c:pt>
                <c:pt idx="8474">
                  <c:v>8474</c:v>
                </c:pt>
                <c:pt idx="8475">
                  <c:v>8475</c:v>
                </c:pt>
                <c:pt idx="8476">
                  <c:v>8476</c:v>
                </c:pt>
                <c:pt idx="8477">
                  <c:v>8477</c:v>
                </c:pt>
                <c:pt idx="8478">
                  <c:v>8478</c:v>
                </c:pt>
                <c:pt idx="8479">
                  <c:v>8479</c:v>
                </c:pt>
                <c:pt idx="8480">
                  <c:v>8480</c:v>
                </c:pt>
                <c:pt idx="8481">
                  <c:v>8481</c:v>
                </c:pt>
                <c:pt idx="8482">
                  <c:v>8482</c:v>
                </c:pt>
                <c:pt idx="8483">
                  <c:v>8483</c:v>
                </c:pt>
                <c:pt idx="8484">
                  <c:v>8484</c:v>
                </c:pt>
                <c:pt idx="8485">
                  <c:v>8485</c:v>
                </c:pt>
                <c:pt idx="8486">
                  <c:v>8486</c:v>
                </c:pt>
                <c:pt idx="8487">
                  <c:v>8487</c:v>
                </c:pt>
                <c:pt idx="8488">
                  <c:v>8488</c:v>
                </c:pt>
                <c:pt idx="8489">
                  <c:v>8489</c:v>
                </c:pt>
                <c:pt idx="8490">
                  <c:v>8490</c:v>
                </c:pt>
                <c:pt idx="8491">
                  <c:v>8491</c:v>
                </c:pt>
                <c:pt idx="8492">
                  <c:v>8492</c:v>
                </c:pt>
                <c:pt idx="8493">
                  <c:v>8493</c:v>
                </c:pt>
                <c:pt idx="8494">
                  <c:v>8494</c:v>
                </c:pt>
                <c:pt idx="8495">
                  <c:v>8495</c:v>
                </c:pt>
                <c:pt idx="8496">
                  <c:v>8496</c:v>
                </c:pt>
                <c:pt idx="8497">
                  <c:v>8497</c:v>
                </c:pt>
                <c:pt idx="8498">
                  <c:v>8498</c:v>
                </c:pt>
                <c:pt idx="8499">
                  <c:v>8499</c:v>
                </c:pt>
                <c:pt idx="8500">
                  <c:v>8500</c:v>
                </c:pt>
                <c:pt idx="8501">
                  <c:v>8501</c:v>
                </c:pt>
                <c:pt idx="8502">
                  <c:v>8502</c:v>
                </c:pt>
                <c:pt idx="8503">
                  <c:v>8503</c:v>
                </c:pt>
                <c:pt idx="8504">
                  <c:v>8504</c:v>
                </c:pt>
                <c:pt idx="8505">
                  <c:v>8505</c:v>
                </c:pt>
                <c:pt idx="8506">
                  <c:v>8506</c:v>
                </c:pt>
                <c:pt idx="8507">
                  <c:v>8507</c:v>
                </c:pt>
                <c:pt idx="8508">
                  <c:v>8508</c:v>
                </c:pt>
                <c:pt idx="8509">
                  <c:v>8509</c:v>
                </c:pt>
                <c:pt idx="8510">
                  <c:v>8510</c:v>
                </c:pt>
                <c:pt idx="8511">
                  <c:v>8511</c:v>
                </c:pt>
                <c:pt idx="8512">
                  <c:v>8512</c:v>
                </c:pt>
                <c:pt idx="8513">
                  <c:v>8513</c:v>
                </c:pt>
                <c:pt idx="8514">
                  <c:v>8514</c:v>
                </c:pt>
                <c:pt idx="8515">
                  <c:v>8515</c:v>
                </c:pt>
                <c:pt idx="8516">
                  <c:v>8516</c:v>
                </c:pt>
                <c:pt idx="8517">
                  <c:v>8517</c:v>
                </c:pt>
                <c:pt idx="8518">
                  <c:v>8518</c:v>
                </c:pt>
                <c:pt idx="8519">
                  <c:v>8519</c:v>
                </c:pt>
                <c:pt idx="8520">
                  <c:v>8520</c:v>
                </c:pt>
                <c:pt idx="8521">
                  <c:v>8521</c:v>
                </c:pt>
                <c:pt idx="8522">
                  <c:v>8522</c:v>
                </c:pt>
                <c:pt idx="8523">
                  <c:v>8523</c:v>
                </c:pt>
                <c:pt idx="8524">
                  <c:v>8524</c:v>
                </c:pt>
                <c:pt idx="8525">
                  <c:v>8525</c:v>
                </c:pt>
                <c:pt idx="8526">
                  <c:v>8526</c:v>
                </c:pt>
                <c:pt idx="8527">
                  <c:v>8527</c:v>
                </c:pt>
                <c:pt idx="8528">
                  <c:v>8528</c:v>
                </c:pt>
                <c:pt idx="8529">
                  <c:v>8529</c:v>
                </c:pt>
                <c:pt idx="8530">
                  <c:v>8530</c:v>
                </c:pt>
                <c:pt idx="8531">
                  <c:v>8531</c:v>
                </c:pt>
                <c:pt idx="8532">
                  <c:v>8532</c:v>
                </c:pt>
                <c:pt idx="8533">
                  <c:v>8533</c:v>
                </c:pt>
                <c:pt idx="8534">
                  <c:v>8534</c:v>
                </c:pt>
                <c:pt idx="8535">
                  <c:v>8535</c:v>
                </c:pt>
                <c:pt idx="8536">
                  <c:v>8536</c:v>
                </c:pt>
                <c:pt idx="8537">
                  <c:v>8537</c:v>
                </c:pt>
                <c:pt idx="8538">
                  <c:v>8538</c:v>
                </c:pt>
                <c:pt idx="8539">
                  <c:v>8539</c:v>
                </c:pt>
                <c:pt idx="8540">
                  <c:v>8540</c:v>
                </c:pt>
                <c:pt idx="8541">
                  <c:v>8541</c:v>
                </c:pt>
                <c:pt idx="8542">
                  <c:v>8542</c:v>
                </c:pt>
                <c:pt idx="8543">
                  <c:v>8543</c:v>
                </c:pt>
                <c:pt idx="8544">
                  <c:v>8544</c:v>
                </c:pt>
                <c:pt idx="8545">
                  <c:v>8545</c:v>
                </c:pt>
                <c:pt idx="8546">
                  <c:v>8546</c:v>
                </c:pt>
                <c:pt idx="8547">
                  <c:v>8547</c:v>
                </c:pt>
                <c:pt idx="8548">
                  <c:v>8548</c:v>
                </c:pt>
                <c:pt idx="8549">
                  <c:v>8549</c:v>
                </c:pt>
                <c:pt idx="8550">
                  <c:v>8550</c:v>
                </c:pt>
                <c:pt idx="8551">
                  <c:v>8551</c:v>
                </c:pt>
                <c:pt idx="8552">
                  <c:v>8552</c:v>
                </c:pt>
                <c:pt idx="8553">
                  <c:v>8553</c:v>
                </c:pt>
                <c:pt idx="8554">
                  <c:v>8554</c:v>
                </c:pt>
                <c:pt idx="8555">
                  <c:v>8555</c:v>
                </c:pt>
                <c:pt idx="8556">
                  <c:v>8556</c:v>
                </c:pt>
                <c:pt idx="8557">
                  <c:v>8557</c:v>
                </c:pt>
                <c:pt idx="8558">
                  <c:v>8558</c:v>
                </c:pt>
                <c:pt idx="8559">
                  <c:v>8559</c:v>
                </c:pt>
                <c:pt idx="8560">
                  <c:v>8560</c:v>
                </c:pt>
                <c:pt idx="8561">
                  <c:v>8561</c:v>
                </c:pt>
                <c:pt idx="8562">
                  <c:v>8562</c:v>
                </c:pt>
                <c:pt idx="8563">
                  <c:v>8563</c:v>
                </c:pt>
                <c:pt idx="8564">
                  <c:v>8564</c:v>
                </c:pt>
                <c:pt idx="8565">
                  <c:v>8565</c:v>
                </c:pt>
                <c:pt idx="8566">
                  <c:v>8566</c:v>
                </c:pt>
                <c:pt idx="8567">
                  <c:v>8567</c:v>
                </c:pt>
                <c:pt idx="8568">
                  <c:v>8568</c:v>
                </c:pt>
                <c:pt idx="8569">
                  <c:v>8569</c:v>
                </c:pt>
                <c:pt idx="8570">
                  <c:v>8570</c:v>
                </c:pt>
                <c:pt idx="8571">
                  <c:v>8571</c:v>
                </c:pt>
                <c:pt idx="8572">
                  <c:v>8572</c:v>
                </c:pt>
                <c:pt idx="8573">
                  <c:v>8573</c:v>
                </c:pt>
                <c:pt idx="8574">
                  <c:v>8574</c:v>
                </c:pt>
                <c:pt idx="8575">
                  <c:v>8575</c:v>
                </c:pt>
                <c:pt idx="8576">
                  <c:v>8576</c:v>
                </c:pt>
                <c:pt idx="8577">
                  <c:v>8577</c:v>
                </c:pt>
                <c:pt idx="8578">
                  <c:v>8578</c:v>
                </c:pt>
                <c:pt idx="8579">
                  <c:v>8579</c:v>
                </c:pt>
                <c:pt idx="8580">
                  <c:v>8580</c:v>
                </c:pt>
                <c:pt idx="8581">
                  <c:v>8581</c:v>
                </c:pt>
                <c:pt idx="8582">
                  <c:v>8582</c:v>
                </c:pt>
                <c:pt idx="8583">
                  <c:v>8583</c:v>
                </c:pt>
                <c:pt idx="8584">
                  <c:v>8584</c:v>
                </c:pt>
                <c:pt idx="8585">
                  <c:v>8585</c:v>
                </c:pt>
                <c:pt idx="8586">
                  <c:v>8586</c:v>
                </c:pt>
                <c:pt idx="8587">
                  <c:v>8587</c:v>
                </c:pt>
                <c:pt idx="8588">
                  <c:v>8588</c:v>
                </c:pt>
                <c:pt idx="8589">
                  <c:v>8589</c:v>
                </c:pt>
                <c:pt idx="8590">
                  <c:v>8590</c:v>
                </c:pt>
                <c:pt idx="8591">
                  <c:v>8591</c:v>
                </c:pt>
                <c:pt idx="8592">
                  <c:v>8592</c:v>
                </c:pt>
                <c:pt idx="8593">
                  <c:v>8593</c:v>
                </c:pt>
                <c:pt idx="8594">
                  <c:v>8594</c:v>
                </c:pt>
                <c:pt idx="8595">
                  <c:v>8595</c:v>
                </c:pt>
                <c:pt idx="8596">
                  <c:v>8596</c:v>
                </c:pt>
                <c:pt idx="8597">
                  <c:v>8597</c:v>
                </c:pt>
                <c:pt idx="8598">
                  <c:v>8598</c:v>
                </c:pt>
                <c:pt idx="8599">
                  <c:v>8599</c:v>
                </c:pt>
                <c:pt idx="8600">
                  <c:v>8600</c:v>
                </c:pt>
                <c:pt idx="8601">
                  <c:v>8601</c:v>
                </c:pt>
                <c:pt idx="8602">
                  <c:v>8602</c:v>
                </c:pt>
                <c:pt idx="8603">
                  <c:v>8603</c:v>
                </c:pt>
                <c:pt idx="8604">
                  <c:v>8604</c:v>
                </c:pt>
                <c:pt idx="8605">
                  <c:v>8605</c:v>
                </c:pt>
                <c:pt idx="8606">
                  <c:v>8606</c:v>
                </c:pt>
                <c:pt idx="8607">
                  <c:v>8607</c:v>
                </c:pt>
                <c:pt idx="8608">
                  <c:v>8608</c:v>
                </c:pt>
                <c:pt idx="8609">
                  <c:v>8609</c:v>
                </c:pt>
                <c:pt idx="8610">
                  <c:v>8610</c:v>
                </c:pt>
                <c:pt idx="8611">
                  <c:v>8611</c:v>
                </c:pt>
                <c:pt idx="8612">
                  <c:v>8612</c:v>
                </c:pt>
                <c:pt idx="8613">
                  <c:v>8613</c:v>
                </c:pt>
                <c:pt idx="8614">
                  <c:v>8614</c:v>
                </c:pt>
                <c:pt idx="8615">
                  <c:v>8615</c:v>
                </c:pt>
                <c:pt idx="8616">
                  <c:v>8616</c:v>
                </c:pt>
                <c:pt idx="8617">
                  <c:v>8617</c:v>
                </c:pt>
                <c:pt idx="8618">
                  <c:v>8618</c:v>
                </c:pt>
                <c:pt idx="8619">
                  <c:v>8619</c:v>
                </c:pt>
                <c:pt idx="8620">
                  <c:v>8620</c:v>
                </c:pt>
                <c:pt idx="8621">
                  <c:v>8621</c:v>
                </c:pt>
                <c:pt idx="8622">
                  <c:v>8622</c:v>
                </c:pt>
                <c:pt idx="8623">
                  <c:v>8623</c:v>
                </c:pt>
                <c:pt idx="8624">
                  <c:v>8624</c:v>
                </c:pt>
                <c:pt idx="8625">
                  <c:v>8625</c:v>
                </c:pt>
                <c:pt idx="8626">
                  <c:v>8626</c:v>
                </c:pt>
                <c:pt idx="8627">
                  <c:v>8627</c:v>
                </c:pt>
                <c:pt idx="8628">
                  <c:v>8628</c:v>
                </c:pt>
                <c:pt idx="8629">
                  <c:v>8629</c:v>
                </c:pt>
                <c:pt idx="8630">
                  <c:v>8630</c:v>
                </c:pt>
                <c:pt idx="8631">
                  <c:v>8631</c:v>
                </c:pt>
                <c:pt idx="8632">
                  <c:v>8632</c:v>
                </c:pt>
                <c:pt idx="8633">
                  <c:v>8633</c:v>
                </c:pt>
                <c:pt idx="8634">
                  <c:v>8634</c:v>
                </c:pt>
                <c:pt idx="8635">
                  <c:v>8635</c:v>
                </c:pt>
                <c:pt idx="8636">
                  <c:v>8636</c:v>
                </c:pt>
                <c:pt idx="8637">
                  <c:v>8637</c:v>
                </c:pt>
                <c:pt idx="8638">
                  <c:v>8638</c:v>
                </c:pt>
                <c:pt idx="8639">
                  <c:v>8639</c:v>
                </c:pt>
                <c:pt idx="8640">
                  <c:v>8640</c:v>
                </c:pt>
                <c:pt idx="8641">
                  <c:v>8641</c:v>
                </c:pt>
                <c:pt idx="8642">
                  <c:v>8642</c:v>
                </c:pt>
                <c:pt idx="8643">
                  <c:v>8643</c:v>
                </c:pt>
                <c:pt idx="8644">
                  <c:v>8644</c:v>
                </c:pt>
                <c:pt idx="8645">
                  <c:v>8645</c:v>
                </c:pt>
                <c:pt idx="8646">
                  <c:v>8646</c:v>
                </c:pt>
                <c:pt idx="8647">
                  <c:v>8647</c:v>
                </c:pt>
                <c:pt idx="8648">
                  <c:v>8648</c:v>
                </c:pt>
                <c:pt idx="8649">
                  <c:v>8649</c:v>
                </c:pt>
                <c:pt idx="8650">
                  <c:v>8650</c:v>
                </c:pt>
                <c:pt idx="8651">
                  <c:v>8651</c:v>
                </c:pt>
                <c:pt idx="8652">
                  <c:v>8652</c:v>
                </c:pt>
                <c:pt idx="8653">
                  <c:v>8653</c:v>
                </c:pt>
                <c:pt idx="8654">
                  <c:v>8654</c:v>
                </c:pt>
                <c:pt idx="8655">
                  <c:v>8655</c:v>
                </c:pt>
                <c:pt idx="8656">
                  <c:v>8656</c:v>
                </c:pt>
                <c:pt idx="8657">
                  <c:v>8657</c:v>
                </c:pt>
                <c:pt idx="8658">
                  <c:v>8658</c:v>
                </c:pt>
                <c:pt idx="8659">
                  <c:v>8659</c:v>
                </c:pt>
                <c:pt idx="8660">
                  <c:v>8660</c:v>
                </c:pt>
                <c:pt idx="8661">
                  <c:v>8661</c:v>
                </c:pt>
                <c:pt idx="8662">
                  <c:v>8662</c:v>
                </c:pt>
                <c:pt idx="8663">
                  <c:v>8663</c:v>
                </c:pt>
                <c:pt idx="8664">
                  <c:v>8664</c:v>
                </c:pt>
                <c:pt idx="8665">
                  <c:v>8665</c:v>
                </c:pt>
                <c:pt idx="8666">
                  <c:v>8666</c:v>
                </c:pt>
                <c:pt idx="8667">
                  <c:v>8667</c:v>
                </c:pt>
                <c:pt idx="8668">
                  <c:v>8668</c:v>
                </c:pt>
                <c:pt idx="8669">
                  <c:v>8669</c:v>
                </c:pt>
                <c:pt idx="8670">
                  <c:v>8670</c:v>
                </c:pt>
                <c:pt idx="8671">
                  <c:v>8671</c:v>
                </c:pt>
                <c:pt idx="8672">
                  <c:v>8672</c:v>
                </c:pt>
                <c:pt idx="8673">
                  <c:v>8673</c:v>
                </c:pt>
                <c:pt idx="8674">
                  <c:v>8674</c:v>
                </c:pt>
                <c:pt idx="8675">
                  <c:v>8675</c:v>
                </c:pt>
                <c:pt idx="8676">
                  <c:v>8676</c:v>
                </c:pt>
                <c:pt idx="8677">
                  <c:v>8677</c:v>
                </c:pt>
                <c:pt idx="8678">
                  <c:v>8678</c:v>
                </c:pt>
                <c:pt idx="8679">
                  <c:v>8679</c:v>
                </c:pt>
                <c:pt idx="8680">
                  <c:v>8680</c:v>
                </c:pt>
                <c:pt idx="8681">
                  <c:v>8681</c:v>
                </c:pt>
                <c:pt idx="8682">
                  <c:v>8682</c:v>
                </c:pt>
                <c:pt idx="8683">
                  <c:v>8683</c:v>
                </c:pt>
                <c:pt idx="8684">
                  <c:v>8684</c:v>
                </c:pt>
                <c:pt idx="8685">
                  <c:v>8685</c:v>
                </c:pt>
                <c:pt idx="8686">
                  <c:v>8686</c:v>
                </c:pt>
                <c:pt idx="8687">
                  <c:v>8687</c:v>
                </c:pt>
                <c:pt idx="8688">
                  <c:v>8688</c:v>
                </c:pt>
                <c:pt idx="8689">
                  <c:v>8689</c:v>
                </c:pt>
                <c:pt idx="8690">
                  <c:v>8690</c:v>
                </c:pt>
                <c:pt idx="8691">
                  <c:v>8691</c:v>
                </c:pt>
                <c:pt idx="8692">
                  <c:v>8692</c:v>
                </c:pt>
                <c:pt idx="8693">
                  <c:v>8693</c:v>
                </c:pt>
                <c:pt idx="8694">
                  <c:v>8694</c:v>
                </c:pt>
                <c:pt idx="8695">
                  <c:v>8695</c:v>
                </c:pt>
                <c:pt idx="8696">
                  <c:v>8696</c:v>
                </c:pt>
                <c:pt idx="8697">
                  <c:v>8697</c:v>
                </c:pt>
                <c:pt idx="8698">
                  <c:v>8698</c:v>
                </c:pt>
                <c:pt idx="8699">
                  <c:v>8699</c:v>
                </c:pt>
                <c:pt idx="8700">
                  <c:v>8700</c:v>
                </c:pt>
                <c:pt idx="8701">
                  <c:v>8701</c:v>
                </c:pt>
                <c:pt idx="8702">
                  <c:v>8702</c:v>
                </c:pt>
                <c:pt idx="8703">
                  <c:v>8703</c:v>
                </c:pt>
                <c:pt idx="8704">
                  <c:v>8704</c:v>
                </c:pt>
                <c:pt idx="8705">
                  <c:v>8705</c:v>
                </c:pt>
                <c:pt idx="8706">
                  <c:v>8706</c:v>
                </c:pt>
                <c:pt idx="8707">
                  <c:v>8707</c:v>
                </c:pt>
                <c:pt idx="8708">
                  <c:v>8708</c:v>
                </c:pt>
                <c:pt idx="8709">
                  <c:v>8709</c:v>
                </c:pt>
                <c:pt idx="8710">
                  <c:v>8710</c:v>
                </c:pt>
                <c:pt idx="8711">
                  <c:v>8711</c:v>
                </c:pt>
                <c:pt idx="8712">
                  <c:v>8712</c:v>
                </c:pt>
                <c:pt idx="8713">
                  <c:v>8713</c:v>
                </c:pt>
                <c:pt idx="8714">
                  <c:v>8714</c:v>
                </c:pt>
                <c:pt idx="8715">
                  <c:v>8715</c:v>
                </c:pt>
                <c:pt idx="8716">
                  <c:v>8716</c:v>
                </c:pt>
                <c:pt idx="8717">
                  <c:v>8717</c:v>
                </c:pt>
                <c:pt idx="8718">
                  <c:v>8718</c:v>
                </c:pt>
                <c:pt idx="8719">
                  <c:v>8719</c:v>
                </c:pt>
                <c:pt idx="8720">
                  <c:v>8720</c:v>
                </c:pt>
                <c:pt idx="8721">
                  <c:v>8721</c:v>
                </c:pt>
                <c:pt idx="8722">
                  <c:v>8722</c:v>
                </c:pt>
                <c:pt idx="8723">
                  <c:v>8723</c:v>
                </c:pt>
                <c:pt idx="8724">
                  <c:v>8724</c:v>
                </c:pt>
                <c:pt idx="8725">
                  <c:v>8725</c:v>
                </c:pt>
                <c:pt idx="8726">
                  <c:v>8726</c:v>
                </c:pt>
                <c:pt idx="8727">
                  <c:v>8727</c:v>
                </c:pt>
                <c:pt idx="8728">
                  <c:v>8728</c:v>
                </c:pt>
                <c:pt idx="8729">
                  <c:v>8729</c:v>
                </c:pt>
                <c:pt idx="8730">
                  <c:v>8730</c:v>
                </c:pt>
                <c:pt idx="8731">
                  <c:v>8731</c:v>
                </c:pt>
                <c:pt idx="8732">
                  <c:v>8732</c:v>
                </c:pt>
                <c:pt idx="8733">
                  <c:v>8733</c:v>
                </c:pt>
                <c:pt idx="8734">
                  <c:v>8734</c:v>
                </c:pt>
                <c:pt idx="8735">
                  <c:v>8735</c:v>
                </c:pt>
                <c:pt idx="8736">
                  <c:v>8736</c:v>
                </c:pt>
                <c:pt idx="8737">
                  <c:v>8737</c:v>
                </c:pt>
                <c:pt idx="8738">
                  <c:v>8738</c:v>
                </c:pt>
                <c:pt idx="8739">
                  <c:v>8739</c:v>
                </c:pt>
                <c:pt idx="8740">
                  <c:v>8740</c:v>
                </c:pt>
                <c:pt idx="8741">
                  <c:v>8741</c:v>
                </c:pt>
                <c:pt idx="8742">
                  <c:v>8742</c:v>
                </c:pt>
                <c:pt idx="8743">
                  <c:v>8743</c:v>
                </c:pt>
                <c:pt idx="8744">
                  <c:v>8744</c:v>
                </c:pt>
                <c:pt idx="8745">
                  <c:v>8745</c:v>
                </c:pt>
                <c:pt idx="8746">
                  <c:v>8746</c:v>
                </c:pt>
                <c:pt idx="8747">
                  <c:v>8747</c:v>
                </c:pt>
                <c:pt idx="8748">
                  <c:v>8748</c:v>
                </c:pt>
                <c:pt idx="8749">
                  <c:v>8749</c:v>
                </c:pt>
                <c:pt idx="8750">
                  <c:v>8750</c:v>
                </c:pt>
                <c:pt idx="8751">
                  <c:v>8751</c:v>
                </c:pt>
                <c:pt idx="8752">
                  <c:v>8752</c:v>
                </c:pt>
                <c:pt idx="8753">
                  <c:v>8753</c:v>
                </c:pt>
                <c:pt idx="8754">
                  <c:v>8754</c:v>
                </c:pt>
                <c:pt idx="8755">
                  <c:v>8755</c:v>
                </c:pt>
                <c:pt idx="8756">
                  <c:v>8756</c:v>
                </c:pt>
                <c:pt idx="8757">
                  <c:v>8757</c:v>
                </c:pt>
                <c:pt idx="8758">
                  <c:v>8758</c:v>
                </c:pt>
                <c:pt idx="8759">
                  <c:v>8759</c:v>
                </c:pt>
                <c:pt idx="8760">
                  <c:v>8760</c:v>
                </c:pt>
                <c:pt idx="8761">
                  <c:v>8761</c:v>
                </c:pt>
                <c:pt idx="8762">
                  <c:v>8762</c:v>
                </c:pt>
                <c:pt idx="8763">
                  <c:v>8763</c:v>
                </c:pt>
                <c:pt idx="8764">
                  <c:v>8764</c:v>
                </c:pt>
                <c:pt idx="8765">
                  <c:v>8765</c:v>
                </c:pt>
                <c:pt idx="8766">
                  <c:v>8766</c:v>
                </c:pt>
                <c:pt idx="8767">
                  <c:v>8767</c:v>
                </c:pt>
                <c:pt idx="8768">
                  <c:v>8768</c:v>
                </c:pt>
                <c:pt idx="8769">
                  <c:v>8769</c:v>
                </c:pt>
                <c:pt idx="8770">
                  <c:v>8770</c:v>
                </c:pt>
                <c:pt idx="8771">
                  <c:v>8771</c:v>
                </c:pt>
                <c:pt idx="8772">
                  <c:v>8772</c:v>
                </c:pt>
                <c:pt idx="8773">
                  <c:v>8773</c:v>
                </c:pt>
                <c:pt idx="8774">
                  <c:v>8774</c:v>
                </c:pt>
                <c:pt idx="8775">
                  <c:v>8775</c:v>
                </c:pt>
                <c:pt idx="8776">
                  <c:v>8776</c:v>
                </c:pt>
                <c:pt idx="8777">
                  <c:v>8777</c:v>
                </c:pt>
                <c:pt idx="8778">
                  <c:v>8778</c:v>
                </c:pt>
                <c:pt idx="8779">
                  <c:v>8779</c:v>
                </c:pt>
                <c:pt idx="8780">
                  <c:v>8780</c:v>
                </c:pt>
                <c:pt idx="8781">
                  <c:v>8781</c:v>
                </c:pt>
                <c:pt idx="8782">
                  <c:v>8782</c:v>
                </c:pt>
                <c:pt idx="8783">
                  <c:v>8783</c:v>
                </c:pt>
                <c:pt idx="8784">
                  <c:v>8784</c:v>
                </c:pt>
                <c:pt idx="8785">
                  <c:v>8785</c:v>
                </c:pt>
                <c:pt idx="8786">
                  <c:v>8786</c:v>
                </c:pt>
                <c:pt idx="8787">
                  <c:v>8787</c:v>
                </c:pt>
                <c:pt idx="8788">
                  <c:v>8788</c:v>
                </c:pt>
                <c:pt idx="8789">
                  <c:v>8789</c:v>
                </c:pt>
                <c:pt idx="8790">
                  <c:v>8790</c:v>
                </c:pt>
                <c:pt idx="8791">
                  <c:v>8791</c:v>
                </c:pt>
                <c:pt idx="8792">
                  <c:v>8792</c:v>
                </c:pt>
                <c:pt idx="8793">
                  <c:v>8793</c:v>
                </c:pt>
                <c:pt idx="8794">
                  <c:v>8794</c:v>
                </c:pt>
                <c:pt idx="8795">
                  <c:v>8795</c:v>
                </c:pt>
                <c:pt idx="8796">
                  <c:v>8796</c:v>
                </c:pt>
                <c:pt idx="8797">
                  <c:v>8797</c:v>
                </c:pt>
                <c:pt idx="8798">
                  <c:v>8798</c:v>
                </c:pt>
                <c:pt idx="8799">
                  <c:v>8799</c:v>
                </c:pt>
                <c:pt idx="8800">
                  <c:v>8800</c:v>
                </c:pt>
                <c:pt idx="8801">
                  <c:v>8801</c:v>
                </c:pt>
                <c:pt idx="8802">
                  <c:v>8802</c:v>
                </c:pt>
                <c:pt idx="8803">
                  <c:v>8803</c:v>
                </c:pt>
                <c:pt idx="8804">
                  <c:v>8804</c:v>
                </c:pt>
                <c:pt idx="8805">
                  <c:v>8805</c:v>
                </c:pt>
                <c:pt idx="8806">
                  <c:v>8806</c:v>
                </c:pt>
                <c:pt idx="8807">
                  <c:v>8807</c:v>
                </c:pt>
                <c:pt idx="8808">
                  <c:v>8808</c:v>
                </c:pt>
                <c:pt idx="8809">
                  <c:v>8809</c:v>
                </c:pt>
                <c:pt idx="8810">
                  <c:v>8810</c:v>
                </c:pt>
                <c:pt idx="8811">
                  <c:v>8811</c:v>
                </c:pt>
                <c:pt idx="8812">
                  <c:v>8812</c:v>
                </c:pt>
                <c:pt idx="8813">
                  <c:v>8813</c:v>
                </c:pt>
                <c:pt idx="8814">
                  <c:v>8814</c:v>
                </c:pt>
                <c:pt idx="8815">
                  <c:v>8815</c:v>
                </c:pt>
                <c:pt idx="8816">
                  <c:v>8816</c:v>
                </c:pt>
                <c:pt idx="8817">
                  <c:v>8817</c:v>
                </c:pt>
                <c:pt idx="8818">
                  <c:v>8818</c:v>
                </c:pt>
                <c:pt idx="8819">
                  <c:v>8819</c:v>
                </c:pt>
                <c:pt idx="8820">
                  <c:v>8820</c:v>
                </c:pt>
                <c:pt idx="8821">
                  <c:v>8821</c:v>
                </c:pt>
                <c:pt idx="8822">
                  <c:v>8822</c:v>
                </c:pt>
                <c:pt idx="8823">
                  <c:v>8823</c:v>
                </c:pt>
                <c:pt idx="8824">
                  <c:v>8824</c:v>
                </c:pt>
                <c:pt idx="8825">
                  <c:v>8825</c:v>
                </c:pt>
                <c:pt idx="8826">
                  <c:v>8826</c:v>
                </c:pt>
                <c:pt idx="8827">
                  <c:v>8827</c:v>
                </c:pt>
                <c:pt idx="8828">
                  <c:v>8828</c:v>
                </c:pt>
                <c:pt idx="8829">
                  <c:v>8829</c:v>
                </c:pt>
                <c:pt idx="8830">
                  <c:v>8830</c:v>
                </c:pt>
                <c:pt idx="8831">
                  <c:v>8831</c:v>
                </c:pt>
                <c:pt idx="8832">
                  <c:v>8832</c:v>
                </c:pt>
                <c:pt idx="8833">
                  <c:v>8833</c:v>
                </c:pt>
                <c:pt idx="8834">
                  <c:v>8834</c:v>
                </c:pt>
                <c:pt idx="8835">
                  <c:v>8835</c:v>
                </c:pt>
                <c:pt idx="8836">
                  <c:v>8836</c:v>
                </c:pt>
                <c:pt idx="8837">
                  <c:v>8837</c:v>
                </c:pt>
                <c:pt idx="8838">
                  <c:v>8838</c:v>
                </c:pt>
                <c:pt idx="8839">
                  <c:v>8839</c:v>
                </c:pt>
                <c:pt idx="8840">
                  <c:v>8840</c:v>
                </c:pt>
                <c:pt idx="8841">
                  <c:v>8841</c:v>
                </c:pt>
                <c:pt idx="8842">
                  <c:v>8842</c:v>
                </c:pt>
                <c:pt idx="8843">
                  <c:v>8843</c:v>
                </c:pt>
                <c:pt idx="8844">
                  <c:v>8844</c:v>
                </c:pt>
                <c:pt idx="8845">
                  <c:v>8845</c:v>
                </c:pt>
                <c:pt idx="8846">
                  <c:v>8846</c:v>
                </c:pt>
                <c:pt idx="8847">
                  <c:v>8847</c:v>
                </c:pt>
                <c:pt idx="8848">
                  <c:v>8848</c:v>
                </c:pt>
                <c:pt idx="8849">
                  <c:v>8849</c:v>
                </c:pt>
                <c:pt idx="8850">
                  <c:v>8850</c:v>
                </c:pt>
                <c:pt idx="8851">
                  <c:v>8851</c:v>
                </c:pt>
                <c:pt idx="8852">
                  <c:v>8852</c:v>
                </c:pt>
                <c:pt idx="8853">
                  <c:v>8853</c:v>
                </c:pt>
                <c:pt idx="8854">
                  <c:v>8854</c:v>
                </c:pt>
                <c:pt idx="8855">
                  <c:v>8855</c:v>
                </c:pt>
                <c:pt idx="8856">
                  <c:v>8856</c:v>
                </c:pt>
                <c:pt idx="8857">
                  <c:v>8857</c:v>
                </c:pt>
                <c:pt idx="8858">
                  <c:v>8858</c:v>
                </c:pt>
                <c:pt idx="8859">
                  <c:v>8859</c:v>
                </c:pt>
                <c:pt idx="8860">
                  <c:v>8860</c:v>
                </c:pt>
                <c:pt idx="8861">
                  <c:v>8861</c:v>
                </c:pt>
                <c:pt idx="8862">
                  <c:v>8862</c:v>
                </c:pt>
                <c:pt idx="8863">
                  <c:v>8863</c:v>
                </c:pt>
                <c:pt idx="8864">
                  <c:v>8864</c:v>
                </c:pt>
                <c:pt idx="8865">
                  <c:v>8865</c:v>
                </c:pt>
                <c:pt idx="8866">
                  <c:v>8866</c:v>
                </c:pt>
                <c:pt idx="8867">
                  <c:v>8867</c:v>
                </c:pt>
                <c:pt idx="8868">
                  <c:v>8868</c:v>
                </c:pt>
                <c:pt idx="8869">
                  <c:v>8869</c:v>
                </c:pt>
                <c:pt idx="8870">
                  <c:v>8870</c:v>
                </c:pt>
                <c:pt idx="8871">
                  <c:v>8871</c:v>
                </c:pt>
                <c:pt idx="8872">
                  <c:v>8872</c:v>
                </c:pt>
                <c:pt idx="8873">
                  <c:v>8873</c:v>
                </c:pt>
                <c:pt idx="8874">
                  <c:v>8874</c:v>
                </c:pt>
                <c:pt idx="8875">
                  <c:v>8875</c:v>
                </c:pt>
                <c:pt idx="8876">
                  <c:v>8876</c:v>
                </c:pt>
                <c:pt idx="8877">
                  <c:v>8877</c:v>
                </c:pt>
                <c:pt idx="8878">
                  <c:v>8878</c:v>
                </c:pt>
                <c:pt idx="8879">
                  <c:v>8879</c:v>
                </c:pt>
                <c:pt idx="8880">
                  <c:v>8880</c:v>
                </c:pt>
                <c:pt idx="8881">
                  <c:v>8881</c:v>
                </c:pt>
                <c:pt idx="8882">
                  <c:v>8882</c:v>
                </c:pt>
                <c:pt idx="8883">
                  <c:v>8883</c:v>
                </c:pt>
                <c:pt idx="8884">
                  <c:v>8884</c:v>
                </c:pt>
                <c:pt idx="8885">
                  <c:v>8885</c:v>
                </c:pt>
                <c:pt idx="8886">
                  <c:v>8886</c:v>
                </c:pt>
                <c:pt idx="8887">
                  <c:v>8887</c:v>
                </c:pt>
                <c:pt idx="8888">
                  <c:v>8888</c:v>
                </c:pt>
                <c:pt idx="8889">
                  <c:v>8889</c:v>
                </c:pt>
                <c:pt idx="8890">
                  <c:v>8890</c:v>
                </c:pt>
                <c:pt idx="8891">
                  <c:v>8891</c:v>
                </c:pt>
                <c:pt idx="8892">
                  <c:v>8892</c:v>
                </c:pt>
                <c:pt idx="8893">
                  <c:v>8893</c:v>
                </c:pt>
                <c:pt idx="8894">
                  <c:v>8894</c:v>
                </c:pt>
                <c:pt idx="8895">
                  <c:v>8895</c:v>
                </c:pt>
                <c:pt idx="8896">
                  <c:v>8896</c:v>
                </c:pt>
                <c:pt idx="8897">
                  <c:v>8897</c:v>
                </c:pt>
                <c:pt idx="8898">
                  <c:v>8898</c:v>
                </c:pt>
                <c:pt idx="8899">
                  <c:v>8899</c:v>
                </c:pt>
                <c:pt idx="8900">
                  <c:v>8900</c:v>
                </c:pt>
                <c:pt idx="8901">
                  <c:v>8901</c:v>
                </c:pt>
                <c:pt idx="8902">
                  <c:v>8902</c:v>
                </c:pt>
                <c:pt idx="8903">
                  <c:v>8903</c:v>
                </c:pt>
                <c:pt idx="8904">
                  <c:v>8904</c:v>
                </c:pt>
                <c:pt idx="8905">
                  <c:v>8905</c:v>
                </c:pt>
                <c:pt idx="8906">
                  <c:v>8906</c:v>
                </c:pt>
                <c:pt idx="8907">
                  <c:v>8907</c:v>
                </c:pt>
                <c:pt idx="8908">
                  <c:v>8908</c:v>
                </c:pt>
                <c:pt idx="8909">
                  <c:v>8909</c:v>
                </c:pt>
                <c:pt idx="8910">
                  <c:v>8910</c:v>
                </c:pt>
                <c:pt idx="8911">
                  <c:v>8911</c:v>
                </c:pt>
                <c:pt idx="8912">
                  <c:v>8912</c:v>
                </c:pt>
                <c:pt idx="8913">
                  <c:v>8913</c:v>
                </c:pt>
                <c:pt idx="8914">
                  <c:v>8914</c:v>
                </c:pt>
                <c:pt idx="8915">
                  <c:v>8915</c:v>
                </c:pt>
                <c:pt idx="8916">
                  <c:v>8916</c:v>
                </c:pt>
                <c:pt idx="8917">
                  <c:v>8917</c:v>
                </c:pt>
                <c:pt idx="8918">
                  <c:v>8918</c:v>
                </c:pt>
                <c:pt idx="8919">
                  <c:v>8919</c:v>
                </c:pt>
                <c:pt idx="8920">
                  <c:v>8920</c:v>
                </c:pt>
                <c:pt idx="8921">
                  <c:v>8921</c:v>
                </c:pt>
                <c:pt idx="8922">
                  <c:v>8922</c:v>
                </c:pt>
                <c:pt idx="8923">
                  <c:v>8923</c:v>
                </c:pt>
                <c:pt idx="8924">
                  <c:v>8924</c:v>
                </c:pt>
                <c:pt idx="8925">
                  <c:v>8925</c:v>
                </c:pt>
                <c:pt idx="8926">
                  <c:v>8926</c:v>
                </c:pt>
                <c:pt idx="8927">
                  <c:v>8927</c:v>
                </c:pt>
                <c:pt idx="8928">
                  <c:v>8928</c:v>
                </c:pt>
                <c:pt idx="8929">
                  <c:v>8929</c:v>
                </c:pt>
                <c:pt idx="8930">
                  <c:v>8930</c:v>
                </c:pt>
                <c:pt idx="8931">
                  <c:v>8931</c:v>
                </c:pt>
                <c:pt idx="8932">
                  <c:v>8932</c:v>
                </c:pt>
                <c:pt idx="8933">
                  <c:v>8933</c:v>
                </c:pt>
                <c:pt idx="8934">
                  <c:v>8934</c:v>
                </c:pt>
                <c:pt idx="8935">
                  <c:v>8935</c:v>
                </c:pt>
                <c:pt idx="8936">
                  <c:v>8936</c:v>
                </c:pt>
                <c:pt idx="8937">
                  <c:v>8937</c:v>
                </c:pt>
                <c:pt idx="8938">
                  <c:v>8938</c:v>
                </c:pt>
                <c:pt idx="8939">
                  <c:v>8939</c:v>
                </c:pt>
                <c:pt idx="8940">
                  <c:v>8940</c:v>
                </c:pt>
                <c:pt idx="8941">
                  <c:v>8941</c:v>
                </c:pt>
                <c:pt idx="8942">
                  <c:v>8942</c:v>
                </c:pt>
                <c:pt idx="8943">
                  <c:v>8943</c:v>
                </c:pt>
                <c:pt idx="8944">
                  <c:v>8944</c:v>
                </c:pt>
                <c:pt idx="8945">
                  <c:v>8945</c:v>
                </c:pt>
                <c:pt idx="8946">
                  <c:v>8946</c:v>
                </c:pt>
                <c:pt idx="8947">
                  <c:v>8947</c:v>
                </c:pt>
                <c:pt idx="8948">
                  <c:v>8948</c:v>
                </c:pt>
                <c:pt idx="8949">
                  <c:v>8949</c:v>
                </c:pt>
                <c:pt idx="8950">
                  <c:v>8950</c:v>
                </c:pt>
                <c:pt idx="8951">
                  <c:v>8951</c:v>
                </c:pt>
                <c:pt idx="8952">
                  <c:v>8952</c:v>
                </c:pt>
                <c:pt idx="8953">
                  <c:v>8953</c:v>
                </c:pt>
                <c:pt idx="8954">
                  <c:v>8954</c:v>
                </c:pt>
                <c:pt idx="8955">
                  <c:v>8955</c:v>
                </c:pt>
                <c:pt idx="8956">
                  <c:v>8956</c:v>
                </c:pt>
                <c:pt idx="8957">
                  <c:v>8957</c:v>
                </c:pt>
                <c:pt idx="8958">
                  <c:v>8958</c:v>
                </c:pt>
                <c:pt idx="8959">
                  <c:v>8959</c:v>
                </c:pt>
                <c:pt idx="8960">
                  <c:v>8960</c:v>
                </c:pt>
                <c:pt idx="8961">
                  <c:v>8961</c:v>
                </c:pt>
                <c:pt idx="8962">
                  <c:v>8962</c:v>
                </c:pt>
                <c:pt idx="8963">
                  <c:v>8963</c:v>
                </c:pt>
                <c:pt idx="8964">
                  <c:v>8964</c:v>
                </c:pt>
                <c:pt idx="8965">
                  <c:v>8965</c:v>
                </c:pt>
                <c:pt idx="8966">
                  <c:v>8966</c:v>
                </c:pt>
                <c:pt idx="8967">
                  <c:v>8967</c:v>
                </c:pt>
                <c:pt idx="8968">
                  <c:v>8968</c:v>
                </c:pt>
                <c:pt idx="8969">
                  <c:v>8969</c:v>
                </c:pt>
                <c:pt idx="8970">
                  <c:v>8970</c:v>
                </c:pt>
                <c:pt idx="8971">
                  <c:v>8971</c:v>
                </c:pt>
                <c:pt idx="8972">
                  <c:v>8972</c:v>
                </c:pt>
                <c:pt idx="8973">
                  <c:v>8973</c:v>
                </c:pt>
                <c:pt idx="8974">
                  <c:v>8974</c:v>
                </c:pt>
                <c:pt idx="8975">
                  <c:v>8975</c:v>
                </c:pt>
                <c:pt idx="8976">
                  <c:v>8976</c:v>
                </c:pt>
                <c:pt idx="8977">
                  <c:v>8977</c:v>
                </c:pt>
                <c:pt idx="8978">
                  <c:v>8978</c:v>
                </c:pt>
                <c:pt idx="8979">
                  <c:v>8979</c:v>
                </c:pt>
                <c:pt idx="8980">
                  <c:v>8980</c:v>
                </c:pt>
                <c:pt idx="8981">
                  <c:v>8981</c:v>
                </c:pt>
                <c:pt idx="8982">
                  <c:v>8982</c:v>
                </c:pt>
                <c:pt idx="8983">
                  <c:v>8983</c:v>
                </c:pt>
                <c:pt idx="8984">
                  <c:v>8984</c:v>
                </c:pt>
                <c:pt idx="8985">
                  <c:v>8985</c:v>
                </c:pt>
                <c:pt idx="8986">
                  <c:v>8986</c:v>
                </c:pt>
                <c:pt idx="8987">
                  <c:v>8987</c:v>
                </c:pt>
                <c:pt idx="8988">
                  <c:v>8988</c:v>
                </c:pt>
                <c:pt idx="8989">
                  <c:v>8989</c:v>
                </c:pt>
                <c:pt idx="8990">
                  <c:v>8990</c:v>
                </c:pt>
                <c:pt idx="8991">
                  <c:v>8991</c:v>
                </c:pt>
                <c:pt idx="8992">
                  <c:v>8992</c:v>
                </c:pt>
                <c:pt idx="8993">
                  <c:v>8993</c:v>
                </c:pt>
                <c:pt idx="8994">
                  <c:v>8994</c:v>
                </c:pt>
                <c:pt idx="8995">
                  <c:v>8995</c:v>
                </c:pt>
                <c:pt idx="8996">
                  <c:v>8996</c:v>
                </c:pt>
                <c:pt idx="8997">
                  <c:v>8997</c:v>
                </c:pt>
                <c:pt idx="8998">
                  <c:v>8998</c:v>
                </c:pt>
                <c:pt idx="8999">
                  <c:v>8999</c:v>
                </c:pt>
                <c:pt idx="9000">
                  <c:v>9000</c:v>
                </c:pt>
                <c:pt idx="9001">
                  <c:v>9001</c:v>
                </c:pt>
                <c:pt idx="9002">
                  <c:v>9002</c:v>
                </c:pt>
                <c:pt idx="9003">
                  <c:v>9003</c:v>
                </c:pt>
                <c:pt idx="9004">
                  <c:v>9004</c:v>
                </c:pt>
                <c:pt idx="9005">
                  <c:v>9005</c:v>
                </c:pt>
                <c:pt idx="9006">
                  <c:v>9006</c:v>
                </c:pt>
                <c:pt idx="9007">
                  <c:v>9007</c:v>
                </c:pt>
                <c:pt idx="9008">
                  <c:v>9008</c:v>
                </c:pt>
                <c:pt idx="9009">
                  <c:v>9009</c:v>
                </c:pt>
                <c:pt idx="9010">
                  <c:v>9010</c:v>
                </c:pt>
                <c:pt idx="9011">
                  <c:v>9011</c:v>
                </c:pt>
                <c:pt idx="9012">
                  <c:v>9012</c:v>
                </c:pt>
                <c:pt idx="9013">
                  <c:v>9013</c:v>
                </c:pt>
                <c:pt idx="9014">
                  <c:v>9014</c:v>
                </c:pt>
                <c:pt idx="9015">
                  <c:v>9015</c:v>
                </c:pt>
                <c:pt idx="9016">
                  <c:v>9016</c:v>
                </c:pt>
                <c:pt idx="9017">
                  <c:v>9017</c:v>
                </c:pt>
                <c:pt idx="9018">
                  <c:v>9018</c:v>
                </c:pt>
                <c:pt idx="9019">
                  <c:v>9019</c:v>
                </c:pt>
                <c:pt idx="9020">
                  <c:v>9020</c:v>
                </c:pt>
                <c:pt idx="9021">
                  <c:v>9021</c:v>
                </c:pt>
                <c:pt idx="9022">
                  <c:v>9022</c:v>
                </c:pt>
                <c:pt idx="9023">
                  <c:v>9023</c:v>
                </c:pt>
                <c:pt idx="9024">
                  <c:v>9024</c:v>
                </c:pt>
                <c:pt idx="9025">
                  <c:v>9025</c:v>
                </c:pt>
                <c:pt idx="9026">
                  <c:v>9026</c:v>
                </c:pt>
                <c:pt idx="9027">
                  <c:v>9027</c:v>
                </c:pt>
                <c:pt idx="9028">
                  <c:v>9028</c:v>
                </c:pt>
                <c:pt idx="9029">
                  <c:v>9029</c:v>
                </c:pt>
                <c:pt idx="9030">
                  <c:v>9030</c:v>
                </c:pt>
                <c:pt idx="9031">
                  <c:v>9031</c:v>
                </c:pt>
                <c:pt idx="9032">
                  <c:v>9032</c:v>
                </c:pt>
                <c:pt idx="9033">
                  <c:v>9033</c:v>
                </c:pt>
                <c:pt idx="9034">
                  <c:v>9034</c:v>
                </c:pt>
                <c:pt idx="9035">
                  <c:v>9035</c:v>
                </c:pt>
                <c:pt idx="9036">
                  <c:v>9036</c:v>
                </c:pt>
                <c:pt idx="9037">
                  <c:v>9037</c:v>
                </c:pt>
                <c:pt idx="9038">
                  <c:v>9038</c:v>
                </c:pt>
                <c:pt idx="9039">
                  <c:v>9039</c:v>
                </c:pt>
                <c:pt idx="9040">
                  <c:v>9040</c:v>
                </c:pt>
                <c:pt idx="9041">
                  <c:v>9041</c:v>
                </c:pt>
                <c:pt idx="9042">
                  <c:v>9042</c:v>
                </c:pt>
                <c:pt idx="9043">
                  <c:v>9043</c:v>
                </c:pt>
                <c:pt idx="9044">
                  <c:v>9044</c:v>
                </c:pt>
                <c:pt idx="9045">
                  <c:v>9045</c:v>
                </c:pt>
                <c:pt idx="9046">
                  <c:v>9046</c:v>
                </c:pt>
                <c:pt idx="9047">
                  <c:v>9047</c:v>
                </c:pt>
                <c:pt idx="9048">
                  <c:v>9048</c:v>
                </c:pt>
                <c:pt idx="9049">
                  <c:v>9049</c:v>
                </c:pt>
                <c:pt idx="9050">
                  <c:v>9050</c:v>
                </c:pt>
                <c:pt idx="9051">
                  <c:v>9051</c:v>
                </c:pt>
                <c:pt idx="9052">
                  <c:v>9052</c:v>
                </c:pt>
                <c:pt idx="9053">
                  <c:v>9053</c:v>
                </c:pt>
                <c:pt idx="9054">
                  <c:v>9054</c:v>
                </c:pt>
                <c:pt idx="9055">
                  <c:v>9055</c:v>
                </c:pt>
                <c:pt idx="9056">
                  <c:v>9056</c:v>
                </c:pt>
                <c:pt idx="9057">
                  <c:v>9057</c:v>
                </c:pt>
                <c:pt idx="9058">
                  <c:v>9058</c:v>
                </c:pt>
                <c:pt idx="9059">
                  <c:v>9059</c:v>
                </c:pt>
                <c:pt idx="9060">
                  <c:v>9060</c:v>
                </c:pt>
                <c:pt idx="9061">
                  <c:v>9061</c:v>
                </c:pt>
                <c:pt idx="9062">
                  <c:v>9062</c:v>
                </c:pt>
                <c:pt idx="9063">
                  <c:v>9063</c:v>
                </c:pt>
                <c:pt idx="9064">
                  <c:v>9064</c:v>
                </c:pt>
                <c:pt idx="9065">
                  <c:v>9065</c:v>
                </c:pt>
                <c:pt idx="9066">
                  <c:v>9066</c:v>
                </c:pt>
                <c:pt idx="9067">
                  <c:v>9067</c:v>
                </c:pt>
                <c:pt idx="9068">
                  <c:v>9068</c:v>
                </c:pt>
                <c:pt idx="9069">
                  <c:v>9069</c:v>
                </c:pt>
                <c:pt idx="9070">
                  <c:v>9070</c:v>
                </c:pt>
                <c:pt idx="9071">
                  <c:v>9071</c:v>
                </c:pt>
                <c:pt idx="9072">
                  <c:v>9072</c:v>
                </c:pt>
                <c:pt idx="9073">
                  <c:v>9073</c:v>
                </c:pt>
                <c:pt idx="9074">
                  <c:v>9074</c:v>
                </c:pt>
                <c:pt idx="9075">
                  <c:v>9075</c:v>
                </c:pt>
                <c:pt idx="9076">
                  <c:v>9076</c:v>
                </c:pt>
                <c:pt idx="9077">
                  <c:v>9077</c:v>
                </c:pt>
                <c:pt idx="9078">
                  <c:v>9078</c:v>
                </c:pt>
                <c:pt idx="9079">
                  <c:v>9079</c:v>
                </c:pt>
                <c:pt idx="9080">
                  <c:v>9080</c:v>
                </c:pt>
                <c:pt idx="9081">
                  <c:v>9081</c:v>
                </c:pt>
                <c:pt idx="9082">
                  <c:v>9082</c:v>
                </c:pt>
                <c:pt idx="9083">
                  <c:v>9083</c:v>
                </c:pt>
                <c:pt idx="9084">
                  <c:v>9084</c:v>
                </c:pt>
                <c:pt idx="9085">
                  <c:v>9085</c:v>
                </c:pt>
                <c:pt idx="9086">
                  <c:v>9086</c:v>
                </c:pt>
                <c:pt idx="9087">
                  <c:v>9087</c:v>
                </c:pt>
                <c:pt idx="9088">
                  <c:v>9088</c:v>
                </c:pt>
                <c:pt idx="9089">
                  <c:v>9089</c:v>
                </c:pt>
                <c:pt idx="9090">
                  <c:v>9090</c:v>
                </c:pt>
                <c:pt idx="9091">
                  <c:v>9091</c:v>
                </c:pt>
                <c:pt idx="9092">
                  <c:v>9092</c:v>
                </c:pt>
                <c:pt idx="9093">
                  <c:v>9093</c:v>
                </c:pt>
                <c:pt idx="9094">
                  <c:v>9094</c:v>
                </c:pt>
                <c:pt idx="9095">
                  <c:v>9095</c:v>
                </c:pt>
                <c:pt idx="9096">
                  <c:v>9096</c:v>
                </c:pt>
                <c:pt idx="9097">
                  <c:v>9097</c:v>
                </c:pt>
                <c:pt idx="9098">
                  <c:v>9098</c:v>
                </c:pt>
                <c:pt idx="9099">
                  <c:v>9099</c:v>
                </c:pt>
                <c:pt idx="9100">
                  <c:v>9100</c:v>
                </c:pt>
                <c:pt idx="9101">
                  <c:v>9101</c:v>
                </c:pt>
                <c:pt idx="9102">
                  <c:v>9102</c:v>
                </c:pt>
                <c:pt idx="9103">
                  <c:v>9103</c:v>
                </c:pt>
                <c:pt idx="9104">
                  <c:v>9104</c:v>
                </c:pt>
                <c:pt idx="9105">
                  <c:v>9105</c:v>
                </c:pt>
                <c:pt idx="9106">
                  <c:v>9106</c:v>
                </c:pt>
                <c:pt idx="9107">
                  <c:v>9107</c:v>
                </c:pt>
                <c:pt idx="9108">
                  <c:v>9108</c:v>
                </c:pt>
                <c:pt idx="9109">
                  <c:v>9109</c:v>
                </c:pt>
                <c:pt idx="9110">
                  <c:v>9110</c:v>
                </c:pt>
                <c:pt idx="9111">
                  <c:v>9111</c:v>
                </c:pt>
                <c:pt idx="9112">
                  <c:v>9112</c:v>
                </c:pt>
                <c:pt idx="9113">
                  <c:v>9113</c:v>
                </c:pt>
                <c:pt idx="9114">
                  <c:v>9114</c:v>
                </c:pt>
                <c:pt idx="9115">
                  <c:v>9115</c:v>
                </c:pt>
                <c:pt idx="9116">
                  <c:v>9116</c:v>
                </c:pt>
                <c:pt idx="9117">
                  <c:v>9117</c:v>
                </c:pt>
                <c:pt idx="9118">
                  <c:v>9118</c:v>
                </c:pt>
                <c:pt idx="9119">
                  <c:v>9119</c:v>
                </c:pt>
                <c:pt idx="9120">
                  <c:v>9120</c:v>
                </c:pt>
                <c:pt idx="9121">
                  <c:v>9121</c:v>
                </c:pt>
                <c:pt idx="9122">
                  <c:v>9122</c:v>
                </c:pt>
                <c:pt idx="9123">
                  <c:v>9123</c:v>
                </c:pt>
                <c:pt idx="9124">
                  <c:v>9124</c:v>
                </c:pt>
                <c:pt idx="9125">
                  <c:v>9125</c:v>
                </c:pt>
                <c:pt idx="9126">
                  <c:v>9126</c:v>
                </c:pt>
                <c:pt idx="9127">
                  <c:v>9127</c:v>
                </c:pt>
                <c:pt idx="9128">
                  <c:v>9128</c:v>
                </c:pt>
                <c:pt idx="9129">
                  <c:v>9129</c:v>
                </c:pt>
                <c:pt idx="9130">
                  <c:v>9130</c:v>
                </c:pt>
                <c:pt idx="9131">
                  <c:v>9131</c:v>
                </c:pt>
                <c:pt idx="9132">
                  <c:v>9132</c:v>
                </c:pt>
                <c:pt idx="9133">
                  <c:v>9133</c:v>
                </c:pt>
                <c:pt idx="9134">
                  <c:v>9134</c:v>
                </c:pt>
                <c:pt idx="9135">
                  <c:v>9135</c:v>
                </c:pt>
                <c:pt idx="9136">
                  <c:v>9136</c:v>
                </c:pt>
                <c:pt idx="9137">
                  <c:v>9137</c:v>
                </c:pt>
                <c:pt idx="9138">
                  <c:v>9138</c:v>
                </c:pt>
                <c:pt idx="9139">
                  <c:v>9139</c:v>
                </c:pt>
                <c:pt idx="9140">
                  <c:v>9140</c:v>
                </c:pt>
                <c:pt idx="9141">
                  <c:v>9141</c:v>
                </c:pt>
                <c:pt idx="9142">
                  <c:v>9142</c:v>
                </c:pt>
                <c:pt idx="9143">
                  <c:v>9143</c:v>
                </c:pt>
                <c:pt idx="9144">
                  <c:v>9144</c:v>
                </c:pt>
                <c:pt idx="9145">
                  <c:v>9145</c:v>
                </c:pt>
                <c:pt idx="9146">
                  <c:v>9146</c:v>
                </c:pt>
                <c:pt idx="9147">
                  <c:v>9147</c:v>
                </c:pt>
                <c:pt idx="9148">
                  <c:v>9148</c:v>
                </c:pt>
                <c:pt idx="9149">
                  <c:v>9149</c:v>
                </c:pt>
                <c:pt idx="9150">
                  <c:v>9150</c:v>
                </c:pt>
                <c:pt idx="9151">
                  <c:v>9151</c:v>
                </c:pt>
                <c:pt idx="9152">
                  <c:v>9152</c:v>
                </c:pt>
                <c:pt idx="9153">
                  <c:v>9153</c:v>
                </c:pt>
                <c:pt idx="9154">
                  <c:v>9154</c:v>
                </c:pt>
                <c:pt idx="9155">
                  <c:v>9155</c:v>
                </c:pt>
                <c:pt idx="9156">
                  <c:v>9156</c:v>
                </c:pt>
                <c:pt idx="9157">
                  <c:v>9157</c:v>
                </c:pt>
                <c:pt idx="9158">
                  <c:v>9158</c:v>
                </c:pt>
                <c:pt idx="9159">
                  <c:v>9159</c:v>
                </c:pt>
                <c:pt idx="9160">
                  <c:v>9160</c:v>
                </c:pt>
                <c:pt idx="9161">
                  <c:v>9161</c:v>
                </c:pt>
                <c:pt idx="9162">
                  <c:v>9162</c:v>
                </c:pt>
                <c:pt idx="9163">
                  <c:v>9163</c:v>
                </c:pt>
                <c:pt idx="9164">
                  <c:v>9164</c:v>
                </c:pt>
                <c:pt idx="9165">
                  <c:v>9165</c:v>
                </c:pt>
                <c:pt idx="9166">
                  <c:v>9166</c:v>
                </c:pt>
                <c:pt idx="9167">
                  <c:v>9167</c:v>
                </c:pt>
                <c:pt idx="9168">
                  <c:v>9168</c:v>
                </c:pt>
                <c:pt idx="9169">
                  <c:v>9169</c:v>
                </c:pt>
                <c:pt idx="9170">
                  <c:v>9170</c:v>
                </c:pt>
                <c:pt idx="9171">
                  <c:v>9171</c:v>
                </c:pt>
                <c:pt idx="9172">
                  <c:v>9172</c:v>
                </c:pt>
                <c:pt idx="9173">
                  <c:v>9173</c:v>
                </c:pt>
                <c:pt idx="9174">
                  <c:v>9174</c:v>
                </c:pt>
                <c:pt idx="9175">
                  <c:v>9175</c:v>
                </c:pt>
                <c:pt idx="9176">
                  <c:v>9176</c:v>
                </c:pt>
                <c:pt idx="9177">
                  <c:v>9177</c:v>
                </c:pt>
                <c:pt idx="9178">
                  <c:v>9178</c:v>
                </c:pt>
                <c:pt idx="9179">
                  <c:v>9179</c:v>
                </c:pt>
                <c:pt idx="9180">
                  <c:v>9180</c:v>
                </c:pt>
                <c:pt idx="9181">
                  <c:v>9181</c:v>
                </c:pt>
                <c:pt idx="9182">
                  <c:v>9182</c:v>
                </c:pt>
                <c:pt idx="9183">
                  <c:v>9183</c:v>
                </c:pt>
                <c:pt idx="9184">
                  <c:v>9184</c:v>
                </c:pt>
                <c:pt idx="9185">
                  <c:v>9185</c:v>
                </c:pt>
                <c:pt idx="9186">
                  <c:v>9186</c:v>
                </c:pt>
                <c:pt idx="9187">
                  <c:v>9187</c:v>
                </c:pt>
                <c:pt idx="9188">
                  <c:v>9188</c:v>
                </c:pt>
                <c:pt idx="9189">
                  <c:v>9189</c:v>
                </c:pt>
                <c:pt idx="9190">
                  <c:v>9190</c:v>
                </c:pt>
                <c:pt idx="9191">
                  <c:v>9191</c:v>
                </c:pt>
                <c:pt idx="9192">
                  <c:v>9192</c:v>
                </c:pt>
                <c:pt idx="9193">
                  <c:v>9193</c:v>
                </c:pt>
                <c:pt idx="9194">
                  <c:v>9194</c:v>
                </c:pt>
                <c:pt idx="9195">
                  <c:v>9195</c:v>
                </c:pt>
                <c:pt idx="9196">
                  <c:v>9196</c:v>
                </c:pt>
                <c:pt idx="9197">
                  <c:v>9197</c:v>
                </c:pt>
                <c:pt idx="9198">
                  <c:v>9198</c:v>
                </c:pt>
                <c:pt idx="9199">
                  <c:v>9199</c:v>
                </c:pt>
                <c:pt idx="9200">
                  <c:v>9200</c:v>
                </c:pt>
                <c:pt idx="9201">
                  <c:v>9201</c:v>
                </c:pt>
                <c:pt idx="9202">
                  <c:v>9202</c:v>
                </c:pt>
                <c:pt idx="9203">
                  <c:v>9203</c:v>
                </c:pt>
                <c:pt idx="9204">
                  <c:v>9204</c:v>
                </c:pt>
                <c:pt idx="9205">
                  <c:v>9205</c:v>
                </c:pt>
                <c:pt idx="9206">
                  <c:v>9206</c:v>
                </c:pt>
                <c:pt idx="9207">
                  <c:v>9207</c:v>
                </c:pt>
                <c:pt idx="9208">
                  <c:v>9208</c:v>
                </c:pt>
                <c:pt idx="9209">
                  <c:v>9209</c:v>
                </c:pt>
                <c:pt idx="9210">
                  <c:v>9210</c:v>
                </c:pt>
                <c:pt idx="9211">
                  <c:v>9211</c:v>
                </c:pt>
                <c:pt idx="9212">
                  <c:v>9212</c:v>
                </c:pt>
                <c:pt idx="9213">
                  <c:v>9213</c:v>
                </c:pt>
                <c:pt idx="9214">
                  <c:v>9214</c:v>
                </c:pt>
                <c:pt idx="9215">
                  <c:v>9215</c:v>
                </c:pt>
                <c:pt idx="9216">
                  <c:v>9216</c:v>
                </c:pt>
                <c:pt idx="9217">
                  <c:v>9217</c:v>
                </c:pt>
                <c:pt idx="9218">
                  <c:v>9218</c:v>
                </c:pt>
                <c:pt idx="9219">
                  <c:v>9219</c:v>
                </c:pt>
                <c:pt idx="9220">
                  <c:v>9220</c:v>
                </c:pt>
                <c:pt idx="9221">
                  <c:v>9221</c:v>
                </c:pt>
                <c:pt idx="9222">
                  <c:v>9222</c:v>
                </c:pt>
                <c:pt idx="9223">
                  <c:v>9223</c:v>
                </c:pt>
                <c:pt idx="9224">
                  <c:v>9224</c:v>
                </c:pt>
                <c:pt idx="9225">
                  <c:v>9225</c:v>
                </c:pt>
                <c:pt idx="9226">
                  <c:v>9226</c:v>
                </c:pt>
                <c:pt idx="9227">
                  <c:v>9227</c:v>
                </c:pt>
                <c:pt idx="9228">
                  <c:v>9228</c:v>
                </c:pt>
                <c:pt idx="9229">
                  <c:v>9229</c:v>
                </c:pt>
                <c:pt idx="9230">
                  <c:v>9230</c:v>
                </c:pt>
                <c:pt idx="9231">
                  <c:v>9231</c:v>
                </c:pt>
                <c:pt idx="9232">
                  <c:v>9232</c:v>
                </c:pt>
                <c:pt idx="9233">
                  <c:v>9233</c:v>
                </c:pt>
                <c:pt idx="9234">
                  <c:v>9234</c:v>
                </c:pt>
                <c:pt idx="9235">
                  <c:v>9235</c:v>
                </c:pt>
                <c:pt idx="9236">
                  <c:v>9236</c:v>
                </c:pt>
                <c:pt idx="9237">
                  <c:v>9237</c:v>
                </c:pt>
                <c:pt idx="9238">
                  <c:v>9238</c:v>
                </c:pt>
                <c:pt idx="9239">
                  <c:v>9239</c:v>
                </c:pt>
                <c:pt idx="9240">
                  <c:v>9240</c:v>
                </c:pt>
                <c:pt idx="9241">
                  <c:v>9241</c:v>
                </c:pt>
                <c:pt idx="9242">
                  <c:v>9242</c:v>
                </c:pt>
                <c:pt idx="9243">
                  <c:v>9243</c:v>
                </c:pt>
                <c:pt idx="9244">
                  <c:v>9244</c:v>
                </c:pt>
                <c:pt idx="9245">
                  <c:v>9245</c:v>
                </c:pt>
                <c:pt idx="9246">
                  <c:v>9246</c:v>
                </c:pt>
                <c:pt idx="9247">
                  <c:v>9247</c:v>
                </c:pt>
                <c:pt idx="9248">
                  <c:v>9248</c:v>
                </c:pt>
                <c:pt idx="9249">
                  <c:v>9249</c:v>
                </c:pt>
                <c:pt idx="9250">
                  <c:v>9250</c:v>
                </c:pt>
                <c:pt idx="9251">
                  <c:v>9251</c:v>
                </c:pt>
                <c:pt idx="9252">
                  <c:v>9252</c:v>
                </c:pt>
                <c:pt idx="9253">
                  <c:v>9253</c:v>
                </c:pt>
                <c:pt idx="9254">
                  <c:v>9254</c:v>
                </c:pt>
                <c:pt idx="9255">
                  <c:v>9255</c:v>
                </c:pt>
                <c:pt idx="9256">
                  <c:v>9256</c:v>
                </c:pt>
                <c:pt idx="9257">
                  <c:v>9257</c:v>
                </c:pt>
                <c:pt idx="9258">
                  <c:v>9258</c:v>
                </c:pt>
                <c:pt idx="9259">
                  <c:v>9259</c:v>
                </c:pt>
                <c:pt idx="9260">
                  <c:v>9260</c:v>
                </c:pt>
                <c:pt idx="9261">
                  <c:v>9261</c:v>
                </c:pt>
                <c:pt idx="9262">
                  <c:v>9262</c:v>
                </c:pt>
                <c:pt idx="9263">
                  <c:v>9263</c:v>
                </c:pt>
                <c:pt idx="9264">
                  <c:v>9264</c:v>
                </c:pt>
                <c:pt idx="9265">
                  <c:v>9265</c:v>
                </c:pt>
                <c:pt idx="9266">
                  <c:v>9266</c:v>
                </c:pt>
                <c:pt idx="9267">
                  <c:v>9267</c:v>
                </c:pt>
                <c:pt idx="9268">
                  <c:v>9268</c:v>
                </c:pt>
                <c:pt idx="9269">
                  <c:v>9269</c:v>
                </c:pt>
                <c:pt idx="9270">
                  <c:v>9270</c:v>
                </c:pt>
                <c:pt idx="9271">
                  <c:v>9271</c:v>
                </c:pt>
                <c:pt idx="9272">
                  <c:v>9272</c:v>
                </c:pt>
                <c:pt idx="9273">
                  <c:v>9273</c:v>
                </c:pt>
                <c:pt idx="9274">
                  <c:v>9274</c:v>
                </c:pt>
                <c:pt idx="9275">
                  <c:v>9275</c:v>
                </c:pt>
                <c:pt idx="9276">
                  <c:v>9276</c:v>
                </c:pt>
                <c:pt idx="9277">
                  <c:v>9277</c:v>
                </c:pt>
                <c:pt idx="9278">
                  <c:v>9278</c:v>
                </c:pt>
                <c:pt idx="9279">
                  <c:v>9279</c:v>
                </c:pt>
                <c:pt idx="9280">
                  <c:v>9280</c:v>
                </c:pt>
                <c:pt idx="9281">
                  <c:v>9281</c:v>
                </c:pt>
                <c:pt idx="9282">
                  <c:v>9282</c:v>
                </c:pt>
                <c:pt idx="9283">
                  <c:v>9283</c:v>
                </c:pt>
                <c:pt idx="9284">
                  <c:v>9284</c:v>
                </c:pt>
                <c:pt idx="9285">
                  <c:v>9285</c:v>
                </c:pt>
                <c:pt idx="9286">
                  <c:v>9286</c:v>
                </c:pt>
                <c:pt idx="9287">
                  <c:v>9287</c:v>
                </c:pt>
                <c:pt idx="9288">
                  <c:v>9288</c:v>
                </c:pt>
                <c:pt idx="9289">
                  <c:v>9289</c:v>
                </c:pt>
                <c:pt idx="9290">
                  <c:v>9290</c:v>
                </c:pt>
                <c:pt idx="9291">
                  <c:v>9291</c:v>
                </c:pt>
                <c:pt idx="9292">
                  <c:v>9292</c:v>
                </c:pt>
                <c:pt idx="9293">
                  <c:v>9293</c:v>
                </c:pt>
                <c:pt idx="9294">
                  <c:v>9294</c:v>
                </c:pt>
                <c:pt idx="9295">
                  <c:v>9295</c:v>
                </c:pt>
                <c:pt idx="9296">
                  <c:v>9296</c:v>
                </c:pt>
                <c:pt idx="9297">
                  <c:v>9297</c:v>
                </c:pt>
                <c:pt idx="9298">
                  <c:v>9298</c:v>
                </c:pt>
                <c:pt idx="9299">
                  <c:v>9299</c:v>
                </c:pt>
                <c:pt idx="9300">
                  <c:v>9300</c:v>
                </c:pt>
                <c:pt idx="9301">
                  <c:v>9301</c:v>
                </c:pt>
                <c:pt idx="9302">
                  <c:v>9302</c:v>
                </c:pt>
                <c:pt idx="9303">
                  <c:v>9303</c:v>
                </c:pt>
                <c:pt idx="9304">
                  <c:v>9304</c:v>
                </c:pt>
                <c:pt idx="9305">
                  <c:v>9305</c:v>
                </c:pt>
                <c:pt idx="9306">
                  <c:v>9306</c:v>
                </c:pt>
                <c:pt idx="9307">
                  <c:v>9307</c:v>
                </c:pt>
                <c:pt idx="9308">
                  <c:v>9308</c:v>
                </c:pt>
                <c:pt idx="9309">
                  <c:v>9309</c:v>
                </c:pt>
                <c:pt idx="9310">
                  <c:v>9310</c:v>
                </c:pt>
                <c:pt idx="9311">
                  <c:v>9311</c:v>
                </c:pt>
                <c:pt idx="9312">
                  <c:v>9312</c:v>
                </c:pt>
                <c:pt idx="9313">
                  <c:v>9313</c:v>
                </c:pt>
                <c:pt idx="9314">
                  <c:v>9314</c:v>
                </c:pt>
                <c:pt idx="9315">
                  <c:v>9315</c:v>
                </c:pt>
                <c:pt idx="9316">
                  <c:v>9316</c:v>
                </c:pt>
                <c:pt idx="9317">
                  <c:v>9317</c:v>
                </c:pt>
                <c:pt idx="9318">
                  <c:v>9318</c:v>
                </c:pt>
                <c:pt idx="9319">
                  <c:v>9319</c:v>
                </c:pt>
                <c:pt idx="9320">
                  <c:v>9320</c:v>
                </c:pt>
                <c:pt idx="9321">
                  <c:v>9321</c:v>
                </c:pt>
                <c:pt idx="9322">
                  <c:v>9322</c:v>
                </c:pt>
                <c:pt idx="9323">
                  <c:v>9323</c:v>
                </c:pt>
                <c:pt idx="9324">
                  <c:v>9324</c:v>
                </c:pt>
                <c:pt idx="9325">
                  <c:v>9325</c:v>
                </c:pt>
                <c:pt idx="9326">
                  <c:v>9326</c:v>
                </c:pt>
                <c:pt idx="9327">
                  <c:v>9327</c:v>
                </c:pt>
                <c:pt idx="9328">
                  <c:v>9328</c:v>
                </c:pt>
                <c:pt idx="9329">
                  <c:v>9329</c:v>
                </c:pt>
                <c:pt idx="9330">
                  <c:v>9330</c:v>
                </c:pt>
                <c:pt idx="9331">
                  <c:v>9331</c:v>
                </c:pt>
                <c:pt idx="9332">
                  <c:v>9332</c:v>
                </c:pt>
                <c:pt idx="9333">
                  <c:v>9333</c:v>
                </c:pt>
                <c:pt idx="9334">
                  <c:v>9334</c:v>
                </c:pt>
                <c:pt idx="9335">
                  <c:v>9335</c:v>
                </c:pt>
                <c:pt idx="9336">
                  <c:v>9336</c:v>
                </c:pt>
                <c:pt idx="9337">
                  <c:v>9337</c:v>
                </c:pt>
                <c:pt idx="9338">
                  <c:v>9338</c:v>
                </c:pt>
                <c:pt idx="9339">
                  <c:v>9339</c:v>
                </c:pt>
                <c:pt idx="9340">
                  <c:v>9340</c:v>
                </c:pt>
                <c:pt idx="9341">
                  <c:v>9341</c:v>
                </c:pt>
                <c:pt idx="9342">
                  <c:v>9342</c:v>
                </c:pt>
                <c:pt idx="9343">
                  <c:v>9343</c:v>
                </c:pt>
                <c:pt idx="9344">
                  <c:v>9344</c:v>
                </c:pt>
                <c:pt idx="9345">
                  <c:v>9345</c:v>
                </c:pt>
                <c:pt idx="9346">
                  <c:v>9346</c:v>
                </c:pt>
                <c:pt idx="9347">
                  <c:v>9347</c:v>
                </c:pt>
                <c:pt idx="9348">
                  <c:v>9348</c:v>
                </c:pt>
                <c:pt idx="9349">
                  <c:v>9349</c:v>
                </c:pt>
                <c:pt idx="9350">
                  <c:v>9350</c:v>
                </c:pt>
                <c:pt idx="9351">
                  <c:v>9351</c:v>
                </c:pt>
                <c:pt idx="9352">
                  <c:v>9352</c:v>
                </c:pt>
                <c:pt idx="9353">
                  <c:v>9353</c:v>
                </c:pt>
                <c:pt idx="9354">
                  <c:v>9354</c:v>
                </c:pt>
                <c:pt idx="9355">
                  <c:v>9355</c:v>
                </c:pt>
                <c:pt idx="9356">
                  <c:v>9356</c:v>
                </c:pt>
                <c:pt idx="9357">
                  <c:v>9357</c:v>
                </c:pt>
                <c:pt idx="9358">
                  <c:v>9358</c:v>
                </c:pt>
                <c:pt idx="9359">
                  <c:v>9359</c:v>
                </c:pt>
                <c:pt idx="9360">
                  <c:v>9360</c:v>
                </c:pt>
                <c:pt idx="9361">
                  <c:v>9361</c:v>
                </c:pt>
                <c:pt idx="9362">
                  <c:v>9362</c:v>
                </c:pt>
                <c:pt idx="9363">
                  <c:v>9363</c:v>
                </c:pt>
                <c:pt idx="9364">
                  <c:v>9364</c:v>
                </c:pt>
                <c:pt idx="9365">
                  <c:v>9365</c:v>
                </c:pt>
                <c:pt idx="9366">
                  <c:v>9366</c:v>
                </c:pt>
                <c:pt idx="9367">
                  <c:v>9367</c:v>
                </c:pt>
                <c:pt idx="9368">
                  <c:v>9368</c:v>
                </c:pt>
                <c:pt idx="9369">
                  <c:v>9369</c:v>
                </c:pt>
                <c:pt idx="9370">
                  <c:v>9370</c:v>
                </c:pt>
                <c:pt idx="9371">
                  <c:v>9371</c:v>
                </c:pt>
                <c:pt idx="9372">
                  <c:v>9372</c:v>
                </c:pt>
                <c:pt idx="9373">
                  <c:v>9373</c:v>
                </c:pt>
                <c:pt idx="9374">
                  <c:v>9374</c:v>
                </c:pt>
                <c:pt idx="9375">
                  <c:v>9375</c:v>
                </c:pt>
                <c:pt idx="9376">
                  <c:v>9376</c:v>
                </c:pt>
                <c:pt idx="9377">
                  <c:v>9377</c:v>
                </c:pt>
                <c:pt idx="9378">
                  <c:v>9378</c:v>
                </c:pt>
                <c:pt idx="9379">
                  <c:v>9379</c:v>
                </c:pt>
                <c:pt idx="9380">
                  <c:v>9380</c:v>
                </c:pt>
                <c:pt idx="9381">
                  <c:v>9381</c:v>
                </c:pt>
                <c:pt idx="9382">
                  <c:v>9382</c:v>
                </c:pt>
                <c:pt idx="9383">
                  <c:v>9383</c:v>
                </c:pt>
                <c:pt idx="9384">
                  <c:v>9384</c:v>
                </c:pt>
                <c:pt idx="9385">
                  <c:v>9385</c:v>
                </c:pt>
                <c:pt idx="9386">
                  <c:v>9386</c:v>
                </c:pt>
                <c:pt idx="9387">
                  <c:v>9387</c:v>
                </c:pt>
                <c:pt idx="9388">
                  <c:v>9388</c:v>
                </c:pt>
                <c:pt idx="9389">
                  <c:v>9389</c:v>
                </c:pt>
                <c:pt idx="9390">
                  <c:v>9390</c:v>
                </c:pt>
                <c:pt idx="9391">
                  <c:v>9391</c:v>
                </c:pt>
                <c:pt idx="9392">
                  <c:v>9392</c:v>
                </c:pt>
                <c:pt idx="9393">
                  <c:v>9393</c:v>
                </c:pt>
                <c:pt idx="9394">
                  <c:v>9394</c:v>
                </c:pt>
                <c:pt idx="9395">
                  <c:v>9395</c:v>
                </c:pt>
                <c:pt idx="9396">
                  <c:v>9396</c:v>
                </c:pt>
                <c:pt idx="9397">
                  <c:v>9397</c:v>
                </c:pt>
                <c:pt idx="9398">
                  <c:v>9398</c:v>
                </c:pt>
                <c:pt idx="9399">
                  <c:v>9399</c:v>
                </c:pt>
                <c:pt idx="9400">
                  <c:v>9400</c:v>
                </c:pt>
                <c:pt idx="9401">
                  <c:v>9401</c:v>
                </c:pt>
                <c:pt idx="9402">
                  <c:v>9402</c:v>
                </c:pt>
                <c:pt idx="9403">
                  <c:v>9403</c:v>
                </c:pt>
                <c:pt idx="9404">
                  <c:v>9404</c:v>
                </c:pt>
                <c:pt idx="9405">
                  <c:v>9405</c:v>
                </c:pt>
                <c:pt idx="9406">
                  <c:v>9406</c:v>
                </c:pt>
                <c:pt idx="9407">
                  <c:v>9407</c:v>
                </c:pt>
                <c:pt idx="9408">
                  <c:v>9408</c:v>
                </c:pt>
                <c:pt idx="9409">
                  <c:v>9409</c:v>
                </c:pt>
                <c:pt idx="9410">
                  <c:v>9410</c:v>
                </c:pt>
                <c:pt idx="9411">
                  <c:v>9411</c:v>
                </c:pt>
                <c:pt idx="9412">
                  <c:v>9412</c:v>
                </c:pt>
                <c:pt idx="9413">
                  <c:v>9413</c:v>
                </c:pt>
                <c:pt idx="9414">
                  <c:v>9414</c:v>
                </c:pt>
                <c:pt idx="9415">
                  <c:v>9415</c:v>
                </c:pt>
                <c:pt idx="9416">
                  <c:v>9416</c:v>
                </c:pt>
                <c:pt idx="9417">
                  <c:v>9417</c:v>
                </c:pt>
                <c:pt idx="9418">
                  <c:v>9418</c:v>
                </c:pt>
                <c:pt idx="9419">
                  <c:v>9419</c:v>
                </c:pt>
                <c:pt idx="9420">
                  <c:v>9420</c:v>
                </c:pt>
                <c:pt idx="9421">
                  <c:v>9421</c:v>
                </c:pt>
                <c:pt idx="9422">
                  <c:v>9422</c:v>
                </c:pt>
                <c:pt idx="9423">
                  <c:v>9423</c:v>
                </c:pt>
                <c:pt idx="9424">
                  <c:v>9424</c:v>
                </c:pt>
                <c:pt idx="9425">
                  <c:v>9425</c:v>
                </c:pt>
                <c:pt idx="9426">
                  <c:v>9426</c:v>
                </c:pt>
                <c:pt idx="9427">
                  <c:v>9427</c:v>
                </c:pt>
                <c:pt idx="9428">
                  <c:v>9428</c:v>
                </c:pt>
                <c:pt idx="9429">
                  <c:v>9429</c:v>
                </c:pt>
                <c:pt idx="9430">
                  <c:v>9430</c:v>
                </c:pt>
                <c:pt idx="9431">
                  <c:v>9431</c:v>
                </c:pt>
                <c:pt idx="9432">
                  <c:v>9432</c:v>
                </c:pt>
                <c:pt idx="9433">
                  <c:v>9433</c:v>
                </c:pt>
                <c:pt idx="9434">
                  <c:v>9434</c:v>
                </c:pt>
                <c:pt idx="9435">
                  <c:v>9435</c:v>
                </c:pt>
                <c:pt idx="9436">
                  <c:v>9436</c:v>
                </c:pt>
                <c:pt idx="9437">
                  <c:v>9437</c:v>
                </c:pt>
                <c:pt idx="9438">
                  <c:v>9438</c:v>
                </c:pt>
                <c:pt idx="9439">
                  <c:v>9439</c:v>
                </c:pt>
                <c:pt idx="9440">
                  <c:v>9440</c:v>
                </c:pt>
                <c:pt idx="9441">
                  <c:v>9441</c:v>
                </c:pt>
                <c:pt idx="9442">
                  <c:v>9442</c:v>
                </c:pt>
                <c:pt idx="9443">
                  <c:v>9443</c:v>
                </c:pt>
                <c:pt idx="9444">
                  <c:v>9444</c:v>
                </c:pt>
                <c:pt idx="9445">
                  <c:v>9445</c:v>
                </c:pt>
                <c:pt idx="9446">
                  <c:v>9446</c:v>
                </c:pt>
                <c:pt idx="9447">
                  <c:v>9447</c:v>
                </c:pt>
                <c:pt idx="9448">
                  <c:v>9448</c:v>
                </c:pt>
                <c:pt idx="9449">
                  <c:v>9449</c:v>
                </c:pt>
                <c:pt idx="9450">
                  <c:v>9450</c:v>
                </c:pt>
                <c:pt idx="9451">
                  <c:v>9451</c:v>
                </c:pt>
                <c:pt idx="9452">
                  <c:v>9452</c:v>
                </c:pt>
                <c:pt idx="9453">
                  <c:v>9453</c:v>
                </c:pt>
                <c:pt idx="9454">
                  <c:v>9454</c:v>
                </c:pt>
                <c:pt idx="9455">
                  <c:v>9455</c:v>
                </c:pt>
                <c:pt idx="9456">
                  <c:v>9456</c:v>
                </c:pt>
                <c:pt idx="9457">
                  <c:v>9457</c:v>
                </c:pt>
                <c:pt idx="9458">
                  <c:v>9458</c:v>
                </c:pt>
                <c:pt idx="9459">
                  <c:v>9459</c:v>
                </c:pt>
                <c:pt idx="9460">
                  <c:v>9460</c:v>
                </c:pt>
                <c:pt idx="9461">
                  <c:v>9461</c:v>
                </c:pt>
                <c:pt idx="9462">
                  <c:v>9462</c:v>
                </c:pt>
                <c:pt idx="9463">
                  <c:v>9463</c:v>
                </c:pt>
                <c:pt idx="9464">
                  <c:v>9464</c:v>
                </c:pt>
                <c:pt idx="9465">
                  <c:v>9465</c:v>
                </c:pt>
                <c:pt idx="9466">
                  <c:v>9466</c:v>
                </c:pt>
                <c:pt idx="9467">
                  <c:v>9467</c:v>
                </c:pt>
                <c:pt idx="9468">
                  <c:v>9468</c:v>
                </c:pt>
                <c:pt idx="9469">
                  <c:v>9469</c:v>
                </c:pt>
                <c:pt idx="9470">
                  <c:v>9470</c:v>
                </c:pt>
                <c:pt idx="9471">
                  <c:v>9471</c:v>
                </c:pt>
                <c:pt idx="9472">
                  <c:v>9472</c:v>
                </c:pt>
                <c:pt idx="9473">
                  <c:v>9473</c:v>
                </c:pt>
                <c:pt idx="9474">
                  <c:v>9474</c:v>
                </c:pt>
                <c:pt idx="9475">
                  <c:v>9475</c:v>
                </c:pt>
                <c:pt idx="9476">
                  <c:v>9476</c:v>
                </c:pt>
                <c:pt idx="9477">
                  <c:v>9477</c:v>
                </c:pt>
                <c:pt idx="9478">
                  <c:v>9478</c:v>
                </c:pt>
                <c:pt idx="9479">
                  <c:v>9479</c:v>
                </c:pt>
                <c:pt idx="9480">
                  <c:v>9480</c:v>
                </c:pt>
                <c:pt idx="9481">
                  <c:v>9481</c:v>
                </c:pt>
                <c:pt idx="9482">
                  <c:v>9482</c:v>
                </c:pt>
                <c:pt idx="9483">
                  <c:v>9483</c:v>
                </c:pt>
                <c:pt idx="9484">
                  <c:v>9484</c:v>
                </c:pt>
                <c:pt idx="9485">
                  <c:v>9485</c:v>
                </c:pt>
                <c:pt idx="9486">
                  <c:v>9486</c:v>
                </c:pt>
                <c:pt idx="9487">
                  <c:v>9487</c:v>
                </c:pt>
                <c:pt idx="9488">
                  <c:v>9488</c:v>
                </c:pt>
                <c:pt idx="9489">
                  <c:v>9489</c:v>
                </c:pt>
                <c:pt idx="9490">
                  <c:v>9490</c:v>
                </c:pt>
                <c:pt idx="9491">
                  <c:v>9491</c:v>
                </c:pt>
                <c:pt idx="9492">
                  <c:v>9492</c:v>
                </c:pt>
                <c:pt idx="9493">
                  <c:v>9493</c:v>
                </c:pt>
                <c:pt idx="9494">
                  <c:v>9494</c:v>
                </c:pt>
                <c:pt idx="9495">
                  <c:v>9495</c:v>
                </c:pt>
                <c:pt idx="9496">
                  <c:v>9496</c:v>
                </c:pt>
                <c:pt idx="9497">
                  <c:v>9497</c:v>
                </c:pt>
                <c:pt idx="9498">
                  <c:v>9498</c:v>
                </c:pt>
                <c:pt idx="9499">
                  <c:v>9499</c:v>
                </c:pt>
                <c:pt idx="9500">
                  <c:v>9500</c:v>
                </c:pt>
                <c:pt idx="9501">
                  <c:v>9501</c:v>
                </c:pt>
                <c:pt idx="9502">
                  <c:v>9502</c:v>
                </c:pt>
                <c:pt idx="9503">
                  <c:v>9503</c:v>
                </c:pt>
                <c:pt idx="9504">
                  <c:v>9504</c:v>
                </c:pt>
                <c:pt idx="9505">
                  <c:v>9505</c:v>
                </c:pt>
                <c:pt idx="9506">
                  <c:v>9506</c:v>
                </c:pt>
                <c:pt idx="9507">
                  <c:v>9507</c:v>
                </c:pt>
                <c:pt idx="9508">
                  <c:v>9508</c:v>
                </c:pt>
                <c:pt idx="9509">
                  <c:v>9509</c:v>
                </c:pt>
                <c:pt idx="9510">
                  <c:v>9510</c:v>
                </c:pt>
                <c:pt idx="9511">
                  <c:v>9511</c:v>
                </c:pt>
                <c:pt idx="9512">
                  <c:v>9512</c:v>
                </c:pt>
                <c:pt idx="9513">
                  <c:v>9513</c:v>
                </c:pt>
                <c:pt idx="9514">
                  <c:v>9514</c:v>
                </c:pt>
                <c:pt idx="9515">
                  <c:v>9515</c:v>
                </c:pt>
                <c:pt idx="9516">
                  <c:v>9516</c:v>
                </c:pt>
                <c:pt idx="9517">
                  <c:v>9517</c:v>
                </c:pt>
                <c:pt idx="9518">
                  <c:v>9518</c:v>
                </c:pt>
                <c:pt idx="9519">
                  <c:v>9519</c:v>
                </c:pt>
                <c:pt idx="9520">
                  <c:v>9520</c:v>
                </c:pt>
                <c:pt idx="9521">
                  <c:v>9521</c:v>
                </c:pt>
                <c:pt idx="9522">
                  <c:v>9522</c:v>
                </c:pt>
                <c:pt idx="9523">
                  <c:v>9523</c:v>
                </c:pt>
                <c:pt idx="9524">
                  <c:v>9524</c:v>
                </c:pt>
                <c:pt idx="9525">
                  <c:v>9525</c:v>
                </c:pt>
                <c:pt idx="9526">
                  <c:v>9526</c:v>
                </c:pt>
                <c:pt idx="9527">
                  <c:v>9527</c:v>
                </c:pt>
                <c:pt idx="9528">
                  <c:v>9528</c:v>
                </c:pt>
                <c:pt idx="9529">
                  <c:v>9529</c:v>
                </c:pt>
                <c:pt idx="9530">
                  <c:v>9530</c:v>
                </c:pt>
                <c:pt idx="9531">
                  <c:v>9531</c:v>
                </c:pt>
                <c:pt idx="9532">
                  <c:v>9532</c:v>
                </c:pt>
                <c:pt idx="9533">
                  <c:v>9533</c:v>
                </c:pt>
                <c:pt idx="9534">
                  <c:v>9534</c:v>
                </c:pt>
                <c:pt idx="9535">
                  <c:v>9535</c:v>
                </c:pt>
                <c:pt idx="9536">
                  <c:v>9536</c:v>
                </c:pt>
                <c:pt idx="9537">
                  <c:v>9537</c:v>
                </c:pt>
                <c:pt idx="9538">
                  <c:v>9538</c:v>
                </c:pt>
                <c:pt idx="9539">
                  <c:v>9539</c:v>
                </c:pt>
                <c:pt idx="9540">
                  <c:v>9540</c:v>
                </c:pt>
                <c:pt idx="9541">
                  <c:v>9541</c:v>
                </c:pt>
                <c:pt idx="9542">
                  <c:v>9542</c:v>
                </c:pt>
                <c:pt idx="9543">
                  <c:v>9543</c:v>
                </c:pt>
                <c:pt idx="9544">
                  <c:v>9544</c:v>
                </c:pt>
                <c:pt idx="9545">
                  <c:v>9545</c:v>
                </c:pt>
                <c:pt idx="9546">
                  <c:v>9546</c:v>
                </c:pt>
                <c:pt idx="9547">
                  <c:v>9547</c:v>
                </c:pt>
                <c:pt idx="9548">
                  <c:v>9548</c:v>
                </c:pt>
                <c:pt idx="9549">
                  <c:v>9549</c:v>
                </c:pt>
                <c:pt idx="9550">
                  <c:v>9550</c:v>
                </c:pt>
                <c:pt idx="9551">
                  <c:v>9551</c:v>
                </c:pt>
                <c:pt idx="9552">
                  <c:v>9552</c:v>
                </c:pt>
                <c:pt idx="9553">
                  <c:v>9553</c:v>
                </c:pt>
                <c:pt idx="9554">
                  <c:v>9554</c:v>
                </c:pt>
                <c:pt idx="9555">
                  <c:v>9555</c:v>
                </c:pt>
                <c:pt idx="9556">
                  <c:v>9556</c:v>
                </c:pt>
                <c:pt idx="9557">
                  <c:v>9557</c:v>
                </c:pt>
                <c:pt idx="9558">
                  <c:v>9558</c:v>
                </c:pt>
                <c:pt idx="9559">
                  <c:v>9559</c:v>
                </c:pt>
                <c:pt idx="9560">
                  <c:v>9560</c:v>
                </c:pt>
                <c:pt idx="9561">
                  <c:v>9561</c:v>
                </c:pt>
                <c:pt idx="9562">
                  <c:v>9562</c:v>
                </c:pt>
                <c:pt idx="9563">
                  <c:v>9563</c:v>
                </c:pt>
                <c:pt idx="9564">
                  <c:v>9564</c:v>
                </c:pt>
                <c:pt idx="9565">
                  <c:v>9565</c:v>
                </c:pt>
                <c:pt idx="9566">
                  <c:v>9566</c:v>
                </c:pt>
                <c:pt idx="9567">
                  <c:v>9567</c:v>
                </c:pt>
                <c:pt idx="9568">
                  <c:v>9568</c:v>
                </c:pt>
                <c:pt idx="9569">
                  <c:v>9569</c:v>
                </c:pt>
                <c:pt idx="9570">
                  <c:v>9570</c:v>
                </c:pt>
                <c:pt idx="9571">
                  <c:v>9571</c:v>
                </c:pt>
                <c:pt idx="9572">
                  <c:v>9572</c:v>
                </c:pt>
                <c:pt idx="9573">
                  <c:v>9573</c:v>
                </c:pt>
                <c:pt idx="9574">
                  <c:v>9574</c:v>
                </c:pt>
                <c:pt idx="9575">
                  <c:v>9575</c:v>
                </c:pt>
                <c:pt idx="9576">
                  <c:v>9576</c:v>
                </c:pt>
                <c:pt idx="9577">
                  <c:v>9577</c:v>
                </c:pt>
                <c:pt idx="9578">
                  <c:v>9578</c:v>
                </c:pt>
                <c:pt idx="9579">
                  <c:v>9579</c:v>
                </c:pt>
                <c:pt idx="9580">
                  <c:v>9580</c:v>
                </c:pt>
                <c:pt idx="9581">
                  <c:v>9581</c:v>
                </c:pt>
                <c:pt idx="9582">
                  <c:v>9582</c:v>
                </c:pt>
                <c:pt idx="9583">
                  <c:v>9583</c:v>
                </c:pt>
                <c:pt idx="9584">
                  <c:v>9584</c:v>
                </c:pt>
                <c:pt idx="9585">
                  <c:v>9585</c:v>
                </c:pt>
                <c:pt idx="9586">
                  <c:v>9586</c:v>
                </c:pt>
                <c:pt idx="9587">
                  <c:v>9587</c:v>
                </c:pt>
                <c:pt idx="9588">
                  <c:v>9588</c:v>
                </c:pt>
                <c:pt idx="9589">
                  <c:v>9589</c:v>
                </c:pt>
                <c:pt idx="9590">
                  <c:v>9590</c:v>
                </c:pt>
                <c:pt idx="9591">
                  <c:v>9591</c:v>
                </c:pt>
                <c:pt idx="9592">
                  <c:v>9592</c:v>
                </c:pt>
                <c:pt idx="9593">
                  <c:v>9593</c:v>
                </c:pt>
                <c:pt idx="9594">
                  <c:v>9594</c:v>
                </c:pt>
                <c:pt idx="9595">
                  <c:v>9595</c:v>
                </c:pt>
                <c:pt idx="9596">
                  <c:v>9596</c:v>
                </c:pt>
                <c:pt idx="9597">
                  <c:v>9597</c:v>
                </c:pt>
                <c:pt idx="9598">
                  <c:v>9598</c:v>
                </c:pt>
                <c:pt idx="9599">
                  <c:v>9599</c:v>
                </c:pt>
                <c:pt idx="9600">
                  <c:v>9600</c:v>
                </c:pt>
                <c:pt idx="9601">
                  <c:v>9601</c:v>
                </c:pt>
                <c:pt idx="9602">
                  <c:v>9602</c:v>
                </c:pt>
                <c:pt idx="9603">
                  <c:v>9603</c:v>
                </c:pt>
                <c:pt idx="9604">
                  <c:v>9604</c:v>
                </c:pt>
                <c:pt idx="9605">
                  <c:v>9605</c:v>
                </c:pt>
                <c:pt idx="9606">
                  <c:v>9606</c:v>
                </c:pt>
                <c:pt idx="9607">
                  <c:v>9607</c:v>
                </c:pt>
                <c:pt idx="9608">
                  <c:v>9608</c:v>
                </c:pt>
                <c:pt idx="9609">
                  <c:v>9609</c:v>
                </c:pt>
                <c:pt idx="9610">
                  <c:v>9610</c:v>
                </c:pt>
                <c:pt idx="9611">
                  <c:v>9611</c:v>
                </c:pt>
                <c:pt idx="9612">
                  <c:v>9612</c:v>
                </c:pt>
                <c:pt idx="9613">
                  <c:v>9613</c:v>
                </c:pt>
                <c:pt idx="9614">
                  <c:v>9614</c:v>
                </c:pt>
                <c:pt idx="9615">
                  <c:v>9615</c:v>
                </c:pt>
                <c:pt idx="9616">
                  <c:v>9616</c:v>
                </c:pt>
                <c:pt idx="9617">
                  <c:v>9617</c:v>
                </c:pt>
                <c:pt idx="9618">
                  <c:v>9618</c:v>
                </c:pt>
                <c:pt idx="9619">
                  <c:v>9619</c:v>
                </c:pt>
                <c:pt idx="9620">
                  <c:v>9620</c:v>
                </c:pt>
                <c:pt idx="9621">
                  <c:v>9621</c:v>
                </c:pt>
                <c:pt idx="9622">
                  <c:v>9622</c:v>
                </c:pt>
                <c:pt idx="9623">
                  <c:v>9623</c:v>
                </c:pt>
                <c:pt idx="9624">
                  <c:v>9624</c:v>
                </c:pt>
                <c:pt idx="9625">
                  <c:v>9625</c:v>
                </c:pt>
                <c:pt idx="9626">
                  <c:v>9626</c:v>
                </c:pt>
                <c:pt idx="9627">
                  <c:v>9627</c:v>
                </c:pt>
                <c:pt idx="9628">
                  <c:v>9628</c:v>
                </c:pt>
                <c:pt idx="9629">
                  <c:v>9629</c:v>
                </c:pt>
                <c:pt idx="9630">
                  <c:v>9630</c:v>
                </c:pt>
                <c:pt idx="9631">
                  <c:v>9631</c:v>
                </c:pt>
                <c:pt idx="9632">
                  <c:v>9632</c:v>
                </c:pt>
                <c:pt idx="9633">
                  <c:v>9633</c:v>
                </c:pt>
                <c:pt idx="9634">
                  <c:v>9634</c:v>
                </c:pt>
                <c:pt idx="9635">
                  <c:v>9635</c:v>
                </c:pt>
                <c:pt idx="9636">
                  <c:v>9636</c:v>
                </c:pt>
                <c:pt idx="9637">
                  <c:v>9637</c:v>
                </c:pt>
                <c:pt idx="9638">
                  <c:v>9638</c:v>
                </c:pt>
                <c:pt idx="9639">
                  <c:v>9639</c:v>
                </c:pt>
                <c:pt idx="9640">
                  <c:v>9640</c:v>
                </c:pt>
                <c:pt idx="9641">
                  <c:v>9641</c:v>
                </c:pt>
                <c:pt idx="9642">
                  <c:v>9642</c:v>
                </c:pt>
                <c:pt idx="9643">
                  <c:v>9643</c:v>
                </c:pt>
                <c:pt idx="9644">
                  <c:v>9644</c:v>
                </c:pt>
                <c:pt idx="9645">
                  <c:v>9645</c:v>
                </c:pt>
                <c:pt idx="9646">
                  <c:v>9646</c:v>
                </c:pt>
                <c:pt idx="9647">
                  <c:v>9647</c:v>
                </c:pt>
                <c:pt idx="9648">
                  <c:v>9648</c:v>
                </c:pt>
                <c:pt idx="9649">
                  <c:v>9649</c:v>
                </c:pt>
                <c:pt idx="9650">
                  <c:v>9650</c:v>
                </c:pt>
                <c:pt idx="9651">
                  <c:v>9651</c:v>
                </c:pt>
                <c:pt idx="9652">
                  <c:v>9652</c:v>
                </c:pt>
                <c:pt idx="9653">
                  <c:v>9653</c:v>
                </c:pt>
                <c:pt idx="9654">
                  <c:v>9654</c:v>
                </c:pt>
                <c:pt idx="9655">
                  <c:v>9655</c:v>
                </c:pt>
                <c:pt idx="9656">
                  <c:v>9656</c:v>
                </c:pt>
                <c:pt idx="9657">
                  <c:v>9657</c:v>
                </c:pt>
                <c:pt idx="9658">
                  <c:v>9658</c:v>
                </c:pt>
                <c:pt idx="9659">
                  <c:v>9659</c:v>
                </c:pt>
                <c:pt idx="9660">
                  <c:v>9660</c:v>
                </c:pt>
                <c:pt idx="9661">
                  <c:v>9661</c:v>
                </c:pt>
                <c:pt idx="9662">
                  <c:v>9662</c:v>
                </c:pt>
                <c:pt idx="9663">
                  <c:v>9663</c:v>
                </c:pt>
                <c:pt idx="9664">
                  <c:v>9664</c:v>
                </c:pt>
                <c:pt idx="9665">
                  <c:v>9665</c:v>
                </c:pt>
                <c:pt idx="9666">
                  <c:v>9666</c:v>
                </c:pt>
                <c:pt idx="9667">
                  <c:v>9667</c:v>
                </c:pt>
                <c:pt idx="9668">
                  <c:v>9668</c:v>
                </c:pt>
                <c:pt idx="9669">
                  <c:v>9669</c:v>
                </c:pt>
                <c:pt idx="9670">
                  <c:v>9670</c:v>
                </c:pt>
                <c:pt idx="9671">
                  <c:v>9671</c:v>
                </c:pt>
                <c:pt idx="9672">
                  <c:v>9672</c:v>
                </c:pt>
                <c:pt idx="9673">
                  <c:v>9673</c:v>
                </c:pt>
                <c:pt idx="9674">
                  <c:v>9674</c:v>
                </c:pt>
                <c:pt idx="9675">
                  <c:v>9675</c:v>
                </c:pt>
                <c:pt idx="9676">
                  <c:v>9676</c:v>
                </c:pt>
                <c:pt idx="9677">
                  <c:v>9677</c:v>
                </c:pt>
                <c:pt idx="9678">
                  <c:v>9678</c:v>
                </c:pt>
                <c:pt idx="9679">
                  <c:v>9679</c:v>
                </c:pt>
                <c:pt idx="9680">
                  <c:v>9680</c:v>
                </c:pt>
                <c:pt idx="9681">
                  <c:v>9681</c:v>
                </c:pt>
                <c:pt idx="9682">
                  <c:v>9682</c:v>
                </c:pt>
                <c:pt idx="9683">
                  <c:v>9683</c:v>
                </c:pt>
                <c:pt idx="9684">
                  <c:v>9684</c:v>
                </c:pt>
                <c:pt idx="9685">
                  <c:v>9685</c:v>
                </c:pt>
                <c:pt idx="9686">
                  <c:v>9686</c:v>
                </c:pt>
                <c:pt idx="9687">
                  <c:v>9687</c:v>
                </c:pt>
                <c:pt idx="9688">
                  <c:v>9688</c:v>
                </c:pt>
                <c:pt idx="9689">
                  <c:v>9689</c:v>
                </c:pt>
                <c:pt idx="9690">
                  <c:v>9690</c:v>
                </c:pt>
                <c:pt idx="9691">
                  <c:v>9691</c:v>
                </c:pt>
                <c:pt idx="9692">
                  <c:v>9692</c:v>
                </c:pt>
                <c:pt idx="9693">
                  <c:v>9693</c:v>
                </c:pt>
                <c:pt idx="9694">
                  <c:v>9694</c:v>
                </c:pt>
                <c:pt idx="9695">
                  <c:v>9695</c:v>
                </c:pt>
                <c:pt idx="9696">
                  <c:v>9696</c:v>
                </c:pt>
                <c:pt idx="9697">
                  <c:v>9697</c:v>
                </c:pt>
                <c:pt idx="9698">
                  <c:v>9698</c:v>
                </c:pt>
                <c:pt idx="9699">
                  <c:v>9699</c:v>
                </c:pt>
                <c:pt idx="9700">
                  <c:v>9700</c:v>
                </c:pt>
                <c:pt idx="9701">
                  <c:v>9701</c:v>
                </c:pt>
                <c:pt idx="9702">
                  <c:v>9702</c:v>
                </c:pt>
                <c:pt idx="9703">
                  <c:v>9703</c:v>
                </c:pt>
                <c:pt idx="9704">
                  <c:v>9704</c:v>
                </c:pt>
                <c:pt idx="9705">
                  <c:v>9705</c:v>
                </c:pt>
                <c:pt idx="9706">
                  <c:v>9706</c:v>
                </c:pt>
                <c:pt idx="9707">
                  <c:v>9707</c:v>
                </c:pt>
                <c:pt idx="9708">
                  <c:v>9708</c:v>
                </c:pt>
                <c:pt idx="9709">
                  <c:v>9709</c:v>
                </c:pt>
                <c:pt idx="9710">
                  <c:v>9710</c:v>
                </c:pt>
                <c:pt idx="9711">
                  <c:v>9711</c:v>
                </c:pt>
                <c:pt idx="9712">
                  <c:v>9712</c:v>
                </c:pt>
                <c:pt idx="9713">
                  <c:v>9713</c:v>
                </c:pt>
                <c:pt idx="9714">
                  <c:v>9714</c:v>
                </c:pt>
                <c:pt idx="9715">
                  <c:v>9715</c:v>
                </c:pt>
                <c:pt idx="9716">
                  <c:v>9716</c:v>
                </c:pt>
                <c:pt idx="9717">
                  <c:v>9717</c:v>
                </c:pt>
                <c:pt idx="9718">
                  <c:v>9718</c:v>
                </c:pt>
                <c:pt idx="9719">
                  <c:v>9719</c:v>
                </c:pt>
                <c:pt idx="9720">
                  <c:v>9720</c:v>
                </c:pt>
                <c:pt idx="9721">
                  <c:v>9721</c:v>
                </c:pt>
                <c:pt idx="9722">
                  <c:v>9722</c:v>
                </c:pt>
                <c:pt idx="9723">
                  <c:v>9723</c:v>
                </c:pt>
                <c:pt idx="9724">
                  <c:v>9724</c:v>
                </c:pt>
                <c:pt idx="9725">
                  <c:v>9725</c:v>
                </c:pt>
                <c:pt idx="9726">
                  <c:v>9726</c:v>
                </c:pt>
                <c:pt idx="9727">
                  <c:v>9727</c:v>
                </c:pt>
                <c:pt idx="9728">
                  <c:v>9728</c:v>
                </c:pt>
                <c:pt idx="9729">
                  <c:v>9729</c:v>
                </c:pt>
                <c:pt idx="9730">
                  <c:v>9730</c:v>
                </c:pt>
                <c:pt idx="9731">
                  <c:v>9731</c:v>
                </c:pt>
                <c:pt idx="9732">
                  <c:v>9732</c:v>
                </c:pt>
                <c:pt idx="9733">
                  <c:v>9733</c:v>
                </c:pt>
                <c:pt idx="9734">
                  <c:v>9734</c:v>
                </c:pt>
                <c:pt idx="9735">
                  <c:v>9735</c:v>
                </c:pt>
                <c:pt idx="9736">
                  <c:v>9736</c:v>
                </c:pt>
                <c:pt idx="9737">
                  <c:v>9737</c:v>
                </c:pt>
                <c:pt idx="9738">
                  <c:v>9738</c:v>
                </c:pt>
                <c:pt idx="9739">
                  <c:v>9739</c:v>
                </c:pt>
                <c:pt idx="9740">
                  <c:v>9740</c:v>
                </c:pt>
                <c:pt idx="9741">
                  <c:v>9741</c:v>
                </c:pt>
                <c:pt idx="9742">
                  <c:v>9742</c:v>
                </c:pt>
                <c:pt idx="9743">
                  <c:v>9743</c:v>
                </c:pt>
                <c:pt idx="9744">
                  <c:v>9744</c:v>
                </c:pt>
                <c:pt idx="9745">
                  <c:v>9745</c:v>
                </c:pt>
                <c:pt idx="9746">
                  <c:v>9746</c:v>
                </c:pt>
                <c:pt idx="9747">
                  <c:v>9747</c:v>
                </c:pt>
                <c:pt idx="9748">
                  <c:v>9748</c:v>
                </c:pt>
                <c:pt idx="9749">
                  <c:v>9749</c:v>
                </c:pt>
                <c:pt idx="9750">
                  <c:v>9750</c:v>
                </c:pt>
                <c:pt idx="9751">
                  <c:v>9751</c:v>
                </c:pt>
                <c:pt idx="9752">
                  <c:v>9752</c:v>
                </c:pt>
                <c:pt idx="9753">
                  <c:v>9753</c:v>
                </c:pt>
                <c:pt idx="9754">
                  <c:v>9754</c:v>
                </c:pt>
                <c:pt idx="9755">
                  <c:v>9755</c:v>
                </c:pt>
                <c:pt idx="9756">
                  <c:v>9756</c:v>
                </c:pt>
                <c:pt idx="9757">
                  <c:v>9757</c:v>
                </c:pt>
                <c:pt idx="9758">
                  <c:v>9758</c:v>
                </c:pt>
                <c:pt idx="9759">
                  <c:v>9759</c:v>
                </c:pt>
                <c:pt idx="9760">
                  <c:v>9760</c:v>
                </c:pt>
                <c:pt idx="9761">
                  <c:v>9761</c:v>
                </c:pt>
                <c:pt idx="9762">
                  <c:v>9762</c:v>
                </c:pt>
                <c:pt idx="9763">
                  <c:v>9763</c:v>
                </c:pt>
                <c:pt idx="9764">
                  <c:v>9764</c:v>
                </c:pt>
                <c:pt idx="9765">
                  <c:v>9765</c:v>
                </c:pt>
                <c:pt idx="9766">
                  <c:v>9766</c:v>
                </c:pt>
                <c:pt idx="9767">
                  <c:v>9767</c:v>
                </c:pt>
                <c:pt idx="9768">
                  <c:v>9768</c:v>
                </c:pt>
                <c:pt idx="9769">
                  <c:v>9769</c:v>
                </c:pt>
                <c:pt idx="9770">
                  <c:v>9770</c:v>
                </c:pt>
                <c:pt idx="9771">
                  <c:v>9771</c:v>
                </c:pt>
                <c:pt idx="9772">
                  <c:v>9772</c:v>
                </c:pt>
                <c:pt idx="9773">
                  <c:v>9773</c:v>
                </c:pt>
                <c:pt idx="9774">
                  <c:v>9774</c:v>
                </c:pt>
                <c:pt idx="9775">
                  <c:v>9775</c:v>
                </c:pt>
                <c:pt idx="9776">
                  <c:v>9776</c:v>
                </c:pt>
                <c:pt idx="9777">
                  <c:v>9777</c:v>
                </c:pt>
                <c:pt idx="9778">
                  <c:v>9778</c:v>
                </c:pt>
                <c:pt idx="9779">
                  <c:v>9779</c:v>
                </c:pt>
                <c:pt idx="9780">
                  <c:v>9780</c:v>
                </c:pt>
                <c:pt idx="9781">
                  <c:v>9781</c:v>
                </c:pt>
                <c:pt idx="9782">
                  <c:v>9782</c:v>
                </c:pt>
                <c:pt idx="9783">
                  <c:v>9783</c:v>
                </c:pt>
                <c:pt idx="9784">
                  <c:v>9784</c:v>
                </c:pt>
                <c:pt idx="9785">
                  <c:v>9785</c:v>
                </c:pt>
                <c:pt idx="9786">
                  <c:v>9786</c:v>
                </c:pt>
                <c:pt idx="9787">
                  <c:v>9787</c:v>
                </c:pt>
                <c:pt idx="9788">
                  <c:v>9788</c:v>
                </c:pt>
                <c:pt idx="9789">
                  <c:v>9789</c:v>
                </c:pt>
                <c:pt idx="9790">
                  <c:v>9790</c:v>
                </c:pt>
                <c:pt idx="9791">
                  <c:v>9791</c:v>
                </c:pt>
                <c:pt idx="9792">
                  <c:v>9792</c:v>
                </c:pt>
                <c:pt idx="9793">
                  <c:v>9793</c:v>
                </c:pt>
                <c:pt idx="9794">
                  <c:v>9794</c:v>
                </c:pt>
                <c:pt idx="9795">
                  <c:v>9795</c:v>
                </c:pt>
                <c:pt idx="9796">
                  <c:v>9796</c:v>
                </c:pt>
                <c:pt idx="9797">
                  <c:v>9797</c:v>
                </c:pt>
                <c:pt idx="9798">
                  <c:v>9798</c:v>
                </c:pt>
                <c:pt idx="9799">
                  <c:v>9799</c:v>
                </c:pt>
                <c:pt idx="9800">
                  <c:v>9800</c:v>
                </c:pt>
                <c:pt idx="9801">
                  <c:v>9801</c:v>
                </c:pt>
                <c:pt idx="9802">
                  <c:v>9802</c:v>
                </c:pt>
                <c:pt idx="9803">
                  <c:v>9803</c:v>
                </c:pt>
                <c:pt idx="9804">
                  <c:v>9804</c:v>
                </c:pt>
                <c:pt idx="9805">
                  <c:v>9805</c:v>
                </c:pt>
                <c:pt idx="9806">
                  <c:v>9806</c:v>
                </c:pt>
                <c:pt idx="9807">
                  <c:v>9807</c:v>
                </c:pt>
                <c:pt idx="9808">
                  <c:v>9808</c:v>
                </c:pt>
                <c:pt idx="9809">
                  <c:v>9809</c:v>
                </c:pt>
                <c:pt idx="9810">
                  <c:v>9810</c:v>
                </c:pt>
                <c:pt idx="9811">
                  <c:v>9811</c:v>
                </c:pt>
                <c:pt idx="9812">
                  <c:v>9812</c:v>
                </c:pt>
                <c:pt idx="9813">
                  <c:v>9813</c:v>
                </c:pt>
                <c:pt idx="9814">
                  <c:v>9814</c:v>
                </c:pt>
                <c:pt idx="9815">
                  <c:v>9815</c:v>
                </c:pt>
                <c:pt idx="9816">
                  <c:v>9816</c:v>
                </c:pt>
                <c:pt idx="9817">
                  <c:v>9817</c:v>
                </c:pt>
                <c:pt idx="9818">
                  <c:v>9818</c:v>
                </c:pt>
                <c:pt idx="9819">
                  <c:v>9819</c:v>
                </c:pt>
                <c:pt idx="9820">
                  <c:v>9820</c:v>
                </c:pt>
                <c:pt idx="9821">
                  <c:v>9821</c:v>
                </c:pt>
                <c:pt idx="9822">
                  <c:v>9822</c:v>
                </c:pt>
                <c:pt idx="9823">
                  <c:v>9823</c:v>
                </c:pt>
                <c:pt idx="9824">
                  <c:v>9824</c:v>
                </c:pt>
                <c:pt idx="9825">
                  <c:v>9825</c:v>
                </c:pt>
                <c:pt idx="9826">
                  <c:v>9826</c:v>
                </c:pt>
                <c:pt idx="9827">
                  <c:v>9827</c:v>
                </c:pt>
                <c:pt idx="9828">
                  <c:v>9828</c:v>
                </c:pt>
                <c:pt idx="9829">
                  <c:v>9829</c:v>
                </c:pt>
                <c:pt idx="9830">
                  <c:v>9830</c:v>
                </c:pt>
                <c:pt idx="9831">
                  <c:v>9831</c:v>
                </c:pt>
                <c:pt idx="9832">
                  <c:v>9832</c:v>
                </c:pt>
                <c:pt idx="9833">
                  <c:v>9833</c:v>
                </c:pt>
                <c:pt idx="9834">
                  <c:v>9834</c:v>
                </c:pt>
                <c:pt idx="9835">
                  <c:v>9835</c:v>
                </c:pt>
                <c:pt idx="9836">
                  <c:v>9836</c:v>
                </c:pt>
                <c:pt idx="9837">
                  <c:v>9837</c:v>
                </c:pt>
                <c:pt idx="9838">
                  <c:v>9838</c:v>
                </c:pt>
                <c:pt idx="9839">
                  <c:v>9839</c:v>
                </c:pt>
                <c:pt idx="9840">
                  <c:v>9840</c:v>
                </c:pt>
                <c:pt idx="9841">
                  <c:v>9841</c:v>
                </c:pt>
                <c:pt idx="9842">
                  <c:v>9842</c:v>
                </c:pt>
                <c:pt idx="9843">
                  <c:v>9843</c:v>
                </c:pt>
                <c:pt idx="9844">
                  <c:v>9844</c:v>
                </c:pt>
                <c:pt idx="9845">
                  <c:v>9845</c:v>
                </c:pt>
                <c:pt idx="9846">
                  <c:v>9846</c:v>
                </c:pt>
                <c:pt idx="9847">
                  <c:v>9847</c:v>
                </c:pt>
                <c:pt idx="9848">
                  <c:v>9848</c:v>
                </c:pt>
                <c:pt idx="9849">
                  <c:v>9849</c:v>
                </c:pt>
                <c:pt idx="9850">
                  <c:v>9850</c:v>
                </c:pt>
                <c:pt idx="9851">
                  <c:v>9851</c:v>
                </c:pt>
                <c:pt idx="9852">
                  <c:v>9852</c:v>
                </c:pt>
                <c:pt idx="9853">
                  <c:v>9853</c:v>
                </c:pt>
                <c:pt idx="9854">
                  <c:v>9854</c:v>
                </c:pt>
                <c:pt idx="9855">
                  <c:v>9855</c:v>
                </c:pt>
                <c:pt idx="9856">
                  <c:v>9856</c:v>
                </c:pt>
                <c:pt idx="9857">
                  <c:v>9857</c:v>
                </c:pt>
                <c:pt idx="9858">
                  <c:v>9858</c:v>
                </c:pt>
                <c:pt idx="9859">
                  <c:v>9859</c:v>
                </c:pt>
                <c:pt idx="9860">
                  <c:v>9860</c:v>
                </c:pt>
                <c:pt idx="9861">
                  <c:v>9861</c:v>
                </c:pt>
                <c:pt idx="9862">
                  <c:v>9862</c:v>
                </c:pt>
                <c:pt idx="9863">
                  <c:v>9863</c:v>
                </c:pt>
                <c:pt idx="9864">
                  <c:v>9864</c:v>
                </c:pt>
                <c:pt idx="9865">
                  <c:v>9865</c:v>
                </c:pt>
                <c:pt idx="9866">
                  <c:v>9866</c:v>
                </c:pt>
                <c:pt idx="9867">
                  <c:v>9867</c:v>
                </c:pt>
                <c:pt idx="9868">
                  <c:v>9868</c:v>
                </c:pt>
                <c:pt idx="9869">
                  <c:v>9869</c:v>
                </c:pt>
                <c:pt idx="9870">
                  <c:v>9870</c:v>
                </c:pt>
                <c:pt idx="9871">
                  <c:v>9871</c:v>
                </c:pt>
                <c:pt idx="9872">
                  <c:v>9872</c:v>
                </c:pt>
                <c:pt idx="9873">
                  <c:v>9873</c:v>
                </c:pt>
                <c:pt idx="9874">
                  <c:v>9874</c:v>
                </c:pt>
                <c:pt idx="9875">
                  <c:v>9875</c:v>
                </c:pt>
                <c:pt idx="9876">
                  <c:v>9876</c:v>
                </c:pt>
                <c:pt idx="9877">
                  <c:v>9877</c:v>
                </c:pt>
                <c:pt idx="9878">
                  <c:v>9878</c:v>
                </c:pt>
                <c:pt idx="9879">
                  <c:v>9879</c:v>
                </c:pt>
                <c:pt idx="9880">
                  <c:v>9880</c:v>
                </c:pt>
                <c:pt idx="9881">
                  <c:v>9881</c:v>
                </c:pt>
                <c:pt idx="9882">
                  <c:v>9882</c:v>
                </c:pt>
                <c:pt idx="9883">
                  <c:v>9883</c:v>
                </c:pt>
                <c:pt idx="9884">
                  <c:v>9884</c:v>
                </c:pt>
                <c:pt idx="9885">
                  <c:v>9885</c:v>
                </c:pt>
                <c:pt idx="9886">
                  <c:v>9886</c:v>
                </c:pt>
                <c:pt idx="9887">
                  <c:v>9887</c:v>
                </c:pt>
                <c:pt idx="9888">
                  <c:v>9888</c:v>
                </c:pt>
                <c:pt idx="9889">
                  <c:v>9889</c:v>
                </c:pt>
                <c:pt idx="9890">
                  <c:v>9890</c:v>
                </c:pt>
                <c:pt idx="9891">
                  <c:v>9891</c:v>
                </c:pt>
                <c:pt idx="9892">
                  <c:v>9892</c:v>
                </c:pt>
                <c:pt idx="9893">
                  <c:v>9893</c:v>
                </c:pt>
                <c:pt idx="9894">
                  <c:v>9894</c:v>
                </c:pt>
                <c:pt idx="9895">
                  <c:v>9895</c:v>
                </c:pt>
                <c:pt idx="9896">
                  <c:v>9896</c:v>
                </c:pt>
                <c:pt idx="9897">
                  <c:v>9897</c:v>
                </c:pt>
                <c:pt idx="9898">
                  <c:v>9898</c:v>
                </c:pt>
                <c:pt idx="9899">
                  <c:v>9899</c:v>
                </c:pt>
                <c:pt idx="9900">
                  <c:v>9900</c:v>
                </c:pt>
                <c:pt idx="9901">
                  <c:v>9901</c:v>
                </c:pt>
                <c:pt idx="9902">
                  <c:v>9902</c:v>
                </c:pt>
                <c:pt idx="9903">
                  <c:v>9903</c:v>
                </c:pt>
                <c:pt idx="9904">
                  <c:v>9904</c:v>
                </c:pt>
                <c:pt idx="9905">
                  <c:v>9905</c:v>
                </c:pt>
                <c:pt idx="9906">
                  <c:v>9906</c:v>
                </c:pt>
                <c:pt idx="9907">
                  <c:v>9907</c:v>
                </c:pt>
                <c:pt idx="9908">
                  <c:v>9908</c:v>
                </c:pt>
                <c:pt idx="9909">
                  <c:v>9909</c:v>
                </c:pt>
                <c:pt idx="9910">
                  <c:v>9910</c:v>
                </c:pt>
                <c:pt idx="9911">
                  <c:v>9911</c:v>
                </c:pt>
                <c:pt idx="9912">
                  <c:v>9912</c:v>
                </c:pt>
                <c:pt idx="9913">
                  <c:v>9913</c:v>
                </c:pt>
                <c:pt idx="9914">
                  <c:v>9914</c:v>
                </c:pt>
                <c:pt idx="9915">
                  <c:v>9915</c:v>
                </c:pt>
                <c:pt idx="9916">
                  <c:v>9916</c:v>
                </c:pt>
                <c:pt idx="9917">
                  <c:v>9917</c:v>
                </c:pt>
                <c:pt idx="9918">
                  <c:v>9918</c:v>
                </c:pt>
                <c:pt idx="9919">
                  <c:v>9919</c:v>
                </c:pt>
                <c:pt idx="9920">
                  <c:v>9920</c:v>
                </c:pt>
                <c:pt idx="9921">
                  <c:v>9921</c:v>
                </c:pt>
                <c:pt idx="9922">
                  <c:v>9922</c:v>
                </c:pt>
                <c:pt idx="9923">
                  <c:v>9923</c:v>
                </c:pt>
                <c:pt idx="9924">
                  <c:v>9924</c:v>
                </c:pt>
                <c:pt idx="9925">
                  <c:v>9925</c:v>
                </c:pt>
                <c:pt idx="9926">
                  <c:v>9926</c:v>
                </c:pt>
                <c:pt idx="9927">
                  <c:v>9927</c:v>
                </c:pt>
                <c:pt idx="9928">
                  <c:v>9928</c:v>
                </c:pt>
                <c:pt idx="9929">
                  <c:v>9929</c:v>
                </c:pt>
                <c:pt idx="9930">
                  <c:v>9930</c:v>
                </c:pt>
                <c:pt idx="9931">
                  <c:v>9931</c:v>
                </c:pt>
                <c:pt idx="9932">
                  <c:v>9932</c:v>
                </c:pt>
                <c:pt idx="9933">
                  <c:v>9933</c:v>
                </c:pt>
                <c:pt idx="9934">
                  <c:v>9934</c:v>
                </c:pt>
                <c:pt idx="9935">
                  <c:v>9935</c:v>
                </c:pt>
                <c:pt idx="9936">
                  <c:v>9936</c:v>
                </c:pt>
                <c:pt idx="9937">
                  <c:v>9937</c:v>
                </c:pt>
                <c:pt idx="9938">
                  <c:v>9938</c:v>
                </c:pt>
                <c:pt idx="9939">
                  <c:v>9939</c:v>
                </c:pt>
                <c:pt idx="9940">
                  <c:v>9940</c:v>
                </c:pt>
                <c:pt idx="9941">
                  <c:v>9941</c:v>
                </c:pt>
                <c:pt idx="9942">
                  <c:v>9942</c:v>
                </c:pt>
                <c:pt idx="9943">
                  <c:v>9943</c:v>
                </c:pt>
                <c:pt idx="9944">
                  <c:v>9944</c:v>
                </c:pt>
                <c:pt idx="9945">
                  <c:v>9945</c:v>
                </c:pt>
                <c:pt idx="9946">
                  <c:v>9946</c:v>
                </c:pt>
                <c:pt idx="9947">
                  <c:v>9947</c:v>
                </c:pt>
                <c:pt idx="9948">
                  <c:v>9948</c:v>
                </c:pt>
                <c:pt idx="9949">
                  <c:v>9949</c:v>
                </c:pt>
                <c:pt idx="9950">
                  <c:v>9950</c:v>
                </c:pt>
                <c:pt idx="9951">
                  <c:v>9951</c:v>
                </c:pt>
                <c:pt idx="9952">
                  <c:v>9952</c:v>
                </c:pt>
                <c:pt idx="9953">
                  <c:v>9953</c:v>
                </c:pt>
                <c:pt idx="9954">
                  <c:v>9954</c:v>
                </c:pt>
                <c:pt idx="9955">
                  <c:v>9955</c:v>
                </c:pt>
                <c:pt idx="9956">
                  <c:v>9956</c:v>
                </c:pt>
                <c:pt idx="9957">
                  <c:v>9957</c:v>
                </c:pt>
                <c:pt idx="9958">
                  <c:v>9958</c:v>
                </c:pt>
                <c:pt idx="9959">
                  <c:v>9959</c:v>
                </c:pt>
                <c:pt idx="9960">
                  <c:v>9960</c:v>
                </c:pt>
                <c:pt idx="9961">
                  <c:v>9961</c:v>
                </c:pt>
                <c:pt idx="9962">
                  <c:v>9962</c:v>
                </c:pt>
                <c:pt idx="9963">
                  <c:v>9963</c:v>
                </c:pt>
                <c:pt idx="9964">
                  <c:v>9964</c:v>
                </c:pt>
                <c:pt idx="9965">
                  <c:v>9965</c:v>
                </c:pt>
                <c:pt idx="9966">
                  <c:v>9966</c:v>
                </c:pt>
                <c:pt idx="9967">
                  <c:v>9967</c:v>
                </c:pt>
                <c:pt idx="9968">
                  <c:v>9968</c:v>
                </c:pt>
                <c:pt idx="9969">
                  <c:v>9969</c:v>
                </c:pt>
                <c:pt idx="9970">
                  <c:v>9970</c:v>
                </c:pt>
                <c:pt idx="9971">
                  <c:v>9971</c:v>
                </c:pt>
                <c:pt idx="9972">
                  <c:v>9972</c:v>
                </c:pt>
                <c:pt idx="9973">
                  <c:v>9973</c:v>
                </c:pt>
                <c:pt idx="9974">
                  <c:v>9974</c:v>
                </c:pt>
                <c:pt idx="9975">
                  <c:v>9975</c:v>
                </c:pt>
                <c:pt idx="9976">
                  <c:v>9976</c:v>
                </c:pt>
                <c:pt idx="9977">
                  <c:v>9977</c:v>
                </c:pt>
                <c:pt idx="9978">
                  <c:v>9978</c:v>
                </c:pt>
                <c:pt idx="9979">
                  <c:v>9979</c:v>
                </c:pt>
                <c:pt idx="9980">
                  <c:v>9980</c:v>
                </c:pt>
                <c:pt idx="9981">
                  <c:v>9981</c:v>
                </c:pt>
                <c:pt idx="9982">
                  <c:v>9982</c:v>
                </c:pt>
                <c:pt idx="9983">
                  <c:v>9983</c:v>
                </c:pt>
                <c:pt idx="9984">
                  <c:v>9984</c:v>
                </c:pt>
                <c:pt idx="9985">
                  <c:v>9985</c:v>
                </c:pt>
                <c:pt idx="9986">
                  <c:v>9986</c:v>
                </c:pt>
                <c:pt idx="9987">
                  <c:v>9987</c:v>
                </c:pt>
                <c:pt idx="9988">
                  <c:v>9988</c:v>
                </c:pt>
                <c:pt idx="9989">
                  <c:v>9989</c:v>
                </c:pt>
                <c:pt idx="9990">
                  <c:v>9990</c:v>
                </c:pt>
                <c:pt idx="9991">
                  <c:v>9991</c:v>
                </c:pt>
                <c:pt idx="9992">
                  <c:v>9992</c:v>
                </c:pt>
                <c:pt idx="9993">
                  <c:v>9993</c:v>
                </c:pt>
                <c:pt idx="9994">
                  <c:v>9994</c:v>
                </c:pt>
                <c:pt idx="9995">
                  <c:v>9995</c:v>
                </c:pt>
                <c:pt idx="9996">
                  <c:v>9996</c:v>
                </c:pt>
                <c:pt idx="9997">
                  <c:v>9997</c:v>
                </c:pt>
                <c:pt idx="9998">
                  <c:v>9998</c:v>
                </c:pt>
                <c:pt idx="9999">
                  <c:v>9999</c:v>
                </c:pt>
                <c:pt idx="10000">
                  <c:v>10000</c:v>
                </c:pt>
                <c:pt idx="10001">
                  <c:v>10001</c:v>
                </c:pt>
                <c:pt idx="10002">
                  <c:v>10002</c:v>
                </c:pt>
                <c:pt idx="10003">
                  <c:v>10003</c:v>
                </c:pt>
                <c:pt idx="10004">
                  <c:v>10004</c:v>
                </c:pt>
                <c:pt idx="10005">
                  <c:v>10005</c:v>
                </c:pt>
                <c:pt idx="10006">
                  <c:v>10006</c:v>
                </c:pt>
                <c:pt idx="10007">
                  <c:v>10007</c:v>
                </c:pt>
                <c:pt idx="10008">
                  <c:v>10008</c:v>
                </c:pt>
                <c:pt idx="10009">
                  <c:v>10009</c:v>
                </c:pt>
                <c:pt idx="10010">
                  <c:v>10010</c:v>
                </c:pt>
                <c:pt idx="10011">
                  <c:v>10011</c:v>
                </c:pt>
                <c:pt idx="10012">
                  <c:v>10012</c:v>
                </c:pt>
                <c:pt idx="10013">
                  <c:v>10013</c:v>
                </c:pt>
                <c:pt idx="10014">
                  <c:v>10014</c:v>
                </c:pt>
                <c:pt idx="10015">
                  <c:v>10015</c:v>
                </c:pt>
                <c:pt idx="10016">
                  <c:v>10016</c:v>
                </c:pt>
                <c:pt idx="10017">
                  <c:v>10017</c:v>
                </c:pt>
                <c:pt idx="10018">
                  <c:v>10018</c:v>
                </c:pt>
                <c:pt idx="10019">
                  <c:v>10019</c:v>
                </c:pt>
                <c:pt idx="10020">
                  <c:v>10020</c:v>
                </c:pt>
                <c:pt idx="10021">
                  <c:v>10021</c:v>
                </c:pt>
                <c:pt idx="10022">
                  <c:v>10022</c:v>
                </c:pt>
                <c:pt idx="10023">
                  <c:v>10023</c:v>
                </c:pt>
                <c:pt idx="10024">
                  <c:v>10024</c:v>
                </c:pt>
                <c:pt idx="10025">
                  <c:v>10025</c:v>
                </c:pt>
                <c:pt idx="10026">
                  <c:v>10026</c:v>
                </c:pt>
                <c:pt idx="10027">
                  <c:v>10027</c:v>
                </c:pt>
                <c:pt idx="10028">
                  <c:v>10028</c:v>
                </c:pt>
                <c:pt idx="10029">
                  <c:v>10029</c:v>
                </c:pt>
                <c:pt idx="10030">
                  <c:v>10030</c:v>
                </c:pt>
                <c:pt idx="10031">
                  <c:v>10031</c:v>
                </c:pt>
                <c:pt idx="10032">
                  <c:v>10032</c:v>
                </c:pt>
                <c:pt idx="10033">
                  <c:v>10033</c:v>
                </c:pt>
                <c:pt idx="10034">
                  <c:v>10034</c:v>
                </c:pt>
                <c:pt idx="10035">
                  <c:v>10035</c:v>
                </c:pt>
                <c:pt idx="10036">
                  <c:v>10036</c:v>
                </c:pt>
                <c:pt idx="10037">
                  <c:v>10037</c:v>
                </c:pt>
                <c:pt idx="10038">
                  <c:v>10038</c:v>
                </c:pt>
                <c:pt idx="10039">
                  <c:v>10039</c:v>
                </c:pt>
                <c:pt idx="10040">
                  <c:v>10040</c:v>
                </c:pt>
                <c:pt idx="10041">
                  <c:v>10041</c:v>
                </c:pt>
                <c:pt idx="10042">
                  <c:v>10042</c:v>
                </c:pt>
                <c:pt idx="10043">
                  <c:v>10043</c:v>
                </c:pt>
                <c:pt idx="10044">
                  <c:v>10044</c:v>
                </c:pt>
                <c:pt idx="10045">
                  <c:v>10045</c:v>
                </c:pt>
                <c:pt idx="10046">
                  <c:v>10046</c:v>
                </c:pt>
                <c:pt idx="10047">
                  <c:v>10047</c:v>
                </c:pt>
                <c:pt idx="10048">
                  <c:v>10048</c:v>
                </c:pt>
                <c:pt idx="10049">
                  <c:v>10049</c:v>
                </c:pt>
                <c:pt idx="10050">
                  <c:v>10050</c:v>
                </c:pt>
                <c:pt idx="10051">
                  <c:v>10051</c:v>
                </c:pt>
                <c:pt idx="10052">
                  <c:v>10052</c:v>
                </c:pt>
                <c:pt idx="10053">
                  <c:v>10053</c:v>
                </c:pt>
                <c:pt idx="10054">
                  <c:v>10054</c:v>
                </c:pt>
                <c:pt idx="10055">
                  <c:v>10055</c:v>
                </c:pt>
                <c:pt idx="10056">
                  <c:v>10056</c:v>
                </c:pt>
                <c:pt idx="10057">
                  <c:v>10057</c:v>
                </c:pt>
                <c:pt idx="10058">
                  <c:v>10058</c:v>
                </c:pt>
                <c:pt idx="10059">
                  <c:v>10059</c:v>
                </c:pt>
                <c:pt idx="10060">
                  <c:v>10060</c:v>
                </c:pt>
                <c:pt idx="10061">
                  <c:v>10061</c:v>
                </c:pt>
                <c:pt idx="10062">
                  <c:v>10062</c:v>
                </c:pt>
                <c:pt idx="10063">
                  <c:v>10063</c:v>
                </c:pt>
                <c:pt idx="10064">
                  <c:v>10064</c:v>
                </c:pt>
                <c:pt idx="10065">
                  <c:v>10065</c:v>
                </c:pt>
                <c:pt idx="10066">
                  <c:v>10066</c:v>
                </c:pt>
                <c:pt idx="10067">
                  <c:v>10067</c:v>
                </c:pt>
                <c:pt idx="10068">
                  <c:v>10068</c:v>
                </c:pt>
                <c:pt idx="10069">
                  <c:v>10069</c:v>
                </c:pt>
                <c:pt idx="10070">
                  <c:v>10070</c:v>
                </c:pt>
                <c:pt idx="10071">
                  <c:v>10071</c:v>
                </c:pt>
                <c:pt idx="10072">
                  <c:v>10072</c:v>
                </c:pt>
                <c:pt idx="10073">
                  <c:v>10073</c:v>
                </c:pt>
                <c:pt idx="10074">
                  <c:v>10074</c:v>
                </c:pt>
                <c:pt idx="10075">
                  <c:v>10075</c:v>
                </c:pt>
                <c:pt idx="10076">
                  <c:v>10076</c:v>
                </c:pt>
                <c:pt idx="10077">
                  <c:v>10077</c:v>
                </c:pt>
                <c:pt idx="10078">
                  <c:v>10078</c:v>
                </c:pt>
                <c:pt idx="10079">
                  <c:v>10079</c:v>
                </c:pt>
                <c:pt idx="10080">
                  <c:v>10080</c:v>
                </c:pt>
                <c:pt idx="10081">
                  <c:v>10081</c:v>
                </c:pt>
                <c:pt idx="10082">
                  <c:v>10082</c:v>
                </c:pt>
                <c:pt idx="10083">
                  <c:v>10083</c:v>
                </c:pt>
                <c:pt idx="10084">
                  <c:v>10084</c:v>
                </c:pt>
                <c:pt idx="10085">
                  <c:v>10085</c:v>
                </c:pt>
                <c:pt idx="10086">
                  <c:v>10086</c:v>
                </c:pt>
                <c:pt idx="10087">
                  <c:v>10087</c:v>
                </c:pt>
                <c:pt idx="10088">
                  <c:v>10088</c:v>
                </c:pt>
                <c:pt idx="10089">
                  <c:v>10089</c:v>
                </c:pt>
                <c:pt idx="10090">
                  <c:v>10090</c:v>
                </c:pt>
                <c:pt idx="10091">
                  <c:v>10091</c:v>
                </c:pt>
                <c:pt idx="10092">
                  <c:v>10092</c:v>
                </c:pt>
                <c:pt idx="10093">
                  <c:v>10093</c:v>
                </c:pt>
                <c:pt idx="10094">
                  <c:v>10094</c:v>
                </c:pt>
                <c:pt idx="10095">
                  <c:v>10095</c:v>
                </c:pt>
                <c:pt idx="10096">
                  <c:v>10096</c:v>
                </c:pt>
                <c:pt idx="10097">
                  <c:v>10097</c:v>
                </c:pt>
                <c:pt idx="10098">
                  <c:v>10098</c:v>
                </c:pt>
                <c:pt idx="10099">
                  <c:v>10099</c:v>
                </c:pt>
                <c:pt idx="10100">
                  <c:v>10100</c:v>
                </c:pt>
                <c:pt idx="10101">
                  <c:v>10101</c:v>
                </c:pt>
                <c:pt idx="10102">
                  <c:v>10102</c:v>
                </c:pt>
                <c:pt idx="10103">
                  <c:v>10103</c:v>
                </c:pt>
                <c:pt idx="10104">
                  <c:v>10104</c:v>
                </c:pt>
                <c:pt idx="10105">
                  <c:v>10105</c:v>
                </c:pt>
                <c:pt idx="10106">
                  <c:v>10106</c:v>
                </c:pt>
                <c:pt idx="10107">
                  <c:v>10107</c:v>
                </c:pt>
                <c:pt idx="10108">
                  <c:v>10108</c:v>
                </c:pt>
                <c:pt idx="10109">
                  <c:v>10109</c:v>
                </c:pt>
                <c:pt idx="10110">
                  <c:v>10110</c:v>
                </c:pt>
                <c:pt idx="10111">
                  <c:v>10111</c:v>
                </c:pt>
                <c:pt idx="10112">
                  <c:v>10112</c:v>
                </c:pt>
                <c:pt idx="10113">
                  <c:v>10113</c:v>
                </c:pt>
                <c:pt idx="10114">
                  <c:v>10114</c:v>
                </c:pt>
                <c:pt idx="10115">
                  <c:v>10115</c:v>
                </c:pt>
                <c:pt idx="10116">
                  <c:v>10116</c:v>
                </c:pt>
                <c:pt idx="10117">
                  <c:v>10117</c:v>
                </c:pt>
                <c:pt idx="10118">
                  <c:v>10118</c:v>
                </c:pt>
                <c:pt idx="10119">
                  <c:v>10119</c:v>
                </c:pt>
                <c:pt idx="10120">
                  <c:v>10120</c:v>
                </c:pt>
                <c:pt idx="10121">
                  <c:v>10121</c:v>
                </c:pt>
                <c:pt idx="10122">
                  <c:v>10122</c:v>
                </c:pt>
                <c:pt idx="10123">
                  <c:v>10123</c:v>
                </c:pt>
                <c:pt idx="10124">
                  <c:v>10124</c:v>
                </c:pt>
                <c:pt idx="10125">
                  <c:v>10125</c:v>
                </c:pt>
                <c:pt idx="10126">
                  <c:v>10126</c:v>
                </c:pt>
                <c:pt idx="10127">
                  <c:v>10127</c:v>
                </c:pt>
                <c:pt idx="10128">
                  <c:v>10128</c:v>
                </c:pt>
                <c:pt idx="10129">
                  <c:v>10129</c:v>
                </c:pt>
                <c:pt idx="10130">
                  <c:v>10130</c:v>
                </c:pt>
                <c:pt idx="10131">
                  <c:v>10131</c:v>
                </c:pt>
                <c:pt idx="10132">
                  <c:v>10132</c:v>
                </c:pt>
                <c:pt idx="10133">
                  <c:v>10133</c:v>
                </c:pt>
                <c:pt idx="10134">
                  <c:v>10134</c:v>
                </c:pt>
                <c:pt idx="10135">
                  <c:v>10135</c:v>
                </c:pt>
                <c:pt idx="10136">
                  <c:v>10136</c:v>
                </c:pt>
                <c:pt idx="10137">
                  <c:v>10137</c:v>
                </c:pt>
                <c:pt idx="10138">
                  <c:v>10138</c:v>
                </c:pt>
                <c:pt idx="10139">
                  <c:v>10139</c:v>
                </c:pt>
                <c:pt idx="10140">
                  <c:v>10140</c:v>
                </c:pt>
                <c:pt idx="10141">
                  <c:v>10141</c:v>
                </c:pt>
                <c:pt idx="10142">
                  <c:v>10142</c:v>
                </c:pt>
                <c:pt idx="10143">
                  <c:v>10143</c:v>
                </c:pt>
                <c:pt idx="10144">
                  <c:v>10144</c:v>
                </c:pt>
                <c:pt idx="10145">
                  <c:v>10145</c:v>
                </c:pt>
                <c:pt idx="10146">
                  <c:v>10146</c:v>
                </c:pt>
                <c:pt idx="10147">
                  <c:v>10147</c:v>
                </c:pt>
                <c:pt idx="10148">
                  <c:v>10148</c:v>
                </c:pt>
                <c:pt idx="10149">
                  <c:v>10149</c:v>
                </c:pt>
                <c:pt idx="10150">
                  <c:v>10150</c:v>
                </c:pt>
                <c:pt idx="10151">
                  <c:v>10151</c:v>
                </c:pt>
                <c:pt idx="10152">
                  <c:v>10152</c:v>
                </c:pt>
                <c:pt idx="10153">
                  <c:v>10153</c:v>
                </c:pt>
                <c:pt idx="10154">
                  <c:v>10154</c:v>
                </c:pt>
                <c:pt idx="10155">
                  <c:v>10155</c:v>
                </c:pt>
                <c:pt idx="10156">
                  <c:v>10156</c:v>
                </c:pt>
                <c:pt idx="10157">
                  <c:v>10157</c:v>
                </c:pt>
                <c:pt idx="10158">
                  <c:v>10158</c:v>
                </c:pt>
                <c:pt idx="10159">
                  <c:v>10159</c:v>
                </c:pt>
                <c:pt idx="10160">
                  <c:v>10160</c:v>
                </c:pt>
                <c:pt idx="10161">
                  <c:v>10161</c:v>
                </c:pt>
                <c:pt idx="10162">
                  <c:v>10162</c:v>
                </c:pt>
                <c:pt idx="10163">
                  <c:v>10163</c:v>
                </c:pt>
                <c:pt idx="10164">
                  <c:v>10164</c:v>
                </c:pt>
                <c:pt idx="10165">
                  <c:v>10165</c:v>
                </c:pt>
                <c:pt idx="10166">
                  <c:v>10166</c:v>
                </c:pt>
                <c:pt idx="10167">
                  <c:v>10167</c:v>
                </c:pt>
                <c:pt idx="10168">
                  <c:v>10168</c:v>
                </c:pt>
                <c:pt idx="10169">
                  <c:v>10169</c:v>
                </c:pt>
                <c:pt idx="10170">
                  <c:v>10170</c:v>
                </c:pt>
                <c:pt idx="10171">
                  <c:v>10171</c:v>
                </c:pt>
                <c:pt idx="10172">
                  <c:v>10172</c:v>
                </c:pt>
                <c:pt idx="10173">
                  <c:v>10173</c:v>
                </c:pt>
                <c:pt idx="10174">
                  <c:v>10174</c:v>
                </c:pt>
                <c:pt idx="10175">
                  <c:v>10175</c:v>
                </c:pt>
                <c:pt idx="10176">
                  <c:v>10176</c:v>
                </c:pt>
                <c:pt idx="10177">
                  <c:v>10177</c:v>
                </c:pt>
                <c:pt idx="10178">
                  <c:v>10178</c:v>
                </c:pt>
                <c:pt idx="10179">
                  <c:v>10179</c:v>
                </c:pt>
                <c:pt idx="10180">
                  <c:v>10180</c:v>
                </c:pt>
                <c:pt idx="10181">
                  <c:v>10181</c:v>
                </c:pt>
                <c:pt idx="10182">
                  <c:v>10182</c:v>
                </c:pt>
                <c:pt idx="10183">
                  <c:v>10183</c:v>
                </c:pt>
                <c:pt idx="10184">
                  <c:v>10184</c:v>
                </c:pt>
                <c:pt idx="10185">
                  <c:v>10185</c:v>
                </c:pt>
                <c:pt idx="10186">
                  <c:v>10186</c:v>
                </c:pt>
                <c:pt idx="10187">
                  <c:v>10187</c:v>
                </c:pt>
                <c:pt idx="10188">
                  <c:v>10188</c:v>
                </c:pt>
                <c:pt idx="10189">
                  <c:v>10189</c:v>
                </c:pt>
                <c:pt idx="10190">
                  <c:v>10190</c:v>
                </c:pt>
                <c:pt idx="10191">
                  <c:v>10191</c:v>
                </c:pt>
                <c:pt idx="10192">
                  <c:v>10192</c:v>
                </c:pt>
                <c:pt idx="10193">
                  <c:v>10193</c:v>
                </c:pt>
                <c:pt idx="10194">
                  <c:v>10194</c:v>
                </c:pt>
                <c:pt idx="10195">
                  <c:v>10195</c:v>
                </c:pt>
                <c:pt idx="10196">
                  <c:v>10196</c:v>
                </c:pt>
                <c:pt idx="10197">
                  <c:v>10197</c:v>
                </c:pt>
                <c:pt idx="10198">
                  <c:v>10198</c:v>
                </c:pt>
                <c:pt idx="10199">
                  <c:v>10199</c:v>
                </c:pt>
                <c:pt idx="10200">
                  <c:v>10200</c:v>
                </c:pt>
                <c:pt idx="10201">
                  <c:v>10201</c:v>
                </c:pt>
                <c:pt idx="10202">
                  <c:v>10202</c:v>
                </c:pt>
                <c:pt idx="10203">
                  <c:v>10203</c:v>
                </c:pt>
                <c:pt idx="10204">
                  <c:v>10204</c:v>
                </c:pt>
                <c:pt idx="10205">
                  <c:v>10205</c:v>
                </c:pt>
                <c:pt idx="10206">
                  <c:v>10206</c:v>
                </c:pt>
                <c:pt idx="10207">
                  <c:v>10207</c:v>
                </c:pt>
                <c:pt idx="10208">
                  <c:v>10208</c:v>
                </c:pt>
                <c:pt idx="10209">
                  <c:v>10209</c:v>
                </c:pt>
                <c:pt idx="10210">
                  <c:v>10210</c:v>
                </c:pt>
                <c:pt idx="10211">
                  <c:v>10211</c:v>
                </c:pt>
                <c:pt idx="10212">
                  <c:v>10212</c:v>
                </c:pt>
                <c:pt idx="10213">
                  <c:v>10213</c:v>
                </c:pt>
                <c:pt idx="10214">
                  <c:v>10214</c:v>
                </c:pt>
                <c:pt idx="10215">
                  <c:v>10215</c:v>
                </c:pt>
                <c:pt idx="10216">
                  <c:v>10216</c:v>
                </c:pt>
                <c:pt idx="10217">
                  <c:v>10217</c:v>
                </c:pt>
                <c:pt idx="10218">
                  <c:v>10218</c:v>
                </c:pt>
                <c:pt idx="10219">
                  <c:v>10219</c:v>
                </c:pt>
                <c:pt idx="10220">
                  <c:v>10220</c:v>
                </c:pt>
                <c:pt idx="10221">
                  <c:v>10221</c:v>
                </c:pt>
                <c:pt idx="10222">
                  <c:v>10222</c:v>
                </c:pt>
                <c:pt idx="10223">
                  <c:v>10223</c:v>
                </c:pt>
                <c:pt idx="10224">
                  <c:v>10224</c:v>
                </c:pt>
                <c:pt idx="10225">
                  <c:v>10225</c:v>
                </c:pt>
                <c:pt idx="10226">
                  <c:v>10226</c:v>
                </c:pt>
                <c:pt idx="10227">
                  <c:v>10227</c:v>
                </c:pt>
                <c:pt idx="10228">
                  <c:v>10228</c:v>
                </c:pt>
                <c:pt idx="10229">
                  <c:v>10229</c:v>
                </c:pt>
                <c:pt idx="10230">
                  <c:v>10230</c:v>
                </c:pt>
                <c:pt idx="10231">
                  <c:v>10231</c:v>
                </c:pt>
                <c:pt idx="10232">
                  <c:v>10232</c:v>
                </c:pt>
                <c:pt idx="10233">
                  <c:v>10233</c:v>
                </c:pt>
                <c:pt idx="10234">
                  <c:v>10234</c:v>
                </c:pt>
                <c:pt idx="10235">
                  <c:v>10235</c:v>
                </c:pt>
                <c:pt idx="10236">
                  <c:v>10236</c:v>
                </c:pt>
                <c:pt idx="10237">
                  <c:v>10237</c:v>
                </c:pt>
                <c:pt idx="10238">
                  <c:v>10238</c:v>
                </c:pt>
                <c:pt idx="10239">
                  <c:v>10239</c:v>
                </c:pt>
                <c:pt idx="10240">
                  <c:v>10240</c:v>
                </c:pt>
                <c:pt idx="10241">
                  <c:v>10241</c:v>
                </c:pt>
                <c:pt idx="10242">
                  <c:v>10242</c:v>
                </c:pt>
                <c:pt idx="10243">
                  <c:v>10243</c:v>
                </c:pt>
                <c:pt idx="10244">
                  <c:v>10244</c:v>
                </c:pt>
                <c:pt idx="10245">
                  <c:v>10245</c:v>
                </c:pt>
                <c:pt idx="10246">
                  <c:v>10246</c:v>
                </c:pt>
                <c:pt idx="10247">
                  <c:v>10247</c:v>
                </c:pt>
                <c:pt idx="10248">
                  <c:v>10248</c:v>
                </c:pt>
                <c:pt idx="10249">
                  <c:v>10249</c:v>
                </c:pt>
                <c:pt idx="10250">
                  <c:v>10250</c:v>
                </c:pt>
                <c:pt idx="10251">
                  <c:v>10251</c:v>
                </c:pt>
                <c:pt idx="10252">
                  <c:v>10252</c:v>
                </c:pt>
                <c:pt idx="10253">
                  <c:v>10253</c:v>
                </c:pt>
                <c:pt idx="10254">
                  <c:v>10254</c:v>
                </c:pt>
                <c:pt idx="10255">
                  <c:v>10255</c:v>
                </c:pt>
                <c:pt idx="10256">
                  <c:v>10256</c:v>
                </c:pt>
                <c:pt idx="10257">
                  <c:v>10257</c:v>
                </c:pt>
                <c:pt idx="10258">
                  <c:v>10258</c:v>
                </c:pt>
                <c:pt idx="10259">
                  <c:v>10259</c:v>
                </c:pt>
                <c:pt idx="10260">
                  <c:v>10260</c:v>
                </c:pt>
                <c:pt idx="10261">
                  <c:v>10261</c:v>
                </c:pt>
                <c:pt idx="10262">
                  <c:v>10262</c:v>
                </c:pt>
                <c:pt idx="10263">
                  <c:v>10263</c:v>
                </c:pt>
                <c:pt idx="10264">
                  <c:v>10264</c:v>
                </c:pt>
                <c:pt idx="10265">
                  <c:v>10265</c:v>
                </c:pt>
                <c:pt idx="10266">
                  <c:v>10266</c:v>
                </c:pt>
                <c:pt idx="10267">
                  <c:v>10267</c:v>
                </c:pt>
                <c:pt idx="10268">
                  <c:v>10268</c:v>
                </c:pt>
                <c:pt idx="10269">
                  <c:v>10269</c:v>
                </c:pt>
                <c:pt idx="10270">
                  <c:v>10270</c:v>
                </c:pt>
                <c:pt idx="10271">
                  <c:v>10271</c:v>
                </c:pt>
                <c:pt idx="10272">
                  <c:v>10272</c:v>
                </c:pt>
                <c:pt idx="10273">
                  <c:v>10273</c:v>
                </c:pt>
                <c:pt idx="10274">
                  <c:v>10274</c:v>
                </c:pt>
                <c:pt idx="10275">
                  <c:v>10275</c:v>
                </c:pt>
                <c:pt idx="10276">
                  <c:v>10276</c:v>
                </c:pt>
                <c:pt idx="10277">
                  <c:v>10277</c:v>
                </c:pt>
                <c:pt idx="10278">
                  <c:v>10278</c:v>
                </c:pt>
                <c:pt idx="10279">
                  <c:v>10279</c:v>
                </c:pt>
                <c:pt idx="10280">
                  <c:v>10280</c:v>
                </c:pt>
                <c:pt idx="10281">
                  <c:v>10281</c:v>
                </c:pt>
                <c:pt idx="10282">
                  <c:v>10282</c:v>
                </c:pt>
                <c:pt idx="10283">
                  <c:v>10283</c:v>
                </c:pt>
                <c:pt idx="10284">
                  <c:v>10284</c:v>
                </c:pt>
                <c:pt idx="10285">
                  <c:v>10285</c:v>
                </c:pt>
                <c:pt idx="10286">
                  <c:v>10286</c:v>
                </c:pt>
                <c:pt idx="10287">
                  <c:v>10287</c:v>
                </c:pt>
                <c:pt idx="10288">
                  <c:v>10288</c:v>
                </c:pt>
                <c:pt idx="10289">
                  <c:v>10289</c:v>
                </c:pt>
                <c:pt idx="10290">
                  <c:v>10290</c:v>
                </c:pt>
                <c:pt idx="10291">
                  <c:v>10291</c:v>
                </c:pt>
                <c:pt idx="10292">
                  <c:v>10292</c:v>
                </c:pt>
                <c:pt idx="10293">
                  <c:v>10293</c:v>
                </c:pt>
                <c:pt idx="10294">
                  <c:v>10294</c:v>
                </c:pt>
                <c:pt idx="10295">
                  <c:v>10295</c:v>
                </c:pt>
                <c:pt idx="10296">
                  <c:v>10296</c:v>
                </c:pt>
                <c:pt idx="10297">
                  <c:v>10297</c:v>
                </c:pt>
                <c:pt idx="10298">
                  <c:v>10298</c:v>
                </c:pt>
                <c:pt idx="10299">
                  <c:v>10299</c:v>
                </c:pt>
                <c:pt idx="10300">
                  <c:v>10300</c:v>
                </c:pt>
                <c:pt idx="10301">
                  <c:v>10301</c:v>
                </c:pt>
                <c:pt idx="10302">
                  <c:v>10302</c:v>
                </c:pt>
                <c:pt idx="10303">
                  <c:v>10303</c:v>
                </c:pt>
                <c:pt idx="10304">
                  <c:v>10304</c:v>
                </c:pt>
                <c:pt idx="10305">
                  <c:v>10305</c:v>
                </c:pt>
                <c:pt idx="10306">
                  <c:v>10306</c:v>
                </c:pt>
                <c:pt idx="10307">
                  <c:v>10307</c:v>
                </c:pt>
                <c:pt idx="10308">
                  <c:v>10308</c:v>
                </c:pt>
                <c:pt idx="10309">
                  <c:v>10309</c:v>
                </c:pt>
                <c:pt idx="10310">
                  <c:v>10310</c:v>
                </c:pt>
                <c:pt idx="10311">
                  <c:v>10311</c:v>
                </c:pt>
                <c:pt idx="10312">
                  <c:v>10312</c:v>
                </c:pt>
                <c:pt idx="10313">
                  <c:v>10313</c:v>
                </c:pt>
                <c:pt idx="10314">
                  <c:v>10314</c:v>
                </c:pt>
                <c:pt idx="10315">
                  <c:v>10315</c:v>
                </c:pt>
                <c:pt idx="10316">
                  <c:v>10316</c:v>
                </c:pt>
                <c:pt idx="10317">
                  <c:v>10317</c:v>
                </c:pt>
                <c:pt idx="10318">
                  <c:v>10318</c:v>
                </c:pt>
                <c:pt idx="10319">
                  <c:v>10319</c:v>
                </c:pt>
                <c:pt idx="10320">
                  <c:v>10320</c:v>
                </c:pt>
                <c:pt idx="10321">
                  <c:v>10321</c:v>
                </c:pt>
                <c:pt idx="10322">
                  <c:v>10322</c:v>
                </c:pt>
                <c:pt idx="10323">
                  <c:v>10323</c:v>
                </c:pt>
                <c:pt idx="10324">
                  <c:v>10324</c:v>
                </c:pt>
                <c:pt idx="10325">
                  <c:v>10325</c:v>
                </c:pt>
                <c:pt idx="10326">
                  <c:v>10326</c:v>
                </c:pt>
                <c:pt idx="10327">
                  <c:v>10327</c:v>
                </c:pt>
                <c:pt idx="10328">
                  <c:v>10328</c:v>
                </c:pt>
                <c:pt idx="10329">
                  <c:v>10329</c:v>
                </c:pt>
                <c:pt idx="10330">
                  <c:v>10330</c:v>
                </c:pt>
                <c:pt idx="10331">
                  <c:v>10331</c:v>
                </c:pt>
                <c:pt idx="10332">
                  <c:v>10332</c:v>
                </c:pt>
                <c:pt idx="10333">
                  <c:v>10333</c:v>
                </c:pt>
                <c:pt idx="10334">
                  <c:v>10334</c:v>
                </c:pt>
                <c:pt idx="10335">
                  <c:v>10335</c:v>
                </c:pt>
                <c:pt idx="10336">
                  <c:v>10336</c:v>
                </c:pt>
                <c:pt idx="10337">
                  <c:v>10337</c:v>
                </c:pt>
                <c:pt idx="10338">
                  <c:v>10338</c:v>
                </c:pt>
                <c:pt idx="10339">
                  <c:v>10339</c:v>
                </c:pt>
                <c:pt idx="10340">
                  <c:v>10340</c:v>
                </c:pt>
                <c:pt idx="10341">
                  <c:v>10341</c:v>
                </c:pt>
                <c:pt idx="10342">
                  <c:v>10342</c:v>
                </c:pt>
                <c:pt idx="10343">
                  <c:v>10343</c:v>
                </c:pt>
                <c:pt idx="10344">
                  <c:v>10344</c:v>
                </c:pt>
                <c:pt idx="10345">
                  <c:v>10345</c:v>
                </c:pt>
                <c:pt idx="10346">
                  <c:v>10346</c:v>
                </c:pt>
                <c:pt idx="10347">
                  <c:v>10347</c:v>
                </c:pt>
                <c:pt idx="10348">
                  <c:v>10348</c:v>
                </c:pt>
                <c:pt idx="10349">
                  <c:v>10349</c:v>
                </c:pt>
                <c:pt idx="10350">
                  <c:v>10350</c:v>
                </c:pt>
                <c:pt idx="10351">
                  <c:v>10351</c:v>
                </c:pt>
                <c:pt idx="10352">
                  <c:v>10352</c:v>
                </c:pt>
                <c:pt idx="10353">
                  <c:v>10353</c:v>
                </c:pt>
                <c:pt idx="10354">
                  <c:v>10354</c:v>
                </c:pt>
                <c:pt idx="10355">
                  <c:v>10355</c:v>
                </c:pt>
                <c:pt idx="10356">
                  <c:v>10356</c:v>
                </c:pt>
                <c:pt idx="10357">
                  <c:v>10357</c:v>
                </c:pt>
                <c:pt idx="10358">
                  <c:v>10358</c:v>
                </c:pt>
                <c:pt idx="10359">
                  <c:v>10359</c:v>
                </c:pt>
                <c:pt idx="10360">
                  <c:v>10360</c:v>
                </c:pt>
                <c:pt idx="10361">
                  <c:v>10361</c:v>
                </c:pt>
                <c:pt idx="10362">
                  <c:v>10362</c:v>
                </c:pt>
                <c:pt idx="10363">
                  <c:v>10363</c:v>
                </c:pt>
                <c:pt idx="10364">
                  <c:v>10364</c:v>
                </c:pt>
                <c:pt idx="10365">
                  <c:v>10365</c:v>
                </c:pt>
                <c:pt idx="10366">
                  <c:v>10366</c:v>
                </c:pt>
                <c:pt idx="10367">
                  <c:v>10367</c:v>
                </c:pt>
                <c:pt idx="10368">
                  <c:v>10368</c:v>
                </c:pt>
                <c:pt idx="10369">
                  <c:v>10369</c:v>
                </c:pt>
                <c:pt idx="10370">
                  <c:v>10370</c:v>
                </c:pt>
                <c:pt idx="10371">
                  <c:v>10371</c:v>
                </c:pt>
                <c:pt idx="10372">
                  <c:v>10372</c:v>
                </c:pt>
                <c:pt idx="10373">
                  <c:v>10373</c:v>
                </c:pt>
                <c:pt idx="10374">
                  <c:v>10374</c:v>
                </c:pt>
                <c:pt idx="10375">
                  <c:v>10375</c:v>
                </c:pt>
                <c:pt idx="10376">
                  <c:v>10376</c:v>
                </c:pt>
                <c:pt idx="10377">
                  <c:v>10377</c:v>
                </c:pt>
                <c:pt idx="10378">
                  <c:v>10378</c:v>
                </c:pt>
                <c:pt idx="10379">
                  <c:v>10379</c:v>
                </c:pt>
                <c:pt idx="10380">
                  <c:v>10380</c:v>
                </c:pt>
                <c:pt idx="10381">
                  <c:v>10381</c:v>
                </c:pt>
                <c:pt idx="10382">
                  <c:v>10382</c:v>
                </c:pt>
                <c:pt idx="10383">
                  <c:v>10383</c:v>
                </c:pt>
                <c:pt idx="10384">
                  <c:v>10384</c:v>
                </c:pt>
                <c:pt idx="10385">
                  <c:v>10385</c:v>
                </c:pt>
                <c:pt idx="10386">
                  <c:v>10386</c:v>
                </c:pt>
                <c:pt idx="10387">
                  <c:v>10387</c:v>
                </c:pt>
                <c:pt idx="10388">
                  <c:v>10388</c:v>
                </c:pt>
                <c:pt idx="10389">
                  <c:v>10389</c:v>
                </c:pt>
                <c:pt idx="10390">
                  <c:v>10390</c:v>
                </c:pt>
                <c:pt idx="10391">
                  <c:v>10391</c:v>
                </c:pt>
                <c:pt idx="10392">
                  <c:v>10392</c:v>
                </c:pt>
                <c:pt idx="10393">
                  <c:v>10393</c:v>
                </c:pt>
                <c:pt idx="10394">
                  <c:v>10394</c:v>
                </c:pt>
                <c:pt idx="10395">
                  <c:v>10395</c:v>
                </c:pt>
                <c:pt idx="10396">
                  <c:v>10396</c:v>
                </c:pt>
                <c:pt idx="10397">
                  <c:v>10397</c:v>
                </c:pt>
                <c:pt idx="10398">
                  <c:v>10398</c:v>
                </c:pt>
                <c:pt idx="10399">
                  <c:v>10399</c:v>
                </c:pt>
                <c:pt idx="10400">
                  <c:v>10400</c:v>
                </c:pt>
                <c:pt idx="10401">
                  <c:v>10401</c:v>
                </c:pt>
                <c:pt idx="10402">
                  <c:v>10402</c:v>
                </c:pt>
                <c:pt idx="10403">
                  <c:v>10403</c:v>
                </c:pt>
                <c:pt idx="10404">
                  <c:v>10404</c:v>
                </c:pt>
                <c:pt idx="10405">
                  <c:v>10405</c:v>
                </c:pt>
                <c:pt idx="10406">
                  <c:v>10406</c:v>
                </c:pt>
                <c:pt idx="10407">
                  <c:v>10407</c:v>
                </c:pt>
                <c:pt idx="10408">
                  <c:v>10408</c:v>
                </c:pt>
                <c:pt idx="10409">
                  <c:v>10409</c:v>
                </c:pt>
                <c:pt idx="10410">
                  <c:v>10410</c:v>
                </c:pt>
                <c:pt idx="10411">
                  <c:v>10411</c:v>
                </c:pt>
                <c:pt idx="10412">
                  <c:v>10412</c:v>
                </c:pt>
                <c:pt idx="10413">
                  <c:v>10413</c:v>
                </c:pt>
                <c:pt idx="10414">
                  <c:v>10414</c:v>
                </c:pt>
                <c:pt idx="10415">
                  <c:v>10415</c:v>
                </c:pt>
                <c:pt idx="10416">
                  <c:v>10416</c:v>
                </c:pt>
                <c:pt idx="10417">
                  <c:v>10417</c:v>
                </c:pt>
                <c:pt idx="10418">
                  <c:v>10418</c:v>
                </c:pt>
                <c:pt idx="10419">
                  <c:v>10419</c:v>
                </c:pt>
                <c:pt idx="10420">
                  <c:v>10420</c:v>
                </c:pt>
                <c:pt idx="10421">
                  <c:v>10421</c:v>
                </c:pt>
                <c:pt idx="10422">
                  <c:v>10422</c:v>
                </c:pt>
                <c:pt idx="10423">
                  <c:v>10423</c:v>
                </c:pt>
                <c:pt idx="10424">
                  <c:v>10424</c:v>
                </c:pt>
                <c:pt idx="10425">
                  <c:v>10425</c:v>
                </c:pt>
                <c:pt idx="10426">
                  <c:v>10426</c:v>
                </c:pt>
                <c:pt idx="10427">
                  <c:v>10427</c:v>
                </c:pt>
                <c:pt idx="10428">
                  <c:v>10428</c:v>
                </c:pt>
                <c:pt idx="10429">
                  <c:v>10429</c:v>
                </c:pt>
                <c:pt idx="10430">
                  <c:v>10430</c:v>
                </c:pt>
                <c:pt idx="10431">
                  <c:v>10431</c:v>
                </c:pt>
                <c:pt idx="10432">
                  <c:v>10432</c:v>
                </c:pt>
                <c:pt idx="10433">
                  <c:v>10433</c:v>
                </c:pt>
                <c:pt idx="10434">
                  <c:v>10434</c:v>
                </c:pt>
                <c:pt idx="10435">
                  <c:v>10435</c:v>
                </c:pt>
                <c:pt idx="10436">
                  <c:v>10436</c:v>
                </c:pt>
                <c:pt idx="10437">
                  <c:v>10437</c:v>
                </c:pt>
                <c:pt idx="10438">
                  <c:v>10438</c:v>
                </c:pt>
                <c:pt idx="10439">
                  <c:v>10439</c:v>
                </c:pt>
                <c:pt idx="10440">
                  <c:v>10440</c:v>
                </c:pt>
                <c:pt idx="10441">
                  <c:v>10441</c:v>
                </c:pt>
                <c:pt idx="10442">
                  <c:v>10442</c:v>
                </c:pt>
                <c:pt idx="10443">
                  <c:v>10443</c:v>
                </c:pt>
                <c:pt idx="10444">
                  <c:v>10444</c:v>
                </c:pt>
                <c:pt idx="10445">
                  <c:v>10445</c:v>
                </c:pt>
                <c:pt idx="10446">
                  <c:v>10446</c:v>
                </c:pt>
                <c:pt idx="10447">
                  <c:v>10447</c:v>
                </c:pt>
                <c:pt idx="10448">
                  <c:v>10448</c:v>
                </c:pt>
                <c:pt idx="10449">
                  <c:v>10449</c:v>
                </c:pt>
                <c:pt idx="10450">
                  <c:v>10450</c:v>
                </c:pt>
                <c:pt idx="10451">
                  <c:v>10451</c:v>
                </c:pt>
                <c:pt idx="10452">
                  <c:v>10452</c:v>
                </c:pt>
                <c:pt idx="10453">
                  <c:v>10453</c:v>
                </c:pt>
                <c:pt idx="10454">
                  <c:v>10454</c:v>
                </c:pt>
                <c:pt idx="10455">
                  <c:v>10455</c:v>
                </c:pt>
                <c:pt idx="10456">
                  <c:v>10456</c:v>
                </c:pt>
                <c:pt idx="10457">
                  <c:v>10457</c:v>
                </c:pt>
                <c:pt idx="10458">
                  <c:v>10458</c:v>
                </c:pt>
                <c:pt idx="10459">
                  <c:v>10459</c:v>
                </c:pt>
                <c:pt idx="10460">
                  <c:v>10460</c:v>
                </c:pt>
                <c:pt idx="10461">
                  <c:v>10461</c:v>
                </c:pt>
                <c:pt idx="10462">
                  <c:v>10462</c:v>
                </c:pt>
                <c:pt idx="10463">
                  <c:v>10463</c:v>
                </c:pt>
                <c:pt idx="10464">
                  <c:v>10464</c:v>
                </c:pt>
                <c:pt idx="10465">
                  <c:v>10465</c:v>
                </c:pt>
                <c:pt idx="10466">
                  <c:v>10466</c:v>
                </c:pt>
                <c:pt idx="10467">
                  <c:v>10467</c:v>
                </c:pt>
                <c:pt idx="10468">
                  <c:v>10468</c:v>
                </c:pt>
                <c:pt idx="10469">
                  <c:v>10469</c:v>
                </c:pt>
                <c:pt idx="10470">
                  <c:v>10470</c:v>
                </c:pt>
                <c:pt idx="10471">
                  <c:v>10471</c:v>
                </c:pt>
                <c:pt idx="10472">
                  <c:v>10472</c:v>
                </c:pt>
                <c:pt idx="10473">
                  <c:v>10473</c:v>
                </c:pt>
                <c:pt idx="10474">
                  <c:v>10474</c:v>
                </c:pt>
                <c:pt idx="10475">
                  <c:v>10475</c:v>
                </c:pt>
                <c:pt idx="10476">
                  <c:v>10476</c:v>
                </c:pt>
                <c:pt idx="10477">
                  <c:v>10477</c:v>
                </c:pt>
                <c:pt idx="10478">
                  <c:v>10478</c:v>
                </c:pt>
                <c:pt idx="10479">
                  <c:v>10479</c:v>
                </c:pt>
                <c:pt idx="10480">
                  <c:v>10480</c:v>
                </c:pt>
                <c:pt idx="10481">
                  <c:v>10481</c:v>
                </c:pt>
                <c:pt idx="10482">
                  <c:v>10482</c:v>
                </c:pt>
                <c:pt idx="10483">
                  <c:v>10483</c:v>
                </c:pt>
                <c:pt idx="10484">
                  <c:v>10484</c:v>
                </c:pt>
                <c:pt idx="10485">
                  <c:v>10485</c:v>
                </c:pt>
                <c:pt idx="10486">
                  <c:v>10486</c:v>
                </c:pt>
                <c:pt idx="10487">
                  <c:v>10487</c:v>
                </c:pt>
                <c:pt idx="10488">
                  <c:v>10488</c:v>
                </c:pt>
                <c:pt idx="10489">
                  <c:v>10489</c:v>
                </c:pt>
                <c:pt idx="10490">
                  <c:v>10490</c:v>
                </c:pt>
                <c:pt idx="10491">
                  <c:v>10491</c:v>
                </c:pt>
                <c:pt idx="10492">
                  <c:v>10492</c:v>
                </c:pt>
                <c:pt idx="10493">
                  <c:v>10493</c:v>
                </c:pt>
                <c:pt idx="10494">
                  <c:v>10494</c:v>
                </c:pt>
                <c:pt idx="10495">
                  <c:v>10495</c:v>
                </c:pt>
                <c:pt idx="10496">
                  <c:v>10496</c:v>
                </c:pt>
                <c:pt idx="10497">
                  <c:v>10497</c:v>
                </c:pt>
                <c:pt idx="10498">
                  <c:v>10498</c:v>
                </c:pt>
                <c:pt idx="10499">
                  <c:v>10499</c:v>
                </c:pt>
                <c:pt idx="10500">
                  <c:v>10500</c:v>
                </c:pt>
                <c:pt idx="10501">
                  <c:v>10501</c:v>
                </c:pt>
                <c:pt idx="10502">
                  <c:v>10502</c:v>
                </c:pt>
                <c:pt idx="10503">
                  <c:v>10503</c:v>
                </c:pt>
                <c:pt idx="10504">
                  <c:v>10504</c:v>
                </c:pt>
                <c:pt idx="10505">
                  <c:v>10505</c:v>
                </c:pt>
                <c:pt idx="10506">
                  <c:v>10506</c:v>
                </c:pt>
                <c:pt idx="10507">
                  <c:v>10507</c:v>
                </c:pt>
                <c:pt idx="10508">
                  <c:v>10508</c:v>
                </c:pt>
                <c:pt idx="10509">
                  <c:v>10509</c:v>
                </c:pt>
                <c:pt idx="10510">
                  <c:v>10510</c:v>
                </c:pt>
                <c:pt idx="10511">
                  <c:v>10511</c:v>
                </c:pt>
                <c:pt idx="10512">
                  <c:v>10512</c:v>
                </c:pt>
                <c:pt idx="10513">
                  <c:v>10513</c:v>
                </c:pt>
                <c:pt idx="10514">
                  <c:v>10514</c:v>
                </c:pt>
                <c:pt idx="10515">
                  <c:v>10515</c:v>
                </c:pt>
                <c:pt idx="10516">
                  <c:v>10516</c:v>
                </c:pt>
                <c:pt idx="10517">
                  <c:v>10517</c:v>
                </c:pt>
                <c:pt idx="10518">
                  <c:v>10518</c:v>
                </c:pt>
                <c:pt idx="10519">
                  <c:v>10519</c:v>
                </c:pt>
                <c:pt idx="10520">
                  <c:v>10520</c:v>
                </c:pt>
                <c:pt idx="10521">
                  <c:v>10521</c:v>
                </c:pt>
                <c:pt idx="10522">
                  <c:v>10522</c:v>
                </c:pt>
                <c:pt idx="10523">
                  <c:v>10523</c:v>
                </c:pt>
                <c:pt idx="10524">
                  <c:v>10524</c:v>
                </c:pt>
                <c:pt idx="10525">
                  <c:v>10525</c:v>
                </c:pt>
                <c:pt idx="10526">
                  <c:v>10526</c:v>
                </c:pt>
                <c:pt idx="10527">
                  <c:v>10527</c:v>
                </c:pt>
                <c:pt idx="10528">
                  <c:v>10528</c:v>
                </c:pt>
                <c:pt idx="10529">
                  <c:v>10529</c:v>
                </c:pt>
                <c:pt idx="10530">
                  <c:v>10530</c:v>
                </c:pt>
                <c:pt idx="10531">
                  <c:v>10531</c:v>
                </c:pt>
                <c:pt idx="10532">
                  <c:v>10532</c:v>
                </c:pt>
                <c:pt idx="10533">
                  <c:v>10533</c:v>
                </c:pt>
                <c:pt idx="10534">
                  <c:v>10534</c:v>
                </c:pt>
                <c:pt idx="10535">
                  <c:v>10535</c:v>
                </c:pt>
                <c:pt idx="10536">
                  <c:v>10536</c:v>
                </c:pt>
                <c:pt idx="10537">
                  <c:v>10537</c:v>
                </c:pt>
                <c:pt idx="10538">
                  <c:v>10538</c:v>
                </c:pt>
                <c:pt idx="10539">
                  <c:v>10539</c:v>
                </c:pt>
                <c:pt idx="10540">
                  <c:v>10540</c:v>
                </c:pt>
                <c:pt idx="10541">
                  <c:v>10541</c:v>
                </c:pt>
                <c:pt idx="10542">
                  <c:v>10542</c:v>
                </c:pt>
                <c:pt idx="10543">
                  <c:v>10543</c:v>
                </c:pt>
                <c:pt idx="10544">
                  <c:v>10544</c:v>
                </c:pt>
                <c:pt idx="10545">
                  <c:v>10545</c:v>
                </c:pt>
                <c:pt idx="10546">
                  <c:v>10546</c:v>
                </c:pt>
                <c:pt idx="10547">
                  <c:v>10547</c:v>
                </c:pt>
                <c:pt idx="10548">
                  <c:v>10548</c:v>
                </c:pt>
                <c:pt idx="10549">
                  <c:v>10549</c:v>
                </c:pt>
                <c:pt idx="10550">
                  <c:v>10550</c:v>
                </c:pt>
                <c:pt idx="10551">
                  <c:v>10551</c:v>
                </c:pt>
                <c:pt idx="10552">
                  <c:v>10552</c:v>
                </c:pt>
                <c:pt idx="10553">
                  <c:v>10553</c:v>
                </c:pt>
                <c:pt idx="10554">
                  <c:v>10554</c:v>
                </c:pt>
                <c:pt idx="10555">
                  <c:v>10555</c:v>
                </c:pt>
                <c:pt idx="10556">
                  <c:v>10556</c:v>
                </c:pt>
                <c:pt idx="10557">
                  <c:v>10557</c:v>
                </c:pt>
                <c:pt idx="10558">
                  <c:v>10558</c:v>
                </c:pt>
                <c:pt idx="10559">
                  <c:v>10559</c:v>
                </c:pt>
                <c:pt idx="10560">
                  <c:v>10560</c:v>
                </c:pt>
                <c:pt idx="10561">
                  <c:v>10561</c:v>
                </c:pt>
                <c:pt idx="10562">
                  <c:v>10562</c:v>
                </c:pt>
                <c:pt idx="10563">
                  <c:v>10563</c:v>
                </c:pt>
                <c:pt idx="10564">
                  <c:v>10564</c:v>
                </c:pt>
                <c:pt idx="10565">
                  <c:v>10565</c:v>
                </c:pt>
                <c:pt idx="10566">
                  <c:v>10566</c:v>
                </c:pt>
                <c:pt idx="10567">
                  <c:v>10567</c:v>
                </c:pt>
                <c:pt idx="10568">
                  <c:v>10568</c:v>
                </c:pt>
                <c:pt idx="10569">
                  <c:v>10569</c:v>
                </c:pt>
                <c:pt idx="10570">
                  <c:v>10570</c:v>
                </c:pt>
                <c:pt idx="10571">
                  <c:v>10571</c:v>
                </c:pt>
                <c:pt idx="10572">
                  <c:v>10572</c:v>
                </c:pt>
                <c:pt idx="10573">
                  <c:v>10573</c:v>
                </c:pt>
                <c:pt idx="10574">
                  <c:v>10574</c:v>
                </c:pt>
                <c:pt idx="10575">
                  <c:v>10575</c:v>
                </c:pt>
                <c:pt idx="10576">
                  <c:v>10576</c:v>
                </c:pt>
                <c:pt idx="10577">
                  <c:v>10577</c:v>
                </c:pt>
                <c:pt idx="10578">
                  <c:v>10578</c:v>
                </c:pt>
                <c:pt idx="10579">
                  <c:v>10579</c:v>
                </c:pt>
                <c:pt idx="10580">
                  <c:v>10580</c:v>
                </c:pt>
                <c:pt idx="10581">
                  <c:v>10581</c:v>
                </c:pt>
                <c:pt idx="10582">
                  <c:v>10582</c:v>
                </c:pt>
                <c:pt idx="10583">
                  <c:v>10583</c:v>
                </c:pt>
                <c:pt idx="10584">
                  <c:v>10584</c:v>
                </c:pt>
                <c:pt idx="10585">
                  <c:v>10585</c:v>
                </c:pt>
                <c:pt idx="10586">
                  <c:v>10586</c:v>
                </c:pt>
                <c:pt idx="10587">
                  <c:v>10587</c:v>
                </c:pt>
                <c:pt idx="10588">
                  <c:v>10588</c:v>
                </c:pt>
                <c:pt idx="10589">
                  <c:v>10589</c:v>
                </c:pt>
                <c:pt idx="10590">
                  <c:v>10590</c:v>
                </c:pt>
                <c:pt idx="10591">
                  <c:v>10591</c:v>
                </c:pt>
                <c:pt idx="10592">
                  <c:v>10592</c:v>
                </c:pt>
                <c:pt idx="10593">
                  <c:v>10593</c:v>
                </c:pt>
                <c:pt idx="10594">
                  <c:v>10594</c:v>
                </c:pt>
                <c:pt idx="10595">
                  <c:v>10595</c:v>
                </c:pt>
                <c:pt idx="10596">
                  <c:v>10596</c:v>
                </c:pt>
                <c:pt idx="10597">
                  <c:v>10597</c:v>
                </c:pt>
                <c:pt idx="10598">
                  <c:v>10598</c:v>
                </c:pt>
                <c:pt idx="10599">
                  <c:v>10599</c:v>
                </c:pt>
                <c:pt idx="10600">
                  <c:v>10600</c:v>
                </c:pt>
                <c:pt idx="10601">
                  <c:v>10601</c:v>
                </c:pt>
                <c:pt idx="10602">
                  <c:v>10602</c:v>
                </c:pt>
                <c:pt idx="10603">
                  <c:v>10603</c:v>
                </c:pt>
                <c:pt idx="10604">
                  <c:v>10604</c:v>
                </c:pt>
                <c:pt idx="10605">
                  <c:v>10605</c:v>
                </c:pt>
                <c:pt idx="10606">
                  <c:v>10606</c:v>
                </c:pt>
                <c:pt idx="10607">
                  <c:v>10607</c:v>
                </c:pt>
                <c:pt idx="10608">
                  <c:v>10608</c:v>
                </c:pt>
                <c:pt idx="10609">
                  <c:v>10609</c:v>
                </c:pt>
                <c:pt idx="10610">
                  <c:v>10610</c:v>
                </c:pt>
                <c:pt idx="10611">
                  <c:v>10611</c:v>
                </c:pt>
                <c:pt idx="10612">
                  <c:v>10612</c:v>
                </c:pt>
                <c:pt idx="10613">
                  <c:v>10613</c:v>
                </c:pt>
                <c:pt idx="10614">
                  <c:v>10614</c:v>
                </c:pt>
                <c:pt idx="10615">
                  <c:v>10615</c:v>
                </c:pt>
                <c:pt idx="10616">
                  <c:v>10616</c:v>
                </c:pt>
                <c:pt idx="10617">
                  <c:v>10617</c:v>
                </c:pt>
                <c:pt idx="10618">
                  <c:v>10618</c:v>
                </c:pt>
                <c:pt idx="10619">
                  <c:v>10619</c:v>
                </c:pt>
                <c:pt idx="10620">
                  <c:v>10620</c:v>
                </c:pt>
                <c:pt idx="10621">
                  <c:v>10621</c:v>
                </c:pt>
                <c:pt idx="10622">
                  <c:v>10622</c:v>
                </c:pt>
                <c:pt idx="10623">
                  <c:v>10623</c:v>
                </c:pt>
                <c:pt idx="10624">
                  <c:v>10624</c:v>
                </c:pt>
                <c:pt idx="10625">
                  <c:v>10625</c:v>
                </c:pt>
                <c:pt idx="10626">
                  <c:v>10626</c:v>
                </c:pt>
                <c:pt idx="10627">
                  <c:v>10627</c:v>
                </c:pt>
                <c:pt idx="10628">
                  <c:v>10628</c:v>
                </c:pt>
                <c:pt idx="10629">
                  <c:v>10629</c:v>
                </c:pt>
                <c:pt idx="10630">
                  <c:v>10630</c:v>
                </c:pt>
                <c:pt idx="10631">
                  <c:v>10631</c:v>
                </c:pt>
                <c:pt idx="10632">
                  <c:v>10632</c:v>
                </c:pt>
                <c:pt idx="10633">
                  <c:v>10633</c:v>
                </c:pt>
                <c:pt idx="10634">
                  <c:v>10634</c:v>
                </c:pt>
                <c:pt idx="10635">
                  <c:v>10635</c:v>
                </c:pt>
                <c:pt idx="10636">
                  <c:v>10636</c:v>
                </c:pt>
                <c:pt idx="10637">
                  <c:v>10637</c:v>
                </c:pt>
                <c:pt idx="10638">
                  <c:v>10638</c:v>
                </c:pt>
                <c:pt idx="10639">
                  <c:v>10639</c:v>
                </c:pt>
                <c:pt idx="10640">
                  <c:v>10640</c:v>
                </c:pt>
                <c:pt idx="10641">
                  <c:v>10641</c:v>
                </c:pt>
                <c:pt idx="10642">
                  <c:v>10642</c:v>
                </c:pt>
                <c:pt idx="10643">
                  <c:v>10643</c:v>
                </c:pt>
                <c:pt idx="10644">
                  <c:v>10644</c:v>
                </c:pt>
                <c:pt idx="10645">
                  <c:v>10645</c:v>
                </c:pt>
                <c:pt idx="10646">
                  <c:v>10646</c:v>
                </c:pt>
                <c:pt idx="10647">
                  <c:v>10647</c:v>
                </c:pt>
                <c:pt idx="10648">
                  <c:v>10648</c:v>
                </c:pt>
                <c:pt idx="10649">
                  <c:v>10649</c:v>
                </c:pt>
                <c:pt idx="10650">
                  <c:v>10650</c:v>
                </c:pt>
                <c:pt idx="10651">
                  <c:v>10651</c:v>
                </c:pt>
                <c:pt idx="10652">
                  <c:v>10652</c:v>
                </c:pt>
                <c:pt idx="10653">
                  <c:v>10653</c:v>
                </c:pt>
                <c:pt idx="10654">
                  <c:v>10654</c:v>
                </c:pt>
                <c:pt idx="10655">
                  <c:v>10655</c:v>
                </c:pt>
                <c:pt idx="10656">
                  <c:v>10656</c:v>
                </c:pt>
                <c:pt idx="10657">
                  <c:v>10657</c:v>
                </c:pt>
                <c:pt idx="10658">
                  <c:v>10658</c:v>
                </c:pt>
                <c:pt idx="10659">
                  <c:v>10659</c:v>
                </c:pt>
                <c:pt idx="10660">
                  <c:v>10660</c:v>
                </c:pt>
                <c:pt idx="10661">
                  <c:v>10661</c:v>
                </c:pt>
                <c:pt idx="10662">
                  <c:v>10662</c:v>
                </c:pt>
                <c:pt idx="10663">
                  <c:v>10663</c:v>
                </c:pt>
                <c:pt idx="10664">
                  <c:v>10664</c:v>
                </c:pt>
                <c:pt idx="10665">
                  <c:v>10665</c:v>
                </c:pt>
                <c:pt idx="10666">
                  <c:v>10666</c:v>
                </c:pt>
                <c:pt idx="10667">
                  <c:v>10667</c:v>
                </c:pt>
                <c:pt idx="10668">
                  <c:v>10668</c:v>
                </c:pt>
                <c:pt idx="10669">
                  <c:v>10669</c:v>
                </c:pt>
                <c:pt idx="10670">
                  <c:v>10670</c:v>
                </c:pt>
                <c:pt idx="10671">
                  <c:v>10671</c:v>
                </c:pt>
                <c:pt idx="10672">
                  <c:v>10672</c:v>
                </c:pt>
                <c:pt idx="10673">
                  <c:v>10673</c:v>
                </c:pt>
                <c:pt idx="10674">
                  <c:v>10674</c:v>
                </c:pt>
                <c:pt idx="10675">
                  <c:v>10675</c:v>
                </c:pt>
                <c:pt idx="10676">
                  <c:v>10676</c:v>
                </c:pt>
                <c:pt idx="10677">
                  <c:v>10677</c:v>
                </c:pt>
                <c:pt idx="10678">
                  <c:v>10678</c:v>
                </c:pt>
                <c:pt idx="10679">
                  <c:v>10679</c:v>
                </c:pt>
                <c:pt idx="10680">
                  <c:v>10680</c:v>
                </c:pt>
                <c:pt idx="10681">
                  <c:v>10681</c:v>
                </c:pt>
                <c:pt idx="10682">
                  <c:v>10682</c:v>
                </c:pt>
                <c:pt idx="10683">
                  <c:v>10683</c:v>
                </c:pt>
                <c:pt idx="10684">
                  <c:v>10684</c:v>
                </c:pt>
                <c:pt idx="10685">
                  <c:v>10685</c:v>
                </c:pt>
                <c:pt idx="10686">
                  <c:v>10686</c:v>
                </c:pt>
                <c:pt idx="10687">
                  <c:v>10687</c:v>
                </c:pt>
                <c:pt idx="10688">
                  <c:v>10688</c:v>
                </c:pt>
                <c:pt idx="10689">
                  <c:v>10689</c:v>
                </c:pt>
                <c:pt idx="10690">
                  <c:v>10690</c:v>
                </c:pt>
                <c:pt idx="10691">
                  <c:v>10691</c:v>
                </c:pt>
                <c:pt idx="10692">
                  <c:v>10692</c:v>
                </c:pt>
                <c:pt idx="10693">
                  <c:v>10693</c:v>
                </c:pt>
                <c:pt idx="10694">
                  <c:v>10694</c:v>
                </c:pt>
                <c:pt idx="10695">
                  <c:v>10695</c:v>
                </c:pt>
                <c:pt idx="10696">
                  <c:v>10696</c:v>
                </c:pt>
                <c:pt idx="10697">
                  <c:v>10697</c:v>
                </c:pt>
                <c:pt idx="10698">
                  <c:v>10698</c:v>
                </c:pt>
                <c:pt idx="10699">
                  <c:v>10699</c:v>
                </c:pt>
                <c:pt idx="10700">
                  <c:v>10700</c:v>
                </c:pt>
                <c:pt idx="10701">
                  <c:v>10701</c:v>
                </c:pt>
                <c:pt idx="10702">
                  <c:v>10702</c:v>
                </c:pt>
                <c:pt idx="10703">
                  <c:v>10703</c:v>
                </c:pt>
                <c:pt idx="10704">
                  <c:v>10704</c:v>
                </c:pt>
                <c:pt idx="10705">
                  <c:v>10705</c:v>
                </c:pt>
                <c:pt idx="10706">
                  <c:v>10706</c:v>
                </c:pt>
                <c:pt idx="10707">
                  <c:v>10707</c:v>
                </c:pt>
                <c:pt idx="10708">
                  <c:v>10708</c:v>
                </c:pt>
                <c:pt idx="10709">
                  <c:v>10709</c:v>
                </c:pt>
                <c:pt idx="10710">
                  <c:v>10710</c:v>
                </c:pt>
                <c:pt idx="10711">
                  <c:v>10711</c:v>
                </c:pt>
                <c:pt idx="10712">
                  <c:v>10712</c:v>
                </c:pt>
                <c:pt idx="10713">
                  <c:v>10713</c:v>
                </c:pt>
                <c:pt idx="10714">
                  <c:v>10714</c:v>
                </c:pt>
                <c:pt idx="10715">
                  <c:v>10715</c:v>
                </c:pt>
                <c:pt idx="10716">
                  <c:v>10716</c:v>
                </c:pt>
                <c:pt idx="10717">
                  <c:v>10717</c:v>
                </c:pt>
                <c:pt idx="10718">
                  <c:v>10718</c:v>
                </c:pt>
                <c:pt idx="10719">
                  <c:v>10719</c:v>
                </c:pt>
                <c:pt idx="10720">
                  <c:v>10720</c:v>
                </c:pt>
                <c:pt idx="10721">
                  <c:v>10721</c:v>
                </c:pt>
                <c:pt idx="10722">
                  <c:v>10722</c:v>
                </c:pt>
                <c:pt idx="10723">
                  <c:v>10723</c:v>
                </c:pt>
                <c:pt idx="10724">
                  <c:v>10724</c:v>
                </c:pt>
                <c:pt idx="10725">
                  <c:v>10725</c:v>
                </c:pt>
                <c:pt idx="10726">
                  <c:v>10726</c:v>
                </c:pt>
                <c:pt idx="10727">
                  <c:v>10727</c:v>
                </c:pt>
                <c:pt idx="10728">
                  <c:v>10728</c:v>
                </c:pt>
                <c:pt idx="10729">
                  <c:v>10729</c:v>
                </c:pt>
                <c:pt idx="10730">
                  <c:v>10730</c:v>
                </c:pt>
                <c:pt idx="10731">
                  <c:v>10731</c:v>
                </c:pt>
                <c:pt idx="10732">
                  <c:v>10732</c:v>
                </c:pt>
                <c:pt idx="10733">
                  <c:v>10733</c:v>
                </c:pt>
                <c:pt idx="10734">
                  <c:v>10734</c:v>
                </c:pt>
                <c:pt idx="10735">
                  <c:v>10735</c:v>
                </c:pt>
                <c:pt idx="10736">
                  <c:v>10736</c:v>
                </c:pt>
                <c:pt idx="10737">
                  <c:v>10737</c:v>
                </c:pt>
                <c:pt idx="10738">
                  <c:v>10738</c:v>
                </c:pt>
                <c:pt idx="10739">
                  <c:v>10739</c:v>
                </c:pt>
                <c:pt idx="10740">
                  <c:v>10740</c:v>
                </c:pt>
                <c:pt idx="10741">
                  <c:v>10741</c:v>
                </c:pt>
                <c:pt idx="10742">
                  <c:v>10742</c:v>
                </c:pt>
                <c:pt idx="10743">
                  <c:v>10743</c:v>
                </c:pt>
                <c:pt idx="10744">
                  <c:v>10744</c:v>
                </c:pt>
                <c:pt idx="10745">
                  <c:v>10745</c:v>
                </c:pt>
                <c:pt idx="10746">
                  <c:v>10746</c:v>
                </c:pt>
                <c:pt idx="10747">
                  <c:v>10747</c:v>
                </c:pt>
                <c:pt idx="10748">
                  <c:v>10748</c:v>
                </c:pt>
                <c:pt idx="10749">
                  <c:v>10749</c:v>
                </c:pt>
                <c:pt idx="10750">
                  <c:v>10750</c:v>
                </c:pt>
                <c:pt idx="10751">
                  <c:v>10751</c:v>
                </c:pt>
                <c:pt idx="10752">
                  <c:v>10752</c:v>
                </c:pt>
                <c:pt idx="10753">
                  <c:v>10753</c:v>
                </c:pt>
                <c:pt idx="10754">
                  <c:v>10754</c:v>
                </c:pt>
                <c:pt idx="10755">
                  <c:v>10755</c:v>
                </c:pt>
                <c:pt idx="10756">
                  <c:v>10756</c:v>
                </c:pt>
                <c:pt idx="10757">
                  <c:v>10757</c:v>
                </c:pt>
                <c:pt idx="10758">
                  <c:v>10758</c:v>
                </c:pt>
                <c:pt idx="10759">
                  <c:v>10759</c:v>
                </c:pt>
                <c:pt idx="10760">
                  <c:v>10760</c:v>
                </c:pt>
                <c:pt idx="10761">
                  <c:v>10761</c:v>
                </c:pt>
                <c:pt idx="10762">
                  <c:v>10762</c:v>
                </c:pt>
                <c:pt idx="10763">
                  <c:v>10763</c:v>
                </c:pt>
                <c:pt idx="10764">
                  <c:v>10764</c:v>
                </c:pt>
                <c:pt idx="10765">
                  <c:v>10765</c:v>
                </c:pt>
                <c:pt idx="10766">
                  <c:v>10766</c:v>
                </c:pt>
                <c:pt idx="10767">
                  <c:v>10767</c:v>
                </c:pt>
                <c:pt idx="10768">
                  <c:v>10768</c:v>
                </c:pt>
                <c:pt idx="10769">
                  <c:v>10769</c:v>
                </c:pt>
                <c:pt idx="10770">
                  <c:v>10770</c:v>
                </c:pt>
                <c:pt idx="10771">
                  <c:v>10771</c:v>
                </c:pt>
                <c:pt idx="10772">
                  <c:v>10772</c:v>
                </c:pt>
                <c:pt idx="10773">
                  <c:v>10773</c:v>
                </c:pt>
              </c:numCache>
            </c:numRef>
          </c:cat>
          <c:val>
            <c:numRef>
              <c:f>[BigBalloon_EbuenJ.xlsx]Sheet1!$G$3:$G$10820</c:f>
              <c:numCache>
                <c:formatCode>General</c:formatCode>
                <c:ptCount val="10818"/>
                <c:pt idx="0">
                  <c:v>0</c:v>
                </c:pt>
                <c:pt idx="1">
                  <c:v>0.96577201875000185</c:v>
                </c:pt>
                <c:pt idx="2">
                  <c:v>0.84966514812928462</c:v>
                </c:pt>
                <c:pt idx="3">
                  <c:v>0.555500728032428</c:v>
                </c:pt>
                <c:pt idx="4">
                  <c:v>0.26601213864829898</c:v>
                </c:pt>
                <c:pt idx="5">
                  <c:v>0.10018151311349577</c:v>
                </c:pt>
                <c:pt idx="6">
                  <c:v>3.3162114773850927E-2</c:v>
                </c:pt>
                <c:pt idx="7">
                  <c:v>1.0426876556226686E-2</c:v>
                </c:pt>
                <c:pt idx="8">
                  <c:v>3.2218555198212742E-3</c:v>
                </c:pt>
                <c:pt idx="9">
                  <c:v>9.9006408253643485E-4</c:v>
                </c:pt>
                <c:pt idx="10">
                  <c:v>3.037238672972305E-4</c:v>
                </c:pt>
                <c:pt idx="11">
                  <c:v>9.3125040331543119E-5</c:v>
                </c:pt>
                <c:pt idx="12">
                  <c:v>2.8548549533861472E-5</c:v>
                </c:pt>
                <c:pt idx="13">
                  <c:v>8.7514529929499929E-6</c:v>
                </c:pt>
                <c:pt idx="14">
                  <c:v>2.682685133740629E-6</c:v>
                </c:pt>
                <c:pt idx="15">
                  <c:v>8.2235099900055764E-7</c:v>
                </c:pt>
                <c:pt idx="16">
                  <c:v>2.5208333035801428E-7</c:v>
                </c:pt>
                <c:pt idx="17">
                  <c:v>7.7273546080410441E-8</c:v>
                </c:pt>
                <c:pt idx="18">
                  <c:v>2.3687405518539133E-8</c:v>
                </c:pt>
                <c:pt idx="19">
                  <c:v>7.2611288833475856E-9</c:v>
                </c:pt>
                <c:pt idx="20">
                  <c:v>2.225823673522124E-9</c:v>
                </c:pt>
                <c:pt idx="21">
                  <c:v>6.8230325093547129E-10</c:v>
                </c:pt>
                <c:pt idx="22">
                  <c:v>2.0915313925229384E-10</c:v>
                </c:pt>
                <c:pt idx="23">
                  <c:v>6.411360331526339E-11</c:v>
                </c:pt>
                <c:pt idx="24">
                  <c:v>1.9653464041387753E-11</c:v>
                </c:pt>
                <c:pt idx="25">
                  <c:v>6.0243661910893325E-12</c:v>
                </c:pt>
                <c:pt idx="26">
                  <c:v>1.8466709642931769E-12</c:v>
                </c:pt>
                <c:pt idx="27">
                  <c:v>5.6606571282221318E-13</c:v>
                </c:pt>
                <c:pt idx="28">
                  <c:v>1.734908513147578E-13</c:v>
                </c:pt>
                <c:pt idx="29">
                  <c:v>5.3142675445390829E-14</c:v>
                </c:pt>
                <c:pt idx="30">
                  <c:v>1.6135241291218943E-14</c:v>
                </c:pt>
                <c:pt idx="31">
                  <c:v>5.0330110449673766E-15</c:v>
                </c:pt>
                <c:pt idx="32">
                  <c:v>1.7763568394002505E-15</c:v>
                </c:pt>
                <c:pt idx="33">
                  <c:v>4.4408920985006262E-16</c:v>
                </c:pt>
                <c:pt idx="34">
                  <c:v>1.4802973661668753E-16</c:v>
                </c:pt>
                <c:pt idx="35">
                  <c:v>1.4802973661668753E-16</c:v>
                </c:pt>
                <c:pt idx="36">
                  <c:v>1.4802973661668753E-16</c:v>
                </c:pt>
                <c:pt idx="37">
                  <c:v>1.4802973661668753E-16</c:v>
                </c:pt>
                <c:pt idx="38">
                  <c:v>1.4802973661668753E-16</c:v>
                </c:pt>
                <c:pt idx="39">
                  <c:v>1.4802973661668753E-16</c:v>
                </c:pt>
                <c:pt idx="40">
                  <c:v>1.4802973661668753E-16</c:v>
                </c:pt>
                <c:pt idx="41">
                  <c:v>1.4802973661668753E-16</c:v>
                </c:pt>
                <c:pt idx="42">
                  <c:v>1.4802973661668753E-16</c:v>
                </c:pt>
                <c:pt idx="43">
                  <c:v>1.4802973661668753E-16</c:v>
                </c:pt>
                <c:pt idx="44">
                  <c:v>1.4802973661668753E-16</c:v>
                </c:pt>
                <c:pt idx="45">
                  <c:v>1.4802973661668753E-16</c:v>
                </c:pt>
                <c:pt idx="46">
                  <c:v>1.4802973661668753E-16</c:v>
                </c:pt>
                <c:pt idx="47">
                  <c:v>1.4802973661668753E-16</c:v>
                </c:pt>
                <c:pt idx="48">
                  <c:v>1.4802973661668753E-16</c:v>
                </c:pt>
                <c:pt idx="49">
                  <c:v>1.4802973661668753E-16</c:v>
                </c:pt>
                <c:pt idx="50">
                  <c:v>1.4802973661668753E-16</c:v>
                </c:pt>
                <c:pt idx="51">
                  <c:v>1.4802973661668753E-16</c:v>
                </c:pt>
                <c:pt idx="52">
                  <c:v>1.4802973661668753E-16</c:v>
                </c:pt>
                <c:pt idx="53">
                  <c:v>1.4802973661668753E-16</c:v>
                </c:pt>
                <c:pt idx="54">
                  <c:v>1.4802973661668753E-16</c:v>
                </c:pt>
                <c:pt idx="55">
                  <c:v>1.4802973661668753E-16</c:v>
                </c:pt>
                <c:pt idx="56">
                  <c:v>1.4802973661668753E-16</c:v>
                </c:pt>
                <c:pt idx="57">
                  <c:v>1.4802973661668753E-16</c:v>
                </c:pt>
                <c:pt idx="58">
                  <c:v>1.4802973661668753E-16</c:v>
                </c:pt>
                <c:pt idx="59">
                  <c:v>1.4802973661668753E-16</c:v>
                </c:pt>
                <c:pt idx="60">
                  <c:v>1.4802973661668753E-16</c:v>
                </c:pt>
                <c:pt idx="61">
                  <c:v>1.4802973661668753E-16</c:v>
                </c:pt>
                <c:pt idx="62">
                  <c:v>1.4802973661668753E-16</c:v>
                </c:pt>
                <c:pt idx="63">
                  <c:v>1.4802973661668753E-16</c:v>
                </c:pt>
                <c:pt idx="64">
                  <c:v>1.4802973661668753E-16</c:v>
                </c:pt>
                <c:pt idx="65">
                  <c:v>1.4802973661668753E-16</c:v>
                </c:pt>
                <c:pt idx="66">
                  <c:v>1.4802973661668753E-16</c:v>
                </c:pt>
                <c:pt idx="67">
                  <c:v>1.4802973661668753E-16</c:v>
                </c:pt>
                <c:pt idx="68">
                  <c:v>1.4802973661668753E-16</c:v>
                </c:pt>
                <c:pt idx="69">
                  <c:v>1.4802973661668753E-16</c:v>
                </c:pt>
                <c:pt idx="70">
                  <c:v>1.4802973661668753E-16</c:v>
                </c:pt>
                <c:pt idx="71">
                  <c:v>1.4802973661668753E-16</c:v>
                </c:pt>
                <c:pt idx="72">
                  <c:v>1.4802973661668753E-16</c:v>
                </c:pt>
                <c:pt idx="73">
                  <c:v>1.4802973661668753E-16</c:v>
                </c:pt>
                <c:pt idx="74">
                  <c:v>1.4802973661668753E-16</c:v>
                </c:pt>
                <c:pt idx="75">
                  <c:v>1.4802973661668753E-16</c:v>
                </c:pt>
                <c:pt idx="76">
                  <c:v>1.4802973661668753E-16</c:v>
                </c:pt>
                <c:pt idx="77">
                  <c:v>1.4802973661668753E-16</c:v>
                </c:pt>
                <c:pt idx="78">
                  <c:v>1.4802973661668753E-16</c:v>
                </c:pt>
                <c:pt idx="79">
                  <c:v>1.4802973661668753E-16</c:v>
                </c:pt>
                <c:pt idx="80">
                  <c:v>1.4802973661668753E-16</c:v>
                </c:pt>
                <c:pt idx="81">
                  <c:v>1.4802973661668753E-16</c:v>
                </c:pt>
                <c:pt idx="82">
                  <c:v>1.4802973661668753E-16</c:v>
                </c:pt>
                <c:pt idx="83">
                  <c:v>1.4802973661668753E-16</c:v>
                </c:pt>
                <c:pt idx="84">
                  <c:v>1.4802973661668753E-16</c:v>
                </c:pt>
                <c:pt idx="85">
                  <c:v>1.4802973661668753E-16</c:v>
                </c:pt>
                <c:pt idx="86">
                  <c:v>1.4802973661668753E-16</c:v>
                </c:pt>
                <c:pt idx="87">
                  <c:v>1.4802973661668753E-16</c:v>
                </c:pt>
                <c:pt idx="88">
                  <c:v>1.4802973661668753E-16</c:v>
                </c:pt>
                <c:pt idx="89">
                  <c:v>1.4802973661668753E-16</c:v>
                </c:pt>
                <c:pt idx="90">
                  <c:v>1.4802973661668753E-16</c:v>
                </c:pt>
                <c:pt idx="91">
                  <c:v>1.4802973661668753E-16</c:v>
                </c:pt>
                <c:pt idx="92">
                  <c:v>1.4802973661668753E-16</c:v>
                </c:pt>
                <c:pt idx="93">
                  <c:v>1.4802973661668753E-16</c:v>
                </c:pt>
                <c:pt idx="94">
                  <c:v>1.4802973661668753E-16</c:v>
                </c:pt>
                <c:pt idx="95">
                  <c:v>1.4802973661668753E-16</c:v>
                </c:pt>
                <c:pt idx="96">
                  <c:v>1.4802973661668753E-16</c:v>
                </c:pt>
                <c:pt idx="97">
                  <c:v>1.4802973661668753E-16</c:v>
                </c:pt>
                <c:pt idx="98">
                  <c:v>1.4802973661668753E-16</c:v>
                </c:pt>
                <c:pt idx="99">
                  <c:v>1.4802973661668753E-16</c:v>
                </c:pt>
                <c:pt idx="100">
                  <c:v>1.4802973661668753E-16</c:v>
                </c:pt>
                <c:pt idx="101">
                  <c:v>1.4802973661668753E-16</c:v>
                </c:pt>
                <c:pt idx="102">
                  <c:v>1.4802973661668753E-16</c:v>
                </c:pt>
                <c:pt idx="103">
                  <c:v>1.4802973661668753E-16</c:v>
                </c:pt>
                <c:pt idx="104">
                  <c:v>1.4802973661668753E-16</c:v>
                </c:pt>
                <c:pt idx="105">
                  <c:v>1.4802973661668753E-16</c:v>
                </c:pt>
                <c:pt idx="106">
                  <c:v>1.4802973661668753E-16</c:v>
                </c:pt>
                <c:pt idx="107">
                  <c:v>1.4802973661668753E-16</c:v>
                </c:pt>
                <c:pt idx="108">
                  <c:v>1.4802973661668753E-16</c:v>
                </c:pt>
                <c:pt idx="109">
                  <c:v>1.4802973661668753E-16</c:v>
                </c:pt>
                <c:pt idx="110">
                  <c:v>1.4802973661668753E-16</c:v>
                </c:pt>
                <c:pt idx="111">
                  <c:v>1.4802973661668753E-16</c:v>
                </c:pt>
                <c:pt idx="112">
                  <c:v>1.4802973661668753E-16</c:v>
                </c:pt>
                <c:pt idx="113">
                  <c:v>1.4802973661668753E-16</c:v>
                </c:pt>
                <c:pt idx="114">
                  <c:v>1.4802973661668753E-16</c:v>
                </c:pt>
                <c:pt idx="115">
                  <c:v>1.4802973661668753E-16</c:v>
                </c:pt>
                <c:pt idx="116">
                  <c:v>1.4802973661668753E-16</c:v>
                </c:pt>
                <c:pt idx="117">
                  <c:v>1.4802973661668753E-16</c:v>
                </c:pt>
                <c:pt idx="118">
                  <c:v>1.4802973661668753E-16</c:v>
                </c:pt>
                <c:pt idx="119">
                  <c:v>1.4802973661668753E-16</c:v>
                </c:pt>
                <c:pt idx="120">
                  <c:v>1.4802973661668753E-16</c:v>
                </c:pt>
                <c:pt idx="121">
                  <c:v>1.4802973661668753E-16</c:v>
                </c:pt>
                <c:pt idx="122">
                  <c:v>1.4802973661668753E-16</c:v>
                </c:pt>
                <c:pt idx="123">
                  <c:v>1.4802973661668753E-16</c:v>
                </c:pt>
                <c:pt idx="124">
                  <c:v>1.4802973661668753E-16</c:v>
                </c:pt>
                <c:pt idx="125">
                  <c:v>1.4802973661668753E-16</c:v>
                </c:pt>
                <c:pt idx="126">
                  <c:v>1.4802973661668753E-16</c:v>
                </c:pt>
                <c:pt idx="127">
                  <c:v>1.4802973661668753E-16</c:v>
                </c:pt>
                <c:pt idx="128">
                  <c:v>1.4802973661668753E-16</c:v>
                </c:pt>
                <c:pt idx="129">
                  <c:v>1.4802973661668753E-16</c:v>
                </c:pt>
                <c:pt idx="130">
                  <c:v>1.4802973661668753E-16</c:v>
                </c:pt>
                <c:pt idx="131">
                  <c:v>1.4802973661668753E-16</c:v>
                </c:pt>
                <c:pt idx="132">
                  <c:v>1.4802973661668753E-16</c:v>
                </c:pt>
                <c:pt idx="133">
                  <c:v>1.4802973661668753E-16</c:v>
                </c:pt>
                <c:pt idx="134">
                  <c:v>1.4802973661668753E-16</c:v>
                </c:pt>
                <c:pt idx="135">
                  <c:v>1.4802973661668753E-16</c:v>
                </c:pt>
                <c:pt idx="136">
                  <c:v>1.4802973661668753E-16</c:v>
                </c:pt>
                <c:pt idx="137">
                  <c:v>1.4802973661668753E-16</c:v>
                </c:pt>
                <c:pt idx="138">
                  <c:v>1.4802973661668753E-16</c:v>
                </c:pt>
                <c:pt idx="139">
                  <c:v>1.4802973661668753E-16</c:v>
                </c:pt>
                <c:pt idx="140">
                  <c:v>1.4802973661668753E-16</c:v>
                </c:pt>
                <c:pt idx="141">
                  <c:v>1.4802973661668753E-16</c:v>
                </c:pt>
                <c:pt idx="142">
                  <c:v>1.4802973661668753E-16</c:v>
                </c:pt>
                <c:pt idx="143">
                  <c:v>1.4802973661668753E-16</c:v>
                </c:pt>
                <c:pt idx="144">
                  <c:v>1.4802973661668753E-16</c:v>
                </c:pt>
                <c:pt idx="145">
                  <c:v>1.4802973661668753E-16</c:v>
                </c:pt>
                <c:pt idx="146">
                  <c:v>1.4802973661668753E-16</c:v>
                </c:pt>
                <c:pt idx="147">
                  <c:v>1.4802973661668753E-16</c:v>
                </c:pt>
                <c:pt idx="148">
                  <c:v>1.4802973661668753E-16</c:v>
                </c:pt>
                <c:pt idx="149">
                  <c:v>1.4802973661668753E-16</c:v>
                </c:pt>
                <c:pt idx="150">
                  <c:v>1.4802973661668753E-16</c:v>
                </c:pt>
                <c:pt idx="151">
                  <c:v>1.4802973661668753E-16</c:v>
                </c:pt>
                <c:pt idx="152">
                  <c:v>1.4802973661668753E-16</c:v>
                </c:pt>
                <c:pt idx="153">
                  <c:v>1.4802973661668753E-16</c:v>
                </c:pt>
                <c:pt idx="154">
                  <c:v>1.4802973661668753E-16</c:v>
                </c:pt>
                <c:pt idx="155">
                  <c:v>1.4802973661668753E-16</c:v>
                </c:pt>
                <c:pt idx="156">
                  <c:v>1.4802973661668753E-16</c:v>
                </c:pt>
                <c:pt idx="157">
                  <c:v>1.4802973661668753E-16</c:v>
                </c:pt>
                <c:pt idx="158">
                  <c:v>1.4802973661668753E-16</c:v>
                </c:pt>
                <c:pt idx="159">
                  <c:v>1.4802973661668753E-16</c:v>
                </c:pt>
                <c:pt idx="160">
                  <c:v>1.4802973661668753E-16</c:v>
                </c:pt>
                <c:pt idx="161">
                  <c:v>1.4802973661668753E-16</c:v>
                </c:pt>
                <c:pt idx="162">
                  <c:v>1.4802973661668753E-16</c:v>
                </c:pt>
                <c:pt idx="163">
                  <c:v>1.4802973661668753E-16</c:v>
                </c:pt>
                <c:pt idx="164">
                  <c:v>1.4802973661668753E-16</c:v>
                </c:pt>
                <c:pt idx="165">
                  <c:v>1.4802973661668753E-16</c:v>
                </c:pt>
                <c:pt idx="166">
                  <c:v>1.4802973661668753E-16</c:v>
                </c:pt>
                <c:pt idx="167">
                  <c:v>1.4802973661668753E-16</c:v>
                </c:pt>
                <c:pt idx="168">
                  <c:v>1.4802973661668753E-16</c:v>
                </c:pt>
                <c:pt idx="169">
                  <c:v>1.4802973661668753E-16</c:v>
                </c:pt>
                <c:pt idx="170">
                  <c:v>1.4802973661668753E-16</c:v>
                </c:pt>
                <c:pt idx="171">
                  <c:v>1.4802973661668753E-16</c:v>
                </c:pt>
                <c:pt idx="172">
                  <c:v>1.4802973661668753E-16</c:v>
                </c:pt>
                <c:pt idx="173">
                  <c:v>1.4802973661668753E-16</c:v>
                </c:pt>
                <c:pt idx="174">
                  <c:v>1.4802973661668753E-16</c:v>
                </c:pt>
                <c:pt idx="175">
                  <c:v>1.4802973661668753E-16</c:v>
                </c:pt>
                <c:pt idx="176">
                  <c:v>1.4802973661668753E-16</c:v>
                </c:pt>
                <c:pt idx="177">
                  <c:v>1.4802973661668753E-16</c:v>
                </c:pt>
                <c:pt idx="178">
                  <c:v>1.4802973661668753E-16</c:v>
                </c:pt>
                <c:pt idx="179">
                  <c:v>1.4802973661668753E-16</c:v>
                </c:pt>
                <c:pt idx="180">
                  <c:v>1.4802973661668753E-16</c:v>
                </c:pt>
                <c:pt idx="181">
                  <c:v>1.4802973661668753E-16</c:v>
                </c:pt>
                <c:pt idx="182">
                  <c:v>1.4802973661668753E-16</c:v>
                </c:pt>
                <c:pt idx="183">
                  <c:v>1.4802973661668753E-16</c:v>
                </c:pt>
                <c:pt idx="184">
                  <c:v>1.4802973661668753E-16</c:v>
                </c:pt>
                <c:pt idx="185">
                  <c:v>1.4802973661668753E-16</c:v>
                </c:pt>
                <c:pt idx="186">
                  <c:v>1.4802973661668753E-16</c:v>
                </c:pt>
                <c:pt idx="187">
                  <c:v>1.4802973661668753E-16</c:v>
                </c:pt>
                <c:pt idx="188">
                  <c:v>1.4802973661668753E-16</c:v>
                </c:pt>
                <c:pt idx="189">
                  <c:v>1.4802973661668753E-16</c:v>
                </c:pt>
                <c:pt idx="190">
                  <c:v>1.4802973661668753E-16</c:v>
                </c:pt>
                <c:pt idx="191">
                  <c:v>1.4802973661668753E-16</c:v>
                </c:pt>
                <c:pt idx="192">
                  <c:v>1.4802973661668753E-16</c:v>
                </c:pt>
                <c:pt idx="193">
                  <c:v>1.4802973661668753E-16</c:v>
                </c:pt>
                <c:pt idx="194">
                  <c:v>1.4802973661668753E-16</c:v>
                </c:pt>
                <c:pt idx="195">
                  <c:v>1.4802973661668753E-16</c:v>
                </c:pt>
                <c:pt idx="196">
                  <c:v>1.4802973661668753E-16</c:v>
                </c:pt>
                <c:pt idx="197">
                  <c:v>1.4802973661668753E-16</c:v>
                </c:pt>
                <c:pt idx="198">
                  <c:v>1.4802973661668753E-16</c:v>
                </c:pt>
                <c:pt idx="199">
                  <c:v>1.4802973661668753E-16</c:v>
                </c:pt>
                <c:pt idx="200">
                  <c:v>1.4802973661668753E-16</c:v>
                </c:pt>
                <c:pt idx="201">
                  <c:v>1.4802973661668753E-16</c:v>
                </c:pt>
                <c:pt idx="202">
                  <c:v>1.4802973661668753E-16</c:v>
                </c:pt>
                <c:pt idx="203">
                  <c:v>1.4802973661668753E-16</c:v>
                </c:pt>
                <c:pt idx="204">
                  <c:v>1.4802973661668753E-16</c:v>
                </c:pt>
                <c:pt idx="205">
                  <c:v>1.4802973661668753E-16</c:v>
                </c:pt>
                <c:pt idx="206">
                  <c:v>1.4802973661668753E-16</c:v>
                </c:pt>
                <c:pt idx="207">
                  <c:v>1.4802973661668753E-16</c:v>
                </c:pt>
                <c:pt idx="208">
                  <c:v>1.4802973661668753E-16</c:v>
                </c:pt>
                <c:pt idx="209">
                  <c:v>1.4802973661668753E-16</c:v>
                </c:pt>
                <c:pt idx="210">
                  <c:v>1.4802973661668753E-16</c:v>
                </c:pt>
                <c:pt idx="211">
                  <c:v>1.4802973661668753E-16</c:v>
                </c:pt>
                <c:pt idx="212">
                  <c:v>1.4802973661668753E-16</c:v>
                </c:pt>
                <c:pt idx="213">
                  <c:v>1.4802973661668753E-16</c:v>
                </c:pt>
                <c:pt idx="214">
                  <c:v>1.4802973661668753E-16</c:v>
                </c:pt>
                <c:pt idx="215">
                  <c:v>1.4802973661668753E-16</c:v>
                </c:pt>
                <c:pt idx="216">
                  <c:v>1.4802973661668753E-16</c:v>
                </c:pt>
                <c:pt idx="217">
                  <c:v>1.4802973661668753E-16</c:v>
                </c:pt>
                <c:pt idx="218">
                  <c:v>1.4802973661668753E-16</c:v>
                </c:pt>
                <c:pt idx="219">
                  <c:v>1.4802973661668753E-16</c:v>
                </c:pt>
                <c:pt idx="220">
                  <c:v>1.4802973661668753E-16</c:v>
                </c:pt>
                <c:pt idx="221">
                  <c:v>1.4802973661668753E-16</c:v>
                </c:pt>
                <c:pt idx="222">
                  <c:v>1.4802973661668753E-16</c:v>
                </c:pt>
                <c:pt idx="223">
                  <c:v>1.4802973661668753E-16</c:v>
                </c:pt>
                <c:pt idx="224">
                  <c:v>1.4802973661668753E-16</c:v>
                </c:pt>
                <c:pt idx="225">
                  <c:v>1.4802973661668753E-16</c:v>
                </c:pt>
                <c:pt idx="226">
                  <c:v>1.4802973661668753E-16</c:v>
                </c:pt>
                <c:pt idx="227">
                  <c:v>1.4802973661668753E-16</c:v>
                </c:pt>
                <c:pt idx="228">
                  <c:v>1.4802973661668753E-16</c:v>
                </c:pt>
                <c:pt idx="229">
                  <c:v>1.4802973661668753E-16</c:v>
                </c:pt>
                <c:pt idx="230">
                  <c:v>1.4802973661668753E-16</c:v>
                </c:pt>
                <c:pt idx="231">
                  <c:v>1.4802973661668753E-16</c:v>
                </c:pt>
                <c:pt idx="232">
                  <c:v>1.4802973661668753E-16</c:v>
                </c:pt>
                <c:pt idx="233">
                  <c:v>1.4802973661668753E-16</c:v>
                </c:pt>
                <c:pt idx="234">
                  <c:v>1.4802973661668753E-16</c:v>
                </c:pt>
                <c:pt idx="235">
                  <c:v>1.4802973661668753E-16</c:v>
                </c:pt>
                <c:pt idx="236">
                  <c:v>1.4802973661668753E-16</c:v>
                </c:pt>
                <c:pt idx="237">
                  <c:v>1.4802973661668753E-16</c:v>
                </c:pt>
                <c:pt idx="238">
                  <c:v>1.4802973661668753E-16</c:v>
                </c:pt>
                <c:pt idx="239">
                  <c:v>1.4802973661668753E-16</c:v>
                </c:pt>
                <c:pt idx="240">
                  <c:v>1.4802973661668753E-16</c:v>
                </c:pt>
                <c:pt idx="241">
                  <c:v>1.4802973661668753E-16</c:v>
                </c:pt>
                <c:pt idx="242">
                  <c:v>1.4802973661668753E-16</c:v>
                </c:pt>
                <c:pt idx="243">
                  <c:v>1.4802973661668753E-16</c:v>
                </c:pt>
                <c:pt idx="244">
                  <c:v>1.4802973661668753E-16</c:v>
                </c:pt>
                <c:pt idx="245">
                  <c:v>1.4802973661668753E-16</c:v>
                </c:pt>
                <c:pt idx="246">
                  <c:v>1.4802973661668753E-16</c:v>
                </c:pt>
                <c:pt idx="247">
                  <c:v>1.4802973661668753E-16</c:v>
                </c:pt>
                <c:pt idx="248">
                  <c:v>1.4802973661668753E-16</c:v>
                </c:pt>
                <c:pt idx="249">
                  <c:v>1.4802973661668753E-16</c:v>
                </c:pt>
                <c:pt idx="250">
                  <c:v>1.4802973661668753E-16</c:v>
                </c:pt>
                <c:pt idx="251">
                  <c:v>1.4802973661668753E-16</c:v>
                </c:pt>
                <c:pt idx="252">
                  <c:v>1.4802973661668753E-16</c:v>
                </c:pt>
                <c:pt idx="253">
                  <c:v>1.4802973661668753E-16</c:v>
                </c:pt>
                <c:pt idx="254">
                  <c:v>1.4802973661668753E-16</c:v>
                </c:pt>
                <c:pt idx="255">
                  <c:v>1.4802973661668753E-16</c:v>
                </c:pt>
                <c:pt idx="256">
                  <c:v>1.4802973661668753E-16</c:v>
                </c:pt>
                <c:pt idx="257">
                  <c:v>1.4802973661668753E-16</c:v>
                </c:pt>
                <c:pt idx="258">
                  <c:v>1.4802973661668753E-16</c:v>
                </c:pt>
                <c:pt idx="259">
                  <c:v>1.4802973661668753E-16</c:v>
                </c:pt>
                <c:pt idx="260">
                  <c:v>1.4802973661668753E-16</c:v>
                </c:pt>
                <c:pt idx="261">
                  <c:v>1.4802973661668753E-16</c:v>
                </c:pt>
                <c:pt idx="262">
                  <c:v>1.4802973661668753E-16</c:v>
                </c:pt>
                <c:pt idx="263">
                  <c:v>1.4802973661668753E-16</c:v>
                </c:pt>
                <c:pt idx="264">
                  <c:v>1.4802973661668753E-16</c:v>
                </c:pt>
                <c:pt idx="265">
                  <c:v>1.4802973661668753E-16</c:v>
                </c:pt>
                <c:pt idx="266">
                  <c:v>1.4802973661668753E-16</c:v>
                </c:pt>
                <c:pt idx="267">
                  <c:v>1.4802973661668753E-16</c:v>
                </c:pt>
                <c:pt idx="268">
                  <c:v>1.4802973661668753E-16</c:v>
                </c:pt>
                <c:pt idx="269">
                  <c:v>1.4802973661668753E-16</c:v>
                </c:pt>
                <c:pt idx="270">
                  <c:v>1.4802973661668753E-16</c:v>
                </c:pt>
                <c:pt idx="271">
                  <c:v>1.4802973661668753E-16</c:v>
                </c:pt>
                <c:pt idx="272">
                  <c:v>1.4802973661668753E-16</c:v>
                </c:pt>
                <c:pt idx="273">
                  <c:v>1.4802973661668753E-16</c:v>
                </c:pt>
                <c:pt idx="274">
                  <c:v>1.4802973661668753E-16</c:v>
                </c:pt>
                <c:pt idx="275">
                  <c:v>1.4802973661668753E-16</c:v>
                </c:pt>
                <c:pt idx="276">
                  <c:v>1.4802973661668753E-16</c:v>
                </c:pt>
                <c:pt idx="277">
                  <c:v>1.4802973661668753E-16</c:v>
                </c:pt>
                <c:pt idx="278">
                  <c:v>1.4802973661668753E-16</c:v>
                </c:pt>
                <c:pt idx="279">
                  <c:v>1.4802973661668753E-16</c:v>
                </c:pt>
                <c:pt idx="280">
                  <c:v>1.4802973661668753E-16</c:v>
                </c:pt>
                <c:pt idx="281">
                  <c:v>1.4802973661668753E-16</c:v>
                </c:pt>
                <c:pt idx="282">
                  <c:v>1.4802973661668753E-16</c:v>
                </c:pt>
                <c:pt idx="283">
                  <c:v>1.4802973661668753E-16</c:v>
                </c:pt>
                <c:pt idx="284">
                  <c:v>1.4802973661668753E-16</c:v>
                </c:pt>
                <c:pt idx="285">
                  <c:v>1.4802973661668753E-16</c:v>
                </c:pt>
                <c:pt idx="286">
                  <c:v>1.4802973661668753E-16</c:v>
                </c:pt>
                <c:pt idx="287">
                  <c:v>1.4802973661668753E-16</c:v>
                </c:pt>
                <c:pt idx="288">
                  <c:v>1.4802973661668753E-16</c:v>
                </c:pt>
                <c:pt idx="289">
                  <c:v>1.4802973661668753E-16</c:v>
                </c:pt>
                <c:pt idx="290">
                  <c:v>1.4802973661668753E-16</c:v>
                </c:pt>
                <c:pt idx="291">
                  <c:v>1.4802973661668753E-16</c:v>
                </c:pt>
                <c:pt idx="292">
                  <c:v>1.4802973661668753E-16</c:v>
                </c:pt>
                <c:pt idx="293">
                  <c:v>1.4802973661668753E-16</c:v>
                </c:pt>
                <c:pt idx="294">
                  <c:v>1.4802973661668753E-16</c:v>
                </c:pt>
                <c:pt idx="295">
                  <c:v>1.4802973661668753E-16</c:v>
                </c:pt>
                <c:pt idx="296">
                  <c:v>1.4802973661668753E-16</c:v>
                </c:pt>
                <c:pt idx="297">
                  <c:v>1.4802973661668753E-16</c:v>
                </c:pt>
                <c:pt idx="298">
                  <c:v>1.4802973661668753E-16</c:v>
                </c:pt>
                <c:pt idx="299">
                  <c:v>1.4802973661668753E-16</c:v>
                </c:pt>
                <c:pt idx="300">
                  <c:v>1.4802973661668753E-16</c:v>
                </c:pt>
                <c:pt idx="301">
                  <c:v>1.4802973661668753E-16</c:v>
                </c:pt>
                <c:pt idx="302">
                  <c:v>1.4802973661668753E-16</c:v>
                </c:pt>
                <c:pt idx="303">
                  <c:v>1.4802973661668753E-16</c:v>
                </c:pt>
                <c:pt idx="304">
                  <c:v>1.4802973661668753E-16</c:v>
                </c:pt>
                <c:pt idx="305">
                  <c:v>1.4802973661668753E-16</c:v>
                </c:pt>
                <c:pt idx="306">
                  <c:v>1.4802973661668753E-16</c:v>
                </c:pt>
                <c:pt idx="307">
                  <c:v>1.4802973661668753E-16</c:v>
                </c:pt>
                <c:pt idx="308">
                  <c:v>1.4802973661668753E-16</c:v>
                </c:pt>
                <c:pt idx="309">
                  <c:v>1.4802973661668753E-16</c:v>
                </c:pt>
                <c:pt idx="310">
                  <c:v>1.4802973661668753E-16</c:v>
                </c:pt>
                <c:pt idx="311">
                  <c:v>1.4802973661668753E-16</c:v>
                </c:pt>
                <c:pt idx="312">
                  <c:v>1.4802973661668753E-16</c:v>
                </c:pt>
                <c:pt idx="313">
                  <c:v>1.4802973661668753E-16</c:v>
                </c:pt>
                <c:pt idx="314">
                  <c:v>1.4802973661668753E-16</c:v>
                </c:pt>
                <c:pt idx="315">
                  <c:v>1.4802973661668753E-16</c:v>
                </c:pt>
                <c:pt idx="316">
                  <c:v>1.4802973661668753E-16</c:v>
                </c:pt>
                <c:pt idx="317">
                  <c:v>1.4802973661668753E-16</c:v>
                </c:pt>
                <c:pt idx="318">
                  <c:v>1.4802973661668753E-16</c:v>
                </c:pt>
                <c:pt idx="319">
                  <c:v>1.4802973661668753E-16</c:v>
                </c:pt>
                <c:pt idx="320">
                  <c:v>1.4802973661668753E-16</c:v>
                </c:pt>
                <c:pt idx="321">
                  <c:v>1.4802973661668753E-16</c:v>
                </c:pt>
                <c:pt idx="322">
                  <c:v>1.4802973661668753E-16</c:v>
                </c:pt>
                <c:pt idx="323">
                  <c:v>1.4802973661668753E-16</c:v>
                </c:pt>
                <c:pt idx="324">
                  <c:v>1.4802973661668753E-16</c:v>
                </c:pt>
                <c:pt idx="325">
                  <c:v>1.4802973661668753E-16</c:v>
                </c:pt>
                <c:pt idx="326">
                  <c:v>1.4802973661668753E-16</c:v>
                </c:pt>
                <c:pt idx="327">
                  <c:v>1.4802973661668753E-16</c:v>
                </c:pt>
                <c:pt idx="328">
                  <c:v>1.4802973661668753E-16</c:v>
                </c:pt>
                <c:pt idx="329">
                  <c:v>1.4802973661668753E-16</c:v>
                </c:pt>
                <c:pt idx="330">
                  <c:v>1.4802973661668753E-16</c:v>
                </c:pt>
                <c:pt idx="331">
                  <c:v>1.4802973661668753E-16</c:v>
                </c:pt>
                <c:pt idx="332">
                  <c:v>1.4802973661668753E-16</c:v>
                </c:pt>
                <c:pt idx="333">
                  <c:v>1.4802973661668753E-16</c:v>
                </c:pt>
                <c:pt idx="334">
                  <c:v>1.4802973661668753E-16</c:v>
                </c:pt>
                <c:pt idx="335">
                  <c:v>1.4802973661668753E-16</c:v>
                </c:pt>
                <c:pt idx="336">
                  <c:v>1.4802973661668753E-16</c:v>
                </c:pt>
                <c:pt idx="337">
                  <c:v>1.4802973661668753E-16</c:v>
                </c:pt>
                <c:pt idx="338">
                  <c:v>1.4802973661668753E-16</c:v>
                </c:pt>
                <c:pt idx="339">
                  <c:v>1.4802973661668753E-16</c:v>
                </c:pt>
                <c:pt idx="340">
                  <c:v>1.4802973661668753E-16</c:v>
                </c:pt>
                <c:pt idx="341">
                  <c:v>1.4802973661668753E-16</c:v>
                </c:pt>
                <c:pt idx="342">
                  <c:v>1.4802973661668753E-16</c:v>
                </c:pt>
                <c:pt idx="343">
                  <c:v>1.4802973661668753E-16</c:v>
                </c:pt>
                <c:pt idx="344">
                  <c:v>1.4802973661668753E-16</c:v>
                </c:pt>
                <c:pt idx="345">
                  <c:v>1.4802973661668753E-16</c:v>
                </c:pt>
                <c:pt idx="346">
                  <c:v>1.4802973661668753E-16</c:v>
                </c:pt>
                <c:pt idx="347">
                  <c:v>1.4802973661668753E-16</c:v>
                </c:pt>
                <c:pt idx="348">
                  <c:v>1.4802973661668753E-16</c:v>
                </c:pt>
                <c:pt idx="349">
                  <c:v>1.4802973661668753E-16</c:v>
                </c:pt>
                <c:pt idx="350">
                  <c:v>1.4802973661668753E-16</c:v>
                </c:pt>
                <c:pt idx="351">
                  <c:v>1.4802973661668753E-16</c:v>
                </c:pt>
                <c:pt idx="352">
                  <c:v>1.4802973661668753E-16</c:v>
                </c:pt>
                <c:pt idx="353">
                  <c:v>1.4802973661668753E-16</c:v>
                </c:pt>
                <c:pt idx="354">
                  <c:v>1.4802973661668753E-16</c:v>
                </c:pt>
                <c:pt idx="355">
                  <c:v>1.4802973661668753E-16</c:v>
                </c:pt>
                <c:pt idx="356">
                  <c:v>1.4802973661668753E-16</c:v>
                </c:pt>
                <c:pt idx="357">
                  <c:v>1.4802973661668753E-16</c:v>
                </c:pt>
                <c:pt idx="358">
                  <c:v>1.4802973661668753E-16</c:v>
                </c:pt>
                <c:pt idx="359">
                  <c:v>1.4802973661668753E-16</c:v>
                </c:pt>
                <c:pt idx="360">
                  <c:v>1.4802973661668753E-16</c:v>
                </c:pt>
                <c:pt idx="361">
                  <c:v>1.4802973661668753E-16</c:v>
                </c:pt>
                <c:pt idx="362">
                  <c:v>1.4802973661668753E-16</c:v>
                </c:pt>
                <c:pt idx="363">
                  <c:v>1.4802973661668753E-16</c:v>
                </c:pt>
                <c:pt idx="364">
                  <c:v>1.4802973661668753E-16</c:v>
                </c:pt>
                <c:pt idx="365">
                  <c:v>1.4802973661668753E-16</c:v>
                </c:pt>
                <c:pt idx="366">
                  <c:v>1.4802973661668753E-16</c:v>
                </c:pt>
                <c:pt idx="367">
                  <c:v>1.4802973661668753E-16</c:v>
                </c:pt>
                <c:pt idx="368">
                  <c:v>1.4802973661668753E-16</c:v>
                </c:pt>
                <c:pt idx="369">
                  <c:v>1.4802973661668753E-16</c:v>
                </c:pt>
                <c:pt idx="370">
                  <c:v>1.4802973661668753E-16</c:v>
                </c:pt>
                <c:pt idx="371">
                  <c:v>1.4802973661668753E-16</c:v>
                </c:pt>
                <c:pt idx="372">
                  <c:v>1.4802973661668753E-16</c:v>
                </c:pt>
                <c:pt idx="373">
                  <c:v>1.4802973661668753E-16</c:v>
                </c:pt>
                <c:pt idx="374">
                  <c:v>1.4802973661668753E-16</c:v>
                </c:pt>
                <c:pt idx="375">
                  <c:v>1.4802973661668753E-16</c:v>
                </c:pt>
                <c:pt idx="376">
                  <c:v>1.4802973661668753E-16</c:v>
                </c:pt>
                <c:pt idx="377">
                  <c:v>1.4802973661668753E-16</c:v>
                </c:pt>
                <c:pt idx="378">
                  <c:v>1.4802973661668753E-16</c:v>
                </c:pt>
                <c:pt idx="379">
                  <c:v>1.4802973661668753E-16</c:v>
                </c:pt>
                <c:pt idx="380">
                  <c:v>1.4802973661668753E-16</c:v>
                </c:pt>
                <c:pt idx="381">
                  <c:v>1.4802973661668753E-16</c:v>
                </c:pt>
                <c:pt idx="382">
                  <c:v>1.4802973661668753E-16</c:v>
                </c:pt>
                <c:pt idx="383">
                  <c:v>1.4802973661668753E-16</c:v>
                </c:pt>
                <c:pt idx="384">
                  <c:v>1.4802973661668753E-16</c:v>
                </c:pt>
                <c:pt idx="385">
                  <c:v>1.4802973661668753E-16</c:v>
                </c:pt>
                <c:pt idx="386">
                  <c:v>1.4802973661668753E-16</c:v>
                </c:pt>
                <c:pt idx="387">
                  <c:v>1.4802973661668753E-16</c:v>
                </c:pt>
                <c:pt idx="388">
                  <c:v>1.4802973661668753E-16</c:v>
                </c:pt>
                <c:pt idx="389">
                  <c:v>1.4802973661668753E-16</c:v>
                </c:pt>
                <c:pt idx="390">
                  <c:v>1.4802973661668753E-16</c:v>
                </c:pt>
                <c:pt idx="391">
                  <c:v>1.4802973661668753E-16</c:v>
                </c:pt>
                <c:pt idx="392">
                  <c:v>1.4802973661668753E-16</c:v>
                </c:pt>
                <c:pt idx="393">
                  <c:v>1.4802973661668753E-16</c:v>
                </c:pt>
                <c:pt idx="394">
                  <c:v>1.4802973661668753E-16</c:v>
                </c:pt>
                <c:pt idx="395">
                  <c:v>1.4802973661668753E-16</c:v>
                </c:pt>
                <c:pt idx="396">
                  <c:v>1.4802973661668753E-16</c:v>
                </c:pt>
                <c:pt idx="397">
                  <c:v>1.4802973661668753E-16</c:v>
                </c:pt>
                <c:pt idx="398">
                  <c:v>1.4802973661668753E-16</c:v>
                </c:pt>
                <c:pt idx="399">
                  <c:v>1.4802973661668753E-16</c:v>
                </c:pt>
                <c:pt idx="400">
                  <c:v>1.4802973661668753E-16</c:v>
                </c:pt>
                <c:pt idx="401">
                  <c:v>1.4802973661668753E-16</c:v>
                </c:pt>
                <c:pt idx="402">
                  <c:v>1.4802973661668753E-16</c:v>
                </c:pt>
                <c:pt idx="403">
                  <c:v>1.4802973661668753E-16</c:v>
                </c:pt>
                <c:pt idx="404">
                  <c:v>1.4802973661668753E-16</c:v>
                </c:pt>
                <c:pt idx="405">
                  <c:v>1.4802973661668753E-16</c:v>
                </c:pt>
                <c:pt idx="406">
                  <c:v>1.4802973661668753E-16</c:v>
                </c:pt>
                <c:pt idx="407">
                  <c:v>1.4802973661668753E-16</c:v>
                </c:pt>
                <c:pt idx="408">
                  <c:v>1.4802973661668753E-16</c:v>
                </c:pt>
                <c:pt idx="409">
                  <c:v>1.4802973661668753E-16</c:v>
                </c:pt>
                <c:pt idx="410">
                  <c:v>1.4802973661668753E-16</c:v>
                </c:pt>
                <c:pt idx="411">
                  <c:v>1.4802973661668753E-16</c:v>
                </c:pt>
                <c:pt idx="412">
                  <c:v>1.4802973661668753E-16</c:v>
                </c:pt>
                <c:pt idx="413">
                  <c:v>1.4802973661668753E-16</c:v>
                </c:pt>
                <c:pt idx="414">
                  <c:v>1.4802973661668753E-16</c:v>
                </c:pt>
                <c:pt idx="415">
                  <c:v>1.4802973661668753E-16</c:v>
                </c:pt>
                <c:pt idx="416">
                  <c:v>1.4802973661668753E-16</c:v>
                </c:pt>
                <c:pt idx="417">
                  <c:v>1.4802973661668753E-16</c:v>
                </c:pt>
                <c:pt idx="418">
                  <c:v>1.4802973661668753E-16</c:v>
                </c:pt>
                <c:pt idx="419">
                  <c:v>1.4802973661668753E-16</c:v>
                </c:pt>
                <c:pt idx="420">
                  <c:v>1.4802973661668753E-16</c:v>
                </c:pt>
                <c:pt idx="421">
                  <c:v>1.4802973661668753E-16</c:v>
                </c:pt>
                <c:pt idx="422">
                  <c:v>1.4802973661668753E-16</c:v>
                </c:pt>
                <c:pt idx="423">
                  <c:v>1.4802973661668753E-16</c:v>
                </c:pt>
                <c:pt idx="424">
                  <c:v>1.4802973661668753E-16</c:v>
                </c:pt>
                <c:pt idx="425">
                  <c:v>1.4802973661668753E-16</c:v>
                </c:pt>
                <c:pt idx="426">
                  <c:v>1.4802973661668753E-16</c:v>
                </c:pt>
                <c:pt idx="427">
                  <c:v>1.4802973661668753E-16</c:v>
                </c:pt>
                <c:pt idx="428">
                  <c:v>1.4802973661668753E-16</c:v>
                </c:pt>
                <c:pt idx="429">
                  <c:v>1.4802973661668753E-16</c:v>
                </c:pt>
                <c:pt idx="430">
                  <c:v>1.4802973661668753E-16</c:v>
                </c:pt>
                <c:pt idx="431">
                  <c:v>1.4802973661668753E-16</c:v>
                </c:pt>
                <c:pt idx="432">
                  <c:v>1.4802973661668753E-16</c:v>
                </c:pt>
                <c:pt idx="433">
                  <c:v>1.4802973661668753E-16</c:v>
                </c:pt>
                <c:pt idx="434">
                  <c:v>1.4802973661668753E-16</c:v>
                </c:pt>
                <c:pt idx="435">
                  <c:v>1.4802973661668753E-16</c:v>
                </c:pt>
                <c:pt idx="436">
                  <c:v>1.4802973661668753E-16</c:v>
                </c:pt>
                <c:pt idx="437">
                  <c:v>1.4802973661668753E-16</c:v>
                </c:pt>
                <c:pt idx="438">
                  <c:v>1.4802973661668753E-16</c:v>
                </c:pt>
                <c:pt idx="439">
                  <c:v>1.4802973661668753E-16</c:v>
                </c:pt>
                <c:pt idx="440">
                  <c:v>1.4802973661668753E-16</c:v>
                </c:pt>
                <c:pt idx="441">
                  <c:v>1.4802973661668753E-16</c:v>
                </c:pt>
                <c:pt idx="442">
                  <c:v>1.4802973661668753E-16</c:v>
                </c:pt>
                <c:pt idx="443">
                  <c:v>1.4802973661668753E-16</c:v>
                </c:pt>
                <c:pt idx="444">
                  <c:v>1.4802973661668753E-16</c:v>
                </c:pt>
                <c:pt idx="445">
                  <c:v>1.4802973661668753E-16</c:v>
                </c:pt>
                <c:pt idx="446">
                  <c:v>1.4802973661668753E-16</c:v>
                </c:pt>
                <c:pt idx="447">
                  <c:v>1.4802973661668753E-16</c:v>
                </c:pt>
                <c:pt idx="448">
                  <c:v>1.4802973661668753E-16</c:v>
                </c:pt>
                <c:pt idx="449">
                  <c:v>1.4802973661668753E-16</c:v>
                </c:pt>
                <c:pt idx="450">
                  <c:v>1.4802973661668753E-16</c:v>
                </c:pt>
                <c:pt idx="451">
                  <c:v>1.4802973661668753E-16</c:v>
                </c:pt>
                <c:pt idx="452">
                  <c:v>1.4802973661668753E-16</c:v>
                </c:pt>
                <c:pt idx="453">
                  <c:v>1.4802973661668753E-16</c:v>
                </c:pt>
                <c:pt idx="454">
                  <c:v>1.4802973661668753E-16</c:v>
                </c:pt>
                <c:pt idx="455">
                  <c:v>1.4802973661668753E-16</c:v>
                </c:pt>
                <c:pt idx="456">
                  <c:v>1.4802973661668753E-16</c:v>
                </c:pt>
                <c:pt idx="457">
                  <c:v>1.4802973661668753E-16</c:v>
                </c:pt>
                <c:pt idx="458">
                  <c:v>1.4802973661668753E-16</c:v>
                </c:pt>
                <c:pt idx="459">
                  <c:v>1.4802973661668753E-16</c:v>
                </c:pt>
                <c:pt idx="460">
                  <c:v>1.4802973661668753E-16</c:v>
                </c:pt>
                <c:pt idx="461">
                  <c:v>1.4802973661668753E-16</c:v>
                </c:pt>
                <c:pt idx="462">
                  <c:v>1.4802973661668753E-16</c:v>
                </c:pt>
                <c:pt idx="463">
                  <c:v>1.4802973661668753E-16</c:v>
                </c:pt>
                <c:pt idx="464">
                  <c:v>1.4802973661668753E-16</c:v>
                </c:pt>
                <c:pt idx="465">
                  <c:v>1.4802973661668753E-16</c:v>
                </c:pt>
                <c:pt idx="466">
                  <c:v>1.4802973661668753E-16</c:v>
                </c:pt>
                <c:pt idx="467">
                  <c:v>1.4802973661668753E-16</c:v>
                </c:pt>
                <c:pt idx="468">
                  <c:v>1.4802973661668753E-16</c:v>
                </c:pt>
                <c:pt idx="469">
                  <c:v>1.4802973661668753E-16</c:v>
                </c:pt>
                <c:pt idx="470">
                  <c:v>1.4802973661668753E-16</c:v>
                </c:pt>
                <c:pt idx="471">
                  <c:v>1.4802973661668753E-16</c:v>
                </c:pt>
                <c:pt idx="472">
                  <c:v>1.4802973661668753E-16</c:v>
                </c:pt>
                <c:pt idx="473">
                  <c:v>1.4802973661668753E-16</c:v>
                </c:pt>
                <c:pt idx="474">
                  <c:v>1.4802973661668753E-16</c:v>
                </c:pt>
                <c:pt idx="475">
                  <c:v>1.4802973661668753E-16</c:v>
                </c:pt>
                <c:pt idx="476">
                  <c:v>1.4802973661668753E-16</c:v>
                </c:pt>
                <c:pt idx="477">
                  <c:v>1.4802973661668753E-16</c:v>
                </c:pt>
                <c:pt idx="478">
                  <c:v>1.4802973661668753E-16</c:v>
                </c:pt>
                <c:pt idx="479">
                  <c:v>1.4802973661668753E-16</c:v>
                </c:pt>
                <c:pt idx="480">
                  <c:v>1.4802973661668753E-16</c:v>
                </c:pt>
                <c:pt idx="481">
                  <c:v>1.4802973661668753E-16</c:v>
                </c:pt>
                <c:pt idx="482">
                  <c:v>1.4802973661668753E-16</c:v>
                </c:pt>
                <c:pt idx="483">
                  <c:v>1.4802973661668753E-16</c:v>
                </c:pt>
                <c:pt idx="484">
                  <c:v>1.4802973661668753E-16</c:v>
                </c:pt>
                <c:pt idx="485">
                  <c:v>1.4802973661668753E-16</c:v>
                </c:pt>
                <c:pt idx="486">
                  <c:v>1.4802973661668753E-16</c:v>
                </c:pt>
                <c:pt idx="487">
                  <c:v>1.4802973661668753E-16</c:v>
                </c:pt>
                <c:pt idx="488">
                  <c:v>1.4802973661668753E-16</c:v>
                </c:pt>
                <c:pt idx="489">
                  <c:v>1.4802973661668753E-16</c:v>
                </c:pt>
                <c:pt idx="490">
                  <c:v>1.4802973661668753E-16</c:v>
                </c:pt>
                <c:pt idx="491">
                  <c:v>1.4802973661668753E-16</c:v>
                </c:pt>
                <c:pt idx="492">
                  <c:v>1.4802973661668753E-16</c:v>
                </c:pt>
                <c:pt idx="493">
                  <c:v>1.4802973661668753E-16</c:v>
                </c:pt>
                <c:pt idx="494">
                  <c:v>1.4802973661668753E-16</c:v>
                </c:pt>
                <c:pt idx="495">
                  <c:v>1.4802973661668753E-16</c:v>
                </c:pt>
                <c:pt idx="496">
                  <c:v>1.4802973661668753E-16</c:v>
                </c:pt>
                <c:pt idx="497">
                  <c:v>1.4802973661668753E-16</c:v>
                </c:pt>
                <c:pt idx="498">
                  <c:v>1.4802973661668753E-16</c:v>
                </c:pt>
                <c:pt idx="499">
                  <c:v>1.4802973661668753E-16</c:v>
                </c:pt>
                <c:pt idx="500">
                  <c:v>1.4802973661668753E-16</c:v>
                </c:pt>
                <c:pt idx="501">
                  <c:v>1.4802973661668753E-16</c:v>
                </c:pt>
                <c:pt idx="502">
                  <c:v>1.4802973661668753E-16</c:v>
                </c:pt>
                <c:pt idx="503">
                  <c:v>1.4802973661668753E-16</c:v>
                </c:pt>
                <c:pt idx="504">
                  <c:v>1.4802973661668753E-16</c:v>
                </c:pt>
                <c:pt idx="505">
                  <c:v>1.4802973661668753E-16</c:v>
                </c:pt>
                <c:pt idx="506">
                  <c:v>1.4802973661668753E-16</c:v>
                </c:pt>
                <c:pt idx="507">
                  <c:v>1.4802973661668753E-16</c:v>
                </c:pt>
                <c:pt idx="508">
                  <c:v>1.4802973661668753E-16</c:v>
                </c:pt>
                <c:pt idx="509">
                  <c:v>1.4802973661668753E-16</c:v>
                </c:pt>
                <c:pt idx="510">
                  <c:v>1.4802973661668753E-16</c:v>
                </c:pt>
                <c:pt idx="511">
                  <c:v>1.4802973661668753E-16</c:v>
                </c:pt>
                <c:pt idx="512">
                  <c:v>1.4802973661668753E-16</c:v>
                </c:pt>
                <c:pt idx="513">
                  <c:v>1.4802973661668753E-16</c:v>
                </c:pt>
                <c:pt idx="514">
                  <c:v>1.4802973661668753E-16</c:v>
                </c:pt>
                <c:pt idx="515">
                  <c:v>1.4802973661668753E-16</c:v>
                </c:pt>
                <c:pt idx="516">
                  <c:v>1.4802973661668753E-16</c:v>
                </c:pt>
                <c:pt idx="517">
                  <c:v>1.4802973661668753E-16</c:v>
                </c:pt>
                <c:pt idx="518">
                  <c:v>1.4802973661668753E-16</c:v>
                </c:pt>
                <c:pt idx="519">
                  <c:v>1.4802973661668753E-16</c:v>
                </c:pt>
                <c:pt idx="520">
                  <c:v>1.4802973661668753E-16</c:v>
                </c:pt>
                <c:pt idx="521">
                  <c:v>1.4802973661668753E-16</c:v>
                </c:pt>
                <c:pt idx="522">
                  <c:v>1.4802973661668753E-16</c:v>
                </c:pt>
                <c:pt idx="523">
                  <c:v>1.4802973661668753E-16</c:v>
                </c:pt>
                <c:pt idx="524">
                  <c:v>1.4802973661668753E-16</c:v>
                </c:pt>
                <c:pt idx="525">
                  <c:v>1.4802973661668753E-16</c:v>
                </c:pt>
                <c:pt idx="526">
                  <c:v>1.4802973661668753E-16</c:v>
                </c:pt>
                <c:pt idx="527">
                  <c:v>1.4802973661668753E-16</c:v>
                </c:pt>
                <c:pt idx="528">
                  <c:v>1.4802973661668753E-16</c:v>
                </c:pt>
                <c:pt idx="529">
                  <c:v>1.4802973661668753E-16</c:v>
                </c:pt>
                <c:pt idx="530">
                  <c:v>1.4802973661668753E-16</c:v>
                </c:pt>
                <c:pt idx="531">
                  <c:v>1.4802973661668753E-16</c:v>
                </c:pt>
                <c:pt idx="532">
                  <c:v>1.4802973661668753E-16</c:v>
                </c:pt>
                <c:pt idx="533">
                  <c:v>1.4802973661668753E-16</c:v>
                </c:pt>
                <c:pt idx="534">
                  <c:v>1.4802973661668753E-16</c:v>
                </c:pt>
                <c:pt idx="535">
                  <c:v>1.4802973661668753E-16</c:v>
                </c:pt>
                <c:pt idx="536">
                  <c:v>1.4802973661668753E-16</c:v>
                </c:pt>
                <c:pt idx="537">
                  <c:v>1.4802973661668753E-16</c:v>
                </c:pt>
                <c:pt idx="538">
                  <c:v>1.4802973661668753E-16</c:v>
                </c:pt>
                <c:pt idx="539">
                  <c:v>1.4802973661668753E-16</c:v>
                </c:pt>
                <c:pt idx="540">
                  <c:v>1.4802973661668753E-16</c:v>
                </c:pt>
                <c:pt idx="541">
                  <c:v>1.4802973661668753E-16</c:v>
                </c:pt>
                <c:pt idx="542">
                  <c:v>1.4802973661668753E-16</c:v>
                </c:pt>
                <c:pt idx="543">
                  <c:v>1.4802973661668753E-16</c:v>
                </c:pt>
                <c:pt idx="544">
                  <c:v>1.4802973661668753E-16</c:v>
                </c:pt>
                <c:pt idx="545">
                  <c:v>1.4802973661668753E-16</c:v>
                </c:pt>
                <c:pt idx="546">
                  <c:v>1.4802973661668753E-16</c:v>
                </c:pt>
                <c:pt idx="547">
                  <c:v>1.4802973661668753E-16</c:v>
                </c:pt>
                <c:pt idx="548">
                  <c:v>1.4802973661668753E-16</c:v>
                </c:pt>
                <c:pt idx="549">
                  <c:v>1.4802973661668753E-16</c:v>
                </c:pt>
                <c:pt idx="550">
                  <c:v>1.4802973661668753E-16</c:v>
                </c:pt>
                <c:pt idx="551">
                  <c:v>1.4802973661668753E-16</c:v>
                </c:pt>
                <c:pt idx="552">
                  <c:v>1.4802973661668753E-16</c:v>
                </c:pt>
                <c:pt idx="553">
                  <c:v>1.4802973661668753E-16</c:v>
                </c:pt>
                <c:pt idx="554">
                  <c:v>1.4802973661668753E-16</c:v>
                </c:pt>
                <c:pt idx="555">
                  <c:v>1.4802973661668753E-16</c:v>
                </c:pt>
                <c:pt idx="556">
                  <c:v>1.4802973661668753E-16</c:v>
                </c:pt>
                <c:pt idx="557">
                  <c:v>1.4802973661668753E-16</c:v>
                </c:pt>
                <c:pt idx="558">
                  <c:v>1.4802973661668753E-16</c:v>
                </c:pt>
                <c:pt idx="559">
                  <c:v>1.4802973661668753E-16</c:v>
                </c:pt>
                <c:pt idx="560">
                  <c:v>1.4802973661668753E-16</c:v>
                </c:pt>
                <c:pt idx="561">
                  <c:v>1.4802973661668753E-16</c:v>
                </c:pt>
                <c:pt idx="562">
                  <c:v>1.4802973661668753E-16</c:v>
                </c:pt>
                <c:pt idx="563">
                  <c:v>1.4802973661668753E-16</c:v>
                </c:pt>
                <c:pt idx="564">
                  <c:v>1.4802973661668753E-16</c:v>
                </c:pt>
                <c:pt idx="565">
                  <c:v>1.4802973661668753E-16</c:v>
                </c:pt>
                <c:pt idx="566">
                  <c:v>1.4802973661668753E-16</c:v>
                </c:pt>
                <c:pt idx="567">
                  <c:v>1.4802973661668753E-16</c:v>
                </c:pt>
                <c:pt idx="568">
                  <c:v>1.4802973661668753E-16</c:v>
                </c:pt>
                <c:pt idx="569">
                  <c:v>1.4802973661668753E-16</c:v>
                </c:pt>
                <c:pt idx="570">
                  <c:v>1.4802973661668753E-16</c:v>
                </c:pt>
                <c:pt idx="571">
                  <c:v>1.4802973661668753E-16</c:v>
                </c:pt>
                <c:pt idx="572">
                  <c:v>1.4802973661668753E-16</c:v>
                </c:pt>
                <c:pt idx="573">
                  <c:v>1.4802973661668753E-16</c:v>
                </c:pt>
                <c:pt idx="574">
                  <c:v>1.4802973661668753E-16</c:v>
                </c:pt>
                <c:pt idx="575">
                  <c:v>1.4802973661668753E-16</c:v>
                </c:pt>
                <c:pt idx="576">
                  <c:v>1.4802973661668753E-16</c:v>
                </c:pt>
                <c:pt idx="577">
                  <c:v>1.4802973661668753E-16</c:v>
                </c:pt>
                <c:pt idx="578">
                  <c:v>1.4802973661668753E-16</c:v>
                </c:pt>
                <c:pt idx="579">
                  <c:v>1.4802973661668753E-16</c:v>
                </c:pt>
                <c:pt idx="580">
                  <c:v>1.4802973661668753E-16</c:v>
                </c:pt>
                <c:pt idx="581">
                  <c:v>1.4802973661668753E-16</c:v>
                </c:pt>
                <c:pt idx="582">
                  <c:v>1.4802973661668753E-16</c:v>
                </c:pt>
                <c:pt idx="583">
                  <c:v>1.4802973661668753E-16</c:v>
                </c:pt>
                <c:pt idx="584">
                  <c:v>1.4802973661668753E-16</c:v>
                </c:pt>
                <c:pt idx="585">
                  <c:v>1.4802973661668753E-16</c:v>
                </c:pt>
                <c:pt idx="586">
                  <c:v>1.4802973661668753E-16</c:v>
                </c:pt>
                <c:pt idx="587">
                  <c:v>1.4802973661668753E-16</c:v>
                </c:pt>
                <c:pt idx="588">
                  <c:v>1.4802973661668753E-16</c:v>
                </c:pt>
                <c:pt idx="589">
                  <c:v>1.4802973661668753E-16</c:v>
                </c:pt>
                <c:pt idx="590">
                  <c:v>1.4802973661668753E-16</c:v>
                </c:pt>
                <c:pt idx="591">
                  <c:v>1.4802973661668753E-16</c:v>
                </c:pt>
                <c:pt idx="592">
                  <c:v>1.4802973661668753E-16</c:v>
                </c:pt>
                <c:pt idx="593">
                  <c:v>1.4802973661668753E-16</c:v>
                </c:pt>
                <c:pt idx="594">
                  <c:v>1.4802973661668753E-16</c:v>
                </c:pt>
                <c:pt idx="595">
                  <c:v>1.4802973661668753E-16</c:v>
                </c:pt>
                <c:pt idx="596">
                  <c:v>1.4802973661668753E-16</c:v>
                </c:pt>
                <c:pt idx="597">
                  <c:v>1.4802973661668753E-16</c:v>
                </c:pt>
                <c:pt idx="598">
                  <c:v>1.4802973661668753E-16</c:v>
                </c:pt>
                <c:pt idx="599">
                  <c:v>1.4802973661668753E-16</c:v>
                </c:pt>
                <c:pt idx="600">
                  <c:v>1.4802973661668753E-16</c:v>
                </c:pt>
                <c:pt idx="601">
                  <c:v>1.4802973661668753E-16</c:v>
                </c:pt>
                <c:pt idx="602">
                  <c:v>1.4802973661668753E-16</c:v>
                </c:pt>
                <c:pt idx="603">
                  <c:v>1.4802973661668753E-16</c:v>
                </c:pt>
                <c:pt idx="604">
                  <c:v>1.4802973661668753E-16</c:v>
                </c:pt>
                <c:pt idx="605">
                  <c:v>1.4802973661668753E-16</c:v>
                </c:pt>
                <c:pt idx="606">
                  <c:v>1.4802973661668753E-16</c:v>
                </c:pt>
                <c:pt idx="607">
                  <c:v>1.4802973661668753E-16</c:v>
                </c:pt>
                <c:pt idx="608">
                  <c:v>1.4802973661668753E-16</c:v>
                </c:pt>
                <c:pt idx="609">
                  <c:v>1.4802973661668753E-16</c:v>
                </c:pt>
                <c:pt idx="610">
                  <c:v>1.4802973661668753E-16</c:v>
                </c:pt>
                <c:pt idx="611">
                  <c:v>1.4802973661668753E-16</c:v>
                </c:pt>
                <c:pt idx="612">
                  <c:v>1.4802973661668753E-16</c:v>
                </c:pt>
                <c:pt idx="613">
                  <c:v>1.4802973661668753E-16</c:v>
                </c:pt>
                <c:pt idx="614">
                  <c:v>1.4802973661668753E-16</c:v>
                </c:pt>
                <c:pt idx="615">
                  <c:v>1.4802973661668753E-16</c:v>
                </c:pt>
                <c:pt idx="616">
                  <c:v>1.4802973661668753E-16</c:v>
                </c:pt>
                <c:pt idx="617">
                  <c:v>1.4802973661668753E-16</c:v>
                </c:pt>
                <c:pt idx="618">
                  <c:v>1.4802973661668753E-16</c:v>
                </c:pt>
                <c:pt idx="619">
                  <c:v>1.4802973661668753E-16</c:v>
                </c:pt>
                <c:pt idx="620">
                  <c:v>1.4802973661668753E-16</c:v>
                </c:pt>
                <c:pt idx="621">
                  <c:v>1.4802973661668753E-16</c:v>
                </c:pt>
                <c:pt idx="622">
                  <c:v>1.4802973661668753E-16</c:v>
                </c:pt>
                <c:pt idx="623">
                  <c:v>1.4802973661668753E-16</c:v>
                </c:pt>
                <c:pt idx="624">
                  <c:v>1.4802973661668753E-16</c:v>
                </c:pt>
                <c:pt idx="625">
                  <c:v>1.4802973661668753E-16</c:v>
                </c:pt>
                <c:pt idx="626">
                  <c:v>1.4802973661668753E-16</c:v>
                </c:pt>
                <c:pt idx="627">
                  <c:v>1.4802973661668753E-16</c:v>
                </c:pt>
                <c:pt idx="628">
                  <c:v>1.4802973661668753E-16</c:v>
                </c:pt>
                <c:pt idx="629">
                  <c:v>1.4802973661668753E-16</c:v>
                </c:pt>
                <c:pt idx="630">
                  <c:v>1.4802973661668753E-16</c:v>
                </c:pt>
                <c:pt idx="631">
                  <c:v>1.4802973661668753E-16</c:v>
                </c:pt>
                <c:pt idx="632">
                  <c:v>1.4802973661668753E-16</c:v>
                </c:pt>
                <c:pt idx="633">
                  <c:v>1.4802973661668753E-16</c:v>
                </c:pt>
                <c:pt idx="634">
                  <c:v>1.4802973661668753E-16</c:v>
                </c:pt>
                <c:pt idx="635">
                  <c:v>1.4802973661668753E-16</c:v>
                </c:pt>
                <c:pt idx="636">
                  <c:v>1.4802973661668753E-16</c:v>
                </c:pt>
                <c:pt idx="637">
                  <c:v>1.4802973661668753E-16</c:v>
                </c:pt>
                <c:pt idx="638">
                  <c:v>1.4802973661668753E-16</c:v>
                </c:pt>
                <c:pt idx="639">
                  <c:v>1.4802973661668753E-16</c:v>
                </c:pt>
                <c:pt idx="640">
                  <c:v>1.4802973661668753E-16</c:v>
                </c:pt>
                <c:pt idx="641">
                  <c:v>1.4802973661668753E-16</c:v>
                </c:pt>
                <c:pt idx="642">
                  <c:v>1.4802973661668753E-16</c:v>
                </c:pt>
                <c:pt idx="643">
                  <c:v>1.4802973661668753E-16</c:v>
                </c:pt>
                <c:pt idx="644">
                  <c:v>1.4802973661668753E-16</c:v>
                </c:pt>
                <c:pt idx="645">
                  <c:v>1.4802973661668753E-16</c:v>
                </c:pt>
                <c:pt idx="646">
                  <c:v>1.4802973661668753E-16</c:v>
                </c:pt>
                <c:pt idx="647">
                  <c:v>1.4802973661668753E-16</c:v>
                </c:pt>
                <c:pt idx="648">
                  <c:v>1.4802973661668753E-16</c:v>
                </c:pt>
                <c:pt idx="649">
                  <c:v>1.4802973661668753E-16</c:v>
                </c:pt>
                <c:pt idx="650">
                  <c:v>1.4802973661668753E-16</c:v>
                </c:pt>
                <c:pt idx="651">
                  <c:v>1.4802973661668753E-16</c:v>
                </c:pt>
                <c:pt idx="652">
                  <c:v>1.4802973661668753E-16</c:v>
                </c:pt>
                <c:pt idx="653">
                  <c:v>1.4802973661668753E-16</c:v>
                </c:pt>
                <c:pt idx="654">
                  <c:v>1.4802973661668753E-16</c:v>
                </c:pt>
                <c:pt idx="655">
                  <c:v>1.4802973661668753E-16</c:v>
                </c:pt>
                <c:pt idx="656">
                  <c:v>1.4802973661668753E-16</c:v>
                </c:pt>
                <c:pt idx="657">
                  <c:v>1.4802973661668753E-16</c:v>
                </c:pt>
                <c:pt idx="658">
                  <c:v>1.4802973661668753E-16</c:v>
                </c:pt>
                <c:pt idx="659">
                  <c:v>1.4802973661668753E-16</c:v>
                </c:pt>
                <c:pt idx="660">
                  <c:v>1.4802973661668753E-16</c:v>
                </c:pt>
                <c:pt idx="661">
                  <c:v>1.4802973661668753E-16</c:v>
                </c:pt>
                <c:pt idx="662">
                  <c:v>1.4802973661668753E-16</c:v>
                </c:pt>
                <c:pt idx="663">
                  <c:v>1.4802973661668753E-16</c:v>
                </c:pt>
                <c:pt idx="664">
                  <c:v>1.4802973661668753E-16</c:v>
                </c:pt>
                <c:pt idx="665">
                  <c:v>1.4802973661668753E-16</c:v>
                </c:pt>
                <c:pt idx="666">
                  <c:v>1.4802973661668753E-16</c:v>
                </c:pt>
                <c:pt idx="667">
                  <c:v>1.4802973661668753E-16</c:v>
                </c:pt>
                <c:pt idx="668">
                  <c:v>1.4802973661668753E-16</c:v>
                </c:pt>
                <c:pt idx="669">
                  <c:v>1.4802973661668753E-16</c:v>
                </c:pt>
                <c:pt idx="670">
                  <c:v>1.4802973661668753E-16</c:v>
                </c:pt>
                <c:pt idx="671">
                  <c:v>1.4802973661668753E-16</c:v>
                </c:pt>
                <c:pt idx="672">
                  <c:v>1.4802973661668753E-16</c:v>
                </c:pt>
                <c:pt idx="673">
                  <c:v>1.4802973661668753E-16</c:v>
                </c:pt>
                <c:pt idx="674">
                  <c:v>1.4802973661668753E-16</c:v>
                </c:pt>
                <c:pt idx="675">
                  <c:v>1.4802973661668753E-16</c:v>
                </c:pt>
                <c:pt idx="676">
                  <c:v>1.4802973661668753E-16</c:v>
                </c:pt>
                <c:pt idx="677">
                  <c:v>1.4802973661668753E-16</c:v>
                </c:pt>
                <c:pt idx="678">
                  <c:v>1.4802973661668753E-16</c:v>
                </c:pt>
                <c:pt idx="679">
                  <c:v>1.4802973661668753E-16</c:v>
                </c:pt>
                <c:pt idx="680">
                  <c:v>1.4802973661668753E-16</c:v>
                </c:pt>
                <c:pt idx="681">
                  <c:v>1.4802973661668753E-16</c:v>
                </c:pt>
                <c:pt idx="682">
                  <c:v>1.4802973661668753E-16</c:v>
                </c:pt>
                <c:pt idx="683">
                  <c:v>1.4802973661668753E-16</c:v>
                </c:pt>
                <c:pt idx="684">
                  <c:v>1.4802973661668753E-16</c:v>
                </c:pt>
                <c:pt idx="685">
                  <c:v>1.4802973661668753E-16</c:v>
                </c:pt>
                <c:pt idx="686">
                  <c:v>1.4802973661668753E-16</c:v>
                </c:pt>
                <c:pt idx="687">
                  <c:v>1.4802973661668753E-16</c:v>
                </c:pt>
                <c:pt idx="688">
                  <c:v>1.4802973661668753E-16</c:v>
                </c:pt>
                <c:pt idx="689">
                  <c:v>1.4802973661668753E-16</c:v>
                </c:pt>
                <c:pt idx="690">
                  <c:v>1.4802973661668753E-16</c:v>
                </c:pt>
                <c:pt idx="691">
                  <c:v>1.4802973661668753E-16</c:v>
                </c:pt>
                <c:pt idx="692">
                  <c:v>1.4802973661668753E-16</c:v>
                </c:pt>
                <c:pt idx="693">
                  <c:v>1.4802973661668753E-16</c:v>
                </c:pt>
                <c:pt idx="694">
                  <c:v>1.4802973661668753E-16</c:v>
                </c:pt>
                <c:pt idx="695">
                  <c:v>1.4802973661668753E-16</c:v>
                </c:pt>
                <c:pt idx="696">
                  <c:v>1.4802973661668753E-16</c:v>
                </c:pt>
                <c:pt idx="697">
                  <c:v>1.4802973661668753E-16</c:v>
                </c:pt>
                <c:pt idx="698">
                  <c:v>1.4802973661668753E-16</c:v>
                </c:pt>
                <c:pt idx="699">
                  <c:v>1.4802973661668753E-16</c:v>
                </c:pt>
                <c:pt idx="700">
                  <c:v>1.4802973661668753E-16</c:v>
                </c:pt>
                <c:pt idx="701">
                  <c:v>1.4802973661668753E-16</c:v>
                </c:pt>
                <c:pt idx="702">
                  <c:v>1.4802973661668753E-16</c:v>
                </c:pt>
                <c:pt idx="703">
                  <c:v>1.4802973661668753E-16</c:v>
                </c:pt>
                <c:pt idx="704">
                  <c:v>1.4802973661668753E-16</c:v>
                </c:pt>
                <c:pt idx="705">
                  <c:v>1.4802973661668753E-16</c:v>
                </c:pt>
                <c:pt idx="706">
                  <c:v>1.4802973661668753E-16</c:v>
                </c:pt>
                <c:pt idx="707">
                  <c:v>1.4802973661668753E-16</c:v>
                </c:pt>
                <c:pt idx="708">
                  <c:v>1.4802973661668753E-16</c:v>
                </c:pt>
                <c:pt idx="709">
                  <c:v>1.4802973661668753E-16</c:v>
                </c:pt>
                <c:pt idx="710">
                  <c:v>1.4802973661668753E-16</c:v>
                </c:pt>
                <c:pt idx="711">
                  <c:v>1.4802973661668753E-16</c:v>
                </c:pt>
                <c:pt idx="712">
                  <c:v>1.4802973661668753E-16</c:v>
                </c:pt>
                <c:pt idx="713">
                  <c:v>1.4802973661668753E-16</c:v>
                </c:pt>
                <c:pt idx="714">
                  <c:v>1.4802973661668753E-16</c:v>
                </c:pt>
                <c:pt idx="715">
                  <c:v>1.4802973661668753E-16</c:v>
                </c:pt>
                <c:pt idx="716">
                  <c:v>1.4802973661668753E-16</c:v>
                </c:pt>
                <c:pt idx="717">
                  <c:v>1.4802973661668753E-16</c:v>
                </c:pt>
                <c:pt idx="718">
                  <c:v>1.4802973661668753E-16</c:v>
                </c:pt>
                <c:pt idx="719">
                  <c:v>1.4802973661668753E-16</c:v>
                </c:pt>
                <c:pt idx="720">
                  <c:v>1.4802973661668753E-16</c:v>
                </c:pt>
                <c:pt idx="721">
                  <c:v>1.4802973661668753E-16</c:v>
                </c:pt>
                <c:pt idx="722">
                  <c:v>1.4802973661668753E-16</c:v>
                </c:pt>
                <c:pt idx="723">
                  <c:v>1.4802973661668753E-16</c:v>
                </c:pt>
                <c:pt idx="724">
                  <c:v>1.4802973661668753E-16</c:v>
                </c:pt>
                <c:pt idx="725">
                  <c:v>1.4802973661668753E-16</c:v>
                </c:pt>
                <c:pt idx="726">
                  <c:v>1.4802973661668753E-16</c:v>
                </c:pt>
                <c:pt idx="727">
                  <c:v>1.4802973661668753E-16</c:v>
                </c:pt>
                <c:pt idx="728">
                  <c:v>1.4802973661668753E-16</c:v>
                </c:pt>
                <c:pt idx="729">
                  <c:v>1.4802973661668753E-16</c:v>
                </c:pt>
                <c:pt idx="730">
                  <c:v>1.4802973661668753E-16</c:v>
                </c:pt>
                <c:pt idx="731">
                  <c:v>1.4802973661668753E-16</c:v>
                </c:pt>
                <c:pt idx="732">
                  <c:v>1.4802973661668753E-16</c:v>
                </c:pt>
                <c:pt idx="733">
                  <c:v>1.4802973661668753E-16</c:v>
                </c:pt>
                <c:pt idx="734">
                  <c:v>1.4802973661668753E-16</c:v>
                </c:pt>
                <c:pt idx="735">
                  <c:v>1.4802973661668753E-16</c:v>
                </c:pt>
                <c:pt idx="736">
                  <c:v>1.4802973661668753E-16</c:v>
                </c:pt>
                <c:pt idx="737">
                  <c:v>1.4802973661668753E-16</c:v>
                </c:pt>
                <c:pt idx="738">
                  <c:v>1.4802973661668753E-16</c:v>
                </c:pt>
                <c:pt idx="739">
                  <c:v>1.4802973661668753E-16</c:v>
                </c:pt>
                <c:pt idx="740">
                  <c:v>1.4802973661668753E-16</c:v>
                </c:pt>
                <c:pt idx="741">
                  <c:v>1.4802973661668753E-16</c:v>
                </c:pt>
                <c:pt idx="742">
                  <c:v>1.4802973661668753E-16</c:v>
                </c:pt>
                <c:pt idx="743">
                  <c:v>1.4802973661668753E-16</c:v>
                </c:pt>
                <c:pt idx="744">
                  <c:v>1.4802973661668753E-16</c:v>
                </c:pt>
                <c:pt idx="745">
                  <c:v>1.4802973661668753E-16</c:v>
                </c:pt>
                <c:pt idx="746">
                  <c:v>1.4802973661668753E-16</c:v>
                </c:pt>
                <c:pt idx="747">
                  <c:v>1.4802973661668753E-16</c:v>
                </c:pt>
                <c:pt idx="748">
                  <c:v>1.4802973661668753E-16</c:v>
                </c:pt>
                <c:pt idx="749">
                  <c:v>1.4802973661668753E-16</c:v>
                </c:pt>
                <c:pt idx="750">
                  <c:v>1.4802973661668753E-16</c:v>
                </c:pt>
                <c:pt idx="751">
                  <c:v>1.4802973661668753E-16</c:v>
                </c:pt>
                <c:pt idx="752">
                  <c:v>1.4802973661668753E-16</c:v>
                </c:pt>
                <c:pt idx="753">
                  <c:v>1.4802973661668753E-16</c:v>
                </c:pt>
                <c:pt idx="754">
                  <c:v>1.4802973661668753E-16</c:v>
                </c:pt>
                <c:pt idx="755">
                  <c:v>1.4802973661668753E-16</c:v>
                </c:pt>
                <c:pt idx="756">
                  <c:v>1.4802973661668753E-16</c:v>
                </c:pt>
                <c:pt idx="757">
                  <c:v>1.4802973661668753E-16</c:v>
                </c:pt>
                <c:pt idx="758">
                  <c:v>1.4802973661668753E-16</c:v>
                </c:pt>
                <c:pt idx="759">
                  <c:v>1.4802973661668753E-16</c:v>
                </c:pt>
                <c:pt idx="760">
                  <c:v>1.4802973661668753E-16</c:v>
                </c:pt>
                <c:pt idx="761">
                  <c:v>1.4802973661668753E-16</c:v>
                </c:pt>
                <c:pt idx="762">
                  <c:v>1.4802973661668753E-16</c:v>
                </c:pt>
                <c:pt idx="763">
                  <c:v>1.4802973661668753E-16</c:v>
                </c:pt>
                <c:pt idx="764">
                  <c:v>1.4802973661668753E-16</c:v>
                </c:pt>
                <c:pt idx="765">
                  <c:v>1.4802973661668753E-16</c:v>
                </c:pt>
                <c:pt idx="766">
                  <c:v>1.4802973661668753E-16</c:v>
                </c:pt>
                <c:pt idx="767">
                  <c:v>1.4802973661668753E-16</c:v>
                </c:pt>
                <c:pt idx="768">
                  <c:v>1.4802973661668753E-16</c:v>
                </c:pt>
                <c:pt idx="769">
                  <c:v>1.4802973661668753E-16</c:v>
                </c:pt>
                <c:pt idx="770">
                  <c:v>1.4802973661668753E-16</c:v>
                </c:pt>
                <c:pt idx="771">
                  <c:v>1.4802973661668753E-16</c:v>
                </c:pt>
                <c:pt idx="772">
                  <c:v>1.4802973661668753E-16</c:v>
                </c:pt>
                <c:pt idx="773">
                  <c:v>1.4802973661668753E-16</c:v>
                </c:pt>
                <c:pt idx="774">
                  <c:v>1.4802973661668753E-16</c:v>
                </c:pt>
                <c:pt idx="775">
                  <c:v>1.4802973661668753E-16</c:v>
                </c:pt>
                <c:pt idx="776">
                  <c:v>1.4802973661668753E-16</c:v>
                </c:pt>
                <c:pt idx="777">
                  <c:v>1.4802973661668753E-16</c:v>
                </c:pt>
                <c:pt idx="778">
                  <c:v>1.4802973661668753E-16</c:v>
                </c:pt>
                <c:pt idx="779">
                  <c:v>1.4802973661668753E-16</c:v>
                </c:pt>
                <c:pt idx="780">
                  <c:v>1.4802973661668753E-16</c:v>
                </c:pt>
                <c:pt idx="781">
                  <c:v>1.4802973661668753E-16</c:v>
                </c:pt>
                <c:pt idx="782">
                  <c:v>1.4802973661668753E-16</c:v>
                </c:pt>
                <c:pt idx="783">
                  <c:v>1.4802973661668753E-16</c:v>
                </c:pt>
                <c:pt idx="784">
                  <c:v>1.4802973661668753E-16</c:v>
                </c:pt>
                <c:pt idx="785">
                  <c:v>1.4802973661668753E-16</c:v>
                </c:pt>
                <c:pt idx="786">
                  <c:v>1.4802973661668753E-16</c:v>
                </c:pt>
                <c:pt idx="787">
                  <c:v>1.4802973661668753E-16</c:v>
                </c:pt>
                <c:pt idx="788">
                  <c:v>1.4802973661668753E-16</c:v>
                </c:pt>
                <c:pt idx="789">
                  <c:v>1.4802973661668753E-16</c:v>
                </c:pt>
                <c:pt idx="790">
                  <c:v>1.4802973661668753E-16</c:v>
                </c:pt>
                <c:pt idx="791">
                  <c:v>1.4802973661668753E-16</c:v>
                </c:pt>
                <c:pt idx="792">
                  <c:v>1.4802973661668753E-16</c:v>
                </c:pt>
                <c:pt idx="793">
                  <c:v>1.4802973661668753E-16</c:v>
                </c:pt>
                <c:pt idx="794">
                  <c:v>1.4802973661668753E-16</c:v>
                </c:pt>
                <c:pt idx="795">
                  <c:v>1.4802973661668753E-16</c:v>
                </c:pt>
                <c:pt idx="796">
                  <c:v>1.4802973661668753E-16</c:v>
                </c:pt>
                <c:pt idx="797">
                  <c:v>1.4802973661668753E-16</c:v>
                </c:pt>
                <c:pt idx="798">
                  <c:v>1.4802973661668753E-16</c:v>
                </c:pt>
                <c:pt idx="799">
                  <c:v>1.4802973661668753E-16</c:v>
                </c:pt>
                <c:pt idx="800">
                  <c:v>1.4802973661668753E-16</c:v>
                </c:pt>
                <c:pt idx="801">
                  <c:v>1.4802973661668753E-16</c:v>
                </c:pt>
                <c:pt idx="802">
                  <c:v>1.4802973661668753E-16</c:v>
                </c:pt>
                <c:pt idx="803">
                  <c:v>1.4802973661668753E-16</c:v>
                </c:pt>
                <c:pt idx="804">
                  <c:v>1.4802973661668753E-16</c:v>
                </c:pt>
                <c:pt idx="805">
                  <c:v>1.4802973661668753E-16</c:v>
                </c:pt>
                <c:pt idx="806">
                  <c:v>1.4802973661668753E-16</c:v>
                </c:pt>
                <c:pt idx="807">
                  <c:v>1.4802973661668753E-16</c:v>
                </c:pt>
                <c:pt idx="808">
                  <c:v>1.4802973661668753E-16</c:v>
                </c:pt>
                <c:pt idx="809">
                  <c:v>1.4802973661668753E-16</c:v>
                </c:pt>
                <c:pt idx="810">
                  <c:v>1.4802973661668753E-16</c:v>
                </c:pt>
                <c:pt idx="811">
                  <c:v>1.4802973661668753E-16</c:v>
                </c:pt>
                <c:pt idx="812">
                  <c:v>1.4802973661668753E-16</c:v>
                </c:pt>
                <c:pt idx="813">
                  <c:v>1.4802973661668753E-16</c:v>
                </c:pt>
                <c:pt idx="814">
                  <c:v>1.4802973661668753E-16</c:v>
                </c:pt>
                <c:pt idx="815">
                  <c:v>1.4802973661668753E-16</c:v>
                </c:pt>
                <c:pt idx="816">
                  <c:v>1.4802973661668753E-16</c:v>
                </c:pt>
                <c:pt idx="817">
                  <c:v>1.4802973661668753E-16</c:v>
                </c:pt>
                <c:pt idx="818">
                  <c:v>1.4802973661668753E-16</c:v>
                </c:pt>
                <c:pt idx="819">
                  <c:v>1.4802973661668753E-16</c:v>
                </c:pt>
                <c:pt idx="820">
                  <c:v>1.4802973661668753E-16</c:v>
                </c:pt>
                <c:pt idx="821">
                  <c:v>1.4802973661668753E-16</c:v>
                </c:pt>
                <c:pt idx="822">
                  <c:v>1.4802973661668753E-16</c:v>
                </c:pt>
                <c:pt idx="823">
                  <c:v>1.4802973661668753E-16</c:v>
                </c:pt>
                <c:pt idx="824">
                  <c:v>1.4802973661668753E-16</c:v>
                </c:pt>
                <c:pt idx="825">
                  <c:v>1.4802973661668753E-16</c:v>
                </c:pt>
                <c:pt idx="826">
                  <c:v>1.4802973661668753E-16</c:v>
                </c:pt>
                <c:pt idx="827">
                  <c:v>1.4802973661668753E-16</c:v>
                </c:pt>
                <c:pt idx="828">
                  <c:v>1.4802973661668753E-16</c:v>
                </c:pt>
                <c:pt idx="829">
                  <c:v>1.4802973661668753E-16</c:v>
                </c:pt>
                <c:pt idx="830">
                  <c:v>1.4802973661668753E-16</c:v>
                </c:pt>
                <c:pt idx="831">
                  <c:v>1.4802973661668753E-16</c:v>
                </c:pt>
                <c:pt idx="832">
                  <c:v>1.4802973661668753E-16</c:v>
                </c:pt>
                <c:pt idx="833">
                  <c:v>1.4802973661668753E-16</c:v>
                </c:pt>
                <c:pt idx="834">
                  <c:v>1.4802973661668753E-16</c:v>
                </c:pt>
                <c:pt idx="835">
                  <c:v>1.4802973661668753E-16</c:v>
                </c:pt>
                <c:pt idx="836">
                  <c:v>1.4802973661668753E-16</c:v>
                </c:pt>
                <c:pt idx="837">
                  <c:v>1.4802973661668753E-16</c:v>
                </c:pt>
                <c:pt idx="838">
                  <c:v>1.4802973661668753E-16</c:v>
                </c:pt>
                <c:pt idx="839">
                  <c:v>1.4802973661668753E-16</c:v>
                </c:pt>
                <c:pt idx="840">
                  <c:v>1.4802973661668753E-16</c:v>
                </c:pt>
                <c:pt idx="841">
                  <c:v>1.4802973661668753E-16</c:v>
                </c:pt>
                <c:pt idx="842">
                  <c:v>1.4802973661668753E-16</c:v>
                </c:pt>
                <c:pt idx="843">
                  <c:v>1.4802973661668753E-16</c:v>
                </c:pt>
                <c:pt idx="844">
                  <c:v>1.4802973661668753E-16</c:v>
                </c:pt>
                <c:pt idx="845">
                  <c:v>1.4802973661668753E-16</c:v>
                </c:pt>
                <c:pt idx="846">
                  <c:v>1.4802973661668753E-16</c:v>
                </c:pt>
                <c:pt idx="847">
                  <c:v>1.4802973661668753E-16</c:v>
                </c:pt>
                <c:pt idx="848">
                  <c:v>1.4802973661668753E-16</c:v>
                </c:pt>
                <c:pt idx="849">
                  <c:v>1.4802973661668753E-16</c:v>
                </c:pt>
                <c:pt idx="850">
                  <c:v>1.4802973661668753E-16</c:v>
                </c:pt>
                <c:pt idx="851">
                  <c:v>1.4802973661668753E-16</c:v>
                </c:pt>
                <c:pt idx="852">
                  <c:v>1.4802973661668753E-16</c:v>
                </c:pt>
                <c:pt idx="853">
                  <c:v>1.4802973661668753E-16</c:v>
                </c:pt>
                <c:pt idx="854">
                  <c:v>1.4802973661668753E-16</c:v>
                </c:pt>
                <c:pt idx="855">
                  <c:v>1.4802973661668753E-16</c:v>
                </c:pt>
                <c:pt idx="856">
                  <c:v>1.4802973661668753E-16</c:v>
                </c:pt>
                <c:pt idx="857">
                  <c:v>1.4802973661668753E-16</c:v>
                </c:pt>
                <c:pt idx="858">
                  <c:v>1.4802973661668753E-16</c:v>
                </c:pt>
                <c:pt idx="859">
                  <c:v>1.4802973661668753E-16</c:v>
                </c:pt>
                <c:pt idx="860">
                  <c:v>1.4802973661668753E-16</c:v>
                </c:pt>
                <c:pt idx="861">
                  <c:v>1.4802973661668753E-16</c:v>
                </c:pt>
                <c:pt idx="862">
                  <c:v>1.4802973661668753E-16</c:v>
                </c:pt>
                <c:pt idx="863">
                  <c:v>1.4802973661668753E-16</c:v>
                </c:pt>
                <c:pt idx="864">
                  <c:v>1.4802973661668753E-16</c:v>
                </c:pt>
                <c:pt idx="865">
                  <c:v>1.4802973661668753E-16</c:v>
                </c:pt>
                <c:pt idx="866">
                  <c:v>1.4802973661668753E-16</c:v>
                </c:pt>
                <c:pt idx="867">
                  <c:v>1.4802973661668753E-16</c:v>
                </c:pt>
                <c:pt idx="868">
                  <c:v>1.4802973661668753E-16</c:v>
                </c:pt>
                <c:pt idx="869">
                  <c:v>1.4802973661668753E-16</c:v>
                </c:pt>
                <c:pt idx="870">
                  <c:v>1.4802973661668753E-16</c:v>
                </c:pt>
                <c:pt idx="871">
                  <c:v>1.4802973661668753E-16</c:v>
                </c:pt>
                <c:pt idx="872">
                  <c:v>1.4802973661668753E-16</c:v>
                </c:pt>
                <c:pt idx="873">
                  <c:v>1.4802973661668753E-16</c:v>
                </c:pt>
                <c:pt idx="874">
                  <c:v>1.4802973661668753E-16</c:v>
                </c:pt>
                <c:pt idx="875">
                  <c:v>1.4802973661668753E-16</c:v>
                </c:pt>
                <c:pt idx="876">
                  <c:v>1.4802973661668753E-16</c:v>
                </c:pt>
                <c:pt idx="877">
                  <c:v>1.4802973661668753E-16</c:v>
                </c:pt>
                <c:pt idx="878">
                  <c:v>1.4802973661668753E-16</c:v>
                </c:pt>
                <c:pt idx="879">
                  <c:v>1.4802973661668753E-16</c:v>
                </c:pt>
                <c:pt idx="880">
                  <c:v>1.4802973661668753E-16</c:v>
                </c:pt>
                <c:pt idx="881">
                  <c:v>1.4802973661668753E-16</c:v>
                </c:pt>
                <c:pt idx="882">
                  <c:v>1.4802973661668753E-16</c:v>
                </c:pt>
                <c:pt idx="883">
                  <c:v>1.4802973661668753E-16</c:v>
                </c:pt>
                <c:pt idx="884">
                  <c:v>1.4802973661668753E-16</c:v>
                </c:pt>
                <c:pt idx="885">
                  <c:v>1.4802973661668753E-16</c:v>
                </c:pt>
                <c:pt idx="886">
                  <c:v>1.4802973661668753E-16</c:v>
                </c:pt>
                <c:pt idx="887">
                  <c:v>1.4802973661668753E-16</c:v>
                </c:pt>
                <c:pt idx="888">
                  <c:v>1.4802973661668753E-16</c:v>
                </c:pt>
                <c:pt idx="889">
                  <c:v>1.4802973661668753E-16</c:v>
                </c:pt>
                <c:pt idx="890">
                  <c:v>1.4802973661668753E-16</c:v>
                </c:pt>
                <c:pt idx="891">
                  <c:v>1.4802973661668753E-16</c:v>
                </c:pt>
                <c:pt idx="892">
                  <c:v>1.4802973661668753E-16</c:v>
                </c:pt>
                <c:pt idx="893">
                  <c:v>1.4802973661668753E-16</c:v>
                </c:pt>
                <c:pt idx="894">
                  <c:v>1.4802973661668753E-16</c:v>
                </c:pt>
                <c:pt idx="895">
                  <c:v>1.4802973661668753E-16</c:v>
                </c:pt>
                <c:pt idx="896">
                  <c:v>1.4802973661668753E-16</c:v>
                </c:pt>
                <c:pt idx="897">
                  <c:v>1.4802973661668753E-16</c:v>
                </c:pt>
                <c:pt idx="898">
                  <c:v>1.4802973661668753E-16</c:v>
                </c:pt>
                <c:pt idx="899">
                  <c:v>1.4802973661668753E-16</c:v>
                </c:pt>
                <c:pt idx="900">
                  <c:v>1.4802973661668753E-16</c:v>
                </c:pt>
                <c:pt idx="901">
                  <c:v>1.4802973661668753E-16</c:v>
                </c:pt>
                <c:pt idx="902">
                  <c:v>1.4802973661668753E-16</c:v>
                </c:pt>
                <c:pt idx="903">
                  <c:v>1.4802973661668753E-16</c:v>
                </c:pt>
                <c:pt idx="904">
                  <c:v>1.4802973661668753E-16</c:v>
                </c:pt>
                <c:pt idx="905">
                  <c:v>1.4802973661668753E-16</c:v>
                </c:pt>
                <c:pt idx="906">
                  <c:v>1.4802973661668753E-16</c:v>
                </c:pt>
                <c:pt idx="907">
                  <c:v>1.4802973661668753E-16</c:v>
                </c:pt>
                <c:pt idx="908">
                  <c:v>1.4802973661668753E-16</c:v>
                </c:pt>
                <c:pt idx="909">
                  <c:v>1.4802973661668753E-16</c:v>
                </c:pt>
                <c:pt idx="910">
                  <c:v>1.4802973661668753E-16</c:v>
                </c:pt>
                <c:pt idx="911">
                  <c:v>1.4802973661668753E-16</c:v>
                </c:pt>
                <c:pt idx="912">
                  <c:v>1.4802973661668753E-16</c:v>
                </c:pt>
                <c:pt idx="913">
                  <c:v>1.4802973661668753E-16</c:v>
                </c:pt>
                <c:pt idx="914">
                  <c:v>1.4802973661668753E-16</c:v>
                </c:pt>
                <c:pt idx="915">
                  <c:v>1.4802973661668753E-16</c:v>
                </c:pt>
                <c:pt idx="916">
                  <c:v>1.4802973661668753E-16</c:v>
                </c:pt>
                <c:pt idx="917">
                  <c:v>1.4802973661668753E-16</c:v>
                </c:pt>
                <c:pt idx="918">
                  <c:v>1.4802973661668753E-16</c:v>
                </c:pt>
                <c:pt idx="919">
                  <c:v>1.4802973661668753E-16</c:v>
                </c:pt>
                <c:pt idx="920">
                  <c:v>1.4802973661668753E-16</c:v>
                </c:pt>
                <c:pt idx="921">
                  <c:v>1.4802973661668753E-16</c:v>
                </c:pt>
                <c:pt idx="922">
                  <c:v>1.4802973661668753E-16</c:v>
                </c:pt>
                <c:pt idx="923">
                  <c:v>1.4802973661668753E-16</c:v>
                </c:pt>
                <c:pt idx="924">
                  <c:v>1.4802973661668753E-16</c:v>
                </c:pt>
                <c:pt idx="925">
                  <c:v>1.4802973661668753E-16</c:v>
                </c:pt>
                <c:pt idx="926">
                  <c:v>1.4802973661668753E-16</c:v>
                </c:pt>
                <c:pt idx="927">
                  <c:v>1.4802973661668753E-16</c:v>
                </c:pt>
                <c:pt idx="928">
                  <c:v>1.4802973661668753E-16</c:v>
                </c:pt>
                <c:pt idx="929">
                  <c:v>1.4802973661668753E-16</c:v>
                </c:pt>
                <c:pt idx="930">
                  <c:v>1.4802973661668753E-16</c:v>
                </c:pt>
                <c:pt idx="931">
                  <c:v>1.4802973661668753E-16</c:v>
                </c:pt>
                <c:pt idx="932">
                  <c:v>1.4802973661668753E-16</c:v>
                </c:pt>
                <c:pt idx="933">
                  <c:v>1.4802973661668753E-16</c:v>
                </c:pt>
                <c:pt idx="934">
                  <c:v>1.4802973661668753E-16</c:v>
                </c:pt>
                <c:pt idx="935">
                  <c:v>1.4802973661668753E-16</c:v>
                </c:pt>
                <c:pt idx="936">
                  <c:v>1.4802973661668753E-16</c:v>
                </c:pt>
                <c:pt idx="937">
                  <c:v>1.4802973661668753E-16</c:v>
                </c:pt>
                <c:pt idx="938">
                  <c:v>1.4802973661668753E-16</c:v>
                </c:pt>
                <c:pt idx="939">
                  <c:v>1.4802973661668753E-16</c:v>
                </c:pt>
                <c:pt idx="940">
                  <c:v>1.4802973661668753E-16</c:v>
                </c:pt>
                <c:pt idx="941">
                  <c:v>1.4802973661668753E-16</c:v>
                </c:pt>
                <c:pt idx="942">
                  <c:v>1.4802973661668753E-16</c:v>
                </c:pt>
                <c:pt idx="943">
                  <c:v>1.4802973661668753E-16</c:v>
                </c:pt>
                <c:pt idx="944">
                  <c:v>1.4802973661668753E-16</c:v>
                </c:pt>
                <c:pt idx="945">
                  <c:v>1.4802973661668753E-16</c:v>
                </c:pt>
                <c:pt idx="946">
                  <c:v>1.4802973661668753E-16</c:v>
                </c:pt>
                <c:pt idx="947">
                  <c:v>1.4802973661668753E-16</c:v>
                </c:pt>
                <c:pt idx="948">
                  <c:v>1.4802973661668753E-16</c:v>
                </c:pt>
                <c:pt idx="949">
                  <c:v>1.4802973661668753E-16</c:v>
                </c:pt>
                <c:pt idx="950">
                  <c:v>1.4802973661668753E-16</c:v>
                </c:pt>
                <c:pt idx="951">
                  <c:v>1.4802973661668753E-16</c:v>
                </c:pt>
                <c:pt idx="952">
                  <c:v>1.4802973661668753E-16</c:v>
                </c:pt>
                <c:pt idx="953">
                  <c:v>1.4802973661668753E-16</c:v>
                </c:pt>
                <c:pt idx="954">
                  <c:v>1.4802973661668753E-16</c:v>
                </c:pt>
                <c:pt idx="955">
                  <c:v>1.4802973661668753E-16</c:v>
                </c:pt>
                <c:pt idx="956">
                  <c:v>1.4802973661668753E-16</c:v>
                </c:pt>
                <c:pt idx="957">
                  <c:v>1.4802973661668753E-16</c:v>
                </c:pt>
                <c:pt idx="958">
                  <c:v>1.4802973661668753E-16</c:v>
                </c:pt>
                <c:pt idx="959">
                  <c:v>1.4802973661668753E-16</c:v>
                </c:pt>
                <c:pt idx="960">
                  <c:v>1.4802973661668753E-16</c:v>
                </c:pt>
                <c:pt idx="961">
                  <c:v>1.4802973661668753E-16</c:v>
                </c:pt>
                <c:pt idx="962">
                  <c:v>1.4802973661668753E-16</c:v>
                </c:pt>
                <c:pt idx="963">
                  <c:v>1.4802973661668753E-16</c:v>
                </c:pt>
                <c:pt idx="964">
                  <c:v>1.4802973661668753E-16</c:v>
                </c:pt>
                <c:pt idx="965">
                  <c:v>1.4802973661668753E-16</c:v>
                </c:pt>
                <c:pt idx="966">
                  <c:v>1.4802973661668753E-16</c:v>
                </c:pt>
                <c:pt idx="967">
                  <c:v>1.4802973661668753E-16</c:v>
                </c:pt>
                <c:pt idx="968">
                  <c:v>1.4802973661668753E-16</c:v>
                </c:pt>
                <c:pt idx="969">
                  <c:v>1.4802973661668753E-16</c:v>
                </c:pt>
                <c:pt idx="970">
                  <c:v>1.4802973661668753E-16</c:v>
                </c:pt>
                <c:pt idx="971">
                  <c:v>1.4802973661668753E-16</c:v>
                </c:pt>
                <c:pt idx="972">
                  <c:v>1.4802973661668753E-16</c:v>
                </c:pt>
                <c:pt idx="973">
                  <c:v>1.4802973661668753E-16</c:v>
                </c:pt>
                <c:pt idx="974">
                  <c:v>1.4802973661668753E-16</c:v>
                </c:pt>
                <c:pt idx="975">
                  <c:v>1.4802973661668753E-16</c:v>
                </c:pt>
                <c:pt idx="976">
                  <c:v>1.4802973661668753E-16</c:v>
                </c:pt>
                <c:pt idx="977">
                  <c:v>1.4802973661668753E-16</c:v>
                </c:pt>
                <c:pt idx="978">
                  <c:v>1.4802973661668753E-16</c:v>
                </c:pt>
                <c:pt idx="979">
                  <c:v>1.4802973661668753E-16</c:v>
                </c:pt>
                <c:pt idx="980">
                  <c:v>1.4802973661668753E-16</c:v>
                </c:pt>
                <c:pt idx="981">
                  <c:v>1.4802973661668753E-16</c:v>
                </c:pt>
                <c:pt idx="982">
                  <c:v>1.4802973661668753E-16</c:v>
                </c:pt>
                <c:pt idx="983">
                  <c:v>1.4802973661668753E-16</c:v>
                </c:pt>
                <c:pt idx="984">
                  <c:v>1.4802973661668753E-16</c:v>
                </c:pt>
                <c:pt idx="985">
                  <c:v>1.4802973661668753E-16</c:v>
                </c:pt>
                <c:pt idx="986">
                  <c:v>1.4802973661668753E-16</c:v>
                </c:pt>
                <c:pt idx="987">
                  <c:v>1.4802973661668753E-16</c:v>
                </c:pt>
                <c:pt idx="988">
                  <c:v>1.4802973661668753E-16</c:v>
                </c:pt>
                <c:pt idx="989">
                  <c:v>1.4802973661668753E-16</c:v>
                </c:pt>
                <c:pt idx="990">
                  <c:v>1.4802973661668753E-16</c:v>
                </c:pt>
                <c:pt idx="991">
                  <c:v>1.4802973661668753E-16</c:v>
                </c:pt>
                <c:pt idx="992">
                  <c:v>1.4802973661668753E-16</c:v>
                </c:pt>
                <c:pt idx="993">
                  <c:v>1.4802973661668753E-16</c:v>
                </c:pt>
                <c:pt idx="994">
                  <c:v>1.4802973661668753E-16</c:v>
                </c:pt>
                <c:pt idx="995">
                  <c:v>1.4802973661668753E-16</c:v>
                </c:pt>
                <c:pt idx="996">
                  <c:v>1.4802973661668753E-16</c:v>
                </c:pt>
                <c:pt idx="997">
                  <c:v>1.4802973661668753E-16</c:v>
                </c:pt>
                <c:pt idx="998">
                  <c:v>1.4802973661668753E-16</c:v>
                </c:pt>
                <c:pt idx="999">
                  <c:v>1.4802973661668753E-16</c:v>
                </c:pt>
                <c:pt idx="1000">
                  <c:v>1.4802973661668753E-16</c:v>
                </c:pt>
                <c:pt idx="1001">
                  <c:v>1.4802973661668753E-16</c:v>
                </c:pt>
                <c:pt idx="1002">
                  <c:v>1.4802973661668753E-16</c:v>
                </c:pt>
                <c:pt idx="1003">
                  <c:v>1.4802973661668753E-16</c:v>
                </c:pt>
                <c:pt idx="1004">
                  <c:v>1.4802973661668753E-16</c:v>
                </c:pt>
                <c:pt idx="1005">
                  <c:v>1.4802973661668753E-16</c:v>
                </c:pt>
                <c:pt idx="1006">
                  <c:v>1.4802973661668753E-16</c:v>
                </c:pt>
                <c:pt idx="1007">
                  <c:v>1.4802973661668753E-16</c:v>
                </c:pt>
                <c:pt idx="1008">
                  <c:v>1.4802973661668753E-16</c:v>
                </c:pt>
                <c:pt idx="1009">
                  <c:v>1.4802973661668753E-16</c:v>
                </c:pt>
                <c:pt idx="1010">
                  <c:v>1.4802973661668753E-16</c:v>
                </c:pt>
                <c:pt idx="1011">
                  <c:v>1.4802973661668753E-16</c:v>
                </c:pt>
                <c:pt idx="1012">
                  <c:v>1.4802973661668753E-16</c:v>
                </c:pt>
                <c:pt idx="1013">
                  <c:v>1.4802973661668753E-16</c:v>
                </c:pt>
                <c:pt idx="1014">
                  <c:v>1.4802973661668753E-16</c:v>
                </c:pt>
                <c:pt idx="1015">
                  <c:v>1.4802973661668753E-16</c:v>
                </c:pt>
                <c:pt idx="1016">
                  <c:v>1.4802973661668753E-16</c:v>
                </c:pt>
                <c:pt idx="1017">
                  <c:v>1.4802973661668753E-16</c:v>
                </c:pt>
                <c:pt idx="1018">
                  <c:v>1.4802973661668753E-16</c:v>
                </c:pt>
                <c:pt idx="1019">
                  <c:v>1.4802973661668753E-16</c:v>
                </c:pt>
                <c:pt idx="1020">
                  <c:v>1.4802973661668753E-16</c:v>
                </c:pt>
                <c:pt idx="1021">
                  <c:v>1.4802973661668753E-16</c:v>
                </c:pt>
                <c:pt idx="1022">
                  <c:v>1.4802973661668753E-16</c:v>
                </c:pt>
                <c:pt idx="1023">
                  <c:v>1.4802973661668753E-16</c:v>
                </c:pt>
                <c:pt idx="1024">
                  <c:v>1.4802973661668753E-16</c:v>
                </c:pt>
                <c:pt idx="1025">
                  <c:v>1.4802973661668753E-16</c:v>
                </c:pt>
                <c:pt idx="1026">
                  <c:v>1.4802973661668753E-16</c:v>
                </c:pt>
                <c:pt idx="1027">
                  <c:v>1.4802973661668753E-16</c:v>
                </c:pt>
                <c:pt idx="1028">
                  <c:v>1.4802973661668753E-16</c:v>
                </c:pt>
                <c:pt idx="1029">
                  <c:v>1.4802973661668753E-16</c:v>
                </c:pt>
                <c:pt idx="1030">
                  <c:v>1.4802973661668753E-16</c:v>
                </c:pt>
                <c:pt idx="1031">
                  <c:v>1.4802973661668753E-16</c:v>
                </c:pt>
                <c:pt idx="1032">
                  <c:v>1.4802973661668753E-16</c:v>
                </c:pt>
                <c:pt idx="1033">
                  <c:v>1.4802973661668753E-16</c:v>
                </c:pt>
                <c:pt idx="1034">
                  <c:v>1.4802973661668753E-16</c:v>
                </c:pt>
                <c:pt idx="1035">
                  <c:v>1.4802973661668753E-16</c:v>
                </c:pt>
                <c:pt idx="1036">
                  <c:v>1.4802973661668753E-16</c:v>
                </c:pt>
                <c:pt idx="1037">
                  <c:v>1.4802973661668753E-16</c:v>
                </c:pt>
                <c:pt idx="1038">
                  <c:v>1.4802973661668753E-16</c:v>
                </c:pt>
                <c:pt idx="1039">
                  <c:v>1.4802973661668753E-16</c:v>
                </c:pt>
                <c:pt idx="1040">
                  <c:v>1.4802973661668753E-16</c:v>
                </c:pt>
                <c:pt idx="1041">
                  <c:v>1.4802973661668753E-16</c:v>
                </c:pt>
                <c:pt idx="1042">
                  <c:v>1.4802973661668753E-16</c:v>
                </c:pt>
                <c:pt idx="1043">
                  <c:v>1.4802973661668753E-16</c:v>
                </c:pt>
                <c:pt idx="1044">
                  <c:v>1.4802973661668753E-16</c:v>
                </c:pt>
                <c:pt idx="1045">
                  <c:v>1.4802973661668753E-16</c:v>
                </c:pt>
                <c:pt idx="1046">
                  <c:v>1.4802973661668753E-16</c:v>
                </c:pt>
                <c:pt idx="1047">
                  <c:v>1.4802973661668753E-16</c:v>
                </c:pt>
                <c:pt idx="1048">
                  <c:v>1.4802973661668753E-16</c:v>
                </c:pt>
                <c:pt idx="1049">
                  <c:v>1.4802973661668753E-16</c:v>
                </c:pt>
                <c:pt idx="1050">
                  <c:v>1.4802973661668753E-16</c:v>
                </c:pt>
                <c:pt idx="1051">
                  <c:v>1.4802973661668753E-16</c:v>
                </c:pt>
                <c:pt idx="1052">
                  <c:v>1.4802973661668753E-16</c:v>
                </c:pt>
                <c:pt idx="1053">
                  <c:v>1.4802973661668753E-16</c:v>
                </c:pt>
                <c:pt idx="1054">
                  <c:v>1.4802973661668753E-16</c:v>
                </c:pt>
                <c:pt idx="1055">
                  <c:v>1.4802973661668753E-16</c:v>
                </c:pt>
                <c:pt idx="1056">
                  <c:v>1.4802973661668753E-16</c:v>
                </c:pt>
                <c:pt idx="1057">
                  <c:v>1.4802973661668753E-16</c:v>
                </c:pt>
                <c:pt idx="1058">
                  <c:v>1.4802973661668753E-16</c:v>
                </c:pt>
                <c:pt idx="1059">
                  <c:v>1.4802973661668753E-16</c:v>
                </c:pt>
                <c:pt idx="1060">
                  <c:v>1.4802973661668753E-16</c:v>
                </c:pt>
                <c:pt idx="1061">
                  <c:v>1.4802973661668753E-16</c:v>
                </c:pt>
                <c:pt idx="1062">
                  <c:v>1.4802973661668753E-16</c:v>
                </c:pt>
                <c:pt idx="1063">
                  <c:v>1.4802973661668753E-16</c:v>
                </c:pt>
                <c:pt idx="1064">
                  <c:v>1.4802973661668753E-16</c:v>
                </c:pt>
                <c:pt idx="1065">
                  <c:v>1.4802973661668753E-16</c:v>
                </c:pt>
                <c:pt idx="1066">
                  <c:v>1.4802973661668753E-16</c:v>
                </c:pt>
                <c:pt idx="1067">
                  <c:v>1.4802973661668753E-16</c:v>
                </c:pt>
                <c:pt idx="1068">
                  <c:v>1.4802973661668753E-16</c:v>
                </c:pt>
                <c:pt idx="1069">
                  <c:v>1.4802973661668753E-16</c:v>
                </c:pt>
                <c:pt idx="1070">
                  <c:v>1.4802973661668753E-16</c:v>
                </c:pt>
                <c:pt idx="1071">
                  <c:v>1.4802973661668753E-16</c:v>
                </c:pt>
                <c:pt idx="1072">
                  <c:v>1.4802973661668753E-16</c:v>
                </c:pt>
                <c:pt idx="1073">
                  <c:v>1.4802973661668753E-16</c:v>
                </c:pt>
                <c:pt idx="1074">
                  <c:v>1.4802973661668753E-16</c:v>
                </c:pt>
                <c:pt idx="1075">
                  <c:v>1.4802973661668753E-16</c:v>
                </c:pt>
                <c:pt idx="1076">
                  <c:v>1.4802973661668753E-16</c:v>
                </c:pt>
                <c:pt idx="1077">
                  <c:v>1.4802973661668753E-16</c:v>
                </c:pt>
                <c:pt idx="1078">
                  <c:v>1.4802973661668753E-16</c:v>
                </c:pt>
                <c:pt idx="1079">
                  <c:v>1.4802973661668753E-16</c:v>
                </c:pt>
                <c:pt idx="1080">
                  <c:v>1.4802973661668753E-16</c:v>
                </c:pt>
                <c:pt idx="1081">
                  <c:v>1.4802973661668753E-16</c:v>
                </c:pt>
                <c:pt idx="1082">
                  <c:v>1.4802973661668753E-16</c:v>
                </c:pt>
                <c:pt idx="1083">
                  <c:v>1.4802973661668753E-16</c:v>
                </c:pt>
                <c:pt idx="1084">
                  <c:v>1.4802973661668753E-16</c:v>
                </c:pt>
                <c:pt idx="1085">
                  <c:v>1.4802973661668753E-16</c:v>
                </c:pt>
                <c:pt idx="1086">
                  <c:v>1.4802973661668753E-16</c:v>
                </c:pt>
                <c:pt idx="1087">
                  <c:v>1.4802973661668753E-16</c:v>
                </c:pt>
                <c:pt idx="1088">
                  <c:v>1.4802973661668753E-16</c:v>
                </c:pt>
                <c:pt idx="1089">
                  <c:v>1.4802973661668753E-16</c:v>
                </c:pt>
                <c:pt idx="1090">
                  <c:v>1.4802973661668753E-16</c:v>
                </c:pt>
                <c:pt idx="1091">
                  <c:v>1.4802973661668753E-16</c:v>
                </c:pt>
                <c:pt idx="1092">
                  <c:v>1.4802973661668753E-16</c:v>
                </c:pt>
                <c:pt idx="1093">
                  <c:v>1.4802973661668753E-16</c:v>
                </c:pt>
                <c:pt idx="1094">
                  <c:v>1.4802973661668753E-16</c:v>
                </c:pt>
                <c:pt idx="1095">
                  <c:v>1.4802973661668753E-16</c:v>
                </c:pt>
                <c:pt idx="1096">
                  <c:v>1.4802973661668753E-16</c:v>
                </c:pt>
                <c:pt idx="1097">
                  <c:v>1.4802973661668753E-16</c:v>
                </c:pt>
                <c:pt idx="1098">
                  <c:v>1.4802973661668753E-16</c:v>
                </c:pt>
                <c:pt idx="1099">
                  <c:v>1.4802973661668753E-16</c:v>
                </c:pt>
                <c:pt idx="1100">
                  <c:v>1.4802973661668753E-16</c:v>
                </c:pt>
                <c:pt idx="1101">
                  <c:v>1.4802973661668753E-16</c:v>
                </c:pt>
                <c:pt idx="1102">
                  <c:v>1.4802973661668753E-16</c:v>
                </c:pt>
                <c:pt idx="1103">
                  <c:v>1.4802973661668753E-16</c:v>
                </c:pt>
                <c:pt idx="1104">
                  <c:v>1.4802973661668753E-16</c:v>
                </c:pt>
                <c:pt idx="1105">
                  <c:v>1.4802973661668753E-16</c:v>
                </c:pt>
                <c:pt idx="1106">
                  <c:v>1.4802973661668753E-16</c:v>
                </c:pt>
                <c:pt idx="1107">
                  <c:v>1.4802973661668753E-16</c:v>
                </c:pt>
                <c:pt idx="1108">
                  <c:v>1.4802973661668753E-16</c:v>
                </c:pt>
                <c:pt idx="1109">
                  <c:v>1.4802973661668753E-16</c:v>
                </c:pt>
                <c:pt idx="1110">
                  <c:v>1.4802973661668753E-16</c:v>
                </c:pt>
                <c:pt idx="1111">
                  <c:v>1.4802973661668753E-16</c:v>
                </c:pt>
                <c:pt idx="1112">
                  <c:v>1.4802973661668753E-16</c:v>
                </c:pt>
                <c:pt idx="1113">
                  <c:v>1.4802973661668753E-16</c:v>
                </c:pt>
                <c:pt idx="1114">
                  <c:v>1.4802973661668753E-16</c:v>
                </c:pt>
                <c:pt idx="1115">
                  <c:v>1.4802973661668753E-16</c:v>
                </c:pt>
                <c:pt idx="1116">
                  <c:v>1.4802973661668753E-16</c:v>
                </c:pt>
                <c:pt idx="1117">
                  <c:v>1.4802973661668753E-16</c:v>
                </c:pt>
                <c:pt idx="1118">
                  <c:v>1.4802973661668753E-16</c:v>
                </c:pt>
                <c:pt idx="1119">
                  <c:v>1.4802973661668753E-16</c:v>
                </c:pt>
                <c:pt idx="1120">
                  <c:v>1.4802973661668753E-16</c:v>
                </c:pt>
                <c:pt idx="1121">
                  <c:v>1.4802973661668753E-16</c:v>
                </c:pt>
                <c:pt idx="1122">
                  <c:v>1.4802973661668753E-16</c:v>
                </c:pt>
                <c:pt idx="1123">
                  <c:v>1.4802973661668753E-16</c:v>
                </c:pt>
                <c:pt idx="1124">
                  <c:v>1.4802973661668753E-16</c:v>
                </c:pt>
                <c:pt idx="1125">
                  <c:v>1.4802973661668753E-16</c:v>
                </c:pt>
                <c:pt idx="1126">
                  <c:v>1.4802973661668753E-16</c:v>
                </c:pt>
                <c:pt idx="1127">
                  <c:v>1.4802973661668753E-16</c:v>
                </c:pt>
                <c:pt idx="1128">
                  <c:v>1.4802973661668753E-16</c:v>
                </c:pt>
                <c:pt idx="1129">
                  <c:v>1.4802973661668753E-16</c:v>
                </c:pt>
                <c:pt idx="1130">
                  <c:v>1.4802973661668753E-16</c:v>
                </c:pt>
                <c:pt idx="1131">
                  <c:v>1.4802973661668753E-16</c:v>
                </c:pt>
                <c:pt idx="1132">
                  <c:v>1.4802973661668753E-16</c:v>
                </c:pt>
                <c:pt idx="1133">
                  <c:v>1.4802973661668753E-16</c:v>
                </c:pt>
                <c:pt idx="1134">
                  <c:v>1.4802973661668753E-16</c:v>
                </c:pt>
                <c:pt idx="1135">
                  <c:v>1.4802973661668753E-16</c:v>
                </c:pt>
                <c:pt idx="1136">
                  <c:v>1.4802973661668753E-16</c:v>
                </c:pt>
                <c:pt idx="1137">
                  <c:v>1.4802973661668753E-16</c:v>
                </c:pt>
                <c:pt idx="1138">
                  <c:v>1.4802973661668753E-16</c:v>
                </c:pt>
                <c:pt idx="1139">
                  <c:v>1.4802973661668753E-16</c:v>
                </c:pt>
                <c:pt idx="1140">
                  <c:v>1.4802973661668753E-16</c:v>
                </c:pt>
                <c:pt idx="1141">
                  <c:v>1.4802973661668753E-16</c:v>
                </c:pt>
                <c:pt idx="1142">
                  <c:v>1.4802973661668753E-16</c:v>
                </c:pt>
                <c:pt idx="1143">
                  <c:v>1.4802973661668753E-16</c:v>
                </c:pt>
                <c:pt idx="1144">
                  <c:v>1.4802973661668753E-16</c:v>
                </c:pt>
                <c:pt idx="1145">
                  <c:v>1.4802973661668753E-16</c:v>
                </c:pt>
                <c:pt idx="1146">
                  <c:v>1.4802973661668753E-16</c:v>
                </c:pt>
                <c:pt idx="1147">
                  <c:v>1.4802973661668753E-16</c:v>
                </c:pt>
                <c:pt idx="1148">
                  <c:v>1.4802973661668753E-16</c:v>
                </c:pt>
                <c:pt idx="1149">
                  <c:v>1.4802973661668753E-16</c:v>
                </c:pt>
                <c:pt idx="1150">
                  <c:v>1.4802973661668753E-16</c:v>
                </c:pt>
                <c:pt idx="1151">
                  <c:v>1.4802973661668753E-16</c:v>
                </c:pt>
                <c:pt idx="1152">
                  <c:v>1.4802973661668753E-16</c:v>
                </c:pt>
                <c:pt idx="1153">
                  <c:v>1.4802973661668753E-16</c:v>
                </c:pt>
                <c:pt idx="1154">
                  <c:v>1.4802973661668753E-16</c:v>
                </c:pt>
                <c:pt idx="1155">
                  <c:v>1.4802973661668753E-16</c:v>
                </c:pt>
                <c:pt idx="1156">
                  <c:v>1.4802973661668753E-16</c:v>
                </c:pt>
                <c:pt idx="1157">
                  <c:v>1.4802973661668753E-16</c:v>
                </c:pt>
                <c:pt idx="1158">
                  <c:v>1.4802973661668753E-16</c:v>
                </c:pt>
                <c:pt idx="1159">
                  <c:v>1.4802973661668753E-16</c:v>
                </c:pt>
                <c:pt idx="1160">
                  <c:v>1.4802973661668753E-16</c:v>
                </c:pt>
                <c:pt idx="1161">
                  <c:v>1.4802973661668753E-16</c:v>
                </c:pt>
                <c:pt idx="1162">
                  <c:v>1.4802973661668753E-16</c:v>
                </c:pt>
                <c:pt idx="1163">
                  <c:v>1.4802973661668753E-16</c:v>
                </c:pt>
                <c:pt idx="1164">
                  <c:v>1.4802973661668753E-16</c:v>
                </c:pt>
                <c:pt idx="1165">
                  <c:v>1.4802973661668753E-16</c:v>
                </c:pt>
                <c:pt idx="1166">
                  <c:v>1.4802973661668753E-16</c:v>
                </c:pt>
                <c:pt idx="1167">
                  <c:v>1.4802973661668753E-16</c:v>
                </c:pt>
                <c:pt idx="1168">
                  <c:v>1.4802973661668753E-16</c:v>
                </c:pt>
                <c:pt idx="1169">
                  <c:v>1.4802973661668753E-16</c:v>
                </c:pt>
                <c:pt idx="1170">
                  <c:v>1.4802973661668753E-16</c:v>
                </c:pt>
                <c:pt idx="1171">
                  <c:v>1.4802973661668753E-16</c:v>
                </c:pt>
                <c:pt idx="1172">
                  <c:v>1.4802973661668753E-16</c:v>
                </c:pt>
                <c:pt idx="1173">
                  <c:v>1.4802973661668753E-16</c:v>
                </c:pt>
                <c:pt idx="1174">
                  <c:v>1.4802973661668753E-16</c:v>
                </c:pt>
                <c:pt idx="1175">
                  <c:v>1.4802973661668753E-16</c:v>
                </c:pt>
                <c:pt idx="1176">
                  <c:v>1.4802973661668753E-16</c:v>
                </c:pt>
                <c:pt idx="1177">
                  <c:v>1.4802973661668753E-16</c:v>
                </c:pt>
                <c:pt idx="1178">
                  <c:v>1.4802973661668753E-16</c:v>
                </c:pt>
                <c:pt idx="1179">
                  <c:v>1.4802973661668753E-16</c:v>
                </c:pt>
                <c:pt idx="1180">
                  <c:v>1.4802973661668753E-16</c:v>
                </c:pt>
                <c:pt idx="1181">
                  <c:v>1.4802973661668753E-16</c:v>
                </c:pt>
                <c:pt idx="1182">
                  <c:v>1.4802973661668753E-16</c:v>
                </c:pt>
                <c:pt idx="1183">
                  <c:v>1.4802973661668753E-16</c:v>
                </c:pt>
                <c:pt idx="1184">
                  <c:v>1.4802973661668753E-16</c:v>
                </c:pt>
                <c:pt idx="1185">
                  <c:v>1.4802973661668753E-16</c:v>
                </c:pt>
                <c:pt idx="1186">
                  <c:v>1.4802973661668753E-16</c:v>
                </c:pt>
                <c:pt idx="1187">
                  <c:v>1.4802973661668753E-16</c:v>
                </c:pt>
                <c:pt idx="1188">
                  <c:v>1.4802973661668753E-16</c:v>
                </c:pt>
                <c:pt idx="1189">
                  <c:v>1.4802973661668753E-16</c:v>
                </c:pt>
                <c:pt idx="1190">
                  <c:v>1.4802973661668753E-16</c:v>
                </c:pt>
                <c:pt idx="1191">
                  <c:v>1.4802973661668753E-16</c:v>
                </c:pt>
                <c:pt idx="1192">
                  <c:v>1.4802973661668753E-16</c:v>
                </c:pt>
                <c:pt idx="1193">
                  <c:v>1.4802973661668753E-16</c:v>
                </c:pt>
                <c:pt idx="1194">
                  <c:v>1.4802973661668753E-16</c:v>
                </c:pt>
                <c:pt idx="1195">
                  <c:v>1.4802973661668753E-16</c:v>
                </c:pt>
                <c:pt idx="1196">
                  <c:v>1.4802973661668753E-16</c:v>
                </c:pt>
                <c:pt idx="1197">
                  <c:v>1.4802973661668753E-16</c:v>
                </c:pt>
                <c:pt idx="1198">
                  <c:v>1.4802973661668753E-16</c:v>
                </c:pt>
                <c:pt idx="1199">
                  <c:v>1.4802973661668753E-16</c:v>
                </c:pt>
                <c:pt idx="1200">
                  <c:v>1.4802973661668753E-16</c:v>
                </c:pt>
                <c:pt idx="1201">
                  <c:v>1.4802973661668753E-16</c:v>
                </c:pt>
                <c:pt idx="1202">
                  <c:v>1.4802973661668753E-16</c:v>
                </c:pt>
                <c:pt idx="1203">
                  <c:v>1.4802973661668753E-16</c:v>
                </c:pt>
                <c:pt idx="1204">
                  <c:v>1.4802973661668753E-16</c:v>
                </c:pt>
                <c:pt idx="1205">
                  <c:v>1.4802973661668753E-16</c:v>
                </c:pt>
                <c:pt idx="1206">
                  <c:v>1.4802973661668753E-16</c:v>
                </c:pt>
                <c:pt idx="1207">
                  <c:v>1.4802973661668753E-16</c:v>
                </c:pt>
                <c:pt idx="1208">
                  <c:v>1.4802973661668753E-16</c:v>
                </c:pt>
                <c:pt idx="1209">
                  <c:v>1.4802973661668753E-16</c:v>
                </c:pt>
                <c:pt idx="1210">
                  <c:v>1.4802973661668753E-16</c:v>
                </c:pt>
                <c:pt idx="1211">
                  <c:v>1.4802973661668753E-16</c:v>
                </c:pt>
                <c:pt idx="1212">
                  <c:v>1.4802973661668753E-16</c:v>
                </c:pt>
                <c:pt idx="1213">
                  <c:v>1.4802973661668753E-16</c:v>
                </c:pt>
                <c:pt idx="1214">
                  <c:v>1.4802973661668753E-16</c:v>
                </c:pt>
                <c:pt idx="1215">
                  <c:v>1.4802973661668753E-16</c:v>
                </c:pt>
                <c:pt idx="1216">
                  <c:v>1.4802973661668753E-16</c:v>
                </c:pt>
                <c:pt idx="1217">
                  <c:v>1.4802973661668753E-16</c:v>
                </c:pt>
                <c:pt idx="1218">
                  <c:v>1.4802973661668753E-16</c:v>
                </c:pt>
                <c:pt idx="1219">
                  <c:v>1.4802973661668753E-16</c:v>
                </c:pt>
                <c:pt idx="1220">
                  <c:v>1.4802973661668753E-16</c:v>
                </c:pt>
                <c:pt idx="1221">
                  <c:v>1.4802973661668753E-16</c:v>
                </c:pt>
                <c:pt idx="1222">
                  <c:v>1.4802973661668753E-16</c:v>
                </c:pt>
                <c:pt idx="1223">
                  <c:v>1.4802973661668753E-16</c:v>
                </c:pt>
                <c:pt idx="1224">
                  <c:v>1.4802973661668753E-16</c:v>
                </c:pt>
                <c:pt idx="1225">
                  <c:v>1.4802973661668753E-16</c:v>
                </c:pt>
                <c:pt idx="1226">
                  <c:v>1.4802973661668753E-16</c:v>
                </c:pt>
                <c:pt idx="1227">
                  <c:v>1.4802973661668753E-16</c:v>
                </c:pt>
                <c:pt idx="1228">
                  <c:v>1.4802973661668753E-16</c:v>
                </c:pt>
                <c:pt idx="1229">
                  <c:v>1.4802973661668753E-16</c:v>
                </c:pt>
                <c:pt idx="1230">
                  <c:v>1.4802973661668753E-16</c:v>
                </c:pt>
                <c:pt idx="1231">
                  <c:v>1.4802973661668753E-16</c:v>
                </c:pt>
                <c:pt idx="1232">
                  <c:v>1.4802973661668753E-16</c:v>
                </c:pt>
                <c:pt idx="1233">
                  <c:v>1.4802973661668753E-16</c:v>
                </c:pt>
                <c:pt idx="1234">
                  <c:v>1.4802973661668753E-16</c:v>
                </c:pt>
                <c:pt idx="1235">
                  <c:v>1.4802973661668753E-16</c:v>
                </c:pt>
                <c:pt idx="1236">
                  <c:v>1.4802973661668753E-16</c:v>
                </c:pt>
                <c:pt idx="1237">
                  <c:v>1.4802973661668753E-16</c:v>
                </c:pt>
                <c:pt idx="1238">
                  <c:v>1.4802973661668753E-16</c:v>
                </c:pt>
                <c:pt idx="1239">
                  <c:v>1.4802973661668753E-16</c:v>
                </c:pt>
                <c:pt idx="1240">
                  <c:v>1.4802973661668753E-16</c:v>
                </c:pt>
                <c:pt idx="1241">
                  <c:v>1.4802973661668753E-16</c:v>
                </c:pt>
                <c:pt idx="1242">
                  <c:v>1.4802973661668753E-16</c:v>
                </c:pt>
                <c:pt idx="1243">
                  <c:v>1.4802973661668753E-16</c:v>
                </c:pt>
                <c:pt idx="1244">
                  <c:v>1.4802973661668753E-16</c:v>
                </c:pt>
                <c:pt idx="1245">
                  <c:v>1.4802973661668753E-16</c:v>
                </c:pt>
                <c:pt idx="1246">
                  <c:v>1.4802973661668753E-16</c:v>
                </c:pt>
                <c:pt idx="1247">
                  <c:v>1.4802973661668753E-16</c:v>
                </c:pt>
                <c:pt idx="1248">
                  <c:v>1.4802973661668753E-16</c:v>
                </c:pt>
                <c:pt idx="1249">
                  <c:v>1.4802973661668753E-16</c:v>
                </c:pt>
                <c:pt idx="1250">
                  <c:v>1.4802973661668753E-16</c:v>
                </c:pt>
                <c:pt idx="1251">
                  <c:v>1.4802973661668753E-16</c:v>
                </c:pt>
                <c:pt idx="1252">
                  <c:v>1.4802973661668753E-16</c:v>
                </c:pt>
                <c:pt idx="1253">
                  <c:v>1.4802973661668753E-16</c:v>
                </c:pt>
                <c:pt idx="1254">
                  <c:v>1.4802973661668753E-16</c:v>
                </c:pt>
                <c:pt idx="1255">
                  <c:v>1.4802973661668753E-16</c:v>
                </c:pt>
                <c:pt idx="1256">
                  <c:v>1.4802973661668753E-16</c:v>
                </c:pt>
                <c:pt idx="1257">
                  <c:v>1.4802973661668753E-16</c:v>
                </c:pt>
                <c:pt idx="1258">
                  <c:v>1.4802973661668753E-16</c:v>
                </c:pt>
                <c:pt idx="1259">
                  <c:v>1.4802973661668753E-16</c:v>
                </c:pt>
                <c:pt idx="1260">
                  <c:v>1.4802973661668753E-16</c:v>
                </c:pt>
                <c:pt idx="1261">
                  <c:v>1.4802973661668753E-16</c:v>
                </c:pt>
                <c:pt idx="1262">
                  <c:v>1.4802973661668753E-16</c:v>
                </c:pt>
                <c:pt idx="1263">
                  <c:v>1.4802973661668753E-16</c:v>
                </c:pt>
                <c:pt idx="1264">
                  <c:v>1.4802973661668753E-16</c:v>
                </c:pt>
                <c:pt idx="1265">
                  <c:v>1.4802973661668753E-16</c:v>
                </c:pt>
                <c:pt idx="1266">
                  <c:v>1.4802973661668753E-16</c:v>
                </c:pt>
                <c:pt idx="1267">
                  <c:v>1.4802973661668753E-16</c:v>
                </c:pt>
                <c:pt idx="1268">
                  <c:v>1.4802973661668753E-16</c:v>
                </c:pt>
                <c:pt idx="1269">
                  <c:v>1.4802973661668753E-16</c:v>
                </c:pt>
                <c:pt idx="1270">
                  <c:v>1.4802973661668753E-16</c:v>
                </c:pt>
                <c:pt idx="1271">
                  <c:v>1.4802973661668753E-16</c:v>
                </c:pt>
                <c:pt idx="1272">
                  <c:v>1.4802973661668753E-16</c:v>
                </c:pt>
                <c:pt idx="1273">
                  <c:v>1.4802973661668753E-16</c:v>
                </c:pt>
                <c:pt idx="1274">
                  <c:v>1.4802973661668753E-16</c:v>
                </c:pt>
                <c:pt idx="1275">
                  <c:v>1.4802973661668753E-16</c:v>
                </c:pt>
                <c:pt idx="1276">
                  <c:v>1.4802973661668753E-16</c:v>
                </c:pt>
                <c:pt idx="1277">
                  <c:v>1.4802973661668753E-16</c:v>
                </c:pt>
                <c:pt idx="1278">
                  <c:v>1.4802973661668753E-16</c:v>
                </c:pt>
                <c:pt idx="1279">
                  <c:v>1.4802973661668753E-16</c:v>
                </c:pt>
                <c:pt idx="1280">
                  <c:v>1.4802973661668753E-16</c:v>
                </c:pt>
                <c:pt idx="1281">
                  <c:v>1.4802973661668753E-16</c:v>
                </c:pt>
                <c:pt idx="1282">
                  <c:v>1.4802973661668753E-16</c:v>
                </c:pt>
                <c:pt idx="1283">
                  <c:v>1.4802973661668753E-16</c:v>
                </c:pt>
                <c:pt idx="1284">
                  <c:v>1.4802973661668753E-16</c:v>
                </c:pt>
                <c:pt idx="1285">
                  <c:v>1.4802973661668753E-16</c:v>
                </c:pt>
                <c:pt idx="1286">
                  <c:v>1.4802973661668753E-16</c:v>
                </c:pt>
                <c:pt idx="1287">
                  <c:v>1.4802973661668753E-16</c:v>
                </c:pt>
                <c:pt idx="1288">
                  <c:v>1.4802973661668753E-16</c:v>
                </c:pt>
                <c:pt idx="1289">
                  <c:v>1.4802973661668753E-16</c:v>
                </c:pt>
                <c:pt idx="1290">
                  <c:v>1.4802973661668753E-16</c:v>
                </c:pt>
                <c:pt idx="1291">
                  <c:v>1.4802973661668753E-16</c:v>
                </c:pt>
                <c:pt idx="1292">
                  <c:v>1.4802973661668753E-16</c:v>
                </c:pt>
                <c:pt idx="1293">
                  <c:v>1.4802973661668753E-16</c:v>
                </c:pt>
                <c:pt idx="1294">
                  <c:v>1.4802973661668753E-16</c:v>
                </c:pt>
                <c:pt idx="1295">
                  <c:v>1.4802973661668753E-16</c:v>
                </c:pt>
                <c:pt idx="1296">
                  <c:v>1.4802973661668753E-16</c:v>
                </c:pt>
                <c:pt idx="1297">
                  <c:v>1.4802973661668753E-16</c:v>
                </c:pt>
                <c:pt idx="1298">
                  <c:v>1.4802973661668753E-16</c:v>
                </c:pt>
                <c:pt idx="1299">
                  <c:v>1.4802973661668753E-16</c:v>
                </c:pt>
                <c:pt idx="1300">
                  <c:v>1.4802973661668753E-16</c:v>
                </c:pt>
                <c:pt idx="1301">
                  <c:v>1.4802973661668753E-16</c:v>
                </c:pt>
                <c:pt idx="1302">
                  <c:v>1.4802973661668753E-16</c:v>
                </c:pt>
                <c:pt idx="1303">
                  <c:v>1.4802973661668753E-16</c:v>
                </c:pt>
                <c:pt idx="1304">
                  <c:v>1.4802973661668753E-16</c:v>
                </c:pt>
                <c:pt idx="1305">
                  <c:v>1.4802973661668753E-16</c:v>
                </c:pt>
                <c:pt idx="1306">
                  <c:v>1.4802973661668753E-16</c:v>
                </c:pt>
                <c:pt idx="1307">
                  <c:v>1.4802973661668753E-16</c:v>
                </c:pt>
                <c:pt idx="1308">
                  <c:v>1.4802973661668753E-16</c:v>
                </c:pt>
                <c:pt idx="1309">
                  <c:v>1.4802973661668753E-16</c:v>
                </c:pt>
                <c:pt idx="1310">
                  <c:v>1.4802973661668753E-16</c:v>
                </c:pt>
                <c:pt idx="1311">
                  <c:v>1.4802973661668753E-16</c:v>
                </c:pt>
                <c:pt idx="1312">
                  <c:v>1.4802973661668753E-16</c:v>
                </c:pt>
                <c:pt idx="1313">
                  <c:v>1.4802973661668753E-16</c:v>
                </c:pt>
                <c:pt idx="1314">
                  <c:v>1.4802973661668753E-16</c:v>
                </c:pt>
                <c:pt idx="1315">
                  <c:v>1.4802973661668753E-16</c:v>
                </c:pt>
                <c:pt idx="1316">
                  <c:v>1.4802973661668753E-16</c:v>
                </c:pt>
                <c:pt idx="1317">
                  <c:v>1.4802973661668753E-16</c:v>
                </c:pt>
                <c:pt idx="1318">
                  <c:v>1.4802973661668753E-16</c:v>
                </c:pt>
                <c:pt idx="1319">
                  <c:v>1.4802973661668753E-16</c:v>
                </c:pt>
                <c:pt idx="1320">
                  <c:v>1.4802973661668753E-16</c:v>
                </c:pt>
                <c:pt idx="1321">
                  <c:v>1.4802973661668753E-16</c:v>
                </c:pt>
                <c:pt idx="1322">
                  <c:v>1.4802973661668753E-16</c:v>
                </c:pt>
                <c:pt idx="1323">
                  <c:v>1.4802973661668753E-16</c:v>
                </c:pt>
                <c:pt idx="1324">
                  <c:v>1.4802973661668753E-16</c:v>
                </c:pt>
                <c:pt idx="1325">
                  <c:v>1.4802973661668753E-16</c:v>
                </c:pt>
                <c:pt idx="1326">
                  <c:v>1.4802973661668753E-16</c:v>
                </c:pt>
                <c:pt idx="1327">
                  <c:v>1.4802973661668753E-16</c:v>
                </c:pt>
                <c:pt idx="1328">
                  <c:v>1.4802973661668753E-16</c:v>
                </c:pt>
                <c:pt idx="1329">
                  <c:v>1.4802973661668753E-16</c:v>
                </c:pt>
                <c:pt idx="1330">
                  <c:v>1.4802973661668753E-16</c:v>
                </c:pt>
                <c:pt idx="1331">
                  <c:v>1.4802973661668753E-16</c:v>
                </c:pt>
                <c:pt idx="1332">
                  <c:v>1.4802973661668753E-16</c:v>
                </c:pt>
                <c:pt idx="1333">
                  <c:v>1.4802973661668753E-16</c:v>
                </c:pt>
                <c:pt idx="1334">
                  <c:v>1.4802973661668753E-16</c:v>
                </c:pt>
                <c:pt idx="1335">
                  <c:v>1.4802973661668753E-16</c:v>
                </c:pt>
                <c:pt idx="1336">
                  <c:v>1.4802973661668753E-16</c:v>
                </c:pt>
                <c:pt idx="1337">
                  <c:v>1.4802973661668753E-16</c:v>
                </c:pt>
                <c:pt idx="1338">
                  <c:v>1.4802973661668753E-16</c:v>
                </c:pt>
                <c:pt idx="1339">
                  <c:v>1.4802973661668753E-16</c:v>
                </c:pt>
                <c:pt idx="1340">
                  <c:v>1.4802973661668753E-16</c:v>
                </c:pt>
                <c:pt idx="1341">
                  <c:v>1.4802973661668753E-16</c:v>
                </c:pt>
                <c:pt idx="1342">
                  <c:v>1.4802973661668753E-16</c:v>
                </c:pt>
                <c:pt idx="1343">
                  <c:v>1.4802973661668753E-16</c:v>
                </c:pt>
                <c:pt idx="1344">
                  <c:v>1.4802973661668753E-16</c:v>
                </c:pt>
                <c:pt idx="1345">
                  <c:v>1.4802973661668753E-16</c:v>
                </c:pt>
                <c:pt idx="1346">
                  <c:v>1.4802973661668753E-16</c:v>
                </c:pt>
                <c:pt idx="1347">
                  <c:v>1.4802973661668753E-16</c:v>
                </c:pt>
                <c:pt idx="1348">
                  <c:v>1.4802973661668753E-16</c:v>
                </c:pt>
                <c:pt idx="1349">
                  <c:v>1.4802973661668753E-16</c:v>
                </c:pt>
                <c:pt idx="1350">
                  <c:v>1.4802973661668753E-16</c:v>
                </c:pt>
                <c:pt idx="1351">
                  <c:v>1.4802973661668753E-16</c:v>
                </c:pt>
                <c:pt idx="1352">
                  <c:v>1.4802973661668753E-16</c:v>
                </c:pt>
                <c:pt idx="1353">
                  <c:v>1.4802973661668753E-16</c:v>
                </c:pt>
                <c:pt idx="1354">
                  <c:v>1.4802973661668753E-16</c:v>
                </c:pt>
                <c:pt idx="1355">
                  <c:v>1.4802973661668753E-16</c:v>
                </c:pt>
                <c:pt idx="1356">
                  <c:v>1.4802973661668753E-16</c:v>
                </c:pt>
                <c:pt idx="1357">
                  <c:v>1.4802973661668753E-16</c:v>
                </c:pt>
                <c:pt idx="1358">
                  <c:v>1.4802973661668753E-16</c:v>
                </c:pt>
                <c:pt idx="1359">
                  <c:v>1.4802973661668753E-16</c:v>
                </c:pt>
                <c:pt idx="1360">
                  <c:v>1.4802973661668753E-16</c:v>
                </c:pt>
                <c:pt idx="1361">
                  <c:v>1.4802973661668753E-16</c:v>
                </c:pt>
                <c:pt idx="1362">
                  <c:v>1.4802973661668753E-16</c:v>
                </c:pt>
                <c:pt idx="1363">
                  <c:v>1.4802973661668753E-16</c:v>
                </c:pt>
                <c:pt idx="1364">
                  <c:v>1.4802973661668753E-16</c:v>
                </c:pt>
                <c:pt idx="1365">
                  <c:v>1.4802973661668753E-16</c:v>
                </c:pt>
                <c:pt idx="1366">
                  <c:v>1.4802973661668753E-16</c:v>
                </c:pt>
                <c:pt idx="1367">
                  <c:v>1.4802973661668753E-16</c:v>
                </c:pt>
                <c:pt idx="1368">
                  <c:v>1.4802973661668753E-16</c:v>
                </c:pt>
                <c:pt idx="1369">
                  <c:v>1.4802973661668753E-16</c:v>
                </c:pt>
                <c:pt idx="1370">
                  <c:v>1.4802973661668753E-16</c:v>
                </c:pt>
                <c:pt idx="1371">
                  <c:v>1.4802973661668753E-16</c:v>
                </c:pt>
                <c:pt idx="1372">
                  <c:v>1.4802973661668753E-16</c:v>
                </c:pt>
                <c:pt idx="1373">
                  <c:v>1.4802973661668753E-16</c:v>
                </c:pt>
                <c:pt idx="1374">
                  <c:v>1.4802973661668753E-16</c:v>
                </c:pt>
                <c:pt idx="1375">
                  <c:v>1.4802973661668753E-16</c:v>
                </c:pt>
                <c:pt idx="1376">
                  <c:v>1.4802973661668753E-16</c:v>
                </c:pt>
                <c:pt idx="1377">
                  <c:v>1.4802973661668753E-16</c:v>
                </c:pt>
                <c:pt idx="1378">
                  <c:v>1.4802973661668753E-16</c:v>
                </c:pt>
                <c:pt idx="1379">
                  <c:v>1.4802973661668753E-16</c:v>
                </c:pt>
                <c:pt idx="1380">
                  <c:v>1.4802973661668753E-16</c:v>
                </c:pt>
                <c:pt idx="1381">
                  <c:v>1.4802973661668753E-16</c:v>
                </c:pt>
                <c:pt idx="1382">
                  <c:v>1.4802973661668753E-16</c:v>
                </c:pt>
                <c:pt idx="1383">
                  <c:v>1.4802973661668753E-16</c:v>
                </c:pt>
                <c:pt idx="1384">
                  <c:v>1.4802973661668753E-16</c:v>
                </c:pt>
                <c:pt idx="1385">
                  <c:v>1.4802973661668753E-16</c:v>
                </c:pt>
                <c:pt idx="1386">
                  <c:v>1.4802973661668753E-16</c:v>
                </c:pt>
                <c:pt idx="1387">
                  <c:v>1.4802973661668753E-16</c:v>
                </c:pt>
                <c:pt idx="1388">
                  <c:v>1.4802973661668753E-16</c:v>
                </c:pt>
                <c:pt idx="1389">
                  <c:v>1.4802973661668753E-16</c:v>
                </c:pt>
                <c:pt idx="1390">
                  <c:v>1.4802973661668753E-16</c:v>
                </c:pt>
                <c:pt idx="1391">
                  <c:v>1.4802973661668753E-16</c:v>
                </c:pt>
                <c:pt idx="1392">
                  <c:v>1.4802973661668753E-16</c:v>
                </c:pt>
                <c:pt idx="1393">
                  <c:v>1.4802973661668753E-16</c:v>
                </c:pt>
                <c:pt idx="1394">
                  <c:v>1.4802973661668753E-16</c:v>
                </c:pt>
                <c:pt idx="1395">
                  <c:v>1.4802973661668753E-16</c:v>
                </c:pt>
                <c:pt idx="1396">
                  <c:v>1.4802973661668753E-16</c:v>
                </c:pt>
                <c:pt idx="1397">
                  <c:v>1.4802973661668753E-16</c:v>
                </c:pt>
                <c:pt idx="1398">
                  <c:v>1.4802973661668753E-16</c:v>
                </c:pt>
                <c:pt idx="1399">
                  <c:v>1.4802973661668753E-16</c:v>
                </c:pt>
                <c:pt idx="1400">
                  <c:v>1.4802973661668753E-16</c:v>
                </c:pt>
                <c:pt idx="1401">
                  <c:v>1.4802973661668753E-16</c:v>
                </c:pt>
                <c:pt idx="1402">
                  <c:v>1.4802973661668753E-16</c:v>
                </c:pt>
                <c:pt idx="1403">
                  <c:v>1.4802973661668753E-16</c:v>
                </c:pt>
                <c:pt idx="1404">
                  <c:v>1.4802973661668753E-16</c:v>
                </c:pt>
                <c:pt idx="1405">
                  <c:v>1.4802973661668753E-16</c:v>
                </c:pt>
                <c:pt idx="1406">
                  <c:v>1.4802973661668753E-16</c:v>
                </c:pt>
                <c:pt idx="1407">
                  <c:v>1.4802973661668753E-16</c:v>
                </c:pt>
                <c:pt idx="1408">
                  <c:v>1.4802973661668753E-16</c:v>
                </c:pt>
                <c:pt idx="1409">
                  <c:v>1.4802973661668753E-16</c:v>
                </c:pt>
                <c:pt idx="1410">
                  <c:v>1.4802973661668753E-16</c:v>
                </c:pt>
                <c:pt idx="1411">
                  <c:v>1.4802973661668753E-16</c:v>
                </c:pt>
                <c:pt idx="1412">
                  <c:v>1.4802973661668753E-16</c:v>
                </c:pt>
                <c:pt idx="1413">
                  <c:v>1.4802973661668753E-16</c:v>
                </c:pt>
                <c:pt idx="1414">
                  <c:v>1.4802973661668753E-16</c:v>
                </c:pt>
                <c:pt idx="1415">
                  <c:v>1.4802973661668753E-16</c:v>
                </c:pt>
                <c:pt idx="1416">
                  <c:v>1.4802973661668753E-16</c:v>
                </c:pt>
                <c:pt idx="1417">
                  <c:v>1.4802973661668753E-16</c:v>
                </c:pt>
                <c:pt idx="1418">
                  <c:v>1.4802973661668753E-16</c:v>
                </c:pt>
                <c:pt idx="1419">
                  <c:v>1.4802973661668753E-16</c:v>
                </c:pt>
                <c:pt idx="1420">
                  <c:v>1.4802973661668753E-16</c:v>
                </c:pt>
                <c:pt idx="1421">
                  <c:v>1.4802973661668753E-16</c:v>
                </c:pt>
                <c:pt idx="1422">
                  <c:v>1.4802973661668753E-16</c:v>
                </c:pt>
                <c:pt idx="1423">
                  <c:v>1.4802973661668753E-16</c:v>
                </c:pt>
                <c:pt idx="1424">
                  <c:v>1.4802973661668753E-16</c:v>
                </c:pt>
                <c:pt idx="1425">
                  <c:v>1.4802973661668753E-16</c:v>
                </c:pt>
                <c:pt idx="1426">
                  <c:v>1.4802973661668753E-16</c:v>
                </c:pt>
                <c:pt idx="1427">
                  <c:v>1.4802973661668753E-16</c:v>
                </c:pt>
                <c:pt idx="1428">
                  <c:v>1.4802973661668753E-16</c:v>
                </c:pt>
                <c:pt idx="1429">
                  <c:v>1.4802973661668753E-16</c:v>
                </c:pt>
                <c:pt idx="1430">
                  <c:v>1.4802973661668753E-16</c:v>
                </c:pt>
                <c:pt idx="1431">
                  <c:v>1.4802973661668753E-16</c:v>
                </c:pt>
                <c:pt idx="1432">
                  <c:v>1.4802973661668753E-16</c:v>
                </c:pt>
                <c:pt idx="1433">
                  <c:v>1.4802973661668753E-16</c:v>
                </c:pt>
                <c:pt idx="1434">
                  <c:v>1.4802973661668753E-16</c:v>
                </c:pt>
                <c:pt idx="1435">
                  <c:v>1.4802973661668753E-16</c:v>
                </c:pt>
                <c:pt idx="1436">
                  <c:v>1.4802973661668753E-16</c:v>
                </c:pt>
                <c:pt idx="1437">
                  <c:v>1.4802973661668753E-16</c:v>
                </c:pt>
                <c:pt idx="1438">
                  <c:v>1.4802973661668753E-16</c:v>
                </c:pt>
                <c:pt idx="1439">
                  <c:v>1.4802973661668753E-16</c:v>
                </c:pt>
                <c:pt idx="1440">
                  <c:v>1.4802973661668753E-16</c:v>
                </c:pt>
                <c:pt idx="1441">
                  <c:v>1.4802973661668753E-16</c:v>
                </c:pt>
                <c:pt idx="1442">
                  <c:v>1.4802973661668753E-16</c:v>
                </c:pt>
                <c:pt idx="1443">
                  <c:v>1.4802973661668753E-16</c:v>
                </c:pt>
                <c:pt idx="1444">
                  <c:v>1.4802973661668753E-16</c:v>
                </c:pt>
                <c:pt idx="1445">
                  <c:v>1.4802973661668753E-16</c:v>
                </c:pt>
                <c:pt idx="1446">
                  <c:v>1.4802973661668753E-16</c:v>
                </c:pt>
                <c:pt idx="1447">
                  <c:v>1.4802973661668753E-16</c:v>
                </c:pt>
                <c:pt idx="1448">
                  <c:v>1.4802973661668753E-16</c:v>
                </c:pt>
                <c:pt idx="1449">
                  <c:v>1.4802973661668753E-16</c:v>
                </c:pt>
                <c:pt idx="1450">
                  <c:v>1.4802973661668753E-16</c:v>
                </c:pt>
                <c:pt idx="1451">
                  <c:v>1.4802973661668753E-16</c:v>
                </c:pt>
                <c:pt idx="1452">
                  <c:v>1.4802973661668753E-16</c:v>
                </c:pt>
                <c:pt idx="1453">
                  <c:v>1.4802973661668753E-16</c:v>
                </c:pt>
                <c:pt idx="1454">
                  <c:v>1.4802973661668753E-16</c:v>
                </c:pt>
                <c:pt idx="1455">
                  <c:v>1.4802973661668753E-16</c:v>
                </c:pt>
                <c:pt idx="1456">
                  <c:v>1.4802973661668753E-16</c:v>
                </c:pt>
                <c:pt idx="1457">
                  <c:v>1.4802973661668753E-16</c:v>
                </c:pt>
                <c:pt idx="1458">
                  <c:v>1.4802973661668753E-16</c:v>
                </c:pt>
                <c:pt idx="1459">
                  <c:v>1.4802973661668753E-16</c:v>
                </c:pt>
                <c:pt idx="1460">
                  <c:v>1.4802973661668753E-16</c:v>
                </c:pt>
                <c:pt idx="1461">
                  <c:v>1.4802973661668753E-16</c:v>
                </c:pt>
                <c:pt idx="1462">
                  <c:v>1.4802973661668753E-16</c:v>
                </c:pt>
                <c:pt idx="1463">
                  <c:v>1.4802973661668753E-16</c:v>
                </c:pt>
                <c:pt idx="1464">
                  <c:v>1.4802973661668753E-16</c:v>
                </c:pt>
                <c:pt idx="1465">
                  <c:v>1.4802973661668753E-16</c:v>
                </c:pt>
                <c:pt idx="1466">
                  <c:v>1.4802973661668753E-16</c:v>
                </c:pt>
                <c:pt idx="1467">
                  <c:v>1.4802973661668753E-16</c:v>
                </c:pt>
                <c:pt idx="1468">
                  <c:v>1.4802973661668753E-16</c:v>
                </c:pt>
                <c:pt idx="1469">
                  <c:v>1.4802973661668753E-16</c:v>
                </c:pt>
                <c:pt idx="1470">
                  <c:v>1.4802973661668753E-16</c:v>
                </c:pt>
                <c:pt idx="1471">
                  <c:v>1.4802973661668753E-16</c:v>
                </c:pt>
                <c:pt idx="1472">
                  <c:v>1.4802973661668753E-16</c:v>
                </c:pt>
                <c:pt idx="1473">
                  <c:v>1.4802973661668753E-16</c:v>
                </c:pt>
                <c:pt idx="1474">
                  <c:v>1.4802973661668753E-16</c:v>
                </c:pt>
                <c:pt idx="1475">
                  <c:v>1.4802973661668753E-16</c:v>
                </c:pt>
                <c:pt idx="1476">
                  <c:v>1.4802973661668753E-16</c:v>
                </c:pt>
                <c:pt idx="1477">
                  <c:v>1.4802973661668753E-16</c:v>
                </c:pt>
                <c:pt idx="1478">
                  <c:v>1.4802973661668753E-16</c:v>
                </c:pt>
                <c:pt idx="1479">
                  <c:v>1.4802973661668753E-16</c:v>
                </c:pt>
                <c:pt idx="1480">
                  <c:v>1.4802973661668753E-16</c:v>
                </c:pt>
                <c:pt idx="1481">
                  <c:v>1.4802973661668753E-16</c:v>
                </c:pt>
                <c:pt idx="1482">
                  <c:v>1.4802973661668753E-16</c:v>
                </c:pt>
                <c:pt idx="1483">
                  <c:v>1.4802973661668753E-16</c:v>
                </c:pt>
                <c:pt idx="1484">
                  <c:v>1.4802973661668753E-16</c:v>
                </c:pt>
                <c:pt idx="1485">
                  <c:v>1.4802973661668753E-16</c:v>
                </c:pt>
                <c:pt idx="1486">
                  <c:v>1.4802973661668753E-16</c:v>
                </c:pt>
                <c:pt idx="1487">
                  <c:v>1.4802973661668753E-16</c:v>
                </c:pt>
                <c:pt idx="1488">
                  <c:v>1.4802973661668753E-16</c:v>
                </c:pt>
                <c:pt idx="1489">
                  <c:v>1.4802973661668753E-16</c:v>
                </c:pt>
                <c:pt idx="1490">
                  <c:v>1.4802973661668753E-16</c:v>
                </c:pt>
                <c:pt idx="1491">
                  <c:v>1.4802973661668753E-16</c:v>
                </c:pt>
                <c:pt idx="1492">
                  <c:v>1.4802973661668753E-16</c:v>
                </c:pt>
                <c:pt idx="1493">
                  <c:v>1.4802973661668753E-16</c:v>
                </c:pt>
                <c:pt idx="1494">
                  <c:v>1.4802973661668753E-16</c:v>
                </c:pt>
                <c:pt idx="1495">
                  <c:v>1.4802973661668753E-16</c:v>
                </c:pt>
                <c:pt idx="1496">
                  <c:v>1.4802973661668753E-16</c:v>
                </c:pt>
                <c:pt idx="1497">
                  <c:v>1.4802973661668753E-16</c:v>
                </c:pt>
                <c:pt idx="1498">
                  <c:v>1.4802973661668753E-16</c:v>
                </c:pt>
                <c:pt idx="1499">
                  <c:v>1.4802973661668753E-16</c:v>
                </c:pt>
                <c:pt idx="1500">
                  <c:v>1.4802973661668753E-16</c:v>
                </c:pt>
                <c:pt idx="1501">
                  <c:v>1.4802973661668753E-16</c:v>
                </c:pt>
                <c:pt idx="1502">
                  <c:v>1.4802973661668753E-16</c:v>
                </c:pt>
                <c:pt idx="1503">
                  <c:v>1.4802973661668753E-16</c:v>
                </c:pt>
                <c:pt idx="1504">
                  <c:v>1.4802973661668753E-16</c:v>
                </c:pt>
                <c:pt idx="1505">
                  <c:v>1.4802973661668753E-16</c:v>
                </c:pt>
                <c:pt idx="1506">
                  <c:v>1.4802973661668753E-16</c:v>
                </c:pt>
                <c:pt idx="1507">
                  <c:v>1.4802973661668753E-16</c:v>
                </c:pt>
                <c:pt idx="1508">
                  <c:v>1.4802973661668753E-16</c:v>
                </c:pt>
                <c:pt idx="1509">
                  <c:v>1.4802973661668753E-16</c:v>
                </c:pt>
                <c:pt idx="1510">
                  <c:v>1.4802973661668753E-16</c:v>
                </c:pt>
                <c:pt idx="1511">
                  <c:v>1.4802973661668753E-16</c:v>
                </c:pt>
                <c:pt idx="1512">
                  <c:v>1.4802973661668753E-16</c:v>
                </c:pt>
                <c:pt idx="1513">
                  <c:v>1.4802973661668753E-16</c:v>
                </c:pt>
                <c:pt idx="1514">
                  <c:v>1.4802973661668753E-16</c:v>
                </c:pt>
                <c:pt idx="1515">
                  <c:v>1.4802973661668753E-16</c:v>
                </c:pt>
                <c:pt idx="1516">
                  <c:v>1.4802973661668753E-16</c:v>
                </c:pt>
                <c:pt idx="1517">
                  <c:v>1.4802973661668753E-16</c:v>
                </c:pt>
                <c:pt idx="1518">
                  <c:v>1.4802973661668753E-16</c:v>
                </c:pt>
                <c:pt idx="1519">
                  <c:v>1.4802973661668753E-16</c:v>
                </c:pt>
                <c:pt idx="1520">
                  <c:v>1.4802973661668753E-16</c:v>
                </c:pt>
                <c:pt idx="1521">
                  <c:v>1.4802973661668753E-16</c:v>
                </c:pt>
                <c:pt idx="1522">
                  <c:v>1.4802973661668753E-16</c:v>
                </c:pt>
                <c:pt idx="1523">
                  <c:v>1.4802973661668753E-16</c:v>
                </c:pt>
                <c:pt idx="1524">
                  <c:v>1.4802973661668753E-16</c:v>
                </c:pt>
                <c:pt idx="1525">
                  <c:v>1.4802973661668753E-16</c:v>
                </c:pt>
                <c:pt idx="1526">
                  <c:v>1.4802973661668753E-16</c:v>
                </c:pt>
                <c:pt idx="1527">
                  <c:v>1.4802973661668753E-16</c:v>
                </c:pt>
                <c:pt idx="1528">
                  <c:v>1.4802973661668753E-16</c:v>
                </c:pt>
                <c:pt idx="1529">
                  <c:v>1.4802973661668753E-16</c:v>
                </c:pt>
                <c:pt idx="1530">
                  <c:v>1.4802973661668753E-16</c:v>
                </c:pt>
                <c:pt idx="1531">
                  <c:v>1.4802973661668753E-16</c:v>
                </c:pt>
                <c:pt idx="1532">
                  <c:v>1.4802973661668753E-16</c:v>
                </c:pt>
                <c:pt idx="1533">
                  <c:v>1.4802973661668753E-16</c:v>
                </c:pt>
                <c:pt idx="1534">
                  <c:v>1.4802973661668753E-16</c:v>
                </c:pt>
                <c:pt idx="1535">
                  <c:v>1.4802973661668753E-16</c:v>
                </c:pt>
                <c:pt idx="1536">
                  <c:v>1.4802973661668753E-16</c:v>
                </c:pt>
                <c:pt idx="1537">
                  <c:v>1.4802973661668753E-16</c:v>
                </c:pt>
                <c:pt idx="1538">
                  <c:v>1.4802973661668753E-16</c:v>
                </c:pt>
                <c:pt idx="1539">
                  <c:v>1.4802973661668753E-16</c:v>
                </c:pt>
                <c:pt idx="1540">
                  <c:v>1.4802973661668753E-16</c:v>
                </c:pt>
                <c:pt idx="1541">
                  <c:v>1.4802973661668753E-16</c:v>
                </c:pt>
                <c:pt idx="1542">
                  <c:v>1.4802973661668753E-16</c:v>
                </c:pt>
                <c:pt idx="1543">
                  <c:v>1.4802973661668753E-16</c:v>
                </c:pt>
                <c:pt idx="1544">
                  <c:v>1.4802973661668753E-16</c:v>
                </c:pt>
                <c:pt idx="1545">
                  <c:v>1.4802973661668753E-16</c:v>
                </c:pt>
                <c:pt idx="1546">
                  <c:v>1.4802973661668753E-16</c:v>
                </c:pt>
                <c:pt idx="1547">
                  <c:v>1.4802973661668753E-16</c:v>
                </c:pt>
                <c:pt idx="1548">
                  <c:v>1.4802973661668753E-16</c:v>
                </c:pt>
                <c:pt idx="1549">
                  <c:v>1.4802973661668753E-16</c:v>
                </c:pt>
                <c:pt idx="1550">
                  <c:v>1.4802973661668753E-16</c:v>
                </c:pt>
                <c:pt idx="1551">
                  <c:v>1.4802973661668753E-16</c:v>
                </c:pt>
                <c:pt idx="1552">
                  <c:v>1.4802973661668753E-16</c:v>
                </c:pt>
                <c:pt idx="1553">
                  <c:v>1.4802973661668753E-16</c:v>
                </c:pt>
                <c:pt idx="1554">
                  <c:v>1.4802973661668753E-16</c:v>
                </c:pt>
                <c:pt idx="1555">
                  <c:v>1.4802973661668753E-16</c:v>
                </c:pt>
                <c:pt idx="1556">
                  <c:v>1.4802973661668753E-16</c:v>
                </c:pt>
                <c:pt idx="1557">
                  <c:v>1.4802973661668753E-16</c:v>
                </c:pt>
                <c:pt idx="1558">
                  <c:v>1.4802973661668753E-16</c:v>
                </c:pt>
                <c:pt idx="1559">
                  <c:v>1.4802973661668753E-16</c:v>
                </c:pt>
                <c:pt idx="1560">
                  <c:v>1.4802973661668753E-16</c:v>
                </c:pt>
                <c:pt idx="1561">
                  <c:v>1.4802973661668753E-16</c:v>
                </c:pt>
                <c:pt idx="1562">
                  <c:v>1.4802973661668753E-16</c:v>
                </c:pt>
                <c:pt idx="1563">
                  <c:v>1.4802973661668753E-16</c:v>
                </c:pt>
                <c:pt idx="1564">
                  <c:v>1.4802973661668753E-16</c:v>
                </c:pt>
                <c:pt idx="1565">
                  <c:v>1.4802973661668753E-16</c:v>
                </c:pt>
                <c:pt idx="1566">
                  <c:v>1.4802973661668753E-16</c:v>
                </c:pt>
                <c:pt idx="1567">
                  <c:v>1.4802973661668753E-16</c:v>
                </c:pt>
                <c:pt idx="1568">
                  <c:v>1.4802973661668753E-16</c:v>
                </c:pt>
                <c:pt idx="1569">
                  <c:v>1.4802973661668753E-16</c:v>
                </c:pt>
                <c:pt idx="1570">
                  <c:v>1.4802973661668753E-16</c:v>
                </c:pt>
                <c:pt idx="1571">
                  <c:v>1.4802973661668753E-16</c:v>
                </c:pt>
                <c:pt idx="1572">
                  <c:v>1.4802973661668753E-16</c:v>
                </c:pt>
                <c:pt idx="1573">
                  <c:v>1.4802973661668753E-16</c:v>
                </c:pt>
                <c:pt idx="1574">
                  <c:v>1.4802973661668753E-16</c:v>
                </c:pt>
                <c:pt idx="1575">
                  <c:v>1.4802973661668753E-16</c:v>
                </c:pt>
                <c:pt idx="1576">
                  <c:v>1.4802973661668753E-16</c:v>
                </c:pt>
                <c:pt idx="1577">
                  <c:v>1.4802973661668753E-16</c:v>
                </c:pt>
                <c:pt idx="1578">
                  <c:v>1.4802973661668753E-16</c:v>
                </c:pt>
                <c:pt idx="1579">
                  <c:v>1.4802973661668753E-16</c:v>
                </c:pt>
                <c:pt idx="1580">
                  <c:v>1.4802973661668753E-16</c:v>
                </c:pt>
                <c:pt idx="1581">
                  <c:v>1.4802973661668753E-16</c:v>
                </c:pt>
                <c:pt idx="1582">
                  <c:v>1.4802973661668753E-16</c:v>
                </c:pt>
                <c:pt idx="1583">
                  <c:v>1.4802973661668753E-16</c:v>
                </c:pt>
                <c:pt idx="1584">
                  <c:v>1.4802973661668753E-16</c:v>
                </c:pt>
                <c:pt idx="1585">
                  <c:v>1.4802973661668753E-16</c:v>
                </c:pt>
                <c:pt idx="1586">
                  <c:v>1.4802973661668753E-16</c:v>
                </c:pt>
                <c:pt idx="1587">
                  <c:v>1.4802973661668753E-16</c:v>
                </c:pt>
                <c:pt idx="1588">
                  <c:v>1.4802973661668753E-16</c:v>
                </c:pt>
                <c:pt idx="1589">
                  <c:v>1.4802973661668753E-16</c:v>
                </c:pt>
                <c:pt idx="1590">
                  <c:v>1.4802973661668753E-16</c:v>
                </c:pt>
                <c:pt idx="1591">
                  <c:v>1.4802973661668753E-16</c:v>
                </c:pt>
                <c:pt idx="1592">
                  <c:v>1.4802973661668753E-16</c:v>
                </c:pt>
                <c:pt idx="1593">
                  <c:v>1.4802973661668753E-16</c:v>
                </c:pt>
                <c:pt idx="1594">
                  <c:v>1.4802973661668753E-16</c:v>
                </c:pt>
                <c:pt idx="1595">
                  <c:v>1.4802973661668753E-16</c:v>
                </c:pt>
                <c:pt idx="1596">
                  <c:v>1.4802973661668753E-16</c:v>
                </c:pt>
                <c:pt idx="1597">
                  <c:v>1.4802973661668753E-16</c:v>
                </c:pt>
                <c:pt idx="1598">
                  <c:v>1.4802973661668753E-16</c:v>
                </c:pt>
                <c:pt idx="1599">
                  <c:v>1.4802973661668753E-16</c:v>
                </c:pt>
                <c:pt idx="1600">
                  <c:v>1.4802973661668753E-16</c:v>
                </c:pt>
                <c:pt idx="1601">
                  <c:v>1.4802973661668753E-16</c:v>
                </c:pt>
                <c:pt idx="1602">
                  <c:v>1.4802973661668753E-16</c:v>
                </c:pt>
                <c:pt idx="1603">
                  <c:v>1.4802973661668753E-16</c:v>
                </c:pt>
                <c:pt idx="1604">
                  <c:v>1.4802973661668753E-16</c:v>
                </c:pt>
                <c:pt idx="1605">
                  <c:v>1.4802973661668753E-16</c:v>
                </c:pt>
                <c:pt idx="1606">
                  <c:v>1.4802973661668753E-16</c:v>
                </c:pt>
                <c:pt idx="1607">
                  <c:v>1.4802973661668753E-16</c:v>
                </c:pt>
                <c:pt idx="1608">
                  <c:v>1.4802973661668753E-16</c:v>
                </c:pt>
                <c:pt idx="1609">
                  <c:v>1.4802973661668753E-16</c:v>
                </c:pt>
                <c:pt idx="1610">
                  <c:v>1.4802973661668753E-16</c:v>
                </c:pt>
                <c:pt idx="1611">
                  <c:v>1.4802973661668753E-16</c:v>
                </c:pt>
                <c:pt idx="1612">
                  <c:v>1.4802973661668753E-16</c:v>
                </c:pt>
                <c:pt idx="1613">
                  <c:v>1.4802973661668753E-16</c:v>
                </c:pt>
                <c:pt idx="1614">
                  <c:v>1.4802973661668753E-16</c:v>
                </c:pt>
                <c:pt idx="1615">
                  <c:v>1.4802973661668753E-16</c:v>
                </c:pt>
                <c:pt idx="1616">
                  <c:v>1.4802973661668753E-16</c:v>
                </c:pt>
                <c:pt idx="1617">
                  <c:v>1.4802973661668753E-16</c:v>
                </c:pt>
                <c:pt idx="1618">
                  <c:v>1.4802973661668753E-16</c:v>
                </c:pt>
                <c:pt idx="1619">
                  <c:v>1.4802973661668753E-16</c:v>
                </c:pt>
                <c:pt idx="1620">
                  <c:v>1.4802973661668753E-16</c:v>
                </c:pt>
                <c:pt idx="1621">
                  <c:v>1.4802973661668753E-16</c:v>
                </c:pt>
                <c:pt idx="1622">
                  <c:v>1.4802973661668753E-16</c:v>
                </c:pt>
                <c:pt idx="1623">
                  <c:v>1.4802973661668753E-16</c:v>
                </c:pt>
                <c:pt idx="1624">
                  <c:v>1.4802973661668753E-16</c:v>
                </c:pt>
                <c:pt idx="1625">
                  <c:v>1.4802973661668753E-16</c:v>
                </c:pt>
                <c:pt idx="1626">
                  <c:v>1.4802973661668753E-16</c:v>
                </c:pt>
                <c:pt idx="1627">
                  <c:v>1.4802973661668753E-16</c:v>
                </c:pt>
                <c:pt idx="1628">
                  <c:v>1.4802973661668753E-16</c:v>
                </c:pt>
                <c:pt idx="1629">
                  <c:v>1.4802973661668753E-16</c:v>
                </c:pt>
                <c:pt idx="1630">
                  <c:v>1.4802973661668753E-16</c:v>
                </c:pt>
                <c:pt idx="1631">
                  <c:v>1.4802973661668753E-16</c:v>
                </c:pt>
                <c:pt idx="1632">
                  <c:v>1.4802973661668753E-16</c:v>
                </c:pt>
                <c:pt idx="1633">
                  <c:v>1.4802973661668753E-16</c:v>
                </c:pt>
                <c:pt idx="1634">
                  <c:v>1.4802973661668753E-16</c:v>
                </c:pt>
                <c:pt idx="1635">
                  <c:v>1.4802973661668753E-16</c:v>
                </c:pt>
                <c:pt idx="1636">
                  <c:v>1.4802973661668753E-16</c:v>
                </c:pt>
                <c:pt idx="1637">
                  <c:v>1.4802973661668753E-16</c:v>
                </c:pt>
                <c:pt idx="1638">
                  <c:v>1.4802973661668753E-16</c:v>
                </c:pt>
                <c:pt idx="1639">
                  <c:v>1.4802973661668753E-16</c:v>
                </c:pt>
                <c:pt idx="1640">
                  <c:v>1.4802973661668753E-16</c:v>
                </c:pt>
                <c:pt idx="1641">
                  <c:v>1.4802973661668753E-16</c:v>
                </c:pt>
                <c:pt idx="1642">
                  <c:v>1.4802973661668753E-16</c:v>
                </c:pt>
                <c:pt idx="1643">
                  <c:v>1.4802973661668753E-16</c:v>
                </c:pt>
                <c:pt idx="1644">
                  <c:v>1.4802973661668753E-16</c:v>
                </c:pt>
                <c:pt idx="1645">
                  <c:v>1.4802973661668753E-16</c:v>
                </c:pt>
                <c:pt idx="1646">
                  <c:v>1.4802973661668753E-16</c:v>
                </c:pt>
                <c:pt idx="1647">
                  <c:v>1.4802973661668753E-16</c:v>
                </c:pt>
                <c:pt idx="1648">
                  <c:v>1.4802973661668753E-16</c:v>
                </c:pt>
                <c:pt idx="1649">
                  <c:v>1.4802973661668753E-16</c:v>
                </c:pt>
                <c:pt idx="1650">
                  <c:v>1.4802973661668753E-16</c:v>
                </c:pt>
                <c:pt idx="1651">
                  <c:v>1.4802973661668753E-16</c:v>
                </c:pt>
                <c:pt idx="1652">
                  <c:v>1.4802973661668753E-16</c:v>
                </c:pt>
                <c:pt idx="1653">
                  <c:v>1.4802973661668753E-16</c:v>
                </c:pt>
                <c:pt idx="1654">
                  <c:v>1.4802973661668753E-16</c:v>
                </c:pt>
                <c:pt idx="1655">
                  <c:v>1.4802973661668753E-16</c:v>
                </c:pt>
                <c:pt idx="1656">
                  <c:v>1.4802973661668753E-16</c:v>
                </c:pt>
                <c:pt idx="1657">
                  <c:v>1.4802973661668753E-16</c:v>
                </c:pt>
                <c:pt idx="1658">
                  <c:v>1.4802973661668753E-16</c:v>
                </c:pt>
                <c:pt idx="1659">
                  <c:v>1.4802973661668753E-16</c:v>
                </c:pt>
                <c:pt idx="1660">
                  <c:v>1.4802973661668753E-16</c:v>
                </c:pt>
                <c:pt idx="1661">
                  <c:v>1.4802973661668753E-16</c:v>
                </c:pt>
                <c:pt idx="1662">
                  <c:v>1.4802973661668753E-16</c:v>
                </c:pt>
                <c:pt idx="1663">
                  <c:v>1.4802973661668753E-16</c:v>
                </c:pt>
                <c:pt idx="1664">
                  <c:v>1.4802973661668753E-16</c:v>
                </c:pt>
                <c:pt idx="1665">
                  <c:v>1.4802973661668753E-16</c:v>
                </c:pt>
                <c:pt idx="1666">
                  <c:v>1.4802973661668753E-16</c:v>
                </c:pt>
                <c:pt idx="1667">
                  <c:v>1.4802973661668753E-16</c:v>
                </c:pt>
                <c:pt idx="1668">
                  <c:v>1.4802973661668753E-16</c:v>
                </c:pt>
                <c:pt idx="1669">
                  <c:v>1.4802973661668753E-16</c:v>
                </c:pt>
                <c:pt idx="1670">
                  <c:v>1.4802973661668753E-16</c:v>
                </c:pt>
                <c:pt idx="1671">
                  <c:v>1.4802973661668753E-16</c:v>
                </c:pt>
                <c:pt idx="1672">
                  <c:v>1.4802973661668753E-16</c:v>
                </c:pt>
                <c:pt idx="1673">
                  <c:v>1.4802973661668753E-16</c:v>
                </c:pt>
                <c:pt idx="1674">
                  <c:v>1.4802973661668753E-16</c:v>
                </c:pt>
                <c:pt idx="1675">
                  <c:v>1.4802973661668753E-16</c:v>
                </c:pt>
                <c:pt idx="1676">
                  <c:v>1.4802973661668753E-16</c:v>
                </c:pt>
                <c:pt idx="1677">
                  <c:v>1.4802973661668753E-16</c:v>
                </c:pt>
                <c:pt idx="1678">
                  <c:v>1.4802973661668753E-16</c:v>
                </c:pt>
                <c:pt idx="1679">
                  <c:v>1.4802973661668753E-16</c:v>
                </c:pt>
                <c:pt idx="1680">
                  <c:v>1.4802973661668753E-16</c:v>
                </c:pt>
                <c:pt idx="1681">
                  <c:v>1.4802973661668753E-16</c:v>
                </c:pt>
                <c:pt idx="1682">
                  <c:v>1.4802973661668753E-16</c:v>
                </c:pt>
                <c:pt idx="1683">
                  <c:v>1.4802973661668753E-16</c:v>
                </c:pt>
                <c:pt idx="1684">
                  <c:v>1.4802973661668753E-16</c:v>
                </c:pt>
                <c:pt idx="1685">
                  <c:v>1.4802973661668753E-16</c:v>
                </c:pt>
                <c:pt idx="1686">
                  <c:v>1.4802973661668753E-16</c:v>
                </c:pt>
                <c:pt idx="1687">
                  <c:v>1.4802973661668753E-16</c:v>
                </c:pt>
                <c:pt idx="1688">
                  <c:v>1.4802973661668753E-16</c:v>
                </c:pt>
                <c:pt idx="1689">
                  <c:v>1.4802973661668753E-16</c:v>
                </c:pt>
                <c:pt idx="1690">
                  <c:v>1.4802973661668753E-16</c:v>
                </c:pt>
                <c:pt idx="1691">
                  <c:v>1.4802973661668753E-16</c:v>
                </c:pt>
                <c:pt idx="1692">
                  <c:v>1.4802973661668753E-16</c:v>
                </c:pt>
                <c:pt idx="1693">
                  <c:v>1.4802973661668753E-16</c:v>
                </c:pt>
                <c:pt idx="1694">
                  <c:v>1.4802973661668753E-16</c:v>
                </c:pt>
                <c:pt idx="1695">
                  <c:v>1.4802973661668753E-16</c:v>
                </c:pt>
                <c:pt idx="1696">
                  <c:v>1.4802973661668753E-16</c:v>
                </c:pt>
                <c:pt idx="1697">
                  <c:v>1.4802973661668753E-16</c:v>
                </c:pt>
                <c:pt idx="1698">
                  <c:v>1.4802973661668753E-16</c:v>
                </c:pt>
                <c:pt idx="1699">
                  <c:v>1.4802973661668753E-16</c:v>
                </c:pt>
                <c:pt idx="1700">
                  <c:v>1.4802973661668753E-16</c:v>
                </c:pt>
                <c:pt idx="1701">
                  <c:v>1.4802973661668753E-16</c:v>
                </c:pt>
                <c:pt idx="1702">
                  <c:v>1.4802973661668753E-16</c:v>
                </c:pt>
                <c:pt idx="1703">
                  <c:v>1.4802973661668753E-16</c:v>
                </c:pt>
                <c:pt idx="1704">
                  <c:v>1.4802973661668753E-16</c:v>
                </c:pt>
                <c:pt idx="1705">
                  <c:v>1.4802973661668753E-16</c:v>
                </c:pt>
                <c:pt idx="1706">
                  <c:v>1.4802973661668753E-16</c:v>
                </c:pt>
                <c:pt idx="1707">
                  <c:v>1.4802973661668753E-16</c:v>
                </c:pt>
                <c:pt idx="1708">
                  <c:v>1.4802973661668753E-16</c:v>
                </c:pt>
                <c:pt idx="1709">
                  <c:v>1.4802973661668753E-16</c:v>
                </c:pt>
                <c:pt idx="1710">
                  <c:v>1.4802973661668753E-16</c:v>
                </c:pt>
                <c:pt idx="1711">
                  <c:v>1.4802973661668753E-16</c:v>
                </c:pt>
                <c:pt idx="1712">
                  <c:v>1.4802973661668753E-16</c:v>
                </c:pt>
                <c:pt idx="1713">
                  <c:v>1.4802973661668753E-16</c:v>
                </c:pt>
                <c:pt idx="1714">
                  <c:v>1.4802973661668753E-16</c:v>
                </c:pt>
                <c:pt idx="1715">
                  <c:v>1.4802973661668753E-16</c:v>
                </c:pt>
                <c:pt idx="1716">
                  <c:v>1.4802973661668753E-16</c:v>
                </c:pt>
                <c:pt idx="1717">
                  <c:v>1.4802973661668753E-16</c:v>
                </c:pt>
                <c:pt idx="1718">
                  <c:v>1.4802973661668753E-16</c:v>
                </c:pt>
                <c:pt idx="1719">
                  <c:v>1.4802973661668753E-16</c:v>
                </c:pt>
                <c:pt idx="1720">
                  <c:v>1.4802973661668753E-16</c:v>
                </c:pt>
                <c:pt idx="1721">
                  <c:v>1.4802973661668753E-16</c:v>
                </c:pt>
                <c:pt idx="1722">
                  <c:v>1.4802973661668753E-16</c:v>
                </c:pt>
                <c:pt idx="1723">
                  <c:v>1.4802973661668753E-16</c:v>
                </c:pt>
                <c:pt idx="1724">
                  <c:v>1.4802973661668753E-16</c:v>
                </c:pt>
                <c:pt idx="1725">
                  <c:v>1.4802973661668753E-16</c:v>
                </c:pt>
                <c:pt idx="1726">
                  <c:v>1.4802973661668753E-16</c:v>
                </c:pt>
                <c:pt idx="1727">
                  <c:v>1.4802973661668753E-16</c:v>
                </c:pt>
                <c:pt idx="1728">
                  <c:v>1.4802973661668753E-16</c:v>
                </c:pt>
                <c:pt idx="1729">
                  <c:v>1.4802973661668753E-16</c:v>
                </c:pt>
                <c:pt idx="1730">
                  <c:v>1.4802973661668753E-16</c:v>
                </c:pt>
                <c:pt idx="1731">
                  <c:v>1.4802973661668753E-16</c:v>
                </c:pt>
                <c:pt idx="1732">
                  <c:v>1.4802973661668753E-16</c:v>
                </c:pt>
                <c:pt idx="1733">
                  <c:v>1.4802973661668753E-16</c:v>
                </c:pt>
                <c:pt idx="1734">
                  <c:v>1.4802973661668753E-16</c:v>
                </c:pt>
                <c:pt idx="1735">
                  <c:v>1.4802973661668753E-16</c:v>
                </c:pt>
                <c:pt idx="1736">
                  <c:v>1.4802973661668753E-16</c:v>
                </c:pt>
                <c:pt idx="1737">
                  <c:v>1.4802973661668753E-16</c:v>
                </c:pt>
                <c:pt idx="1738">
                  <c:v>1.4802973661668753E-16</c:v>
                </c:pt>
                <c:pt idx="1739">
                  <c:v>1.4802973661668753E-16</c:v>
                </c:pt>
                <c:pt idx="1740">
                  <c:v>1.4802973661668753E-16</c:v>
                </c:pt>
                <c:pt idx="1741">
                  <c:v>1.4802973661668753E-16</c:v>
                </c:pt>
                <c:pt idx="1742">
                  <c:v>1.4802973661668753E-16</c:v>
                </c:pt>
                <c:pt idx="1743">
                  <c:v>1.4802973661668753E-16</c:v>
                </c:pt>
                <c:pt idx="1744">
                  <c:v>1.4802973661668753E-16</c:v>
                </c:pt>
                <c:pt idx="1745">
                  <c:v>1.4802973661668753E-16</c:v>
                </c:pt>
                <c:pt idx="1746">
                  <c:v>1.4802973661668753E-16</c:v>
                </c:pt>
                <c:pt idx="1747">
                  <c:v>1.4802973661668753E-16</c:v>
                </c:pt>
                <c:pt idx="1748">
                  <c:v>1.4802973661668753E-16</c:v>
                </c:pt>
                <c:pt idx="1749">
                  <c:v>1.4802973661668753E-16</c:v>
                </c:pt>
                <c:pt idx="1750">
                  <c:v>1.4802973661668753E-16</c:v>
                </c:pt>
                <c:pt idx="1751">
                  <c:v>1.4802973661668753E-16</c:v>
                </c:pt>
                <c:pt idx="1752">
                  <c:v>1.4802973661668753E-16</c:v>
                </c:pt>
                <c:pt idx="1753">
                  <c:v>1.4802973661668753E-16</c:v>
                </c:pt>
                <c:pt idx="1754">
                  <c:v>1.4802973661668753E-16</c:v>
                </c:pt>
                <c:pt idx="1755">
                  <c:v>1.4802973661668753E-16</c:v>
                </c:pt>
                <c:pt idx="1756">
                  <c:v>1.4802973661668753E-16</c:v>
                </c:pt>
                <c:pt idx="1757">
                  <c:v>1.4802973661668753E-16</c:v>
                </c:pt>
                <c:pt idx="1758">
                  <c:v>1.4802973661668753E-16</c:v>
                </c:pt>
                <c:pt idx="1759">
                  <c:v>1.4802973661668753E-16</c:v>
                </c:pt>
                <c:pt idx="1760">
                  <c:v>1.4802973661668753E-16</c:v>
                </c:pt>
                <c:pt idx="1761">
                  <c:v>1.4802973661668753E-16</c:v>
                </c:pt>
                <c:pt idx="1762">
                  <c:v>1.4802973661668753E-16</c:v>
                </c:pt>
                <c:pt idx="1763">
                  <c:v>1.4802973661668753E-16</c:v>
                </c:pt>
                <c:pt idx="1764">
                  <c:v>1.4802973661668753E-16</c:v>
                </c:pt>
                <c:pt idx="1765">
                  <c:v>1.4802973661668753E-16</c:v>
                </c:pt>
                <c:pt idx="1766">
                  <c:v>1.4802973661668753E-16</c:v>
                </c:pt>
                <c:pt idx="1767">
                  <c:v>1.4802973661668753E-16</c:v>
                </c:pt>
                <c:pt idx="1768">
                  <c:v>1.4802973661668753E-16</c:v>
                </c:pt>
                <c:pt idx="1769">
                  <c:v>1.4802973661668753E-16</c:v>
                </c:pt>
                <c:pt idx="1770">
                  <c:v>1.4802973661668753E-16</c:v>
                </c:pt>
                <c:pt idx="1771">
                  <c:v>1.4802973661668753E-16</c:v>
                </c:pt>
                <c:pt idx="1772">
                  <c:v>1.4802973661668753E-16</c:v>
                </c:pt>
                <c:pt idx="1773">
                  <c:v>1.4802973661668753E-16</c:v>
                </c:pt>
                <c:pt idx="1774">
                  <c:v>1.4802973661668753E-16</c:v>
                </c:pt>
                <c:pt idx="1775">
                  <c:v>1.4802973661668753E-16</c:v>
                </c:pt>
                <c:pt idx="1776">
                  <c:v>1.4802973661668753E-16</c:v>
                </c:pt>
                <c:pt idx="1777">
                  <c:v>1.4802973661668753E-16</c:v>
                </c:pt>
                <c:pt idx="1778">
                  <c:v>1.4802973661668753E-16</c:v>
                </c:pt>
                <c:pt idx="1779">
                  <c:v>1.4802973661668753E-16</c:v>
                </c:pt>
                <c:pt idx="1780">
                  <c:v>1.4802973661668753E-16</c:v>
                </c:pt>
                <c:pt idx="1781">
                  <c:v>1.4802973661668753E-16</c:v>
                </c:pt>
                <c:pt idx="1782">
                  <c:v>1.4802973661668753E-16</c:v>
                </c:pt>
                <c:pt idx="1783">
                  <c:v>1.4802973661668753E-16</c:v>
                </c:pt>
                <c:pt idx="1784">
                  <c:v>1.4802973661668753E-16</c:v>
                </c:pt>
                <c:pt idx="1785">
                  <c:v>1.4802973661668753E-16</c:v>
                </c:pt>
                <c:pt idx="1786">
                  <c:v>1.4802973661668753E-16</c:v>
                </c:pt>
                <c:pt idx="1787">
                  <c:v>1.4802973661668753E-16</c:v>
                </c:pt>
                <c:pt idx="1788">
                  <c:v>1.4802973661668753E-16</c:v>
                </c:pt>
                <c:pt idx="1789">
                  <c:v>1.4802973661668753E-16</c:v>
                </c:pt>
                <c:pt idx="1790">
                  <c:v>1.4802973661668753E-16</c:v>
                </c:pt>
                <c:pt idx="1791">
                  <c:v>1.4802973661668753E-16</c:v>
                </c:pt>
                <c:pt idx="1792">
                  <c:v>1.4802973661668753E-16</c:v>
                </c:pt>
                <c:pt idx="1793">
                  <c:v>1.4802973661668753E-16</c:v>
                </c:pt>
                <c:pt idx="1794">
                  <c:v>1.4802973661668753E-16</c:v>
                </c:pt>
                <c:pt idx="1795">
                  <c:v>1.4802973661668753E-16</c:v>
                </c:pt>
                <c:pt idx="1796">
                  <c:v>1.4802973661668753E-16</c:v>
                </c:pt>
                <c:pt idx="1797">
                  <c:v>1.4802973661668753E-16</c:v>
                </c:pt>
                <c:pt idx="1798">
                  <c:v>1.4802973661668753E-16</c:v>
                </c:pt>
                <c:pt idx="1799">
                  <c:v>1.4802973661668753E-16</c:v>
                </c:pt>
                <c:pt idx="1800">
                  <c:v>1.4802973661668753E-16</c:v>
                </c:pt>
                <c:pt idx="1801">
                  <c:v>1.4802973661668753E-16</c:v>
                </c:pt>
                <c:pt idx="1802">
                  <c:v>1.4802973661668753E-16</c:v>
                </c:pt>
                <c:pt idx="1803">
                  <c:v>1.4802973661668753E-16</c:v>
                </c:pt>
                <c:pt idx="1804">
                  <c:v>1.4802973661668753E-16</c:v>
                </c:pt>
                <c:pt idx="1805">
                  <c:v>1.4802973661668753E-16</c:v>
                </c:pt>
                <c:pt idx="1806">
                  <c:v>1.4802973661668753E-16</c:v>
                </c:pt>
                <c:pt idx="1807">
                  <c:v>1.4802973661668753E-16</c:v>
                </c:pt>
                <c:pt idx="1808">
                  <c:v>1.4802973661668753E-16</c:v>
                </c:pt>
                <c:pt idx="1809">
                  <c:v>1.4802973661668753E-16</c:v>
                </c:pt>
                <c:pt idx="1810">
                  <c:v>1.4802973661668753E-16</c:v>
                </c:pt>
                <c:pt idx="1811">
                  <c:v>1.4802973661668753E-16</c:v>
                </c:pt>
                <c:pt idx="1812">
                  <c:v>1.4802973661668753E-16</c:v>
                </c:pt>
                <c:pt idx="1813">
                  <c:v>1.4802973661668753E-16</c:v>
                </c:pt>
                <c:pt idx="1814">
                  <c:v>1.4802973661668753E-16</c:v>
                </c:pt>
                <c:pt idx="1815">
                  <c:v>1.4802973661668753E-16</c:v>
                </c:pt>
                <c:pt idx="1816">
                  <c:v>1.4802973661668753E-16</c:v>
                </c:pt>
                <c:pt idx="1817">
                  <c:v>1.4802973661668753E-16</c:v>
                </c:pt>
                <c:pt idx="1818">
                  <c:v>1.4802973661668753E-16</c:v>
                </c:pt>
                <c:pt idx="1819">
                  <c:v>1.4802973661668753E-16</c:v>
                </c:pt>
                <c:pt idx="1820">
                  <c:v>1.4802973661668753E-16</c:v>
                </c:pt>
                <c:pt idx="1821">
                  <c:v>1.4802973661668753E-16</c:v>
                </c:pt>
                <c:pt idx="1822">
                  <c:v>1.4802973661668753E-16</c:v>
                </c:pt>
                <c:pt idx="1823">
                  <c:v>1.4802973661668753E-16</c:v>
                </c:pt>
                <c:pt idx="1824">
                  <c:v>1.4802973661668753E-16</c:v>
                </c:pt>
                <c:pt idx="1825">
                  <c:v>1.4802973661668753E-16</c:v>
                </c:pt>
                <c:pt idx="1826">
                  <c:v>1.4802973661668753E-16</c:v>
                </c:pt>
                <c:pt idx="1827">
                  <c:v>1.4802973661668753E-16</c:v>
                </c:pt>
                <c:pt idx="1828">
                  <c:v>1.4802973661668753E-16</c:v>
                </c:pt>
                <c:pt idx="1829">
                  <c:v>1.4802973661668753E-16</c:v>
                </c:pt>
                <c:pt idx="1830">
                  <c:v>1.4802973661668753E-16</c:v>
                </c:pt>
                <c:pt idx="1831">
                  <c:v>1.4802973661668753E-16</c:v>
                </c:pt>
                <c:pt idx="1832">
                  <c:v>1.4802973661668753E-16</c:v>
                </c:pt>
                <c:pt idx="1833">
                  <c:v>1.4802973661668753E-16</c:v>
                </c:pt>
                <c:pt idx="1834">
                  <c:v>1.4802973661668753E-16</c:v>
                </c:pt>
                <c:pt idx="1835">
                  <c:v>1.4802973661668753E-16</c:v>
                </c:pt>
                <c:pt idx="1836">
                  <c:v>1.4802973661668753E-16</c:v>
                </c:pt>
                <c:pt idx="1837">
                  <c:v>1.4802973661668753E-16</c:v>
                </c:pt>
                <c:pt idx="1838">
                  <c:v>1.4802973661668753E-16</c:v>
                </c:pt>
                <c:pt idx="1839">
                  <c:v>1.4802973661668753E-16</c:v>
                </c:pt>
                <c:pt idx="1840">
                  <c:v>1.4802973661668753E-16</c:v>
                </c:pt>
                <c:pt idx="1841">
                  <c:v>1.4802973661668753E-16</c:v>
                </c:pt>
                <c:pt idx="1842">
                  <c:v>1.4802973661668753E-16</c:v>
                </c:pt>
                <c:pt idx="1843">
                  <c:v>1.4802973661668753E-16</c:v>
                </c:pt>
                <c:pt idx="1844">
                  <c:v>1.4802973661668753E-16</c:v>
                </c:pt>
                <c:pt idx="1845">
                  <c:v>1.4802973661668753E-16</c:v>
                </c:pt>
                <c:pt idx="1846">
                  <c:v>1.4802973661668753E-16</c:v>
                </c:pt>
                <c:pt idx="1847">
                  <c:v>1.4802973661668753E-16</c:v>
                </c:pt>
                <c:pt idx="1848">
                  <c:v>1.4802973661668753E-16</c:v>
                </c:pt>
                <c:pt idx="1849">
                  <c:v>1.4802973661668753E-16</c:v>
                </c:pt>
                <c:pt idx="1850">
                  <c:v>1.4802973661668753E-16</c:v>
                </c:pt>
                <c:pt idx="1851">
                  <c:v>1.4802973661668753E-16</c:v>
                </c:pt>
                <c:pt idx="1852">
                  <c:v>1.4802973661668753E-16</c:v>
                </c:pt>
                <c:pt idx="1853">
                  <c:v>1.4802973661668753E-16</c:v>
                </c:pt>
                <c:pt idx="1854">
                  <c:v>1.4802973661668753E-16</c:v>
                </c:pt>
                <c:pt idx="1855">
                  <c:v>1.4802973661668753E-16</c:v>
                </c:pt>
                <c:pt idx="1856">
                  <c:v>1.4802973661668753E-16</c:v>
                </c:pt>
                <c:pt idx="1857">
                  <c:v>1.4802973661668753E-16</c:v>
                </c:pt>
                <c:pt idx="1858">
                  <c:v>1.4802973661668753E-16</c:v>
                </c:pt>
                <c:pt idx="1859">
                  <c:v>1.4802973661668753E-16</c:v>
                </c:pt>
                <c:pt idx="1860">
                  <c:v>1.4802973661668753E-16</c:v>
                </c:pt>
                <c:pt idx="1861">
                  <c:v>1.4802973661668753E-16</c:v>
                </c:pt>
                <c:pt idx="1862">
                  <c:v>1.4802973661668753E-16</c:v>
                </c:pt>
                <c:pt idx="1863">
                  <c:v>1.4802973661668753E-16</c:v>
                </c:pt>
                <c:pt idx="1864">
                  <c:v>1.4802973661668753E-16</c:v>
                </c:pt>
                <c:pt idx="1865">
                  <c:v>1.4802973661668753E-16</c:v>
                </c:pt>
                <c:pt idx="1866">
                  <c:v>1.4802973661668753E-16</c:v>
                </c:pt>
                <c:pt idx="1867">
                  <c:v>1.4802973661668753E-16</c:v>
                </c:pt>
                <c:pt idx="1868">
                  <c:v>1.4802973661668753E-16</c:v>
                </c:pt>
                <c:pt idx="1869">
                  <c:v>1.4802973661668753E-16</c:v>
                </c:pt>
                <c:pt idx="1870">
                  <c:v>1.4802973661668753E-16</c:v>
                </c:pt>
                <c:pt idx="1871">
                  <c:v>1.4802973661668753E-16</c:v>
                </c:pt>
                <c:pt idx="1872">
                  <c:v>1.4802973661668753E-16</c:v>
                </c:pt>
                <c:pt idx="1873">
                  <c:v>1.4802973661668753E-16</c:v>
                </c:pt>
                <c:pt idx="1874">
                  <c:v>1.4802973661668753E-16</c:v>
                </c:pt>
                <c:pt idx="1875">
                  <c:v>1.4802973661668753E-16</c:v>
                </c:pt>
                <c:pt idx="1876">
                  <c:v>1.4802973661668753E-16</c:v>
                </c:pt>
                <c:pt idx="1877">
                  <c:v>1.4802973661668753E-16</c:v>
                </c:pt>
                <c:pt idx="1878">
                  <c:v>1.4802973661668753E-16</c:v>
                </c:pt>
                <c:pt idx="1879">
                  <c:v>1.4802973661668753E-16</c:v>
                </c:pt>
                <c:pt idx="1880">
                  <c:v>1.4802973661668753E-16</c:v>
                </c:pt>
                <c:pt idx="1881">
                  <c:v>1.4802973661668753E-16</c:v>
                </c:pt>
                <c:pt idx="1882">
                  <c:v>1.4802973661668753E-16</c:v>
                </c:pt>
                <c:pt idx="1883">
                  <c:v>1.4802973661668753E-16</c:v>
                </c:pt>
                <c:pt idx="1884">
                  <c:v>1.4802973661668753E-16</c:v>
                </c:pt>
                <c:pt idx="1885">
                  <c:v>1.4802973661668753E-16</c:v>
                </c:pt>
                <c:pt idx="1886">
                  <c:v>1.4802973661668753E-16</c:v>
                </c:pt>
                <c:pt idx="1887">
                  <c:v>1.4802973661668753E-16</c:v>
                </c:pt>
                <c:pt idx="1888">
                  <c:v>1.4802973661668753E-16</c:v>
                </c:pt>
                <c:pt idx="1889">
                  <c:v>1.4802973661668753E-16</c:v>
                </c:pt>
                <c:pt idx="1890">
                  <c:v>1.4802973661668753E-16</c:v>
                </c:pt>
                <c:pt idx="1891">
                  <c:v>1.4802973661668753E-16</c:v>
                </c:pt>
                <c:pt idx="1892">
                  <c:v>1.4802973661668753E-16</c:v>
                </c:pt>
                <c:pt idx="1893">
                  <c:v>1.4802973661668753E-16</c:v>
                </c:pt>
                <c:pt idx="1894">
                  <c:v>1.4802973661668753E-16</c:v>
                </c:pt>
                <c:pt idx="1895">
                  <c:v>1.4802973661668753E-16</c:v>
                </c:pt>
                <c:pt idx="1896">
                  <c:v>1.4802973661668753E-16</c:v>
                </c:pt>
                <c:pt idx="1897">
                  <c:v>1.4802973661668753E-16</c:v>
                </c:pt>
                <c:pt idx="1898">
                  <c:v>1.4802973661668753E-16</c:v>
                </c:pt>
                <c:pt idx="1899">
                  <c:v>1.4802973661668753E-16</c:v>
                </c:pt>
                <c:pt idx="1900">
                  <c:v>1.4802973661668753E-16</c:v>
                </c:pt>
                <c:pt idx="1901">
                  <c:v>1.4802973661668753E-16</c:v>
                </c:pt>
                <c:pt idx="1902">
                  <c:v>1.4802973661668753E-16</c:v>
                </c:pt>
                <c:pt idx="1903">
                  <c:v>1.4802973661668753E-16</c:v>
                </c:pt>
                <c:pt idx="1904">
                  <c:v>1.4802973661668753E-16</c:v>
                </c:pt>
                <c:pt idx="1905">
                  <c:v>1.4802973661668753E-16</c:v>
                </c:pt>
                <c:pt idx="1906">
                  <c:v>1.4802973661668753E-16</c:v>
                </c:pt>
                <c:pt idx="1907">
                  <c:v>1.4802973661668753E-16</c:v>
                </c:pt>
                <c:pt idx="1908">
                  <c:v>1.4802973661668753E-16</c:v>
                </c:pt>
                <c:pt idx="1909">
                  <c:v>1.4802973661668753E-16</c:v>
                </c:pt>
                <c:pt idx="1910">
                  <c:v>1.4802973661668753E-16</c:v>
                </c:pt>
                <c:pt idx="1911">
                  <c:v>1.4802973661668753E-16</c:v>
                </c:pt>
                <c:pt idx="1912">
                  <c:v>1.4802973661668753E-16</c:v>
                </c:pt>
                <c:pt idx="1913">
                  <c:v>1.4802973661668753E-16</c:v>
                </c:pt>
                <c:pt idx="1914">
                  <c:v>1.4802973661668753E-16</c:v>
                </c:pt>
                <c:pt idx="1915">
                  <c:v>1.4802973661668753E-16</c:v>
                </c:pt>
                <c:pt idx="1916">
                  <c:v>1.4802973661668753E-16</c:v>
                </c:pt>
                <c:pt idx="1917">
                  <c:v>1.4802973661668753E-16</c:v>
                </c:pt>
                <c:pt idx="1918">
                  <c:v>1.4802973661668753E-16</c:v>
                </c:pt>
                <c:pt idx="1919">
                  <c:v>1.4802973661668753E-16</c:v>
                </c:pt>
                <c:pt idx="1920">
                  <c:v>1.4802973661668753E-16</c:v>
                </c:pt>
                <c:pt idx="1921">
                  <c:v>1.4802973661668753E-16</c:v>
                </c:pt>
                <c:pt idx="1922">
                  <c:v>1.4802973661668753E-16</c:v>
                </c:pt>
                <c:pt idx="1923">
                  <c:v>1.4802973661668753E-16</c:v>
                </c:pt>
                <c:pt idx="1924">
                  <c:v>1.4802973661668753E-16</c:v>
                </c:pt>
                <c:pt idx="1925">
                  <c:v>1.4802973661668753E-16</c:v>
                </c:pt>
                <c:pt idx="1926">
                  <c:v>1.4802973661668753E-16</c:v>
                </c:pt>
                <c:pt idx="1927">
                  <c:v>1.4802973661668753E-16</c:v>
                </c:pt>
                <c:pt idx="1928">
                  <c:v>1.4802973661668753E-16</c:v>
                </c:pt>
                <c:pt idx="1929">
                  <c:v>1.4802973661668753E-16</c:v>
                </c:pt>
                <c:pt idx="1930">
                  <c:v>1.4802973661668753E-16</c:v>
                </c:pt>
                <c:pt idx="1931">
                  <c:v>1.4802973661668753E-16</c:v>
                </c:pt>
                <c:pt idx="1932">
                  <c:v>1.4802973661668753E-16</c:v>
                </c:pt>
                <c:pt idx="1933">
                  <c:v>1.4802973661668753E-16</c:v>
                </c:pt>
                <c:pt idx="1934">
                  <c:v>1.4802973661668753E-16</c:v>
                </c:pt>
                <c:pt idx="1935">
                  <c:v>1.4802973661668753E-16</c:v>
                </c:pt>
                <c:pt idx="1936">
                  <c:v>1.4802973661668753E-16</c:v>
                </c:pt>
                <c:pt idx="1937">
                  <c:v>1.4802973661668753E-16</c:v>
                </c:pt>
                <c:pt idx="1938">
                  <c:v>1.4802973661668753E-16</c:v>
                </c:pt>
                <c:pt idx="1939">
                  <c:v>1.4802973661668753E-16</c:v>
                </c:pt>
                <c:pt idx="1940">
                  <c:v>1.4802973661668753E-16</c:v>
                </c:pt>
                <c:pt idx="1941">
                  <c:v>1.4802973661668753E-16</c:v>
                </c:pt>
                <c:pt idx="1942">
                  <c:v>1.4802973661668753E-16</c:v>
                </c:pt>
                <c:pt idx="1943">
                  <c:v>1.4802973661668753E-16</c:v>
                </c:pt>
                <c:pt idx="1944">
                  <c:v>1.4802973661668753E-16</c:v>
                </c:pt>
                <c:pt idx="1945">
                  <c:v>1.4802973661668753E-16</c:v>
                </c:pt>
                <c:pt idx="1946">
                  <c:v>1.4802973661668753E-16</c:v>
                </c:pt>
                <c:pt idx="1947">
                  <c:v>1.4802973661668753E-16</c:v>
                </c:pt>
                <c:pt idx="1948">
                  <c:v>1.4802973661668753E-16</c:v>
                </c:pt>
                <c:pt idx="1949">
                  <c:v>1.4802973661668753E-16</c:v>
                </c:pt>
                <c:pt idx="1950">
                  <c:v>1.4802973661668753E-16</c:v>
                </c:pt>
                <c:pt idx="1951">
                  <c:v>1.4802973661668753E-16</c:v>
                </c:pt>
                <c:pt idx="1952">
                  <c:v>1.4802973661668753E-16</c:v>
                </c:pt>
                <c:pt idx="1953">
                  <c:v>1.4802973661668753E-16</c:v>
                </c:pt>
                <c:pt idx="1954">
                  <c:v>1.4802973661668753E-16</c:v>
                </c:pt>
                <c:pt idx="1955">
                  <c:v>1.4802973661668753E-16</c:v>
                </c:pt>
                <c:pt idx="1956">
                  <c:v>1.4802973661668753E-16</c:v>
                </c:pt>
                <c:pt idx="1957">
                  <c:v>1.4802973661668753E-16</c:v>
                </c:pt>
                <c:pt idx="1958">
                  <c:v>1.4802973661668753E-16</c:v>
                </c:pt>
                <c:pt idx="1959">
                  <c:v>1.4802973661668753E-16</c:v>
                </c:pt>
                <c:pt idx="1960">
                  <c:v>1.4802973661668753E-16</c:v>
                </c:pt>
                <c:pt idx="1961">
                  <c:v>1.4802973661668753E-16</c:v>
                </c:pt>
                <c:pt idx="1962">
                  <c:v>1.4802973661668753E-16</c:v>
                </c:pt>
                <c:pt idx="1963">
                  <c:v>1.4802973661668753E-16</c:v>
                </c:pt>
                <c:pt idx="1964">
                  <c:v>1.4802973661668753E-16</c:v>
                </c:pt>
                <c:pt idx="1965">
                  <c:v>1.4802973661668753E-16</c:v>
                </c:pt>
                <c:pt idx="1966">
                  <c:v>1.4802973661668753E-16</c:v>
                </c:pt>
                <c:pt idx="1967">
                  <c:v>1.4802973661668753E-16</c:v>
                </c:pt>
                <c:pt idx="1968">
                  <c:v>1.4802973661668753E-16</c:v>
                </c:pt>
                <c:pt idx="1969">
                  <c:v>1.4802973661668753E-16</c:v>
                </c:pt>
                <c:pt idx="1970">
                  <c:v>1.4802973661668753E-16</c:v>
                </c:pt>
                <c:pt idx="1971">
                  <c:v>1.4802973661668753E-16</c:v>
                </c:pt>
                <c:pt idx="1972">
                  <c:v>1.4802973661668753E-16</c:v>
                </c:pt>
                <c:pt idx="1973">
                  <c:v>1.4802973661668753E-16</c:v>
                </c:pt>
                <c:pt idx="1974">
                  <c:v>1.4802973661668753E-16</c:v>
                </c:pt>
                <c:pt idx="1975">
                  <c:v>1.4802973661668753E-16</c:v>
                </c:pt>
                <c:pt idx="1976">
                  <c:v>1.4802973661668753E-16</c:v>
                </c:pt>
                <c:pt idx="1977">
                  <c:v>1.4802973661668753E-16</c:v>
                </c:pt>
                <c:pt idx="1978">
                  <c:v>1.4802973661668753E-16</c:v>
                </c:pt>
                <c:pt idx="1979">
                  <c:v>1.4802973661668753E-16</c:v>
                </c:pt>
                <c:pt idx="1980">
                  <c:v>1.4802973661668753E-16</c:v>
                </c:pt>
                <c:pt idx="1981">
                  <c:v>1.4802973661668753E-16</c:v>
                </c:pt>
                <c:pt idx="1982">
                  <c:v>1.4802973661668753E-16</c:v>
                </c:pt>
                <c:pt idx="1983">
                  <c:v>1.4802973661668753E-16</c:v>
                </c:pt>
                <c:pt idx="1984">
                  <c:v>1.4802973661668753E-16</c:v>
                </c:pt>
                <c:pt idx="1985">
                  <c:v>1.4802973661668753E-16</c:v>
                </c:pt>
                <c:pt idx="1986">
                  <c:v>1.4802973661668753E-16</c:v>
                </c:pt>
                <c:pt idx="1987">
                  <c:v>1.4802973661668753E-16</c:v>
                </c:pt>
                <c:pt idx="1988">
                  <c:v>1.4802973661668753E-16</c:v>
                </c:pt>
                <c:pt idx="1989">
                  <c:v>1.4802973661668753E-16</c:v>
                </c:pt>
                <c:pt idx="1990">
                  <c:v>1.4802973661668753E-16</c:v>
                </c:pt>
                <c:pt idx="1991">
                  <c:v>1.4802973661668753E-16</c:v>
                </c:pt>
                <c:pt idx="1992">
                  <c:v>1.4802973661668753E-16</c:v>
                </c:pt>
                <c:pt idx="1993">
                  <c:v>1.4802973661668753E-16</c:v>
                </c:pt>
                <c:pt idx="1994">
                  <c:v>1.4802973661668753E-16</c:v>
                </c:pt>
                <c:pt idx="1995">
                  <c:v>1.4802973661668753E-16</c:v>
                </c:pt>
                <c:pt idx="1996">
                  <c:v>1.4802973661668753E-16</c:v>
                </c:pt>
                <c:pt idx="1997">
                  <c:v>1.4802973661668753E-16</c:v>
                </c:pt>
                <c:pt idx="1998">
                  <c:v>1.4802973661668753E-16</c:v>
                </c:pt>
                <c:pt idx="1999">
                  <c:v>1.4802973661668753E-16</c:v>
                </c:pt>
                <c:pt idx="2000">
                  <c:v>1.4802973661668753E-16</c:v>
                </c:pt>
                <c:pt idx="2001">
                  <c:v>1.4802973661668753E-16</c:v>
                </c:pt>
                <c:pt idx="2002">
                  <c:v>1.4802973661668753E-16</c:v>
                </c:pt>
                <c:pt idx="2003">
                  <c:v>1.4802973661668753E-16</c:v>
                </c:pt>
                <c:pt idx="2004">
                  <c:v>1.4802973661668753E-16</c:v>
                </c:pt>
                <c:pt idx="2005">
                  <c:v>1.4802973661668753E-16</c:v>
                </c:pt>
                <c:pt idx="2006">
                  <c:v>1.4802973661668753E-16</c:v>
                </c:pt>
                <c:pt idx="2007">
                  <c:v>1.4802973661668753E-16</c:v>
                </c:pt>
                <c:pt idx="2008">
                  <c:v>1.4802973661668753E-16</c:v>
                </c:pt>
                <c:pt idx="2009">
                  <c:v>1.4802973661668753E-16</c:v>
                </c:pt>
                <c:pt idx="2010">
                  <c:v>1.4802973661668753E-16</c:v>
                </c:pt>
                <c:pt idx="2011">
                  <c:v>1.4802973661668753E-16</c:v>
                </c:pt>
                <c:pt idx="2012">
                  <c:v>1.4802973661668753E-16</c:v>
                </c:pt>
                <c:pt idx="2013">
                  <c:v>1.4802973661668753E-16</c:v>
                </c:pt>
                <c:pt idx="2014">
                  <c:v>1.4802973661668753E-16</c:v>
                </c:pt>
                <c:pt idx="2015">
                  <c:v>1.4802973661668753E-16</c:v>
                </c:pt>
                <c:pt idx="2016">
                  <c:v>1.4802973661668753E-16</c:v>
                </c:pt>
                <c:pt idx="2017">
                  <c:v>1.4802973661668753E-16</c:v>
                </c:pt>
                <c:pt idx="2018">
                  <c:v>1.4802973661668753E-16</c:v>
                </c:pt>
                <c:pt idx="2019">
                  <c:v>1.4802973661668753E-16</c:v>
                </c:pt>
                <c:pt idx="2020">
                  <c:v>1.4802973661668753E-16</c:v>
                </c:pt>
                <c:pt idx="2021">
                  <c:v>1.4802973661668753E-16</c:v>
                </c:pt>
                <c:pt idx="2022">
                  <c:v>1.4802973661668753E-16</c:v>
                </c:pt>
                <c:pt idx="2023">
                  <c:v>1.4802973661668753E-16</c:v>
                </c:pt>
                <c:pt idx="2024">
                  <c:v>1.4802973661668753E-16</c:v>
                </c:pt>
                <c:pt idx="2025">
                  <c:v>1.4802973661668753E-16</c:v>
                </c:pt>
                <c:pt idx="2026">
                  <c:v>1.4802973661668753E-16</c:v>
                </c:pt>
                <c:pt idx="2027">
                  <c:v>1.4802973661668753E-16</c:v>
                </c:pt>
                <c:pt idx="2028">
                  <c:v>1.4802973661668753E-16</c:v>
                </c:pt>
                <c:pt idx="2029">
                  <c:v>1.4802973661668753E-16</c:v>
                </c:pt>
                <c:pt idx="2030">
                  <c:v>1.4802973661668753E-16</c:v>
                </c:pt>
                <c:pt idx="2031">
                  <c:v>1.4802973661668753E-16</c:v>
                </c:pt>
                <c:pt idx="2032">
                  <c:v>1.4802973661668753E-16</c:v>
                </c:pt>
                <c:pt idx="2033">
                  <c:v>1.4802973661668753E-16</c:v>
                </c:pt>
                <c:pt idx="2034">
                  <c:v>1.4802973661668753E-16</c:v>
                </c:pt>
                <c:pt idx="2035">
                  <c:v>1.4802973661668753E-16</c:v>
                </c:pt>
                <c:pt idx="2036">
                  <c:v>1.4802973661668753E-16</c:v>
                </c:pt>
                <c:pt idx="2037">
                  <c:v>1.4802973661668753E-16</c:v>
                </c:pt>
                <c:pt idx="2038">
                  <c:v>1.4802973661668753E-16</c:v>
                </c:pt>
                <c:pt idx="2039">
                  <c:v>1.4802973661668753E-16</c:v>
                </c:pt>
                <c:pt idx="2040">
                  <c:v>1.4802973661668753E-16</c:v>
                </c:pt>
                <c:pt idx="2041">
                  <c:v>1.4802973661668753E-16</c:v>
                </c:pt>
                <c:pt idx="2042">
                  <c:v>1.4802973661668753E-16</c:v>
                </c:pt>
                <c:pt idx="2043">
                  <c:v>1.4802973661668753E-16</c:v>
                </c:pt>
                <c:pt idx="2044">
                  <c:v>1.4802973661668753E-16</c:v>
                </c:pt>
                <c:pt idx="2045">
                  <c:v>1.4802973661668753E-16</c:v>
                </c:pt>
                <c:pt idx="2046">
                  <c:v>1.4802973661668753E-16</c:v>
                </c:pt>
                <c:pt idx="2047">
                  <c:v>1.4802973661668753E-16</c:v>
                </c:pt>
                <c:pt idx="2048">
                  <c:v>1.4802973661668753E-16</c:v>
                </c:pt>
                <c:pt idx="2049">
                  <c:v>1.4802973661668753E-16</c:v>
                </c:pt>
                <c:pt idx="2050">
                  <c:v>1.4802973661668753E-16</c:v>
                </c:pt>
                <c:pt idx="2051">
                  <c:v>1.4802973661668753E-16</c:v>
                </c:pt>
                <c:pt idx="2052">
                  <c:v>1.4802973661668753E-16</c:v>
                </c:pt>
                <c:pt idx="2053">
                  <c:v>1.4802973661668753E-16</c:v>
                </c:pt>
                <c:pt idx="2054">
                  <c:v>1.4802973661668753E-16</c:v>
                </c:pt>
                <c:pt idx="2055">
                  <c:v>1.4802973661668753E-16</c:v>
                </c:pt>
                <c:pt idx="2056">
                  <c:v>1.4802973661668753E-16</c:v>
                </c:pt>
                <c:pt idx="2057">
                  <c:v>1.4802973661668753E-16</c:v>
                </c:pt>
                <c:pt idx="2058">
                  <c:v>1.4802973661668753E-16</c:v>
                </c:pt>
                <c:pt idx="2059">
                  <c:v>1.4802973661668753E-16</c:v>
                </c:pt>
                <c:pt idx="2060">
                  <c:v>1.4802973661668753E-16</c:v>
                </c:pt>
                <c:pt idx="2061">
                  <c:v>1.4802973661668753E-16</c:v>
                </c:pt>
                <c:pt idx="2062">
                  <c:v>1.4802973661668753E-16</c:v>
                </c:pt>
                <c:pt idx="2063">
                  <c:v>1.4802973661668753E-16</c:v>
                </c:pt>
                <c:pt idx="2064">
                  <c:v>1.4802973661668753E-16</c:v>
                </c:pt>
                <c:pt idx="2065">
                  <c:v>1.4802973661668753E-16</c:v>
                </c:pt>
                <c:pt idx="2066">
                  <c:v>1.4802973661668753E-16</c:v>
                </c:pt>
                <c:pt idx="2067">
                  <c:v>1.4802973661668753E-16</c:v>
                </c:pt>
                <c:pt idx="2068">
                  <c:v>1.4802973661668753E-16</c:v>
                </c:pt>
                <c:pt idx="2069">
                  <c:v>1.4802973661668753E-16</c:v>
                </c:pt>
                <c:pt idx="2070">
                  <c:v>1.4802973661668753E-16</c:v>
                </c:pt>
                <c:pt idx="2071">
                  <c:v>1.4802973661668753E-16</c:v>
                </c:pt>
                <c:pt idx="2072">
                  <c:v>1.4802973661668753E-16</c:v>
                </c:pt>
                <c:pt idx="2073">
                  <c:v>1.4802973661668753E-16</c:v>
                </c:pt>
                <c:pt idx="2074">
                  <c:v>1.4802973661668753E-16</c:v>
                </c:pt>
                <c:pt idx="2075">
                  <c:v>1.4802973661668753E-16</c:v>
                </c:pt>
                <c:pt idx="2076">
                  <c:v>1.4802973661668753E-16</c:v>
                </c:pt>
                <c:pt idx="2077">
                  <c:v>1.4802973661668753E-16</c:v>
                </c:pt>
                <c:pt idx="2078">
                  <c:v>1.4802973661668753E-16</c:v>
                </c:pt>
                <c:pt idx="2079">
                  <c:v>1.4802973661668753E-16</c:v>
                </c:pt>
                <c:pt idx="2080">
                  <c:v>1.4802973661668753E-16</c:v>
                </c:pt>
                <c:pt idx="2081">
                  <c:v>1.4802973661668753E-16</c:v>
                </c:pt>
                <c:pt idx="2082">
                  <c:v>1.4802973661668753E-16</c:v>
                </c:pt>
                <c:pt idx="2083">
                  <c:v>1.4802973661668753E-16</c:v>
                </c:pt>
                <c:pt idx="2084">
                  <c:v>1.4802973661668753E-16</c:v>
                </c:pt>
                <c:pt idx="2085">
                  <c:v>1.4802973661668753E-16</c:v>
                </c:pt>
                <c:pt idx="2086">
                  <c:v>1.4802973661668753E-16</c:v>
                </c:pt>
                <c:pt idx="2087">
                  <c:v>1.4802973661668753E-16</c:v>
                </c:pt>
                <c:pt idx="2088">
                  <c:v>1.4802973661668753E-16</c:v>
                </c:pt>
                <c:pt idx="2089">
                  <c:v>1.4802973661668753E-16</c:v>
                </c:pt>
                <c:pt idx="2090">
                  <c:v>1.4802973661668753E-16</c:v>
                </c:pt>
                <c:pt idx="2091">
                  <c:v>1.4802973661668753E-16</c:v>
                </c:pt>
                <c:pt idx="2092">
                  <c:v>1.4802973661668753E-16</c:v>
                </c:pt>
                <c:pt idx="2093">
                  <c:v>1.4802973661668753E-16</c:v>
                </c:pt>
                <c:pt idx="2094">
                  <c:v>1.4802973661668753E-16</c:v>
                </c:pt>
                <c:pt idx="2095">
                  <c:v>1.4802973661668753E-16</c:v>
                </c:pt>
                <c:pt idx="2096">
                  <c:v>1.4802973661668753E-16</c:v>
                </c:pt>
                <c:pt idx="2097">
                  <c:v>1.4802973661668753E-16</c:v>
                </c:pt>
                <c:pt idx="2098">
                  <c:v>1.4802973661668753E-16</c:v>
                </c:pt>
                <c:pt idx="2099">
                  <c:v>1.4802973661668753E-16</c:v>
                </c:pt>
                <c:pt idx="2100">
                  <c:v>1.4802973661668753E-16</c:v>
                </c:pt>
                <c:pt idx="2101">
                  <c:v>1.4802973661668753E-16</c:v>
                </c:pt>
                <c:pt idx="2102">
                  <c:v>1.4802973661668753E-16</c:v>
                </c:pt>
                <c:pt idx="2103">
                  <c:v>1.4802973661668753E-16</c:v>
                </c:pt>
                <c:pt idx="2104">
                  <c:v>1.4802973661668753E-16</c:v>
                </c:pt>
                <c:pt idx="2105">
                  <c:v>1.4802973661668753E-16</c:v>
                </c:pt>
                <c:pt idx="2106">
                  <c:v>1.4802973661668753E-16</c:v>
                </c:pt>
                <c:pt idx="2107">
                  <c:v>1.4802973661668753E-16</c:v>
                </c:pt>
                <c:pt idx="2108">
                  <c:v>1.4802973661668753E-16</c:v>
                </c:pt>
                <c:pt idx="2109">
                  <c:v>1.4802973661668753E-16</c:v>
                </c:pt>
                <c:pt idx="2110">
                  <c:v>1.4802973661668753E-16</c:v>
                </c:pt>
                <c:pt idx="2111">
                  <c:v>1.4802973661668753E-16</c:v>
                </c:pt>
                <c:pt idx="2112">
                  <c:v>1.4802973661668753E-16</c:v>
                </c:pt>
                <c:pt idx="2113">
                  <c:v>1.4802973661668753E-16</c:v>
                </c:pt>
                <c:pt idx="2114">
                  <c:v>1.4802973661668753E-16</c:v>
                </c:pt>
                <c:pt idx="2115">
                  <c:v>1.4802973661668753E-16</c:v>
                </c:pt>
                <c:pt idx="2116">
                  <c:v>1.4802973661668753E-16</c:v>
                </c:pt>
                <c:pt idx="2117">
                  <c:v>1.4802973661668753E-16</c:v>
                </c:pt>
                <c:pt idx="2118">
                  <c:v>1.4802973661668753E-16</c:v>
                </c:pt>
                <c:pt idx="2119">
                  <c:v>1.4802973661668753E-16</c:v>
                </c:pt>
                <c:pt idx="2120">
                  <c:v>1.4802973661668753E-16</c:v>
                </c:pt>
                <c:pt idx="2121">
                  <c:v>1.4802973661668753E-16</c:v>
                </c:pt>
                <c:pt idx="2122">
                  <c:v>1.4802973661668753E-16</c:v>
                </c:pt>
                <c:pt idx="2123">
                  <c:v>1.4802973661668753E-16</c:v>
                </c:pt>
                <c:pt idx="2124">
                  <c:v>1.4802973661668753E-16</c:v>
                </c:pt>
                <c:pt idx="2125">
                  <c:v>1.4802973661668753E-16</c:v>
                </c:pt>
                <c:pt idx="2126">
                  <c:v>1.4802973661668753E-16</c:v>
                </c:pt>
                <c:pt idx="2127">
                  <c:v>1.4802973661668753E-16</c:v>
                </c:pt>
                <c:pt idx="2128">
                  <c:v>1.4802973661668753E-16</c:v>
                </c:pt>
                <c:pt idx="2129">
                  <c:v>1.4802973661668753E-16</c:v>
                </c:pt>
                <c:pt idx="2130">
                  <c:v>1.4802973661668753E-16</c:v>
                </c:pt>
                <c:pt idx="2131">
                  <c:v>1.4802973661668753E-16</c:v>
                </c:pt>
                <c:pt idx="2132">
                  <c:v>1.4802973661668753E-16</c:v>
                </c:pt>
                <c:pt idx="2133">
                  <c:v>1.4802973661668753E-16</c:v>
                </c:pt>
                <c:pt idx="2134">
                  <c:v>1.4802973661668753E-16</c:v>
                </c:pt>
                <c:pt idx="2135">
                  <c:v>1.4802973661668753E-16</c:v>
                </c:pt>
                <c:pt idx="2136">
                  <c:v>1.4802973661668753E-16</c:v>
                </c:pt>
                <c:pt idx="2137">
                  <c:v>1.4802973661668753E-16</c:v>
                </c:pt>
                <c:pt idx="2138">
                  <c:v>1.4802973661668753E-16</c:v>
                </c:pt>
                <c:pt idx="2139">
                  <c:v>1.4802973661668753E-16</c:v>
                </c:pt>
                <c:pt idx="2140">
                  <c:v>1.4802973661668753E-16</c:v>
                </c:pt>
                <c:pt idx="2141">
                  <c:v>1.4802973661668753E-16</c:v>
                </c:pt>
                <c:pt idx="2142">
                  <c:v>1.4802973661668753E-16</c:v>
                </c:pt>
                <c:pt idx="2143">
                  <c:v>1.4802973661668753E-16</c:v>
                </c:pt>
                <c:pt idx="2144">
                  <c:v>1.4802973661668753E-16</c:v>
                </c:pt>
                <c:pt idx="2145">
                  <c:v>1.4802973661668753E-16</c:v>
                </c:pt>
                <c:pt idx="2146">
                  <c:v>1.4802973661668753E-16</c:v>
                </c:pt>
                <c:pt idx="2147">
                  <c:v>1.4802973661668753E-16</c:v>
                </c:pt>
                <c:pt idx="2148">
                  <c:v>1.4802973661668753E-16</c:v>
                </c:pt>
                <c:pt idx="2149">
                  <c:v>1.4802973661668753E-16</c:v>
                </c:pt>
                <c:pt idx="2150">
                  <c:v>1.4802973661668753E-16</c:v>
                </c:pt>
                <c:pt idx="2151">
                  <c:v>1.4802973661668753E-16</c:v>
                </c:pt>
                <c:pt idx="2152">
                  <c:v>1.4802973661668753E-16</c:v>
                </c:pt>
                <c:pt idx="2153">
                  <c:v>1.4802973661668753E-16</c:v>
                </c:pt>
                <c:pt idx="2154">
                  <c:v>1.4802973661668753E-16</c:v>
                </c:pt>
                <c:pt idx="2155">
                  <c:v>1.4802973661668753E-16</c:v>
                </c:pt>
                <c:pt idx="2156">
                  <c:v>1.4802973661668753E-16</c:v>
                </c:pt>
                <c:pt idx="2157">
                  <c:v>1.4802973661668753E-16</c:v>
                </c:pt>
                <c:pt idx="2158">
                  <c:v>1.4802973661668753E-16</c:v>
                </c:pt>
                <c:pt idx="2159">
                  <c:v>1.4802973661668753E-16</c:v>
                </c:pt>
                <c:pt idx="2160">
                  <c:v>1.4802973661668753E-16</c:v>
                </c:pt>
                <c:pt idx="2161">
                  <c:v>1.4802973661668753E-16</c:v>
                </c:pt>
                <c:pt idx="2162">
                  <c:v>1.4802973661668753E-16</c:v>
                </c:pt>
                <c:pt idx="2163">
                  <c:v>1.4802973661668753E-16</c:v>
                </c:pt>
                <c:pt idx="2164">
                  <c:v>1.4802973661668753E-16</c:v>
                </c:pt>
                <c:pt idx="2165">
                  <c:v>1.4802973661668753E-16</c:v>
                </c:pt>
                <c:pt idx="2166">
                  <c:v>1.4802973661668753E-16</c:v>
                </c:pt>
                <c:pt idx="2167">
                  <c:v>1.4802973661668753E-16</c:v>
                </c:pt>
                <c:pt idx="2168">
                  <c:v>1.4802973661668753E-16</c:v>
                </c:pt>
                <c:pt idx="2169">
                  <c:v>1.4802973661668753E-16</c:v>
                </c:pt>
                <c:pt idx="2170">
                  <c:v>1.4802973661668753E-16</c:v>
                </c:pt>
                <c:pt idx="2171">
                  <c:v>1.4802973661668753E-16</c:v>
                </c:pt>
                <c:pt idx="2172">
                  <c:v>1.4802973661668753E-16</c:v>
                </c:pt>
                <c:pt idx="2173">
                  <c:v>1.4802973661668753E-16</c:v>
                </c:pt>
                <c:pt idx="2174">
                  <c:v>1.4802973661668753E-16</c:v>
                </c:pt>
                <c:pt idx="2175">
                  <c:v>1.4802973661668753E-16</c:v>
                </c:pt>
                <c:pt idx="2176">
                  <c:v>1.4802973661668753E-16</c:v>
                </c:pt>
                <c:pt idx="2177">
                  <c:v>1.4802973661668753E-16</c:v>
                </c:pt>
                <c:pt idx="2178">
                  <c:v>1.4802973661668753E-16</c:v>
                </c:pt>
                <c:pt idx="2179">
                  <c:v>1.4802973661668753E-16</c:v>
                </c:pt>
                <c:pt idx="2180">
                  <c:v>1.4802973661668753E-16</c:v>
                </c:pt>
                <c:pt idx="2181">
                  <c:v>1.4802973661668753E-16</c:v>
                </c:pt>
                <c:pt idx="2182">
                  <c:v>1.4802973661668753E-16</c:v>
                </c:pt>
                <c:pt idx="2183">
                  <c:v>1.4802973661668753E-16</c:v>
                </c:pt>
                <c:pt idx="2184">
                  <c:v>1.4802973661668753E-16</c:v>
                </c:pt>
                <c:pt idx="2185">
                  <c:v>1.4802973661668753E-16</c:v>
                </c:pt>
                <c:pt idx="2186">
                  <c:v>1.4802973661668753E-16</c:v>
                </c:pt>
                <c:pt idx="2187">
                  <c:v>1.4802973661668753E-16</c:v>
                </c:pt>
                <c:pt idx="2188">
                  <c:v>1.4802973661668753E-16</c:v>
                </c:pt>
                <c:pt idx="2189">
                  <c:v>1.4802973661668753E-16</c:v>
                </c:pt>
                <c:pt idx="2190">
                  <c:v>1.4802973661668753E-16</c:v>
                </c:pt>
                <c:pt idx="2191">
                  <c:v>1.4802973661668753E-16</c:v>
                </c:pt>
                <c:pt idx="2192">
                  <c:v>1.4802973661668753E-16</c:v>
                </c:pt>
                <c:pt idx="2193">
                  <c:v>1.4802973661668753E-16</c:v>
                </c:pt>
                <c:pt idx="2194">
                  <c:v>1.4802973661668753E-16</c:v>
                </c:pt>
                <c:pt idx="2195">
                  <c:v>1.4802973661668753E-16</c:v>
                </c:pt>
                <c:pt idx="2196">
                  <c:v>1.4802973661668753E-16</c:v>
                </c:pt>
                <c:pt idx="2197">
                  <c:v>1.4802973661668753E-16</c:v>
                </c:pt>
                <c:pt idx="2198">
                  <c:v>1.4802973661668753E-16</c:v>
                </c:pt>
                <c:pt idx="2199">
                  <c:v>1.4802973661668753E-16</c:v>
                </c:pt>
                <c:pt idx="2200">
                  <c:v>1.4802973661668753E-16</c:v>
                </c:pt>
                <c:pt idx="2201">
                  <c:v>1.4802973661668753E-16</c:v>
                </c:pt>
                <c:pt idx="2202">
                  <c:v>1.4802973661668753E-16</c:v>
                </c:pt>
                <c:pt idx="2203">
                  <c:v>1.4802973661668753E-16</c:v>
                </c:pt>
                <c:pt idx="2204">
                  <c:v>1.4802973661668753E-16</c:v>
                </c:pt>
                <c:pt idx="2205">
                  <c:v>1.4802973661668753E-16</c:v>
                </c:pt>
                <c:pt idx="2206">
                  <c:v>1.4802973661668753E-16</c:v>
                </c:pt>
                <c:pt idx="2207">
                  <c:v>1.4802973661668753E-16</c:v>
                </c:pt>
                <c:pt idx="2208">
                  <c:v>1.4802973661668753E-16</c:v>
                </c:pt>
                <c:pt idx="2209">
                  <c:v>1.4802973661668753E-16</c:v>
                </c:pt>
                <c:pt idx="2210">
                  <c:v>1.4802973661668753E-16</c:v>
                </c:pt>
                <c:pt idx="2211">
                  <c:v>1.4802973661668753E-16</c:v>
                </c:pt>
                <c:pt idx="2212">
                  <c:v>1.4802973661668753E-16</c:v>
                </c:pt>
                <c:pt idx="2213">
                  <c:v>1.4802973661668753E-16</c:v>
                </c:pt>
                <c:pt idx="2214">
                  <c:v>1.4802973661668753E-16</c:v>
                </c:pt>
                <c:pt idx="2215">
                  <c:v>1.4802973661668753E-16</c:v>
                </c:pt>
                <c:pt idx="2216">
                  <c:v>1.4802973661668753E-16</c:v>
                </c:pt>
                <c:pt idx="2217">
                  <c:v>1.4802973661668753E-16</c:v>
                </c:pt>
                <c:pt idx="2218">
                  <c:v>1.4802973661668753E-16</c:v>
                </c:pt>
                <c:pt idx="2219">
                  <c:v>1.4802973661668753E-16</c:v>
                </c:pt>
                <c:pt idx="2220">
                  <c:v>1.4802973661668753E-16</c:v>
                </c:pt>
                <c:pt idx="2221">
                  <c:v>1.4802973661668753E-16</c:v>
                </c:pt>
                <c:pt idx="2222">
                  <c:v>1.4802973661668753E-16</c:v>
                </c:pt>
                <c:pt idx="2223">
                  <c:v>1.4802973661668753E-16</c:v>
                </c:pt>
                <c:pt idx="2224">
                  <c:v>1.4802973661668753E-16</c:v>
                </c:pt>
                <c:pt idx="2225">
                  <c:v>1.4802973661668753E-16</c:v>
                </c:pt>
                <c:pt idx="2226">
                  <c:v>1.4802973661668753E-16</c:v>
                </c:pt>
                <c:pt idx="2227">
                  <c:v>1.4802973661668753E-16</c:v>
                </c:pt>
                <c:pt idx="2228">
                  <c:v>1.4802973661668753E-16</c:v>
                </c:pt>
                <c:pt idx="2229">
                  <c:v>1.4802973661668753E-16</c:v>
                </c:pt>
                <c:pt idx="2230">
                  <c:v>1.4802973661668753E-16</c:v>
                </c:pt>
                <c:pt idx="2231">
                  <c:v>1.4802973661668753E-16</c:v>
                </c:pt>
                <c:pt idx="2232">
                  <c:v>1.4802973661668753E-16</c:v>
                </c:pt>
                <c:pt idx="2233">
                  <c:v>1.4802973661668753E-16</c:v>
                </c:pt>
                <c:pt idx="2234">
                  <c:v>1.4802973661668753E-16</c:v>
                </c:pt>
                <c:pt idx="2235">
                  <c:v>1.4802973661668753E-16</c:v>
                </c:pt>
                <c:pt idx="2236">
                  <c:v>1.4802973661668753E-16</c:v>
                </c:pt>
                <c:pt idx="2237">
                  <c:v>1.4802973661668753E-16</c:v>
                </c:pt>
                <c:pt idx="2238">
                  <c:v>1.4802973661668753E-16</c:v>
                </c:pt>
                <c:pt idx="2239">
                  <c:v>1.4802973661668753E-16</c:v>
                </c:pt>
                <c:pt idx="2240">
                  <c:v>1.4802973661668753E-16</c:v>
                </c:pt>
                <c:pt idx="2241">
                  <c:v>1.4802973661668753E-16</c:v>
                </c:pt>
                <c:pt idx="2242">
                  <c:v>1.4802973661668753E-16</c:v>
                </c:pt>
                <c:pt idx="2243">
                  <c:v>1.4802973661668753E-16</c:v>
                </c:pt>
                <c:pt idx="2244">
                  <c:v>1.4802973661668753E-16</c:v>
                </c:pt>
                <c:pt idx="2245">
                  <c:v>1.4802973661668753E-16</c:v>
                </c:pt>
                <c:pt idx="2246">
                  <c:v>1.4802973661668753E-16</c:v>
                </c:pt>
                <c:pt idx="2247">
                  <c:v>1.4802973661668753E-16</c:v>
                </c:pt>
                <c:pt idx="2248">
                  <c:v>1.4802973661668753E-16</c:v>
                </c:pt>
                <c:pt idx="2249">
                  <c:v>1.4802973661668753E-16</c:v>
                </c:pt>
                <c:pt idx="2250">
                  <c:v>1.4802973661668753E-16</c:v>
                </c:pt>
                <c:pt idx="2251">
                  <c:v>1.4802973661668753E-16</c:v>
                </c:pt>
                <c:pt idx="2252">
                  <c:v>1.4802973661668753E-16</c:v>
                </c:pt>
                <c:pt idx="2253">
                  <c:v>1.4802973661668753E-16</c:v>
                </c:pt>
                <c:pt idx="2254">
                  <c:v>1.4802973661668753E-16</c:v>
                </c:pt>
                <c:pt idx="2255">
                  <c:v>1.4802973661668753E-16</c:v>
                </c:pt>
                <c:pt idx="2256">
                  <c:v>1.4802973661668753E-16</c:v>
                </c:pt>
                <c:pt idx="2257">
                  <c:v>1.4802973661668753E-16</c:v>
                </c:pt>
                <c:pt idx="2258">
                  <c:v>1.4802973661668753E-16</c:v>
                </c:pt>
                <c:pt idx="2259">
                  <c:v>1.4802973661668753E-16</c:v>
                </c:pt>
                <c:pt idx="2260">
                  <c:v>1.4802973661668753E-16</c:v>
                </c:pt>
                <c:pt idx="2261">
                  <c:v>1.4802973661668753E-16</c:v>
                </c:pt>
                <c:pt idx="2262">
                  <c:v>1.4802973661668753E-16</c:v>
                </c:pt>
                <c:pt idx="2263">
                  <c:v>1.4802973661668753E-16</c:v>
                </c:pt>
                <c:pt idx="2264">
                  <c:v>1.4802973661668753E-16</c:v>
                </c:pt>
                <c:pt idx="2265">
                  <c:v>1.4802973661668753E-16</c:v>
                </c:pt>
                <c:pt idx="2266">
                  <c:v>1.4802973661668753E-16</c:v>
                </c:pt>
                <c:pt idx="2267">
                  <c:v>1.4802973661668753E-16</c:v>
                </c:pt>
                <c:pt idx="2268">
                  <c:v>1.4802973661668753E-16</c:v>
                </c:pt>
                <c:pt idx="2269">
                  <c:v>1.4802973661668753E-16</c:v>
                </c:pt>
                <c:pt idx="2270">
                  <c:v>1.4802973661668753E-16</c:v>
                </c:pt>
                <c:pt idx="2271">
                  <c:v>1.4802973661668753E-16</c:v>
                </c:pt>
                <c:pt idx="2272">
                  <c:v>1.4802973661668753E-16</c:v>
                </c:pt>
                <c:pt idx="2273">
                  <c:v>1.4802973661668753E-16</c:v>
                </c:pt>
                <c:pt idx="2274">
                  <c:v>1.4802973661668753E-16</c:v>
                </c:pt>
                <c:pt idx="2275">
                  <c:v>1.4802973661668753E-16</c:v>
                </c:pt>
                <c:pt idx="2276">
                  <c:v>1.4802973661668753E-16</c:v>
                </c:pt>
                <c:pt idx="2277">
                  <c:v>1.4802973661668753E-16</c:v>
                </c:pt>
                <c:pt idx="2278">
                  <c:v>1.4802973661668753E-16</c:v>
                </c:pt>
                <c:pt idx="2279">
                  <c:v>1.4802973661668753E-16</c:v>
                </c:pt>
                <c:pt idx="2280">
                  <c:v>1.4802973661668753E-16</c:v>
                </c:pt>
                <c:pt idx="2281">
                  <c:v>1.4802973661668753E-16</c:v>
                </c:pt>
                <c:pt idx="2282">
                  <c:v>1.4802973661668753E-16</c:v>
                </c:pt>
                <c:pt idx="2283">
                  <c:v>1.4802973661668753E-16</c:v>
                </c:pt>
                <c:pt idx="2284">
                  <c:v>1.4802973661668753E-16</c:v>
                </c:pt>
                <c:pt idx="2285">
                  <c:v>1.4802973661668753E-16</c:v>
                </c:pt>
                <c:pt idx="2286">
                  <c:v>1.4802973661668753E-16</c:v>
                </c:pt>
                <c:pt idx="2287">
                  <c:v>1.4802973661668753E-16</c:v>
                </c:pt>
                <c:pt idx="2288">
                  <c:v>1.4802973661668753E-16</c:v>
                </c:pt>
                <c:pt idx="2289">
                  <c:v>1.4802973661668753E-16</c:v>
                </c:pt>
                <c:pt idx="2290">
                  <c:v>1.4802973661668753E-16</c:v>
                </c:pt>
                <c:pt idx="2291">
                  <c:v>1.4802973661668753E-16</c:v>
                </c:pt>
                <c:pt idx="2292">
                  <c:v>1.4802973661668753E-16</c:v>
                </c:pt>
                <c:pt idx="2293">
                  <c:v>1.4802973661668753E-16</c:v>
                </c:pt>
                <c:pt idx="2294">
                  <c:v>1.4802973661668753E-16</c:v>
                </c:pt>
                <c:pt idx="2295">
                  <c:v>1.4802973661668753E-16</c:v>
                </c:pt>
                <c:pt idx="2296">
                  <c:v>1.4802973661668753E-16</c:v>
                </c:pt>
                <c:pt idx="2297">
                  <c:v>1.4802973661668753E-16</c:v>
                </c:pt>
                <c:pt idx="2298">
                  <c:v>1.4802973661668753E-16</c:v>
                </c:pt>
                <c:pt idx="2299">
                  <c:v>1.4802973661668753E-16</c:v>
                </c:pt>
                <c:pt idx="2300">
                  <c:v>1.4802973661668753E-16</c:v>
                </c:pt>
                <c:pt idx="2301">
                  <c:v>1.4802973661668753E-16</c:v>
                </c:pt>
                <c:pt idx="2302">
                  <c:v>1.4802973661668753E-16</c:v>
                </c:pt>
                <c:pt idx="2303">
                  <c:v>1.4802973661668753E-16</c:v>
                </c:pt>
                <c:pt idx="2304">
                  <c:v>1.4802973661668753E-16</c:v>
                </c:pt>
                <c:pt idx="2305">
                  <c:v>1.4802973661668753E-16</c:v>
                </c:pt>
                <c:pt idx="2306">
                  <c:v>1.4802973661668753E-16</c:v>
                </c:pt>
                <c:pt idx="2307">
                  <c:v>1.4802973661668753E-16</c:v>
                </c:pt>
                <c:pt idx="2308">
                  <c:v>1.4802973661668753E-16</c:v>
                </c:pt>
                <c:pt idx="2309">
                  <c:v>1.4802973661668753E-16</c:v>
                </c:pt>
                <c:pt idx="2310">
                  <c:v>1.4802973661668753E-16</c:v>
                </c:pt>
                <c:pt idx="2311">
                  <c:v>1.4802973661668753E-16</c:v>
                </c:pt>
                <c:pt idx="2312">
                  <c:v>1.4802973661668753E-16</c:v>
                </c:pt>
                <c:pt idx="2313">
                  <c:v>1.4802973661668753E-16</c:v>
                </c:pt>
                <c:pt idx="2314">
                  <c:v>1.4802973661668753E-16</c:v>
                </c:pt>
                <c:pt idx="2315">
                  <c:v>1.4802973661668753E-16</c:v>
                </c:pt>
                <c:pt idx="2316">
                  <c:v>1.4802973661668753E-16</c:v>
                </c:pt>
                <c:pt idx="2317">
                  <c:v>1.4802973661668753E-16</c:v>
                </c:pt>
                <c:pt idx="2318">
                  <c:v>1.4802973661668753E-16</c:v>
                </c:pt>
                <c:pt idx="2319">
                  <c:v>1.4802973661668753E-16</c:v>
                </c:pt>
                <c:pt idx="2320">
                  <c:v>1.4802973661668753E-16</c:v>
                </c:pt>
                <c:pt idx="2321">
                  <c:v>1.4802973661668753E-16</c:v>
                </c:pt>
                <c:pt idx="2322">
                  <c:v>1.4802973661668753E-16</c:v>
                </c:pt>
                <c:pt idx="2323">
                  <c:v>1.4802973661668753E-16</c:v>
                </c:pt>
                <c:pt idx="2324">
                  <c:v>1.4802973661668753E-16</c:v>
                </c:pt>
                <c:pt idx="2325">
                  <c:v>1.4802973661668753E-16</c:v>
                </c:pt>
                <c:pt idx="2326">
                  <c:v>1.4802973661668753E-16</c:v>
                </c:pt>
                <c:pt idx="2327">
                  <c:v>1.4802973661668753E-16</c:v>
                </c:pt>
                <c:pt idx="2328">
                  <c:v>1.4802973661668753E-16</c:v>
                </c:pt>
                <c:pt idx="2329">
                  <c:v>1.4802973661668753E-16</c:v>
                </c:pt>
                <c:pt idx="2330">
                  <c:v>1.4802973661668753E-16</c:v>
                </c:pt>
                <c:pt idx="2331">
                  <c:v>1.4802973661668753E-16</c:v>
                </c:pt>
                <c:pt idx="2332">
                  <c:v>1.4802973661668753E-16</c:v>
                </c:pt>
                <c:pt idx="2333">
                  <c:v>1.4802973661668753E-16</c:v>
                </c:pt>
                <c:pt idx="2334">
                  <c:v>1.4802973661668753E-16</c:v>
                </c:pt>
                <c:pt idx="2335">
                  <c:v>1.4802973661668753E-16</c:v>
                </c:pt>
                <c:pt idx="2336">
                  <c:v>1.4802973661668753E-16</c:v>
                </c:pt>
                <c:pt idx="2337">
                  <c:v>1.4802973661668753E-16</c:v>
                </c:pt>
                <c:pt idx="2338">
                  <c:v>1.4802973661668753E-16</c:v>
                </c:pt>
                <c:pt idx="2339">
                  <c:v>1.4802973661668753E-16</c:v>
                </c:pt>
                <c:pt idx="2340">
                  <c:v>1.4802973661668753E-16</c:v>
                </c:pt>
                <c:pt idx="2341">
                  <c:v>1.4802973661668753E-16</c:v>
                </c:pt>
                <c:pt idx="2342">
                  <c:v>1.4802973661668753E-16</c:v>
                </c:pt>
                <c:pt idx="2343">
                  <c:v>1.4802973661668753E-16</c:v>
                </c:pt>
                <c:pt idx="2344">
                  <c:v>1.4802973661668753E-16</c:v>
                </c:pt>
                <c:pt idx="2345">
                  <c:v>1.4802973661668753E-16</c:v>
                </c:pt>
                <c:pt idx="2346">
                  <c:v>1.4802973661668753E-16</c:v>
                </c:pt>
                <c:pt idx="2347">
                  <c:v>1.4802973661668753E-16</c:v>
                </c:pt>
                <c:pt idx="2348">
                  <c:v>1.4802973661668753E-16</c:v>
                </c:pt>
                <c:pt idx="2349">
                  <c:v>1.4802973661668753E-16</c:v>
                </c:pt>
                <c:pt idx="2350">
                  <c:v>1.4802973661668753E-16</c:v>
                </c:pt>
                <c:pt idx="2351">
                  <c:v>1.4802973661668753E-16</c:v>
                </c:pt>
                <c:pt idx="2352">
                  <c:v>1.4802973661668753E-16</c:v>
                </c:pt>
                <c:pt idx="2353">
                  <c:v>1.4802973661668753E-16</c:v>
                </c:pt>
                <c:pt idx="2354">
                  <c:v>1.4802973661668753E-16</c:v>
                </c:pt>
                <c:pt idx="2355">
                  <c:v>1.4802973661668753E-16</c:v>
                </c:pt>
                <c:pt idx="2356">
                  <c:v>1.4802973661668753E-16</c:v>
                </c:pt>
                <c:pt idx="2357">
                  <c:v>1.4802973661668753E-16</c:v>
                </c:pt>
                <c:pt idx="2358">
                  <c:v>1.4802973661668753E-16</c:v>
                </c:pt>
                <c:pt idx="2359">
                  <c:v>1.4802973661668753E-16</c:v>
                </c:pt>
                <c:pt idx="2360">
                  <c:v>1.4802973661668753E-16</c:v>
                </c:pt>
                <c:pt idx="2361">
                  <c:v>1.4802973661668753E-16</c:v>
                </c:pt>
                <c:pt idx="2362">
                  <c:v>1.4802973661668753E-16</c:v>
                </c:pt>
                <c:pt idx="2363">
                  <c:v>1.4802973661668753E-16</c:v>
                </c:pt>
                <c:pt idx="2364">
                  <c:v>1.4802973661668753E-16</c:v>
                </c:pt>
                <c:pt idx="2365">
                  <c:v>1.4802973661668753E-16</c:v>
                </c:pt>
                <c:pt idx="2366">
                  <c:v>1.4802973661668753E-16</c:v>
                </c:pt>
                <c:pt idx="2367">
                  <c:v>1.4802973661668753E-16</c:v>
                </c:pt>
                <c:pt idx="2368">
                  <c:v>1.4802973661668753E-16</c:v>
                </c:pt>
                <c:pt idx="2369">
                  <c:v>1.4802973661668753E-16</c:v>
                </c:pt>
                <c:pt idx="2370">
                  <c:v>1.4802973661668753E-16</c:v>
                </c:pt>
                <c:pt idx="2371">
                  <c:v>1.4802973661668753E-16</c:v>
                </c:pt>
                <c:pt idx="2372">
                  <c:v>1.4802973661668753E-16</c:v>
                </c:pt>
                <c:pt idx="2373">
                  <c:v>1.4802973661668753E-16</c:v>
                </c:pt>
                <c:pt idx="2374">
                  <c:v>1.4802973661668753E-16</c:v>
                </c:pt>
                <c:pt idx="2375">
                  <c:v>1.4802973661668753E-16</c:v>
                </c:pt>
                <c:pt idx="2376">
                  <c:v>1.4802973661668753E-16</c:v>
                </c:pt>
                <c:pt idx="2377">
                  <c:v>1.4802973661668753E-16</c:v>
                </c:pt>
                <c:pt idx="2378">
                  <c:v>1.4802973661668753E-16</c:v>
                </c:pt>
                <c:pt idx="2379">
                  <c:v>1.4802973661668753E-16</c:v>
                </c:pt>
                <c:pt idx="2380">
                  <c:v>1.4802973661668753E-16</c:v>
                </c:pt>
                <c:pt idx="2381">
                  <c:v>1.4802973661668753E-16</c:v>
                </c:pt>
                <c:pt idx="2382">
                  <c:v>1.4802973661668753E-16</c:v>
                </c:pt>
                <c:pt idx="2383">
                  <c:v>1.4802973661668753E-16</c:v>
                </c:pt>
                <c:pt idx="2384">
                  <c:v>1.4802973661668753E-16</c:v>
                </c:pt>
                <c:pt idx="2385">
                  <c:v>1.4802973661668753E-16</c:v>
                </c:pt>
                <c:pt idx="2386">
                  <c:v>1.4802973661668753E-16</c:v>
                </c:pt>
                <c:pt idx="2387">
                  <c:v>1.4802973661668753E-16</c:v>
                </c:pt>
                <c:pt idx="2388">
                  <c:v>1.4802973661668753E-16</c:v>
                </c:pt>
                <c:pt idx="2389">
                  <c:v>1.4802973661668753E-16</c:v>
                </c:pt>
                <c:pt idx="2390">
                  <c:v>1.4802973661668753E-16</c:v>
                </c:pt>
                <c:pt idx="2391">
                  <c:v>1.4802973661668753E-16</c:v>
                </c:pt>
                <c:pt idx="2392">
                  <c:v>1.4802973661668753E-16</c:v>
                </c:pt>
                <c:pt idx="2393">
                  <c:v>1.4802973661668753E-16</c:v>
                </c:pt>
                <c:pt idx="2394">
                  <c:v>1.4802973661668753E-16</c:v>
                </c:pt>
                <c:pt idx="2395">
                  <c:v>1.4802973661668753E-16</c:v>
                </c:pt>
                <c:pt idx="2396">
                  <c:v>1.4802973661668753E-16</c:v>
                </c:pt>
                <c:pt idx="2397">
                  <c:v>1.4802973661668753E-16</c:v>
                </c:pt>
                <c:pt idx="2398">
                  <c:v>1.4802973661668753E-16</c:v>
                </c:pt>
                <c:pt idx="2399">
                  <c:v>1.4802973661668753E-16</c:v>
                </c:pt>
                <c:pt idx="2400">
                  <c:v>1.4802973661668753E-16</c:v>
                </c:pt>
                <c:pt idx="2401">
                  <c:v>1.4802973661668753E-16</c:v>
                </c:pt>
                <c:pt idx="2402">
                  <c:v>1.4802973661668753E-16</c:v>
                </c:pt>
                <c:pt idx="2403">
                  <c:v>1.4802973661668753E-16</c:v>
                </c:pt>
                <c:pt idx="2404">
                  <c:v>1.4802973661668753E-16</c:v>
                </c:pt>
                <c:pt idx="2405">
                  <c:v>1.4802973661668753E-16</c:v>
                </c:pt>
                <c:pt idx="2406">
                  <c:v>1.4802973661668753E-16</c:v>
                </c:pt>
                <c:pt idx="2407">
                  <c:v>1.4802973661668753E-16</c:v>
                </c:pt>
                <c:pt idx="2408">
                  <c:v>1.4802973661668753E-16</c:v>
                </c:pt>
                <c:pt idx="2409">
                  <c:v>1.4802973661668753E-16</c:v>
                </c:pt>
                <c:pt idx="2410">
                  <c:v>1.4802973661668753E-16</c:v>
                </c:pt>
                <c:pt idx="2411">
                  <c:v>1.4802973661668753E-16</c:v>
                </c:pt>
                <c:pt idx="2412">
                  <c:v>1.4802973661668753E-16</c:v>
                </c:pt>
                <c:pt idx="2413">
                  <c:v>1.4802973661668753E-16</c:v>
                </c:pt>
                <c:pt idx="2414">
                  <c:v>1.4802973661668753E-16</c:v>
                </c:pt>
                <c:pt idx="2415">
                  <c:v>1.4802973661668753E-16</c:v>
                </c:pt>
                <c:pt idx="2416">
                  <c:v>1.4802973661668753E-16</c:v>
                </c:pt>
                <c:pt idx="2417">
                  <c:v>1.4802973661668753E-16</c:v>
                </c:pt>
                <c:pt idx="2418">
                  <c:v>1.4802973661668753E-16</c:v>
                </c:pt>
                <c:pt idx="2419">
                  <c:v>1.4802973661668753E-16</c:v>
                </c:pt>
                <c:pt idx="2420">
                  <c:v>1.4802973661668753E-16</c:v>
                </c:pt>
                <c:pt idx="2421">
                  <c:v>1.4802973661668753E-16</c:v>
                </c:pt>
                <c:pt idx="2422">
                  <c:v>1.4802973661668753E-16</c:v>
                </c:pt>
                <c:pt idx="2423">
                  <c:v>1.4802973661668753E-16</c:v>
                </c:pt>
                <c:pt idx="2424">
                  <c:v>1.4802973661668753E-16</c:v>
                </c:pt>
                <c:pt idx="2425">
                  <c:v>1.4802973661668753E-16</c:v>
                </c:pt>
                <c:pt idx="2426">
                  <c:v>1.4802973661668753E-16</c:v>
                </c:pt>
                <c:pt idx="2427">
                  <c:v>1.4802973661668753E-16</c:v>
                </c:pt>
                <c:pt idx="2428">
                  <c:v>1.4802973661668753E-16</c:v>
                </c:pt>
                <c:pt idx="2429">
                  <c:v>1.4802973661668753E-16</c:v>
                </c:pt>
                <c:pt idx="2430">
                  <c:v>1.4802973661668753E-16</c:v>
                </c:pt>
                <c:pt idx="2431">
                  <c:v>1.4802973661668753E-16</c:v>
                </c:pt>
                <c:pt idx="2432">
                  <c:v>1.4802973661668753E-16</c:v>
                </c:pt>
                <c:pt idx="2433">
                  <c:v>1.4802973661668753E-16</c:v>
                </c:pt>
                <c:pt idx="2434">
                  <c:v>1.4802973661668753E-16</c:v>
                </c:pt>
                <c:pt idx="2435">
                  <c:v>1.4802973661668753E-16</c:v>
                </c:pt>
                <c:pt idx="2436">
                  <c:v>1.4802973661668753E-16</c:v>
                </c:pt>
                <c:pt idx="2437">
                  <c:v>1.4802973661668753E-16</c:v>
                </c:pt>
                <c:pt idx="2438">
                  <c:v>1.4802973661668753E-16</c:v>
                </c:pt>
                <c:pt idx="2439">
                  <c:v>1.4802973661668753E-16</c:v>
                </c:pt>
                <c:pt idx="2440">
                  <c:v>1.4802973661668753E-16</c:v>
                </c:pt>
                <c:pt idx="2441">
                  <c:v>1.4802973661668753E-16</c:v>
                </c:pt>
                <c:pt idx="2442">
                  <c:v>1.4802973661668753E-16</c:v>
                </c:pt>
                <c:pt idx="2443">
                  <c:v>1.4802973661668753E-16</c:v>
                </c:pt>
                <c:pt idx="2444">
                  <c:v>1.4802973661668753E-16</c:v>
                </c:pt>
                <c:pt idx="2445">
                  <c:v>1.4802973661668753E-16</c:v>
                </c:pt>
                <c:pt idx="2446">
                  <c:v>1.4802973661668753E-16</c:v>
                </c:pt>
                <c:pt idx="2447">
                  <c:v>1.4802973661668753E-16</c:v>
                </c:pt>
                <c:pt idx="2448">
                  <c:v>1.4802973661668753E-16</c:v>
                </c:pt>
                <c:pt idx="2449">
                  <c:v>1.4802973661668753E-16</c:v>
                </c:pt>
                <c:pt idx="2450">
                  <c:v>1.4802973661668753E-16</c:v>
                </c:pt>
                <c:pt idx="2451">
                  <c:v>1.4802973661668753E-16</c:v>
                </c:pt>
                <c:pt idx="2452">
                  <c:v>1.4802973661668753E-16</c:v>
                </c:pt>
                <c:pt idx="2453">
                  <c:v>1.4802973661668753E-16</c:v>
                </c:pt>
                <c:pt idx="2454">
                  <c:v>1.4802973661668753E-16</c:v>
                </c:pt>
                <c:pt idx="2455">
                  <c:v>1.4802973661668753E-16</c:v>
                </c:pt>
                <c:pt idx="2456">
                  <c:v>1.4802973661668753E-16</c:v>
                </c:pt>
                <c:pt idx="2457">
                  <c:v>1.4802973661668753E-16</c:v>
                </c:pt>
                <c:pt idx="2458">
                  <c:v>1.4802973661668753E-16</c:v>
                </c:pt>
                <c:pt idx="2459">
                  <c:v>1.4802973661668753E-16</c:v>
                </c:pt>
                <c:pt idx="2460">
                  <c:v>1.4802973661668753E-16</c:v>
                </c:pt>
                <c:pt idx="2461">
                  <c:v>1.4802973661668753E-16</c:v>
                </c:pt>
                <c:pt idx="2462">
                  <c:v>1.4802973661668753E-16</c:v>
                </c:pt>
                <c:pt idx="2463">
                  <c:v>1.4802973661668753E-16</c:v>
                </c:pt>
                <c:pt idx="2464">
                  <c:v>1.4802973661668753E-16</c:v>
                </c:pt>
                <c:pt idx="2465">
                  <c:v>1.4802973661668753E-16</c:v>
                </c:pt>
                <c:pt idx="2466">
                  <c:v>1.4802973661668753E-16</c:v>
                </c:pt>
                <c:pt idx="2467">
                  <c:v>1.4802973661668753E-16</c:v>
                </c:pt>
                <c:pt idx="2468">
                  <c:v>1.4802973661668753E-16</c:v>
                </c:pt>
                <c:pt idx="2469">
                  <c:v>1.4802973661668753E-16</c:v>
                </c:pt>
                <c:pt idx="2470">
                  <c:v>1.4802973661668753E-16</c:v>
                </c:pt>
                <c:pt idx="2471">
                  <c:v>1.4802973661668753E-16</c:v>
                </c:pt>
                <c:pt idx="2472">
                  <c:v>1.4802973661668753E-16</c:v>
                </c:pt>
                <c:pt idx="2473">
                  <c:v>1.4802973661668753E-16</c:v>
                </c:pt>
                <c:pt idx="2474">
                  <c:v>1.4802973661668753E-16</c:v>
                </c:pt>
                <c:pt idx="2475">
                  <c:v>1.4802973661668753E-16</c:v>
                </c:pt>
                <c:pt idx="2476">
                  <c:v>1.4802973661668753E-16</c:v>
                </c:pt>
                <c:pt idx="2477">
                  <c:v>1.4802973661668753E-16</c:v>
                </c:pt>
                <c:pt idx="2478">
                  <c:v>1.4802973661668753E-16</c:v>
                </c:pt>
                <c:pt idx="2479">
                  <c:v>1.4802973661668753E-16</c:v>
                </c:pt>
                <c:pt idx="2480">
                  <c:v>1.4802973661668753E-16</c:v>
                </c:pt>
                <c:pt idx="2481">
                  <c:v>1.4802973661668753E-16</c:v>
                </c:pt>
                <c:pt idx="2482">
                  <c:v>1.4802973661668753E-16</c:v>
                </c:pt>
                <c:pt idx="2483">
                  <c:v>1.4802973661668753E-16</c:v>
                </c:pt>
                <c:pt idx="2484">
                  <c:v>1.4802973661668753E-16</c:v>
                </c:pt>
                <c:pt idx="2485">
                  <c:v>1.4802973661668753E-16</c:v>
                </c:pt>
                <c:pt idx="2486">
                  <c:v>1.4802973661668753E-16</c:v>
                </c:pt>
                <c:pt idx="2487">
                  <c:v>1.4802973661668753E-16</c:v>
                </c:pt>
                <c:pt idx="2488">
                  <c:v>1.4802973661668753E-16</c:v>
                </c:pt>
                <c:pt idx="2489">
                  <c:v>1.4802973661668753E-16</c:v>
                </c:pt>
                <c:pt idx="2490">
                  <c:v>1.4802973661668753E-16</c:v>
                </c:pt>
                <c:pt idx="2491">
                  <c:v>1.4802973661668753E-16</c:v>
                </c:pt>
                <c:pt idx="2492">
                  <c:v>1.4802973661668753E-16</c:v>
                </c:pt>
                <c:pt idx="2493">
                  <c:v>1.4802973661668753E-16</c:v>
                </c:pt>
                <c:pt idx="2494">
                  <c:v>1.4802973661668753E-16</c:v>
                </c:pt>
                <c:pt idx="2495">
                  <c:v>1.4802973661668753E-16</c:v>
                </c:pt>
                <c:pt idx="2496">
                  <c:v>1.4802973661668753E-16</c:v>
                </c:pt>
                <c:pt idx="2497">
                  <c:v>1.4802973661668753E-16</c:v>
                </c:pt>
                <c:pt idx="2498">
                  <c:v>1.4802973661668753E-16</c:v>
                </c:pt>
                <c:pt idx="2499">
                  <c:v>1.4802973661668753E-16</c:v>
                </c:pt>
                <c:pt idx="2500">
                  <c:v>1.4802973661668753E-16</c:v>
                </c:pt>
                <c:pt idx="2501">
                  <c:v>1.4802973661668753E-16</c:v>
                </c:pt>
                <c:pt idx="2502">
                  <c:v>1.4802973661668753E-16</c:v>
                </c:pt>
                <c:pt idx="2503">
                  <c:v>1.4802973661668753E-16</c:v>
                </c:pt>
                <c:pt idx="2504">
                  <c:v>1.4802973661668753E-16</c:v>
                </c:pt>
                <c:pt idx="2505">
                  <c:v>1.4802973661668753E-16</c:v>
                </c:pt>
                <c:pt idx="2506">
                  <c:v>1.4802973661668753E-16</c:v>
                </c:pt>
                <c:pt idx="2507">
                  <c:v>1.4802973661668753E-16</c:v>
                </c:pt>
                <c:pt idx="2508">
                  <c:v>1.4802973661668753E-16</c:v>
                </c:pt>
                <c:pt idx="2509">
                  <c:v>1.4802973661668753E-16</c:v>
                </c:pt>
                <c:pt idx="2510">
                  <c:v>1.4802973661668753E-16</c:v>
                </c:pt>
                <c:pt idx="2511">
                  <c:v>1.4802973661668753E-16</c:v>
                </c:pt>
                <c:pt idx="2512">
                  <c:v>1.4802973661668753E-16</c:v>
                </c:pt>
                <c:pt idx="2513">
                  <c:v>1.4802973661668753E-16</c:v>
                </c:pt>
                <c:pt idx="2514">
                  <c:v>1.4802973661668753E-16</c:v>
                </c:pt>
                <c:pt idx="2515">
                  <c:v>1.4802973661668753E-16</c:v>
                </c:pt>
                <c:pt idx="2516">
                  <c:v>1.4802973661668753E-16</c:v>
                </c:pt>
                <c:pt idx="2517">
                  <c:v>1.4802973661668753E-16</c:v>
                </c:pt>
                <c:pt idx="2518">
                  <c:v>1.4802973661668753E-16</c:v>
                </c:pt>
                <c:pt idx="2519">
                  <c:v>1.4802973661668753E-16</c:v>
                </c:pt>
                <c:pt idx="2520">
                  <c:v>1.4802973661668753E-16</c:v>
                </c:pt>
                <c:pt idx="2521">
                  <c:v>1.4802973661668753E-16</c:v>
                </c:pt>
                <c:pt idx="2522">
                  <c:v>1.4802973661668753E-16</c:v>
                </c:pt>
                <c:pt idx="2523">
                  <c:v>1.4802973661668753E-16</c:v>
                </c:pt>
                <c:pt idx="2524">
                  <c:v>1.4802973661668753E-16</c:v>
                </c:pt>
                <c:pt idx="2525">
                  <c:v>1.4802973661668753E-16</c:v>
                </c:pt>
                <c:pt idx="2526">
                  <c:v>1.4802973661668753E-16</c:v>
                </c:pt>
                <c:pt idx="2527">
                  <c:v>1.4802973661668753E-16</c:v>
                </c:pt>
                <c:pt idx="2528">
                  <c:v>1.4802973661668753E-16</c:v>
                </c:pt>
                <c:pt idx="2529">
                  <c:v>1.4802973661668753E-16</c:v>
                </c:pt>
                <c:pt idx="2530">
                  <c:v>1.4802973661668753E-16</c:v>
                </c:pt>
                <c:pt idx="2531">
                  <c:v>1.4802973661668753E-16</c:v>
                </c:pt>
                <c:pt idx="2532">
                  <c:v>1.4802973661668753E-16</c:v>
                </c:pt>
                <c:pt idx="2533">
                  <c:v>1.4802973661668753E-16</c:v>
                </c:pt>
                <c:pt idx="2534">
                  <c:v>1.4802973661668753E-16</c:v>
                </c:pt>
                <c:pt idx="2535">
                  <c:v>1.4802973661668753E-16</c:v>
                </c:pt>
                <c:pt idx="2536">
                  <c:v>1.4802973661668753E-16</c:v>
                </c:pt>
                <c:pt idx="2537">
                  <c:v>1.4802973661668753E-16</c:v>
                </c:pt>
                <c:pt idx="2538">
                  <c:v>1.4802973661668753E-16</c:v>
                </c:pt>
                <c:pt idx="2539">
                  <c:v>1.4802973661668753E-16</c:v>
                </c:pt>
                <c:pt idx="2540">
                  <c:v>1.4802973661668753E-16</c:v>
                </c:pt>
                <c:pt idx="2541">
                  <c:v>1.4802973661668753E-16</c:v>
                </c:pt>
                <c:pt idx="2542">
                  <c:v>1.4802973661668753E-16</c:v>
                </c:pt>
                <c:pt idx="2543">
                  <c:v>1.4802973661668753E-16</c:v>
                </c:pt>
                <c:pt idx="2544">
                  <c:v>1.4802973661668753E-16</c:v>
                </c:pt>
                <c:pt idx="2545">
                  <c:v>1.4802973661668753E-16</c:v>
                </c:pt>
                <c:pt idx="2546">
                  <c:v>1.4802973661668753E-16</c:v>
                </c:pt>
                <c:pt idx="2547">
                  <c:v>1.4802973661668753E-16</c:v>
                </c:pt>
                <c:pt idx="2548">
                  <c:v>1.4802973661668753E-16</c:v>
                </c:pt>
                <c:pt idx="2549">
                  <c:v>1.4802973661668753E-16</c:v>
                </c:pt>
                <c:pt idx="2550">
                  <c:v>1.4802973661668753E-16</c:v>
                </c:pt>
                <c:pt idx="2551">
                  <c:v>1.4802973661668753E-16</c:v>
                </c:pt>
                <c:pt idx="2552">
                  <c:v>1.4802973661668753E-16</c:v>
                </c:pt>
                <c:pt idx="2553">
                  <c:v>1.4802973661668753E-16</c:v>
                </c:pt>
                <c:pt idx="2554">
                  <c:v>1.4802973661668753E-16</c:v>
                </c:pt>
                <c:pt idx="2555">
                  <c:v>1.4802973661668753E-16</c:v>
                </c:pt>
                <c:pt idx="2556">
                  <c:v>1.4802973661668753E-16</c:v>
                </c:pt>
                <c:pt idx="2557">
                  <c:v>1.4802973661668753E-16</c:v>
                </c:pt>
                <c:pt idx="2558">
                  <c:v>1.4802973661668753E-16</c:v>
                </c:pt>
                <c:pt idx="2559">
                  <c:v>1.4802973661668753E-16</c:v>
                </c:pt>
                <c:pt idx="2560">
                  <c:v>1.4802973661668753E-16</c:v>
                </c:pt>
                <c:pt idx="2561">
                  <c:v>1.4802973661668753E-16</c:v>
                </c:pt>
                <c:pt idx="2562">
                  <c:v>1.4802973661668753E-16</c:v>
                </c:pt>
                <c:pt idx="2563">
                  <c:v>1.4802973661668753E-16</c:v>
                </c:pt>
                <c:pt idx="2564">
                  <c:v>1.4802973661668753E-16</c:v>
                </c:pt>
                <c:pt idx="2565">
                  <c:v>1.4802973661668753E-16</c:v>
                </c:pt>
                <c:pt idx="2566">
                  <c:v>1.4802973661668753E-16</c:v>
                </c:pt>
                <c:pt idx="2567">
                  <c:v>1.4802973661668753E-16</c:v>
                </c:pt>
                <c:pt idx="2568">
                  <c:v>1.4802973661668753E-16</c:v>
                </c:pt>
                <c:pt idx="2569">
                  <c:v>1.4802973661668753E-16</c:v>
                </c:pt>
                <c:pt idx="2570">
                  <c:v>1.4802973661668753E-16</c:v>
                </c:pt>
                <c:pt idx="2571">
                  <c:v>1.4802973661668753E-16</c:v>
                </c:pt>
                <c:pt idx="2572">
                  <c:v>1.4802973661668753E-16</c:v>
                </c:pt>
                <c:pt idx="2573">
                  <c:v>1.4802973661668753E-16</c:v>
                </c:pt>
                <c:pt idx="2574">
                  <c:v>1.4802973661668753E-16</c:v>
                </c:pt>
                <c:pt idx="2575">
                  <c:v>1.4802973661668753E-16</c:v>
                </c:pt>
                <c:pt idx="2576">
                  <c:v>1.4802973661668753E-16</c:v>
                </c:pt>
                <c:pt idx="2577">
                  <c:v>1.4802973661668753E-16</c:v>
                </c:pt>
                <c:pt idx="2578">
                  <c:v>1.4802973661668753E-16</c:v>
                </c:pt>
                <c:pt idx="2579">
                  <c:v>1.4802973661668753E-16</c:v>
                </c:pt>
                <c:pt idx="2580">
                  <c:v>1.4802973661668753E-16</c:v>
                </c:pt>
                <c:pt idx="2581">
                  <c:v>1.4802973661668753E-16</c:v>
                </c:pt>
                <c:pt idx="2582">
                  <c:v>1.4802973661668753E-16</c:v>
                </c:pt>
                <c:pt idx="2583">
                  <c:v>1.4802973661668753E-16</c:v>
                </c:pt>
                <c:pt idx="2584">
                  <c:v>1.4802973661668753E-16</c:v>
                </c:pt>
                <c:pt idx="2585">
                  <c:v>1.4802973661668753E-16</c:v>
                </c:pt>
                <c:pt idx="2586">
                  <c:v>1.4802973661668753E-16</c:v>
                </c:pt>
                <c:pt idx="2587">
                  <c:v>1.4802973661668753E-16</c:v>
                </c:pt>
                <c:pt idx="2588">
                  <c:v>1.4802973661668753E-16</c:v>
                </c:pt>
                <c:pt idx="2589">
                  <c:v>1.4802973661668753E-16</c:v>
                </c:pt>
                <c:pt idx="2590">
                  <c:v>1.4802973661668753E-16</c:v>
                </c:pt>
                <c:pt idx="2591">
                  <c:v>1.4802973661668753E-16</c:v>
                </c:pt>
                <c:pt idx="2592">
                  <c:v>1.4802973661668753E-16</c:v>
                </c:pt>
                <c:pt idx="2593">
                  <c:v>1.4802973661668753E-16</c:v>
                </c:pt>
                <c:pt idx="2594">
                  <c:v>1.4802973661668753E-16</c:v>
                </c:pt>
                <c:pt idx="2595">
                  <c:v>1.4802973661668753E-16</c:v>
                </c:pt>
                <c:pt idx="2596">
                  <c:v>1.4802973661668753E-16</c:v>
                </c:pt>
                <c:pt idx="2597">
                  <c:v>1.4802973661668753E-16</c:v>
                </c:pt>
                <c:pt idx="2598">
                  <c:v>1.4802973661668753E-16</c:v>
                </c:pt>
                <c:pt idx="2599">
                  <c:v>1.4802973661668753E-16</c:v>
                </c:pt>
                <c:pt idx="2600">
                  <c:v>1.4802973661668753E-16</c:v>
                </c:pt>
                <c:pt idx="2601">
                  <c:v>1.4802973661668753E-16</c:v>
                </c:pt>
                <c:pt idx="2602">
                  <c:v>1.4802973661668753E-16</c:v>
                </c:pt>
                <c:pt idx="2603">
                  <c:v>1.4802973661668753E-16</c:v>
                </c:pt>
                <c:pt idx="2604">
                  <c:v>1.4802973661668753E-16</c:v>
                </c:pt>
                <c:pt idx="2605">
                  <c:v>1.4802973661668753E-16</c:v>
                </c:pt>
                <c:pt idx="2606">
                  <c:v>1.4802973661668753E-16</c:v>
                </c:pt>
                <c:pt idx="2607">
                  <c:v>1.4802973661668753E-16</c:v>
                </c:pt>
                <c:pt idx="2608">
                  <c:v>1.4802973661668753E-16</c:v>
                </c:pt>
                <c:pt idx="2609">
                  <c:v>1.4802973661668753E-16</c:v>
                </c:pt>
                <c:pt idx="2610">
                  <c:v>1.4802973661668753E-16</c:v>
                </c:pt>
                <c:pt idx="2611">
                  <c:v>1.4802973661668753E-16</c:v>
                </c:pt>
                <c:pt idx="2612">
                  <c:v>1.4802973661668753E-16</c:v>
                </c:pt>
                <c:pt idx="2613">
                  <c:v>1.4802973661668753E-16</c:v>
                </c:pt>
                <c:pt idx="2614">
                  <c:v>1.4802973661668753E-16</c:v>
                </c:pt>
                <c:pt idx="2615">
                  <c:v>1.4802973661668753E-16</c:v>
                </c:pt>
                <c:pt idx="2616">
                  <c:v>1.4802973661668753E-16</c:v>
                </c:pt>
                <c:pt idx="2617">
                  <c:v>1.4802973661668753E-16</c:v>
                </c:pt>
                <c:pt idx="2618">
                  <c:v>1.4802973661668753E-16</c:v>
                </c:pt>
                <c:pt idx="2619">
                  <c:v>1.4802973661668753E-16</c:v>
                </c:pt>
                <c:pt idx="2620">
                  <c:v>1.4802973661668753E-16</c:v>
                </c:pt>
                <c:pt idx="2621">
                  <c:v>1.4802973661668753E-16</c:v>
                </c:pt>
                <c:pt idx="2622">
                  <c:v>1.4802973661668753E-16</c:v>
                </c:pt>
                <c:pt idx="2623">
                  <c:v>1.4802973661668753E-16</c:v>
                </c:pt>
                <c:pt idx="2624">
                  <c:v>1.4802973661668753E-16</c:v>
                </c:pt>
                <c:pt idx="2625">
                  <c:v>1.4802973661668753E-16</c:v>
                </c:pt>
                <c:pt idx="2626">
                  <c:v>1.4802973661668753E-16</c:v>
                </c:pt>
                <c:pt idx="2627">
                  <c:v>1.4802973661668753E-16</c:v>
                </c:pt>
                <c:pt idx="2628">
                  <c:v>1.4802973661668753E-16</c:v>
                </c:pt>
                <c:pt idx="2629">
                  <c:v>1.4802973661668753E-16</c:v>
                </c:pt>
                <c:pt idx="2630">
                  <c:v>1.4802973661668753E-16</c:v>
                </c:pt>
                <c:pt idx="2631">
                  <c:v>1.4802973661668753E-16</c:v>
                </c:pt>
                <c:pt idx="2632">
                  <c:v>1.4802973661668753E-16</c:v>
                </c:pt>
                <c:pt idx="2633">
                  <c:v>1.4802973661668753E-16</c:v>
                </c:pt>
                <c:pt idx="2634">
                  <c:v>1.4802973661668753E-16</c:v>
                </c:pt>
                <c:pt idx="2635">
                  <c:v>1.4802973661668753E-16</c:v>
                </c:pt>
                <c:pt idx="2636">
                  <c:v>1.4802973661668753E-16</c:v>
                </c:pt>
                <c:pt idx="2637">
                  <c:v>1.4802973661668753E-16</c:v>
                </c:pt>
                <c:pt idx="2638">
                  <c:v>1.4802973661668753E-16</c:v>
                </c:pt>
                <c:pt idx="2639">
                  <c:v>1.4802973661668753E-16</c:v>
                </c:pt>
                <c:pt idx="2640">
                  <c:v>1.4802973661668753E-16</c:v>
                </c:pt>
                <c:pt idx="2641">
                  <c:v>1.4802973661668753E-16</c:v>
                </c:pt>
                <c:pt idx="2642">
                  <c:v>1.4802973661668753E-16</c:v>
                </c:pt>
                <c:pt idx="2643">
                  <c:v>1.4802973661668753E-16</c:v>
                </c:pt>
                <c:pt idx="2644">
                  <c:v>1.4802973661668753E-16</c:v>
                </c:pt>
                <c:pt idx="2645">
                  <c:v>1.4802973661668753E-16</c:v>
                </c:pt>
                <c:pt idx="2646">
                  <c:v>1.4802973661668753E-16</c:v>
                </c:pt>
                <c:pt idx="2647">
                  <c:v>1.4802973661668753E-16</c:v>
                </c:pt>
                <c:pt idx="2648">
                  <c:v>1.4802973661668753E-16</c:v>
                </c:pt>
                <c:pt idx="2649">
                  <c:v>1.4802973661668753E-16</c:v>
                </c:pt>
                <c:pt idx="2650">
                  <c:v>1.4802973661668753E-16</c:v>
                </c:pt>
                <c:pt idx="2651">
                  <c:v>1.4802973661668753E-16</c:v>
                </c:pt>
                <c:pt idx="2652">
                  <c:v>1.4802973661668753E-16</c:v>
                </c:pt>
                <c:pt idx="2653">
                  <c:v>1.4802973661668753E-16</c:v>
                </c:pt>
                <c:pt idx="2654">
                  <c:v>1.4802973661668753E-16</c:v>
                </c:pt>
                <c:pt idx="2655">
                  <c:v>1.4802973661668753E-16</c:v>
                </c:pt>
                <c:pt idx="2656">
                  <c:v>1.4802973661668753E-16</c:v>
                </c:pt>
                <c:pt idx="2657">
                  <c:v>1.4802973661668753E-16</c:v>
                </c:pt>
                <c:pt idx="2658">
                  <c:v>1.4802973661668753E-16</c:v>
                </c:pt>
                <c:pt idx="2659">
                  <c:v>1.4802973661668753E-16</c:v>
                </c:pt>
                <c:pt idx="2660">
                  <c:v>1.4802973661668753E-16</c:v>
                </c:pt>
                <c:pt idx="2661">
                  <c:v>1.4802973661668753E-16</c:v>
                </c:pt>
                <c:pt idx="2662">
                  <c:v>1.4802973661668753E-16</c:v>
                </c:pt>
                <c:pt idx="2663">
                  <c:v>1.4802973661668753E-16</c:v>
                </c:pt>
                <c:pt idx="2664">
                  <c:v>1.4802973661668753E-16</c:v>
                </c:pt>
                <c:pt idx="2665">
                  <c:v>1.4802973661668753E-16</c:v>
                </c:pt>
                <c:pt idx="2666">
                  <c:v>1.4802973661668753E-16</c:v>
                </c:pt>
                <c:pt idx="2667">
                  <c:v>1.4802973661668753E-16</c:v>
                </c:pt>
                <c:pt idx="2668">
                  <c:v>1.4802973661668753E-16</c:v>
                </c:pt>
                <c:pt idx="2669">
                  <c:v>1.4802973661668753E-16</c:v>
                </c:pt>
                <c:pt idx="2670">
                  <c:v>1.4802973661668753E-16</c:v>
                </c:pt>
                <c:pt idx="2671">
                  <c:v>1.4802973661668753E-16</c:v>
                </c:pt>
                <c:pt idx="2672">
                  <c:v>1.4802973661668753E-16</c:v>
                </c:pt>
                <c:pt idx="2673">
                  <c:v>1.4802973661668753E-16</c:v>
                </c:pt>
                <c:pt idx="2674">
                  <c:v>1.4802973661668753E-16</c:v>
                </c:pt>
                <c:pt idx="2675">
                  <c:v>1.4802973661668753E-16</c:v>
                </c:pt>
                <c:pt idx="2676">
                  <c:v>1.4802973661668753E-16</c:v>
                </c:pt>
                <c:pt idx="2677">
                  <c:v>1.4802973661668753E-16</c:v>
                </c:pt>
                <c:pt idx="2678">
                  <c:v>1.4802973661668753E-16</c:v>
                </c:pt>
                <c:pt idx="2679">
                  <c:v>1.4802973661668753E-16</c:v>
                </c:pt>
                <c:pt idx="2680">
                  <c:v>1.4802973661668753E-16</c:v>
                </c:pt>
                <c:pt idx="2681">
                  <c:v>1.4802973661668753E-16</c:v>
                </c:pt>
                <c:pt idx="2682">
                  <c:v>1.4802973661668753E-16</c:v>
                </c:pt>
                <c:pt idx="2683">
                  <c:v>1.4802973661668753E-16</c:v>
                </c:pt>
                <c:pt idx="2684">
                  <c:v>1.4802973661668753E-16</c:v>
                </c:pt>
                <c:pt idx="2685">
                  <c:v>1.4802973661668753E-16</c:v>
                </c:pt>
                <c:pt idx="2686">
                  <c:v>1.4802973661668753E-16</c:v>
                </c:pt>
                <c:pt idx="2687">
                  <c:v>1.4802973661668753E-16</c:v>
                </c:pt>
                <c:pt idx="2688">
                  <c:v>1.4802973661668753E-16</c:v>
                </c:pt>
                <c:pt idx="2689">
                  <c:v>1.4802973661668753E-16</c:v>
                </c:pt>
                <c:pt idx="2690">
                  <c:v>1.4802973661668753E-16</c:v>
                </c:pt>
                <c:pt idx="2691">
                  <c:v>1.4802973661668753E-16</c:v>
                </c:pt>
                <c:pt idx="2692">
                  <c:v>1.4802973661668753E-16</c:v>
                </c:pt>
                <c:pt idx="2693">
                  <c:v>1.4802973661668753E-16</c:v>
                </c:pt>
                <c:pt idx="2694">
                  <c:v>1.4802973661668753E-16</c:v>
                </c:pt>
                <c:pt idx="2695">
                  <c:v>1.4802973661668753E-16</c:v>
                </c:pt>
                <c:pt idx="2696">
                  <c:v>1.4802973661668753E-16</c:v>
                </c:pt>
                <c:pt idx="2697">
                  <c:v>1.4802973661668753E-16</c:v>
                </c:pt>
                <c:pt idx="2698">
                  <c:v>1.4802973661668753E-16</c:v>
                </c:pt>
                <c:pt idx="2699">
                  <c:v>1.4802973661668753E-16</c:v>
                </c:pt>
                <c:pt idx="2700">
                  <c:v>1.4802973661668753E-16</c:v>
                </c:pt>
                <c:pt idx="2701">
                  <c:v>1.4802973661668753E-16</c:v>
                </c:pt>
                <c:pt idx="2702">
                  <c:v>1.4802973661668753E-16</c:v>
                </c:pt>
                <c:pt idx="2703">
                  <c:v>1.4802973661668753E-16</c:v>
                </c:pt>
                <c:pt idx="2704">
                  <c:v>1.4802973661668753E-16</c:v>
                </c:pt>
                <c:pt idx="2705">
                  <c:v>1.4802973661668753E-16</c:v>
                </c:pt>
                <c:pt idx="2706">
                  <c:v>1.4802973661668753E-16</c:v>
                </c:pt>
                <c:pt idx="2707">
                  <c:v>1.4802973661668753E-16</c:v>
                </c:pt>
                <c:pt idx="2708">
                  <c:v>1.4802973661668753E-16</c:v>
                </c:pt>
                <c:pt idx="2709">
                  <c:v>1.4802973661668753E-16</c:v>
                </c:pt>
                <c:pt idx="2710">
                  <c:v>1.4802973661668753E-16</c:v>
                </c:pt>
                <c:pt idx="2711">
                  <c:v>1.4802973661668753E-16</c:v>
                </c:pt>
                <c:pt idx="2712">
                  <c:v>1.4802973661668753E-16</c:v>
                </c:pt>
                <c:pt idx="2713">
                  <c:v>1.4802973661668753E-16</c:v>
                </c:pt>
                <c:pt idx="2714">
                  <c:v>1.4802973661668753E-16</c:v>
                </c:pt>
                <c:pt idx="2715">
                  <c:v>1.4802973661668753E-16</c:v>
                </c:pt>
                <c:pt idx="2716">
                  <c:v>1.4802973661668753E-16</c:v>
                </c:pt>
                <c:pt idx="2717">
                  <c:v>1.4802973661668753E-16</c:v>
                </c:pt>
                <c:pt idx="2718">
                  <c:v>1.4802973661668753E-16</c:v>
                </c:pt>
                <c:pt idx="2719">
                  <c:v>1.4802973661668753E-16</c:v>
                </c:pt>
                <c:pt idx="2720">
                  <c:v>1.4802973661668753E-16</c:v>
                </c:pt>
                <c:pt idx="2721">
                  <c:v>1.4802973661668753E-16</c:v>
                </c:pt>
                <c:pt idx="2722">
                  <c:v>1.4802973661668753E-16</c:v>
                </c:pt>
                <c:pt idx="2723">
                  <c:v>1.4802973661668753E-16</c:v>
                </c:pt>
                <c:pt idx="2724">
                  <c:v>1.4802973661668753E-16</c:v>
                </c:pt>
                <c:pt idx="2725">
                  <c:v>1.4802973661668753E-16</c:v>
                </c:pt>
                <c:pt idx="2726">
                  <c:v>1.4802973661668753E-16</c:v>
                </c:pt>
                <c:pt idx="2727">
                  <c:v>1.4802973661668753E-16</c:v>
                </c:pt>
                <c:pt idx="2728">
                  <c:v>1.4802973661668753E-16</c:v>
                </c:pt>
                <c:pt idx="2729">
                  <c:v>1.4802973661668753E-16</c:v>
                </c:pt>
                <c:pt idx="2730">
                  <c:v>1.4802973661668753E-16</c:v>
                </c:pt>
                <c:pt idx="2731">
                  <c:v>1.4802973661668753E-16</c:v>
                </c:pt>
                <c:pt idx="2732">
                  <c:v>1.4802973661668753E-16</c:v>
                </c:pt>
                <c:pt idx="2733">
                  <c:v>1.4802973661668753E-16</c:v>
                </c:pt>
                <c:pt idx="2734">
                  <c:v>1.4802973661668753E-16</c:v>
                </c:pt>
                <c:pt idx="2735">
                  <c:v>1.4802973661668753E-16</c:v>
                </c:pt>
                <c:pt idx="2736">
                  <c:v>1.4802973661668753E-16</c:v>
                </c:pt>
                <c:pt idx="2737">
                  <c:v>1.4802973661668753E-16</c:v>
                </c:pt>
                <c:pt idx="2738">
                  <c:v>1.4802973661668753E-16</c:v>
                </c:pt>
                <c:pt idx="2739">
                  <c:v>1.4802973661668753E-16</c:v>
                </c:pt>
                <c:pt idx="2740">
                  <c:v>1.4802973661668753E-16</c:v>
                </c:pt>
                <c:pt idx="2741">
                  <c:v>1.4802973661668753E-16</c:v>
                </c:pt>
                <c:pt idx="2742">
                  <c:v>1.4802973661668753E-16</c:v>
                </c:pt>
                <c:pt idx="2743">
                  <c:v>1.4802973661668753E-16</c:v>
                </c:pt>
                <c:pt idx="2744">
                  <c:v>1.4802973661668753E-16</c:v>
                </c:pt>
                <c:pt idx="2745">
                  <c:v>1.4802973661668753E-16</c:v>
                </c:pt>
                <c:pt idx="2746">
                  <c:v>1.4802973661668753E-16</c:v>
                </c:pt>
                <c:pt idx="2747">
                  <c:v>1.4802973661668753E-16</c:v>
                </c:pt>
                <c:pt idx="2748">
                  <c:v>1.4802973661668753E-16</c:v>
                </c:pt>
                <c:pt idx="2749">
                  <c:v>1.4802973661668753E-16</c:v>
                </c:pt>
                <c:pt idx="2750">
                  <c:v>1.4802973661668753E-16</c:v>
                </c:pt>
                <c:pt idx="2751">
                  <c:v>1.4802973661668753E-16</c:v>
                </c:pt>
                <c:pt idx="2752">
                  <c:v>1.4802973661668753E-16</c:v>
                </c:pt>
                <c:pt idx="2753">
                  <c:v>1.4802973661668753E-16</c:v>
                </c:pt>
                <c:pt idx="2754">
                  <c:v>1.4802973661668753E-16</c:v>
                </c:pt>
                <c:pt idx="2755">
                  <c:v>1.4802973661668753E-16</c:v>
                </c:pt>
                <c:pt idx="2756">
                  <c:v>1.4802973661668753E-16</c:v>
                </c:pt>
                <c:pt idx="2757">
                  <c:v>1.4802973661668753E-16</c:v>
                </c:pt>
                <c:pt idx="2758">
                  <c:v>1.4802973661668753E-16</c:v>
                </c:pt>
                <c:pt idx="2759">
                  <c:v>1.4802973661668753E-16</c:v>
                </c:pt>
                <c:pt idx="2760">
                  <c:v>1.4802973661668753E-16</c:v>
                </c:pt>
                <c:pt idx="2761">
                  <c:v>1.4802973661668753E-16</c:v>
                </c:pt>
                <c:pt idx="2762">
                  <c:v>1.4802973661668753E-16</c:v>
                </c:pt>
                <c:pt idx="2763">
                  <c:v>1.4802973661668753E-16</c:v>
                </c:pt>
                <c:pt idx="2764">
                  <c:v>1.4802973661668753E-16</c:v>
                </c:pt>
                <c:pt idx="2765">
                  <c:v>1.4802973661668753E-16</c:v>
                </c:pt>
                <c:pt idx="2766">
                  <c:v>1.4802973661668753E-16</c:v>
                </c:pt>
                <c:pt idx="2767">
                  <c:v>1.4802973661668753E-16</c:v>
                </c:pt>
                <c:pt idx="2768">
                  <c:v>1.4802973661668753E-16</c:v>
                </c:pt>
                <c:pt idx="2769">
                  <c:v>1.4802973661668753E-16</c:v>
                </c:pt>
                <c:pt idx="2770">
                  <c:v>1.4802973661668753E-16</c:v>
                </c:pt>
                <c:pt idx="2771">
                  <c:v>1.4802973661668753E-16</c:v>
                </c:pt>
                <c:pt idx="2772">
                  <c:v>1.4802973661668753E-16</c:v>
                </c:pt>
                <c:pt idx="2773">
                  <c:v>1.4802973661668753E-16</c:v>
                </c:pt>
                <c:pt idx="2774">
                  <c:v>1.4802973661668753E-16</c:v>
                </c:pt>
                <c:pt idx="2775">
                  <c:v>1.4802973661668753E-16</c:v>
                </c:pt>
                <c:pt idx="2776">
                  <c:v>1.4802973661668753E-16</c:v>
                </c:pt>
                <c:pt idx="2777">
                  <c:v>1.4802973661668753E-16</c:v>
                </c:pt>
                <c:pt idx="2778">
                  <c:v>1.4802973661668753E-16</c:v>
                </c:pt>
                <c:pt idx="2779">
                  <c:v>1.4802973661668753E-16</c:v>
                </c:pt>
                <c:pt idx="2780">
                  <c:v>1.4802973661668753E-16</c:v>
                </c:pt>
                <c:pt idx="2781">
                  <c:v>1.4802973661668753E-16</c:v>
                </c:pt>
                <c:pt idx="2782">
                  <c:v>1.4802973661668753E-16</c:v>
                </c:pt>
                <c:pt idx="2783">
                  <c:v>1.4802973661668753E-16</c:v>
                </c:pt>
                <c:pt idx="2784">
                  <c:v>1.4802973661668753E-16</c:v>
                </c:pt>
                <c:pt idx="2785">
                  <c:v>1.4802973661668753E-16</c:v>
                </c:pt>
                <c:pt idx="2786">
                  <c:v>1.4802973661668753E-16</c:v>
                </c:pt>
                <c:pt idx="2787">
                  <c:v>1.4802973661668753E-16</c:v>
                </c:pt>
                <c:pt idx="2788">
                  <c:v>1.4802973661668753E-16</c:v>
                </c:pt>
                <c:pt idx="2789">
                  <c:v>1.4802973661668753E-16</c:v>
                </c:pt>
                <c:pt idx="2790">
                  <c:v>1.4802973661668753E-16</c:v>
                </c:pt>
                <c:pt idx="2791">
                  <c:v>1.4802973661668753E-16</c:v>
                </c:pt>
                <c:pt idx="2792">
                  <c:v>1.4802973661668753E-16</c:v>
                </c:pt>
                <c:pt idx="2793">
                  <c:v>1.4802973661668753E-16</c:v>
                </c:pt>
                <c:pt idx="2794">
                  <c:v>1.4802973661668753E-16</c:v>
                </c:pt>
                <c:pt idx="2795">
                  <c:v>1.4802973661668753E-16</c:v>
                </c:pt>
                <c:pt idx="2796">
                  <c:v>1.4802973661668753E-16</c:v>
                </c:pt>
                <c:pt idx="2797">
                  <c:v>1.4802973661668753E-16</c:v>
                </c:pt>
                <c:pt idx="2798">
                  <c:v>1.4802973661668753E-16</c:v>
                </c:pt>
                <c:pt idx="2799">
                  <c:v>1.4802973661668753E-16</c:v>
                </c:pt>
                <c:pt idx="2800">
                  <c:v>1.4802973661668753E-16</c:v>
                </c:pt>
                <c:pt idx="2801">
                  <c:v>1.4802973661668753E-16</c:v>
                </c:pt>
                <c:pt idx="2802">
                  <c:v>1.4802973661668753E-16</c:v>
                </c:pt>
                <c:pt idx="2803">
                  <c:v>1.4802973661668753E-16</c:v>
                </c:pt>
                <c:pt idx="2804">
                  <c:v>1.4802973661668753E-16</c:v>
                </c:pt>
                <c:pt idx="2805">
                  <c:v>1.4802973661668753E-16</c:v>
                </c:pt>
                <c:pt idx="2806">
                  <c:v>1.4802973661668753E-16</c:v>
                </c:pt>
                <c:pt idx="2807">
                  <c:v>1.4802973661668753E-16</c:v>
                </c:pt>
                <c:pt idx="2808">
                  <c:v>1.4802973661668753E-16</c:v>
                </c:pt>
                <c:pt idx="2809">
                  <c:v>1.4802973661668753E-16</c:v>
                </c:pt>
                <c:pt idx="2810">
                  <c:v>1.4802973661668753E-16</c:v>
                </c:pt>
                <c:pt idx="2811">
                  <c:v>1.4802973661668753E-16</c:v>
                </c:pt>
                <c:pt idx="2812">
                  <c:v>1.4802973661668753E-16</c:v>
                </c:pt>
                <c:pt idx="2813">
                  <c:v>1.4802973661668753E-16</c:v>
                </c:pt>
                <c:pt idx="2814">
                  <c:v>1.4802973661668753E-16</c:v>
                </c:pt>
                <c:pt idx="2815">
                  <c:v>1.4802973661668753E-16</c:v>
                </c:pt>
                <c:pt idx="2816">
                  <c:v>1.4802973661668753E-16</c:v>
                </c:pt>
                <c:pt idx="2817">
                  <c:v>1.4802973661668753E-16</c:v>
                </c:pt>
                <c:pt idx="2818">
                  <c:v>1.4802973661668753E-16</c:v>
                </c:pt>
                <c:pt idx="2819">
                  <c:v>1.4802973661668753E-16</c:v>
                </c:pt>
                <c:pt idx="2820">
                  <c:v>1.4802973661668753E-16</c:v>
                </c:pt>
                <c:pt idx="2821">
                  <c:v>1.4802973661668753E-16</c:v>
                </c:pt>
                <c:pt idx="2822">
                  <c:v>1.4802973661668753E-16</c:v>
                </c:pt>
                <c:pt idx="2823">
                  <c:v>1.4802973661668753E-16</c:v>
                </c:pt>
                <c:pt idx="2824">
                  <c:v>1.4802973661668753E-16</c:v>
                </c:pt>
                <c:pt idx="2825">
                  <c:v>1.4802973661668753E-16</c:v>
                </c:pt>
                <c:pt idx="2826">
                  <c:v>1.4802973661668753E-16</c:v>
                </c:pt>
                <c:pt idx="2827">
                  <c:v>1.4802973661668753E-16</c:v>
                </c:pt>
                <c:pt idx="2828">
                  <c:v>1.4802973661668753E-16</c:v>
                </c:pt>
                <c:pt idx="2829">
                  <c:v>1.4802973661668753E-16</c:v>
                </c:pt>
                <c:pt idx="2830">
                  <c:v>1.4802973661668753E-16</c:v>
                </c:pt>
                <c:pt idx="2831">
                  <c:v>1.4802973661668753E-16</c:v>
                </c:pt>
                <c:pt idx="2832">
                  <c:v>1.4802973661668753E-16</c:v>
                </c:pt>
                <c:pt idx="2833">
                  <c:v>1.4802973661668753E-16</c:v>
                </c:pt>
                <c:pt idx="2834">
                  <c:v>1.4802973661668753E-16</c:v>
                </c:pt>
                <c:pt idx="2835">
                  <c:v>1.4802973661668753E-16</c:v>
                </c:pt>
                <c:pt idx="2836">
                  <c:v>1.4802973661668753E-16</c:v>
                </c:pt>
                <c:pt idx="2837">
                  <c:v>1.4802973661668753E-16</c:v>
                </c:pt>
                <c:pt idx="2838">
                  <c:v>1.4802973661668753E-16</c:v>
                </c:pt>
                <c:pt idx="2839">
                  <c:v>1.4802973661668753E-16</c:v>
                </c:pt>
                <c:pt idx="2840">
                  <c:v>1.4802973661668753E-16</c:v>
                </c:pt>
                <c:pt idx="2841">
                  <c:v>1.4802973661668753E-16</c:v>
                </c:pt>
                <c:pt idx="2842">
                  <c:v>1.4802973661668753E-16</c:v>
                </c:pt>
                <c:pt idx="2843">
                  <c:v>1.4802973661668753E-16</c:v>
                </c:pt>
                <c:pt idx="2844">
                  <c:v>1.4802973661668753E-16</c:v>
                </c:pt>
                <c:pt idx="2845">
                  <c:v>1.4802973661668753E-16</c:v>
                </c:pt>
                <c:pt idx="2846">
                  <c:v>1.4802973661668753E-16</c:v>
                </c:pt>
                <c:pt idx="2847">
                  <c:v>1.4802973661668753E-16</c:v>
                </c:pt>
                <c:pt idx="2848">
                  <c:v>1.4802973661668753E-16</c:v>
                </c:pt>
                <c:pt idx="2849">
                  <c:v>1.4802973661668753E-16</c:v>
                </c:pt>
                <c:pt idx="2850">
                  <c:v>1.4802973661668753E-16</c:v>
                </c:pt>
                <c:pt idx="2851">
                  <c:v>1.4802973661668753E-16</c:v>
                </c:pt>
                <c:pt idx="2852">
                  <c:v>1.4802973661668753E-16</c:v>
                </c:pt>
                <c:pt idx="2853">
                  <c:v>1.4802973661668753E-16</c:v>
                </c:pt>
                <c:pt idx="2854">
                  <c:v>1.4802973661668753E-16</c:v>
                </c:pt>
                <c:pt idx="2855">
                  <c:v>1.4802973661668753E-16</c:v>
                </c:pt>
                <c:pt idx="2856">
                  <c:v>1.4802973661668753E-16</c:v>
                </c:pt>
                <c:pt idx="2857">
                  <c:v>1.4802973661668753E-16</c:v>
                </c:pt>
                <c:pt idx="2858">
                  <c:v>1.4802973661668753E-16</c:v>
                </c:pt>
                <c:pt idx="2859">
                  <c:v>1.4802973661668753E-16</c:v>
                </c:pt>
                <c:pt idx="2860">
                  <c:v>1.4802973661668753E-16</c:v>
                </c:pt>
                <c:pt idx="2861">
                  <c:v>1.4802973661668753E-16</c:v>
                </c:pt>
                <c:pt idx="2862">
                  <c:v>1.4802973661668753E-16</c:v>
                </c:pt>
                <c:pt idx="2863">
                  <c:v>1.4802973661668753E-16</c:v>
                </c:pt>
                <c:pt idx="2864">
                  <c:v>1.4802973661668753E-16</c:v>
                </c:pt>
                <c:pt idx="2865">
                  <c:v>1.4802973661668753E-16</c:v>
                </c:pt>
                <c:pt idx="2866">
                  <c:v>1.4802973661668753E-16</c:v>
                </c:pt>
                <c:pt idx="2867">
                  <c:v>1.4802973661668753E-16</c:v>
                </c:pt>
                <c:pt idx="2868">
                  <c:v>1.4802973661668753E-16</c:v>
                </c:pt>
                <c:pt idx="2869">
                  <c:v>1.4802973661668753E-16</c:v>
                </c:pt>
                <c:pt idx="2870">
                  <c:v>1.4802973661668753E-16</c:v>
                </c:pt>
                <c:pt idx="2871">
                  <c:v>1.4802973661668753E-16</c:v>
                </c:pt>
                <c:pt idx="2872">
                  <c:v>1.4802973661668753E-16</c:v>
                </c:pt>
                <c:pt idx="2873">
                  <c:v>1.4802973661668753E-16</c:v>
                </c:pt>
                <c:pt idx="2874">
                  <c:v>1.4802973661668753E-16</c:v>
                </c:pt>
                <c:pt idx="2875">
                  <c:v>1.4802973661668753E-16</c:v>
                </c:pt>
                <c:pt idx="2876">
                  <c:v>1.4802973661668753E-16</c:v>
                </c:pt>
                <c:pt idx="2877">
                  <c:v>1.4802973661668753E-16</c:v>
                </c:pt>
                <c:pt idx="2878">
                  <c:v>1.4802973661668753E-16</c:v>
                </c:pt>
                <c:pt idx="2879">
                  <c:v>1.4802973661668753E-16</c:v>
                </c:pt>
                <c:pt idx="2880">
                  <c:v>1.4802973661668753E-16</c:v>
                </c:pt>
                <c:pt idx="2881">
                  <c:v>1.4802973661668753E-16</c:v>
                </c:pt>
                <c:pt idx="2882">
                  <c:v>1.4802973661668753E-16</c:v>
                </c:pt>
                <c:pt idx="2883">
                  <c:v>1.4802973661668753E-16</c:v>
                </c:pt>
                <c:pt idx="2884">
                  <c:v>1.4802973661668753E-16</c:v>
                </c:pt>
                <c:pt idx="2885">
                  <c:v>1.4802973661668753E-16</c:v>
                </c:pt>
                <c:pt idx="2886">
                  <c:v>1.4802973661668753E-16</c:v>
                </c:pt>
                <c:pt idx="2887">
                  <c:v>1.4802973661668753E-16</c:v>
                </c:pt>
                <c:pt idx="2888">
                  <c:v>1.4802973661668753E-16</c:v>
                </c:pt>
                <c:pt idx="2889">
                  <c:v>1.4802973661668753E-16</c:v>
                </c:pt>
                <c:pt idx="2890">
                  <c:v>1.4802973661668753E-16</c:v>
                </c:pt>
                <c:pt idx="2891">
                  <c:v>1.4802973661668753E-16</c:v>
                </c:pt>
                <c:pt idx="2892">
                  <c:v>1.4802973661668753E-16</c:v>
                </c:pt>
                <c:pt idx="2893">
                  <c:v>1.4802973661668753E-16</c:v>
                </c:pt>
                <c:pt idx="2894">
                  <c:v>1.4802973661668753E-16</c:v>
                </c:pt>
                <c:pt idx="2895">
                  <c:v>1.4802973661668753E-16</c:v>
                </c:pt>
                <c:pt idx="2896">
                  <c:v>1.4802973661668753E-16</c:v>
                </c:pt>
                <c:pt idx="2897">
                  <c:v>1.4802973661668753E-16</c:v>
                </c:pt>
                <c:pt idx="2898">
                  <c:v>1.4802973661668753E-16</c:v>
                </c:pt>
                <c:pt idx="2899">
                  <c:v>1.4802973661668753E-16</c:v>
                </c:pt>
                <c:pt idx="2900">
                  <c:v>1.4802973661668753E-16</c:v>
                </c:pt>
                <c:pt idx="2901">
                  <c:v>1.4802973661668753E-16</c:v>
                </c:pt>
                <c:pt idx="2902">
                  <c:v>1.4802973661668753E-16</c:v>
                </c:pt>
                <c:pt idx="2903">
                  <c:v>1.4802973661668753E-16</c:v>
                </c:pt>
                <c:pt idx="2904">
                  <c:v>1.4802973661668753E-16</c:v>
                </c:pt>
                <c:pt idx="2905">
                  <c:v>1.4802973661668753E-16</c:v>
                </c:pt>
                <c:pt idx="2906">
                  <c:v>1.4802973661668753E-16</c:v>
                </c:pt>
                <c:pt idx="2907">
                  <c:v>1.4802973661668753E-16</c:v>
                </c:pt>
                <c:pt idx="2908">
                  <c:v>1.4802973661668753E-16</c:v>
                </c:pt>
                <c:pt idx="2909">
                  <c:v>1.4802973661668753E-16</c:v>
                </c:pt>
                <c:pt idx="2910">
                  <c:v>1.4802973661668753E-16</c:v>
                </c:pt>
                <c:pt idx="2911">
                  <c:v>1.4802973661668753E-16</c:v>
                </c:pt>
                <c:pt idx="2912">
                  <c:v>1.4802973661668753E-16</c:v>
                </c:pt>
                <c:pt idx="2913">
                  <c:v>1.4802973661668753E-16</c:v>
                </c:pt>
                <c:pt idx="2914">
                  <c:v>1.4802973661668753E-16</c:v>
                </c:pt>
                <c:pt idx="2915">
                  <c:v>1.4802973661668753E-16</c:v>
                </c:pt>
                <c:pt idx="2916">
                  <c:v>1.4802973661668753E-16</c:v>
                </c:pt>
                <c:pt idx="2917">
                  <c:v>1.4802973661668753E-16</c:v>
                </c:pt>
                <c:pt idx="2918">
                  <c:v>1.4802973661668753E-16</c:v>
                </c:pt>
                <c:pt idx="2919">
                  <c:v>1.4802973661668753E-16</c:v>
                </c:pt>
                <c:pt idx="2920">
                  <c:v>1.4802973661668753E-16</c:v>
                </c:pt>
                <c:pt idx="2921">
                  <c:v>1.4802973661668753E-16</c:v>
                </c:pt>
                <c:pt idx="2922">
                  <c:v>1.4802973661668753E-16</c:v>
                </c:pt>
                <c:pt idx="2923">
                  <c:v>1.4802973661668753E-16</c:v>
                </c:pt>
                <c:pt idx="2924">
                  <c:v>1.4802973661668753E-16</c:v>
                </c:pt>
                <c:pt idx="2925">
                  <c:v>1.4802973661668753E-16</c:v>
                </c:pt>
                <c:pt idx="2926">
                  <c:v>1.4802973661668753E-16</c:v>
                </c:pt>
                <c:pt idx="2927">
                  <c:v>1.4802973661668753E-16</c:v>
                </c:pt>
                <c:pt idx="2928">
                  <c:v>1.4802973661668753E-16</c:v>
                </c:pt>
                <c:pt idx="2929">
                  <c:v>1.4802973661668753E-16</c:v>
                </c:pt>
                <c:pt idx="2930">
                  <c:v>1.4802973661668753E-16</c:v>
                </c:pt>
                <c:pt idx="2931">
                  <c:v>1.4802973661668753E-16</c:v>
                </c:pt>
                <c:pt idx="2932">
                  <c:v>1.4802973661668753E-16</c:v>
                </c:pt>
                <c:pt idx="2933">
                  <c:v>1.4802973661668753E-16</c:v>
                </c:pt>
                <c:pt idx="2934">
                  <c:v>1.4802973661668753E-16</c:v>
                </c:pt>
                <c:pt idx="2935">
                  <c:v>1.4802973661668753E-16</c:v>
                </c:pt>
                <c:pt idx="2936">
                  <c:v>1.4802973661668753E-16</c:v>
                </c:pt>
                <c:pt idx="2937">
                  <c:v>1.4802973661668753E-16</c:v>
                </c:pt>
                <c:pt idx="2938">
                  <c:v>1.4802973661668753E-16</c:v>
                </c:pt>
                <c:pt idx="2939">
                  <c:v>1.4802973661668753E-16</c:v>
                </c:pt>
                <c:pt idx="2940">
                  <c:v>1.4802973661668753E-16</c:v>
                </c:pt>
                <c:pt idx="2941">
                  <c:v>1.4802973661668753E-16</c:v>
                </c:pt>
                <c:pt idx="2942">
                  <c:v>1.4802973661668753E-16</c:v>
                </c:pt>
                <c:pt idx="2943">
                  <c:v>1.4802973661668753E-16</c:v>
                </c:pt>
                <c:pt idx="2944">
                  <c:v>1.4802973661668753E-16</c:v>
                </c:pt>
                <c:pt idx="2945">
                  <c:v>1.4802973661668753E-16</c:v>
                </c:pt>
                <c:pt idx="2946">
                  <c:v>1.4802973661668753E-16</c:v>
                </c:pt>
                <c:pt idx="2947">
                  <c:v>1.4802973661668753E-16</c:v>
                </c:pt>
                <c:pt idx="2948">
                  <c:v>1.4802973661668753E-16</c:v>
                </c:pt>
                <c:pt idx="2949">
                  <c:v>1.4802973661668753E-16</c:v>
                </c:pt>
                <c:pt idx="2950">
                  <c:v>1.4802973661668753E-16</c:v>
                </c:pt>
                <c:pt idx="2951">
                  <c:v>1.4802973661668753E-16</c:v>
                </c:pt>
                <c:pt idx="2952">
                  <c:v>1.4802973661668753E-16</c:v>
                </c:pt>
                <c:pt idx="2953">
                  <c:v>1.4802973661668753E-16</c:v>
                </c:pt>
                <c:pt idx="2954">
                  <c:v>1.4802973661668753E-16</c:v>
                </c:pt>
                <c:pt idx="2955">
                  <c:v>1.4802973661668753E-16</c:v>
                </c:pt>
                <c:pt idx="2956">
                  <c:v>1.4802973661668753E-16</c:v>
                </c:pt>
                <c:pt idx="2957">
                  <c:v>1.4802973661668753E-16</c:v>
                </c:pt>
                <c:pt idx="2958">
                  <c:v>1.4802973661668753E-16</c:v>
                </c:pt>
                <c:pt idx="2959">
                  <c:v>1.4802973661668753E-16</c:v>
                </c:pt>
                <c:pt idx="2960">
                  <c:v>1.4802973661668753E-16</c:v>
                </c:pt>
                <c:pt idx="2961">
                  <c:v>1.4802973661668753E-16</c:v>
                </c:pt>
                <c:pt idx="2962">
                  <c:v>1.4802973661668753E-16</c:v>
                </c:pt>
                <c:pt idx="2963">
                  <c:v>1.4802973661668753E-16</c:v>
                </c:pt>
                <c:pt idx="2964">
                  <c:v>1.4802973661668753E-16</c:v>
                </c:pt>
                <c:pt idx="2965">
                  <c:v>1.4802973661668753E-16</c:v>
                </c:pt>
                <c:pt idx="2966">
                  <c:v>1.4802973661668753E-16</c:v>
                </c:pt>
                <c:pt idx="2967">
                  <c:v>1.4802973661668753E-16</c:v>
                </c:pt>
                <c:pt idx="2968">
                  <c:v>1.4802973661668753E-16</c:v>
                </c:pt>
                <c:pt idx="2969">
                  <c:v>1.4802973661668753E-16</c:v>
                </c:pt>
                <c:pt idx="2970">
                  <c:v>1.4802973661668753E-16</c:v>
                </c:pt>
                <c:pt idx="2971">
                  <c:v>1.4802973661668753E-16</c:v>
                </c:pt>
                <c:pt idx="2972">
                  <c:v>1.4802973661668753E-16</c:v>
                </c:pt>
                <c:pt idx="2973">
                  <c:v>1.4802973661668753E-16</c:v>
                </c:pt>
                <c:pt idx="2974">
                  <c:v>1.4802973661668753E-16</c:v>
                </c:pt>
                <c:pt idx="2975">
                  <c:v>1.4802973661668753E-16</c:v>
                </c:pt>
                <c:pt idx="2976">
                  <c:v>1.4802973661668753E-16</c:v>
                </c:pt>
                <c:pt idx="2977">
                  <c:v>1.4802973661668753E-16</c:v>
                </c:pt>
                <c:pt idx="2978">
                  <c:v>1.4802973661668753E-16</c:v>
                </c:pt>
                <c:pt idx="2979">
                  <c:v>1.4802973661668753E-16</c:v>
                </c:pt>
                <c:pt idx="2980">
                  <c:v>1.4802973661668753E-16</c:v>
                </c:pt>
                <c:pt idx="2981">
                  <c:v>1.4802973661668753E-16</c:v>
                </c:pt>
                <c:pt idx="2982">
                  <c:v>1.4802973661668753E-16</c:v>
                </c:pt>
                <c:pt idx="2983">
                  <c:v>1.4802973661668753E-16</c:v>
                </c:pt>
                <c:pt idx="2984">
                  <c:v>1.4802973661668753E-16</c:v>
                </c:pt>
                <c:pt idx="2985">
                  <c:v>1.4802973661668753E-16</c:v>
                </c:pt>
                <c:pt idx="2986">
                  <c:v>1.4802973661668753E-16</c:v>
                </c:pt>
                <c:pt idx="2987">
                  <c:v>1.4802973661668753E-16</c:v>
                </c:pt>
                <c:pt idx="2988">
                  <c:v>1.4802973661668753E-16</c:v>
                </c:pt>
                <c:pt idx="2989">
                  <c:v>1.4802973661668753E-16</c:v>
                </c:pt>
                <c:pt idx="2990">
                  <c:v>1.4802973661668753E-16</c:v>
                </c:pt>
                <c:pt idx="2991">
                  <c:v>1.4802973661668753E-16</c:v>
                </c:pt>
                <c:pt idx="2992">
                  <c:v>1.4802973661668753E-16</c:v>
                </c:pt>
                <c:pt idx="2993">
                  <c:v>1.4802973661668753E-16</c:v>
                </c:pt>
                <c:pt idx="2994">
                  <c:v>1.4802973661668753E-16</c:v>
                </c:pt>
                <c:pt idx="2995">
                  <c:v>1.4802973661668753E-16</c:v>
                </c:pt>
                <c:pt idx="2996">
                  <c:v>1.4802973661668753E-16</c:v>
                </c:pt>
                <c:pt idx="2997">
                  <c:v>1.4802973661668753E-16</c:v>
                </c:pt>
                <c:pt idx="2998">
                  <c:v>1.4802973661668753E-16</c:v>
                </c:pt>
                <c:pt idx="2999">
                  <c:v>1.4802973661668753E-16</c:v>
                </c:pt>
                <c:pt idx="3000">
                  <c:v>1.4802973661668753E-16</c:v>
                </c:pt>
                <c:pt idx="3001">
                  <c:v>1.4802973661668753E-16</c:v>
                </c:pt>
                <c:pt idx="3002">
                  <c:v>1.4802973661668753E-16</c:v>
                </c:pt>
                <c:pt idx="3003">
                  <c:v>1.4802973661668753E-16</c:v>
                </c:pt>
                <c:pt idx="3004">
                  <c:v>1.4802973661668753E-16</c:v>
                </c:pt>
                <c:pt idx="3005">
                  <c:v>1.4802973661668753E-16</c:v>
                </c:pt>
                <c:pt idx="3006">
                  <c:v>1.4802973661668753E-16</c:v>
                </c:pt>
                <c:pt idx="3007">
                  <c:v>1.4802973661668753E-16</c:v>
                </c:pt>
                <c:pt idx="3008">
                  <c:v>1.4802973661668753E-16</c:v>
                </c:pt>
                <c:pt idx="3009">
                  <c:v>1.4802973661668753E-16</c:v>
                </c:pt>
                <c:pt idx="3010">
                  <c:v>1.4802973661668753E-16</c:v>
                </c:pt>
                <c:pt idx="3011">
                  <c:v>1.4802973661668753E-16</c:v>
                </c:pt>
                <c:pt idx="3012">
                  <c:v>1.4802973661668753E-16</c:v>
                </c:pt>
                <c:pt idx="3013">
                  <c:v>1.4802973661668753E-16</c:v>
                </c:pt>
                <c:pt idx="3014">
                  <c:v>1.4802973661668753E-16</c:v>
                </c:pt>
                <c:pt idx="3015">
                  <c:v>1.4802973661668753E-16</c:v>
                </c:pt>
                <c:pt idx="3016">
                  <c:v>1.4802973661668753E-16</c:v>
                </c:pt>
                <c:pt idx="3017">
                  <c:v>1.4802973661668753E-16</c:v>
                </c:pt>
                <c:pt idx="3018">
                  <c:v>1.4802973661668753E-16</c:v>
                </c:pt>
                <c:pt idx="3019">
                  <c:v>1.4802973661668753E-16</c:v>
                </c:pt>
                <c:pt idx="3020">
                  <c:v>1.4802973661668753E-16</c:v>
                </c:pt>
                <c:pt idx="3021">
                  <c:v>1.4802973661668753E-16</c:v>
                </c:pt>
                <c:pt idx="3022">
                  <c:v>1.4802973661668753E-16</c:v>
                </c:pt>
                <c:pt idx="3023">
                  <c:v>1.4802973661668753E-16</c:v>
                </c:pt>
                <c:pt idx="3024">
                  <c:v>1.4802973661668753E-16</c:v>
                </c:pt>
                <c:pt idx="3025">
                  <c:v>1.4802973661668753E-16</c:v>
                </c:pt>
                <c:pt idx="3026">
                  <c:v>1.4802973661668753E-16</c:v>
                </c:pt>
                <c:pt idx="3027">
                  <c:v>1.4802973661668753E-16</c:v>
                </c:pt>
                <c:pt idx="3028">
                  <c:v>1.4802973661668753E-16</c:v>
                </c:pt>
                <c:pt idx="3029">
                  <c:v>1.4802973661668753E-16</c:v>
                </c:pt>
                <c:pt idx="3030">
                  <c:v>1.4802973661668753E-16</c:v>
                </c:pt>
                <c:pt idx="3031">
                  <c:v>1.4802973661668753E-16</c:v>
                </c:pt>
                <c:pt idx="3032">
                  <c:v>1.4802973661668753E-16</c:v>
                </c:pt>
                <c:pt idx="3033">
                  <c:v>1.4802973661668753E-16</c:v>
                </c:pt>
                <c:pt idx="3034">
                  <c:v>1.4802973661668753E-16</c:v>
                </c:pt>
                <c:pt idx="3035">
                  <c:v>1.4802973661668753E-16</c:v>
                </c:pt>
                <c:pt idx="3036">
                  <c:v>1.4802973661668753E-16</c:v>
                </c:pt>
                <c:pt idx="3037">
                  <c:v>1.4802973661668753E-16</c:v>
                </c:pt>
                <c:pt idx="3038">
                  <c:v>1.4802973661668753E-16</c:v>
                </c:pt>
                <c:pt idx="3039">
                  <c:v>1.4802973661668753E-16</c:v>
                </c:pt>
                <c:pt idx="3040">
                  <c:v>1.4802973661668753E-16</c:v>
                </c:pt>
                <c:pt idx="3041">
                  <c:v>1.4802973661668753E-16</c:v>
                </c:pt>
                <c:pt idx="3042">
                  <c:v>1.4802973661668753E-16</c:v>
                </c:pt>
                <c:pt idx="3043">
                  <c:v>1.4802973661668753E-16</c:v>
                </c:pt>
                <c:pt idx="3044">
                  <c:v>1.4802973661668753E-16</c:v>
                </c:pt>
                <c:pt idx="3045">
                  <c:v>1.4802973661668753E-16</c:v>
                </c:pt>
                <c:pt idx="3046">
                  <c:v>1.4802973661668753E-16</c:v>
                </c:pt>
                <c:pt idx="3047">
                  <c:v>1.4802973661668753E-16</c:v>
                </c:pt>
                <c:pt idx="3048">
                  <c:v>1.4802973661668753E-16</c:v>
                </c:pt>
                <c:pt idx="3049">
                  <c:v>1.4802973661668753E-16</c:v>
                </c:pt>
                <c:pt idx="3050">
                  <c:v>1.4802973661668753E-16</c:v>
                </c:pt>
                <c:pt idx="3051">
                  <c:v>1.4802973661668753E-16</c:v>
                </c:pt>
                <c:pt idx="3052">
                  <c:v>1.4802973661668753E-16</c:v>
                </c:pt>
                <c:pt idx="3053">
                  <c:v>1.4802973661668753E-16</c:v>
                </c:pt>
                <c:pt idx="3054">
                  <c:v>1.4802973661668753E-16</c:v>
                </c:pt>
                <c:pt idx="3055">
                  <c:v>1.4802973661668753E-16</c:v>
                </c:pt>
                <c:pt idx="3056">
                  <c:v>1.4802973661668753E-16</c:v>
                </c:pt>
                <c:pt idx="3057">
                  <c:v>1.4802973661668753E-16</c:v>
                </c:pt>
                <c:pt idx="3058">
                  <c:v>1.4802973661668753E-16</c:v>
                </c:pt>
                <c:pt idx="3059">
                  <c:v>1.4802973661668753E-16</c:v>
                </c:pt>
                <c:pt idx="3060">
                  <c:v>1.4802973661668753E-16</c:v>
                </c:pt>
                <c:pt idx="3061">
                  <c:v>1.4802973661668753E-16</c:v>
                </c:pt>
                <c:pt idx="3062">
                  <c:v>1.4802973661668753E-16</c:v>
                </c:pt>
                <c:pt idx="3063">
                  <c:v>1.4802973661668753E-16</c:v>
                </c:pt>
                <c:pt idx="3064">
                  <c:v>1.4802973661668753E-16</c:v>
                </c:pt>
                <c:pt idx="3065">
                  <c:v>1.4802973661668753E-16</c:v>
                </c:pt>
                <c:pt idx="3066">
                  <c:v>1.4802973661668753E-16</c:v>
                </c:pt>
                <c:pt idx="3067">
                  <c:v>1.4802973661668753E-16</c:v>
                </c:pt>
                <c:pt idx="3068">
                  <c:v>1.4802973661668753E-16</c:v>
                </c:pt>
                <c:pt idx="3069">
                  <c:v>1.4802973661668753E-16</c:v>
                </c:pt>
                <c:pt idx="3070">
                  <c:v>1.4802973661668753E-16</c:v>
                </c:pt>
                <c:pt idx="3071">
                  <c:v>1.4802973661668753E-16</c:v>
                </c:pt>
                <c:pt idx="3072">
                  <c:v>1.4802973661668753E-16</c:v>
                </c:pt>
                <c:pt idx="3073">
                  <c:v>1.4802973661668753E-16</c:v>
                </c:pt>
                <c:pt idx="3074">
                  <c:v>1.4802973661668753E-16</c:v>
                </c:pt>
                <c:pt idx="3075">
                  <c:v>1.4802973661668753E-16</c:v>
                </c:pt>
                <c:pt idx="3076">
                  <c:v>1.4802973661668753E-16</c:v>
                </c:pt>
                <c:pt idx="3077">
                  <c:v>1.4802973661668753E-16</c:v>
                </c:pt>
                <c:pt idx="3078">
                  <c:v>1.4802973661668753E-16</c:v>
                </c:pt>
                <c:pt idx="3079">
                  <c:v>1.4802973661668753E-16</c:v>
                </c:pt>
                <c:pt idx="3080">
                  <c:v>1.4802973661668753E-16</c:v>
                </c:pt>
                <c:pt idx="3081">
                  <c:v>1.4802973661668753E-16</c:v>
                </c:pt>
                <c:pt idx="3082">
                  <c:v>1.4802973661668753E-16</c:v>
                </c:pt>
                <c:pt idx="3083">
                  <c:v>1.4802973661668753E-16</c:v>
                </c:pt>
                <c:pt idx="3084">
                  <c:v>1.4802973661668753E-16</c:v>
                </c:pt>
                <c:pt idx="3085">
                  <c:v>1.4802973661668753E-16</c:v>
                </c:pt>
                <c:pt idx="3086">
                  <c:v>1.4802973661668753E-16</c:v>
                </c:pt>
                <c:pt idx="3087">
                  <c:v>1.4802973661668753E-16</c:v>
                </c:pt>
                <c:pt idx="3088">
                  <c:v>1.4802973661668753E-16</c:v>
                </c:pt>
                <c:pt idx="3089">
                  <c:v>1.4802973661668753E-16</c:v>
                </c:pt>
                <c:pt idx="3090">
                  <c:v>1.4802973661668753E-16</c:v>
                </c:pt>
                <c:pt idx="3091">
                  <c:v>1.4802973661668753E-16</c:v>
                </c:pt>
                <c:pt idx="3092">
                  <c:v>1.4802973661668753E-16</c:v>
                </c:pt>
                <c:pt idx="3093">
                  <c:v>1.4802973661668753E-16</c:v>
                </c:pt>
                <c:pt idx="3094">
                  <c:v>1.4802973661668753E-16</c:v>
                </c:pt>
                <c:pt idx="3095">
                  <c:v>1.4802973661668753E-16</c:v>
                </c:pt>
                <c:pt idx="3096">
                  <c:v>1.4802973661668753E-16</c:v>
                </c:pt>
                <c:pt idx="3097">
                  <c:v>1.4802973661668753E-16</c:v>
                </c:pt>
                <c:pt idx="3098">
                  <c:v>1.4802973661668753E-16</c:v>
                </c:pt>
                <c:pt idx="3099">
                  <c:v>1.4802973661668753E-16</c:v>
                </c:pt>
                <c:pt idx="3100">
                  <c:v>1.4802973661668753E-16</c:v>
                </c:pt>
                <c:pt idx="3101">
                  <c:v>1.4802973661668753E-16</c:v>
                </c:pt>
                <c:pt idx="3102">
                  <c:v>1.4802973661668753E-16</c:v>
                </c:pt>
                <c:pt idx="3103">
                  <c:v>1.4802973661668753E-16</c:v>
                </c:pt>
                <c:pt idx="3104">
                  <c:v>1.4802973661668753E-16</c:v>
                </c:pt>
                <c:pt idx="3105">
                  <c:v>1.4802973661668753E-16</c:v>
                </c:pt>
                <c:pt idx="3106">
                  <c:v>1.4802973661668753E-16</c:v>
                </c:pt>
                <c:pt idx="3107">
                  <c:v>1.4802973661668753E-16</c:v>
                </c:pt>
                <c:pt idx="3108">
                  <c:v>1.4802973661668753E-16</c:v>
                </c:pt>
                <c:pt idx="3109">
                  <c:v>1.4802973661668753E-16</c:v>
                </c:pt>
                <c:pt idx="3110">
                  <c:v>1.4802973661668753E-16</c:v>
                </c:pt>
                <c:pt idx="3111">
                  <c:v>1.4802973661668753E-16</c:v>
                </c:pt>
                <c:pt idx="3112">
                  <c:v>1.4802973661668753E-16</c:v>
                </c:pt>
                <c:pt idx="3113">
                  <c:v>1.4802973661668753E-16</c:v>
                </c:pt>
                <c:pt idx="3114">
                  <c:v>1.4802973661668753E-16</c:v>
                </c:pt>
                <c:pt idx="3115">
                  <c:v>1.4802973661668753E-16</c:v>
                </c:pt>
                <c:pt idx="3116">
                  <c:v>1.4802973661668753E-16</c:v>
                </c:pt>
                <c:pt idx="3117">
                  <c:v>1.4802973661668753E-16</c:v>
                </c:pt>
                <c:pt idx="3118">
                  <c:v>1.4802973661668753E-16</c:v>
                </c:pt>
                <c:pt idx="3119">
                  <c:v>1.4802973661668753E-16</c:v>
                </c:pt>
                <c:pt idx="3120">
                  <c:v>1.4802973661668753E-16</c:v>
                </c:pt>
                <c:pt idx="3121">
                  <c:v>1.4802973661668753E-16</c:v>
                </c:pt>
                <c:pt idx="3122">
                  <c:v>1.4802973661668753E-16</c:v>
                </c:pt>
                <c:pt idx="3123">
                  <c:v>1.4802973661668753E-16</c:v>
                </c:pt>
                <c:pt idx="3124">
                  <c:v>1.4802973661668753E-16</c:v>
                </c:pt>
                <c:pt idx="3125">
                  <c:v>1.4802973661668753E-16</c:v>
                </c:pt>
                <c:pt idx="3126">
                  <c:v>1.4802973661668753E-16</c:v>
                </c:pt>
                <c:pt idx="3127">
                  <c:v>1.4802973661668753E-16</c:v>
                </c:pt>
                <c:pt idx="3128">
                  <c:v>1.4802973661668753E-16</c:v>
                </c:pt>
                <c:pt idx="3129">
                  <c:v>1.4802973661668753E-16</c:v>
                </c:pt>
                <c:pt idx="3130">
                  <c:v>1.4802973661668753E-16</c:v>
                </c:pt>
                <c:pt idx="3131">
                  <c:v>1.4802973661668753E-16</c:v>
                </c:pt>
                <c:pt idx="3132">
                  <c:v>1.4802973661668753E-16</c:v>
                </c:pt>
                <c:pt idx="3133">
                  <c:v>1.4802973661668753E-16</c:v>
                </c:pt>
                <c:pt idx="3134">
                  <c:v>1.4802973661668753E-16</c:v>
                </c:pt>
                <c:pt idx="3135">
                  <c:v>1.4802973661668753E-16</c:v>
                </c:pt>
                <c:pt idx="3136">
                  <c:v>1.4802973661668753E-16</c:v>
                </c:pt>
                <c:pt idx="3137">
                  <c:v>1.4802973661668753E-16</c:v>
                </c:pt>
                <c:pt idx="3138">
                  <c:v>1.4802973661668753E-16</c:v>
                </c:pt>
                <c:pt idx="3139">
                  <c:v>1.4802973661668753E-16</c:v>
                </c:pt>
                <c:pt idx="3140">
                  <c:v>1.4802973661668753E-16</c:v>
                </c:pt>
                <c:pt idx="3141">
                  <c:v>1.4802973661668753E-16</c:v>
                </c:pt>
                <c:pt idx="3142">
                  <c:v>1.4802973661668753E-16</c:v>
                </c:pt>
                <c:pt idx="3143">
                  <c:v>1.4802973661668753E-16</c:v>
                </c:pt>
                <c:pt idx="3144">
                  <c:v>1.4802973661668753E-16</c:v>
                </c:pt>
                <c:pt idx="3145">
                  <c:v>1.4802973661668753E-16</c:v>
                </c:pt>
                <c:pt idx="3146">
                  <c:v>1.4802973661668753E-16</c:v>
                </c:pt>
                <c:pt idx="3147">
                  <c:v>1.4802973661668753E-16</c:v>
                </c:pt>
                <c:pt idx="3148">
                  <c:v>1.4802973661668753E-16</c:v>
                </c:pt>
                <c:pt idx="3149">
                  <c:v>1.4802973661668753E-16</c:v>
                </c:pt>
                <c:pt idx="3150">
                  <c:v>1.4802973661668753E-16</c:v>
                </c:pt>
                <c:pt idx="3151">
                  <c:v>1.4802973661668753E-16</c:v>
                </c:pt>
                <c:pt idx="3152">
                  <c:v>1.4802973661668753E-16</c:v>
                </c:pt>
                <c:pt idx="3153">
                  <c:v>1.4802973661668753E-16</c:v>
                </c:pt>
                <c:pt idx="3154">
                  <c:v>1.4802973661668753E-16</c:v>
                </c:pt>
                <c:pt idx="3155">
                  <c:v>1.4802973661668753E-16</c:v>
                </c:pt>
                <c:pt idx="3156">
                  <c:v>1.4802973661668753E-16</c:v>
                </c:pt>
                <c:pt idx="3157">
                  <c:v>1.4802973661668753E-16</c:v>
                </c:pt>
                <c:pt idx="3158">
                  <c:v>1.4802973661668753E-16</c:v>
                </c:pt>
                <c:pt idx="3159">
                  <c:v>1.4802973661668753E-16</c:v>
                </c:pt>
                <c:pt idx="3160">
                  <c:v>1.4802973661668753E-16</c:v>
                </c:pt>
                <c:pt idx="3161">
                  <c:v>1.4802973661668753E-16</c:v>
                </c:pt>
                <c:pt idx="3162">
                  <c:v>1.4802973661668753E-16</c:v>
                </c:pt>
                <c:pt idx="3163">
                  <c:v>1.4802973661668753E-16</c:v>
                </c:pt>
                <c:pt idx="3164">
                  <c:v>1.4802973661668753E-16</c:v>
                </c:pt>
                <c:pt idx="3165">
                  <c:v>1.4802973661668753E-16</c:v>
                </c:pt>
                <c:pt idx="3166">
                  <c:v>1.4802973661668753E-16</c:v>
                </c:pt>
                <c:pt idx="3167">
                  <c:v>1.4802973661668753E-16</c:v>
                </c:pt>
                <c:pt idx="3168">
                  <c:v>1.4802973661668753E-16</c:v>
                </c:pt>
                <c:pt idx="3169">
                  <c:v>1.4802973661668753E-16</c:v>
                </c:pt>
                <c:pt idx="3170">
                  <c:v>1.4802973661668753E-16</c:v>
                </c:pt>
                <c:pt idx="3171">
                  <c:v>1.4802973661668753E-16</c:v>
                </c:pt>
                <c:pt idx="3172">
                  <c:v>1.4802973661668753E-16</c:v>
                </c:pt>
                <c:pt idx="3173">
                  <c:v>1.4802973661668753E-16</c:v>
                </c:pt>
                <c:pt idx="3174">
                  <c:v>1.4802973661668753E-16</c:v>
                </c:pt>
                <c:pt idx="3175">
                  <c:v>1.4802973661668753E-16</c:v>
                </c:pt>
                <c:pt idx="3176">
                  <c:v>1.4802973661668753E-16</c:v>
                </c:pt>
                <c:pt idx="3177">
                  <c:v>1.4802973661668753E-16</c:v>
                </c:pt>
                <c:pt idx="3178">
                  <c:v>1.4802973661668753E-16</c:v>
                </c:pt>
                <c:pt idx="3179">
                  <c:v>1.4802973661668753E-16</c:v>
                </c:pt>
                <c:pt idx="3180">
                  <c:v>1.4802973661668753E-16</c:v>
                </c:pt>
                <c:pt idx="3181">
                  <c:v>1.4802973661668753E-16</c:v>
                </c:pt>
                <c:pt idx="3182">
                  <c:v>1.4802973661668753E-16</c:v>
                </c:pt>
                <c:pt idx="3183">
                  <c:v>1.4802973661668753E-16</c:v>
                </c:pt>
                <c:pt idx="3184">
                  <c:v>1.4802973661668753E-16</c:v>
                </c:pt>
                <c:pt idx="3185">
                  <c:v>1.4802973661668753E-16</c:v>
                </c:pt>
                <c:pt idx="3186">
                  <c:v>1.4802973661668753E-16</c:v>
                </c:pt>
                <c:pt idx="3187">
                  <c:v>1.4802973661668753E-16</c:v>
                </c:pt>
                <c:pt idx="3188">
                  <c:v>1.4802973661668753E-16</c:v>
                </c:pt>
                <c:pt idx="3189">
                  <c:v>1.4802973661668753E-16</c:v>
                </c:pt>
                <c:pt idx="3190">
                  <c:v>1.4802973661668753E-16</c:v>
                </c:pt>
                <c:pt idx="3191">
                  <c:v>1.4802973661668753E-16</c:v>
                </c:pt>
                <c:pt idx="3192">
                  <c:v>1.4802973661668753E-16</c:v>
                </c:pt>
                <c:pt idx="3193">
                  <c:v>1.4802973661668753E-16</c:v>
                </c:pt>
                <c:pt idx="3194">
                  <c:v>1.4802973661668753E-16</c:v>
                </c:pt>
                <c:pt idx="3195">
                  <c:v>1.4802973661668753E-16</c:v>
                </c:pt>
                <c:pt idx="3196">
                  <c:v>1.4802973661668753E-16</c:v>
                </c:pt>
                <c:pt idx="3197">
                  <c:v>1.4802973661668753E-16</c:v>
                </c:pt>
                <c:pt idx="3198">
                  <c:v>1.4802973661668753E-16</c:v>
                </c:pt>
                <c:pt idx="3199">
                  <c:v>1.4802973661668753E-16</c:v>
                </c:pt>
                <c:pt idx="3200">
                  <c:v>1.4802973661668753E-16</c:v>
                </c:pt>
                <c:pt idx="3201">
                  <c:v>1.4802973661668753E-16</c:v>
                </c:pt>
                <c:pt idx="3202">
                  <c:v>1.4802973661668753E-16</c:v>
                </c:pt>
                <c:pt idx="3203">
                  <c:v>1.4802973661668753E-16</c:v>
                </c:pt>
                <c:pt idx="3204">
                  <c:v>1.4802973661668753E-16</c:v>
                </c:pt>
                <c:pt idx="3205">
                  <c:v>1.4802973661668753E-16</c:v>
                </c:pt>
                <c:pt idx="3206">
                  <c:v>1.4802973661668753E-16</c:v>
                </c:pt>
                <c:pt idx="3207">
                  <c:v>1.4802973661668753E-16</c:v>
                </c:pt>
                <c:pt idx="3208">
                  <c:v>1.4802973661668753E-16</c:v>
                </c:pt>
                <c:pt idx="3209">
                  <c:v>1.4802973661668753E-16</c:v>
                </c:pt>
                <c:pt idx="3210">
                  <c:v>1.4802973661668753E-16</c:v>
                </c:pt>
                <c:pt idx="3211">
                  <c:v>1.4802973661668753E-16</c:v>
                </c:pt>
                <c:pt idx="3212">
                  <c:v>1.4802973661668753E-16</c:v>
                </c:pt>
                <c:pt idx="3213">
                  <c:v>1.4802973661668753E-16</c:v>
                </c:pt>
                <c:pt idx="3214">
                  <c:v>1.4802973661668753E-16</c:v>
                </c:pt>
                <c:pt idx="3215">
                  <c:v>1.4802973661668753E-16</c:v>
                </c:pt>
                <c:pt idx="3216">
                  <c:v>1.4802973661668753E-16</c:v>
                </c:pt>
                <c:pt idx="3217">
                  <c:v>1.4802973661668753E-16</c:v>
                </c:pt>
                <c:pt idx="3218">
                  <c:v>1.4802973661668753E-16</c:v>
                </c:pt>
                <c:pt idx="3219">
                  <c:v>1.4802973661668753E-16</c:v>
                </c:pt>
                <c:pt idx="3220">
                  <c:v>1.4802973661668753E-16</c:v>
                </c:pt>
                <c:pt idx="3221">
                  <c:v>1.4802973661668753E-16</c:v>
                </c:pt>
                <c:pt idx="3222">
                  <c:v>1.4802973661668753E-16</c:v>
                </c:pt>
                <c:pt idx="3223">
                  <c:v>1.4802973661668753E-16</c:v>
                </c:pt>
                <c:pt idx="3224">
                  <c:v>1.4802973661668753E-16</c:v>
                </c:pt>
                <c:pt idx="3225">
                  <c:v>1.4802973661668753E-16</c:v>
                </c:pt>
                <c:pt idx="3226">
                  <c:v>1.4802973661668753E-16</c:v>
                </c:pt>
                <c:pt idx="3227">
                  <c:v>1.4802973661668753E-16</c:v>
                </c:pt>
                <c:pt idx="3228">
                  <c:v>1.4802973661668753E-16</c:v>
                </c:pt>
                <c:pt idx="3229">
                  <c:v>1.4802973661668753E-16</c:v>
                </c:pt>
                <c:pt idx="3230">
                  <c:v>1.4802973661668753E-16</c:v>
                </c:pt>
                <c:pt idx="3231">
                  <c:v>1.4802973661668753E-16</c:v>
                </c:pt>
                <c:pt idx="3232">
                  <c:v>1.4802973661668753E-16</c:v>
                </c:pt>
                <c:pt idx="3233">
                  <c:v>1.4802973661668753E-16</c:v>
                </c:pt>
                <c:pt idx="3234">
                  <c:v>1.4802973661668753E-16</c:v>
                </c:pt>
                <c:pt idx="3235">
                  <c:v>1.4802973661668753E-16</c:v>
                </c:pt>
                <c:pt idx="3236">
                  <c:v>1.4802973661668753E-16</c:v>
                </c:pt>
                <c:pt idx="3237">
                  <c:v>1.4802973661668753E-16</c:v>
                </c:pt>
                <c:pt idx="3238">
                  <c:v>1.4802973661668753E-16</c:v>
                </c:pt>
                <c:pt idx="3239">
                  <c:v>1.4802973661668753E-16</c:v>
                </c:pt>
                <c:pt idx="3240">
                  <c:v>1.4802973661668753E-16</c:v>
                </c:pt>
                <c:pt idx="3241">
                  <c:v>1.4802973661668753E-16</c:v>
                </c:pt>
                <c:pt idx="3242">
                  <c:v>1.4802973661668753E-16</c:v>
                </c:pt>
                <c:pt idx="3243">
                  <c:v>1.4802973661668753E-16</c:v>
                </c:pt>
                <c:pt idx="3244">
                  <c:v>1.4802973661668753E-16</c:v>
                </c:pt>
                <c:pt idx="3245">
                  <c:v>1.4802973661668753E-16</c:v>
                </c:pt>
                <c:pt idx="3246">
                  <c:v>1.4802973661668753E-16</c:v>
                </c:pt>
                <c:pt idx="3247">
                  <c:v>1.4802973661668753E-16</c:v>
                </c:pt>
                <c:pt idx="3248">
                  <c:v>1.4802973661668753E-16</c:v>
                </c:pt>
                <c:pt idx="3249">
                  <c:v>1.4802973661668753E-16</c:v>
                </c:pt>
                <c:pt idx="3250">
                  <c:v>1.4802973661668753E-16</c:v>
                </c:pt>
                <c:pt idx="3251">
                  <c:v>1.4802973661668753E-16</c:v>
                </c:pt>
                <c:pt idx="3252">
                  <c:v>1.4802973661668753E-16</c:v>
                </c:pt>
                <c:pt idx="3253">
                  <c:v>1.4802973661668753E-16</c:v>
                </c:pt>
                <c:pt idx="3254">
                  <c:v>1.4802973661668753E-16</c:v>
                </c:pt>
                <c:pt idx="3255">
                  <c:v>1.4802973661668753E-16</c:v>
                </c:pt>
                <c:pt idx="3256">
                  <c:v>1.4802973661668753E-16</c:v>
                </c:pt>
                <c:pt idx="3257">
                  <c:v>1.4802973661668753E-16</c:v>
                </c:pt>
                <c:pt idx="3258">
                  <c:v>1.4802973661668753E-16</c:v>
                </c:pt>
                <c:pt idx="3259">
                  <c:v>1.4802973661668753E-16</c:v>
                </c:pt>
                <c:pt idx="3260">
                  <c:v>1.4802973661668753E-16</c:v>
                </c:pt>
                <c:pt idx="3261">
                  <c:v>1.4802973661668753E-16</c:v>
                </c:pt>
                <c:pt idx="3262">
                  <c:v>1.4802973661668753E-16</c:v>
                </c:pt>
                <c:pt idx="3263">
                  <c:v>1.4802973661668753E-16</c:v>
                </c:pt>
                <c:pt idx="3264">
                  <c:v>1.4802973661668753E-16</c:v>
                </c:pt>
                <c:pt idx="3265">
                  <c:v>1.4802973661668753E-16</c:v>
                </c:pt>
                <c:pt idx="3266">
                  <c:v>1.4802973661668753E-16</c:v>
                </c:pt>
                <c:pt idx="3267">
                  <c:v>1.4802973661668753E-16</c:v>
                </c:pt>
                <c:pt idx="3268">
                  <c:v>1.4802973661668753E-16</c:v>
                </c:pt>
                <c:pt idx="3269">
                  <c:v>1.4802973661668753E-16</c:v>
                </c:pt>
                <c:pt idx="3270">
                  <c:v>1.4802973661668753E-16</c:v>
                </c:pt>
                <c:pt idx="3271">
                  <c:v>1.4802973661668753E-16</c:v>
                </c:pt>
                <c:pt idx="3272">
                  <c:v>1.4802973661668753E-16</c:v>
                </c:pt>
                <c:pt idx="3273">
                  <c:v>1.4802973661668753E-16</c:v>
                </c:pt>
                <c:pt idx="3274">
                  <c:v>1.4802973661668753E-16</c:v>
                </c:pt>
                <c:pt idx="3275">
                  <c:v>1.4802973661668753E-16</c:v>
                </c:pt>
                <c:pt idx="3276">
                  <c:v>1.4802973661668753E-16</c:v>
                </c:pt>
                <c:pt idx="3277">
                  <c:v>1.4802973661668753E-16</c:v>
                </c:pt>
                <c:pt idx="3278">
                  <c:v>1.4802973661668753E-16</c:v>
                </c:pt>
                <c:pt idx="3279">
                  <c:v>1.4802973661668753E-16</c:v>
                </c:pt>
                <c:pt idx="3280">
                  <c:v>1.4802973661668753E-16</c:v>
                </c:pt>
                <c:pt idx="3281">
                  <c:v>1.4802973661668753E-16</c:v>
                </c:pt>
                <c:pt idx="3282">
                  <c:v>1.4802973661668753E-16</c:v>
                </c:pt>
                <c:pt idx="3283">
                  <c:v>1.4802973661668753E-16</c:v>
                </c:pt>
                <c:pt idx="3284">
                  <c:v>1.4802973661668753E-16</c:v>
                </c:pt>
                <c:pt idx="3285">
                  <c:v>1.4802973661668753E-16</c:v>
                </c:pt>
                <c:pt idx="3286">
                  <c:v>1.4802973661668753E-16</c:v>
                </c:pt>
                <c:pt idx="3287">
                  <c:v>1.4802973661668753E-16</c:v>
                </c:pt>
                <c:pt idx="3288">
                  <c:v>1.4802973661668753E-16</c:v>
                </c:pt>
                <c:pt idx="3289">
                  <c:v>1.4802973661668753E-16</c:v>
                </c:pt>
                <c:pt idx="3290">
                  <c:v>1.4802973661668753E-16</c:v>
                </c:pt>
                <c:pt idx="3291">
                  <c:v>1.4802973661668753E-16</c:v>
                </c:pt>
                <c:pt idx="3292">
                  <c:v>1.4802973661668753E-16</c:v>
                </c:pt>
                <c:pt idx="3293">
                  <c:v>1.4802973661668753E-16</c:v>
                </c:pt>
                <c:pt idx="3294">
                  <c:v>1.4802973661668753E-16</c:v>
                </c:pt>
                <c:pt idx="3295">
                  <c:v>1.4802973661668753E-16</c:v>
                </c:pt>
                <c:pt idx="3296">
                  <c:v>1.4802973661668753E-16</c:v>
                </c:pt>
                <c:pt idx="3297">
                  <c:v>1.4802973661668753E-16</c:v>
                </c:pt>
                <c:pt idx="3298">
                  <c:v>1.4802973661668753E-16</c:v>
                </c:pt>
                <c:pt idx="3299">
                  <c:v>1.4802973661668753E-16</c:v>
                </c:pt>
                <c:pt idx="3300">
                  <c:v>1.4802973661668753E-16</c:v>
                </c:pt>
                <c:pt idx="3301">
                  <c:v>1.4802973661668753E-16</c:v>
                </c:pt>
                <c:pt idx="3302">
                  <c:v>1.4802973661668753E-16</c:v>
                </c:pt>
                <c:pt idx="3303">
                  <c:v>1.4802973661668753E-16</c:v>
                </c:pt>
                <c:pt idx="3304">
                  <c:v>1.4802973661668753E-16</c:v>
                </c:pt>
                <c:pt idx="3305">
                  <c:v>1.4802973661668753E-16</c:v>
                </c:pt>
                <c:pt idx="3306">
                  <c:v>1.4802973661668753E-16</c:v>
                </c:pt>
                <c:pt idx="3307">
                  <c:v>1.4802973661668753E-16</c:v>
                </c:pt>
                <c:pt idx="3308">
                  <c:v>1.4802973661668753E-16</c:v>
                </c:pt>
                <c:pt idx="3309">
                  <c:v>1.4802973661668753E-16</c:v>
                </c:pt>
                <c:pt idx="3310">
                  <c:v>1.4802973661668753E-16</c:v>
                </c:pt>
                <c:pt idx="3311">
                  <c:v>1.4802973661668753E-16</c:v>
                </c:pt>
                <c:pt idx="3312">
                  <c:v>1.4802973661668753E-16</c:v>
                </c:pt>
                <c:pt idx="3313">
                  <c:v>1.4802973661668753E-16</c:v>
                </c:pt>
                <c:pt idx="3314">
                  <c:v>1.4802973661668753E-16</c:v>
                </c:pt>
                <c:pt idx="3315">
                  <c:v>1.4802973661668753E-16</c:v>
                </c:pt>
                <c:pt idx="3316">
                  <c:v>1.4802973661668753E-16</c:v>
                </c:pt>
                <c:pt idx="3317">
                  <c:v>1.4802973661668753E-16</c:v>
                </c:pt>
                <c:pt idx="3318">
                  <c:v>1.4802973661668753E-16</c:v>
                </c:pt>
                <c:pt idx="3319">
                  <c:v>1.4802973661668753E-16</c:v>
                </c:pt>
                <c:pt idx="3320">
                  <c:v>1.4802973661668753E-16</c:v>
                </c:pt>
                <c:pt idx="3321">
                  <c:v>1.4802973661668753E-16</c:v>
                </c:pt>
                <c:pt idx="3322">
                  <c:v>1.4802973661668753E-16</c:v>
                </c:pt>
                <c:pt idx="3323">
                  <c:v>1.4802973661668753E-16</c:v>
                </c:pt>
                <c:pt idx="3324">
                  <c:v>1.4802973661668753E-16</c:v>
                </c:pt>
                <c:pt idx="3325">
                  <c:v>1.4802973661668753E-16</c:v>
                </c:pt>
                <c:pt idx="3326">
                  <c:v>1.4802973661668753E-16</c:v>
                </c:pt>
                <c:pt idx="3327">
                  <c:v>1.4802973661668753E-16</c:v>
                </c:pt>
                <c:pt idx="3328">
                  <c:v>1.4802973661668753E-16</c:v>
                </c:pt>
                <c:pt idx="3329">
                  <c:v>1.4802973661668753E-16</c:v>
                </c:pt>
                <c:pt idx="3330">
                  <c:v>1.4802973661668753E-16</c:v>
                </c:pt>
                <c:pt idx="3331">
                  <c:v>1.4802973661668753E-16</c:v>
                </c:pt>
                <c:pt idx="3332">
                  <c:v>1.4802973661668753E-16</c:v>
                </c:pt>
                <c:pt idx="3333">
                  <c:v>1.4802973661668753E-16</c:v>
                </c:pt>
                <c:pt idx="3334">
                  <c:v>1.4802973661668753E-16</c:v>
                </c:pt>
                <c:pt idx="3335">
                  <c:v>1.4802973661668753E-16</c:v>
                </c:pt>
                <c:pt idx="3336">
                  <c:v>1.4802973661668753E-16</c:v>
                </c:pt>
                <c:pt idx="3337">
                  <c:v>1.4802973661668753E-16</c:v>
                </c:pt>
                <c:pt idx="3338">
                  <c:v>1.4802973661668753E-16</c:v>
                </c:pt>
                <c:pt idx="3339">
                  <c:v>1.4802973661668753E-16</c:v>
                </c:pt>
                <c:pt idx="3340">
                  <c:v>1.4802973661668753E-16</c:v>
                </c:pt>
                <c:pt idx="3341">
                  <c:v>1.4802973661668753E-16</c:v>
                </c:pt>
                <c:pt idx="3342">
                  <c:v>1.4802973661668753E-16</c:v>
                </c:pt>
                <c:pt idx="3343">
                  <c:v>1.4802973661668753E-16</c:v>
                </c:pt>
                <c:pt idx="3344">
                  <c:v>1.4802973661668753E-16</c:v>
                </c:pt>
                <c:pt idx="3345">
                  <c:v>1.4802973661668753E-16</c:v>
                </c:pt>
                <c:pt idx="3346">
                  <c:v>1.4802973661668753E-16</c:v>
                </c:pt>
                <c:pt idx="3347">
                  <c:v>1.4802973661668753E-16</c:v>
                </c:pt>
                <c:pt idx="3348">
                  <c:v>1.4802973661668753E-16</c:v>
                </c:pt>
                <c:pt idx="3349">
                  <c:v>1.4802973661668753E-16</c:v>
                </c:pt>
                <c:pt idx="3350">
                  <c:v>1.4802973661668753E-16</c:v>
                </c:pt>
                <c:pt idx="3351">
                  <c:v>1.4802973661668753E-16</c:v>
                </c:pt>
                <c:pt idx="3352">
                  <c:v>1.4802973661668753E-16</c:v>
                </c:pt>
                <c:pt idx="3353">
                  <c:v>1.4802973661668753E-16</c:v>
                </c:pt>
                <c:pt idx="3354">
                  <c:v>1.4802973661668753E-16</c:v>
                </c:pt>
                <c:pt idx="3355">
                  <c:v>1.4802973661668753E-16</c:v>
                </c:pt>
                <c:pt idx="3356">
                  <c:v>1.4802973661668753E-16</c:v>
                </c:pt>
                <c:pt idx="3357">
                  <c:v>1.4802973661668753E-16</c:v>
                </c:pt>
                <c:pt idx="3358">
                  <c:v>1.4802973661668753E-16</c:v>
                </c:pt>
                <c:pt idx="3359">
                  <c:v>1.4802973661668753E-16</c:v>
                </c:pt>
                <c:pt idx="3360">
                  <c:v>1.4802973661668753E-16</c:v>
                </c:pt>
                <c:pt idx="3361">
                  <c:v>1.4802973661668753E-16</c:v>
                </c:pt>
                <c:pt idx="3362">
                  <c:v>1.4802973661668753E-16</c:v>
                </c:pt>
                <c:pt idx="3363">
                  <c:v>1.4802973661668753E-16</c:v>
                </c:pt>
                <c:pt idx="3364">
                  <c:v>1.4802973661668753E-16</c:v>
                </c:pt>
                <c:pt idx="3365">
                  <c:v>1.4802973661668753E-16</c:v>
                </c:pt>
                <c:pt idx="3366">
                  <c:v>1.4802973661668753E-16</c:v>
                </c:pt>
                <c:pt idx="3367">
                  <c:v>1.4802973661668753E-16</c:v>
                </c:pt>
                <c:pt idx="3368">
                  <c:v>1.4802973661668753E-16</c:v>
                </c:pt>
                <c:pt idx="3369">
                  <c:v>1.4802973661668753E-16</c:v>
                </c:pt>
                <c:pt idx="3370">
                  <c:v>1.4802973661668753E-16</c:v>
                </c:pt>
                <c:pt idx="3371">
                  <c:v>1.4802973661668753E-16</c:v>
                </c:pt>
                <c:pt idx="3372">
                  <c:v>1.4802973661668753E-16</c:v>
                </c:pt>
                <c:pt idx="3373">
                  <c:v>1.4802973661668753E-16</c:v>
                </c:pt>
                <c:pt idx="3374">
                  <c:v>1.4802973661668753E-16</c:v>
                </c:pt>
                <c:pt idx="3375">
                  <c:v>1.4802973661668753E-16</c:v>
                </c:pt>
                <c:pt idx="3376">
                  <c:v>1.4802973661668753E-16</c:v>
                </c:pt>
                <c:pt idx="3377">
                  <c:v>1.4802973661668753E-16</c:v>
                </c:pt>
                <c:pt idx="3378">
                  <c:v>1.4802973661668753E-16</c:v>
                </c:pt>
                <c:pt idx="3379">
                  <c:v>1.4802973661668753E-16</c:v>
                </c:pt>
                <c:pt idx="3380">
                  <c:v>1.4802973661668753E-16</c:v>
                </c:pt>
                <c:pt idx="3381">
                  <c:v>1.4802973661668753E-16</c:v>
                </c:pt>
                <c:pt idx="3382">
                  <c:v>1.4802973661668753E-16</c:v>
                </c:pt>
                <c:pt idx="3383">
                  <c:v>1.4802973661668753E-16</c:v>
                </c:pt>
                <c:pt idx="3384">
                  <c:v>1.4802973661668753E-16</c:v>
                </c:pt>
                <c:pt idx="3385">
                  <c:v>1.4802973661668753E-16</c:v>
                </c:pt>
                <c:pt idx="3386">
                  <c:v>1.4802973661668753E-16</c:v>
                </c:pt>
                <c:pt idx="3387">
                  <c:v>1.4802973661668753E-16</c:v>
                </c:pt>
                <c:pt idx="3388">
                  <c:v>1.4802973661668753E-16</c:v>
                </c:pt>
                <c:pt idx="3389">
                  <c:v>1.4802973661668753E-16</c:v>
                </c:pt>
                <c:pt idx="3390">
                  <c:v>1.4802973661668753E-16</c:v>
                </c:pt>
                <c:pt idx="3391">
                  <c:v>1.4802973661668753E-16</c:v>
                </c:pt>
                <c:pt idx="3392">
                  <c:v>1.4802973661668753E-16</c:v>
                </c:pt>
                <c:pt idx="3393">
                  <c:v>1.4802973661668753E-16</c:v>
                </c:pt>
                <c:pt idx="3394">
                  <c:v>1.4802973661668753E-16</c:v>
                </c:pt>
                <c:pt idx="3395">
                  <c:v>1.4802973661668753E-16</c:v>
                </c:pt>
                <c:pt idx="3396">
                  <c:v>1.4802973661668753E-16</c:v>
                </c:pt>
                <c:pt idx="3397">
                  <c:v>1.4802973661668753E-16</c:v>
                </c:pt>
                <c:pt idx="3398">
                  <c:v>1.4802973661668753E-16</c:v>
                </c:pt>
                <c:pt idx="3399">
                  <c:v>1.4802973661668753E-16</c:v>
                </c:pt>
                <c:pt idx="3400">
                  <c:v>1.4802973661668753E-16</c:v>
                </c:pt>
                <c:pt idx="3401">
                  <c:v>1.4802973661668753E-16</c:v>
                </c:pt>
                <c:pt idx="3402">
                  <c:v>1.4802973661668753E-16</c:v>
                </c:pt>
                <c:pt idx="3403">
                  <c:v>1.4802973661668753E-16</c:v>
                </c:pt>
                <c:pt idx="3404">
                  <c:v>1.4802973661668753E-16</c:v>
                </c:pt>
                <c:pt idx="3405">
                  <c:v>1.4802973661668753E-16</c:v>
                </c:pt>
                <c:pt idx="3406">
                  <c:v>1.4802973661668753E-16</c:v>
                </c:pt>
                <c:pt idx="3407">
                  <c:v>1.4802973661668753E-16</c:v>
                </c:pt>
                <c:pt idx="3408">
                  <c:v>1.4802973661668753E-16</c:v>
                </c:pt>
                <c:pt idx="3409">
                  <c:v>1.4802973661668753E-16</c:v>
                </c:pt>
                <c:pt idx="3410">
                  <c:v>1.4802973661668753E-16</c:v>
                </c:pt>
                <c:pt idx="3411">
                  <c:v>1.4802973661668753E-16</c:v>
                </c:pt>
                <c:pt idx="3412">
                  <c:v>1.4802973661668753E-16</c:v>
                </c:pt>
                <c:pt idx="3413">
                  <c:v>1.4802973661668753E-16</c:v>
                </c:pt>
                <c:pt idx="3414">
                  <c:v>1.4802973661668753E-16</c:v>
                </c:pt>
                <c:pt idx="3415">
                  <c:v>1.4802973661668753E-16</c:v>
                </c:pt>
                <c:pt idx="3416">
                  <c:v>1.4802973661668753E-16</c:v>
                </c:pt>
                <c:pt idx="3417">
                  <c:v>1.4802973661668753E-16</c:v>
                </c:pt>
                <c:pt idx="3418">
                  <c:v>1.4802973661668753E-16</c:v>
                </c:pt>
                <c:pt idx="3419">
                  <c:v>1.4802973661668753E-16</c:v>
                </c:pt>
                <c:pt idx="3420">
                  <c:v>1.4802973661668753E-16</c:v>
                </c:pt>
                <c:pt idx="3421">
                  <c:v>1.4802973661668753E-16</c:v>
                </c:pt>
                <c:pt idx="3422">
                  <c:v>1.4802973661668753E-16</c:v>
                </c:pt>
                <c:pt idx="3423">
                  <c:v>1.4802973661668753E-16</c:v>
                </c:pt>
                <c:pt idx="3424">
                  <c:v>1.4802973661668753E-16</c:v>
                </c:pt>
                <c:pt idx="3425">
                  <c:v>1.4802973661668753E-16</c:v>
                </c:pt>
                <c:pt idx="3426">
                  <c:v>1.4802973661668753E-16</c:v>
                </c:pt>
                <c:pt idx="3427">
                  <c:v>1.4802973661668753E-16</c:v>
                </c:pt>
                <c:pt idx="3428">
                  <c:v>1.4802973661668753E-16</c:v>
                </c:pt>
                <c:pt idx="3429">
                  <c:v>1.4802973661668753E-16</c:v>
                </c:pt>
                <c:pt idx="3430">
                  <c:v>1.4802973661668753E-16</c:v>
                </c:pt>
                <c:pt idx="3431">
                  <c:v>1.4802973661668753E-16</c:v>
                </c:pt>
                <c:pt idx="3432">
                  <c:v>1.4802973661668753E-16</c:v>
                </c:pt>
                <c:pt idx="3433">
                  <c:v>1.4802973661668753E-16</c:v>
                </c:pt>
                <c:pt idx="3434">
                  <c:v>1.4802973661668753E-16</c:v>
                </c:pt>
                <c:pt idx="3435">
                  <c:v>1.4802973661668753E-16</c:v>
                </c:pt>
                <c:pt idx="3436">
                  <c:v>1.4802973661668753E-16</c:v>
                </c:pt>
                <c:pt idx="3437">
                  <c:v>1.4802973661668753E-16</c:v>
                </c:pt>
                <c:pt idx="3438">
                  <c:v>1.4802973661668753E-16</c:v>
                </c:pt>
                <c:pt idx="3439">
                  <c:v>1.4802973661668753E-16</c:v>
                </c:pt>
                <c:pt idx="3440">
                  <c:v>1.4802973661668753E-16</c:v>
                </c:pt>
                <c:pt idx="3441">
                  <c:v>1.4802973661668753E-16</c:v>
                </c:pt>
                <c:pt idx="3442">
                  <c:v>1.4802973661668753E-16</c:v>
                </c:pt>
                <c:pt idx="3443">
                  <c:v>1.4802973661668753E-16</c:v>
                </c:pt>
                <c:pt idx="3444">
                  <c:v>1.4802973661668753E-16</c:v>
                </c:pt>
                <c:pt idx="3445">
                  <c:v>1.4802973661668753E-16</c:v>
                </c:pt>
                <c:pt idx="3446">
                  <c:v>1.4802973661668753E-16</c:v>
                </c:pt>
                <c:pt idx="3447">
                  <c:v>1.4802973661668753E-16</c:v>
                </c:pt>
                <c:pt idx="3448">
                  <c:v>1.4802973661668753E-16</c:v>
                </c:pt>
                <c:pt idx="3449">
                  <c:v>1.4802973661668753E-16</c:v>
                </c:pt>
                <c:pt idx="3450">
                  <c:v>1.4802973661668753E-16</c:v>
                </c:pt>
                <c:pt idx="3451">
                  <c:v>1.4802973661668753E-16</c:v>
                </c:pt>
                <c:pt idx="3452">
                  <c:v>1.4802973661668753E-16</c:v>
                </c:pt>
                <c:pt idx="3453">
                  <c:v>1.4802973661668753E-16</c:v>
                </c:pt>
                <c:pt idx="3454">
                  <c:v>1.4802973661668753E-16</c:v>
                </c:pt>
                <c:pt idx="3455">
                  <c:v>1.4802973661668753E-16</c:v>
                </c:pt>
                <c:pt idx="3456">
                  <c:v>1.4802973661668753E-16</c:v>
                </c:pt>
                <c:pt idx="3457">
                  <c:v>1.4802973661668753E-16</c:v>
                </c:pt>
                <c:pt idx="3458">
                  <c:v>1.4802973661668753E-16</c:v>
                </c:pt>
                <c:pt idx="3459">
                  <c:v>1.4802973661668753E-16</c:v>
                </c:pt>
                <c:pt idx="3460">
                  <c:v>1.4802973661668753E-16</c:v>
                </c:pt>
                <c:pt idx="3461">
                  <c:v>1.4802973661668753E-16</c:v>
                </c:pt>
                <c:pt idx="3462">
                  <c:v>1.4802973661668753E-16</c:v>
                </c:pt>
                <c:pt idx="3463">
                  <c:v>1.4802973661668753E-16</c:v>
                </c:pt>
                <c:pt idx="3464">
                  <c:v>1.4802973661668753E-16</c:v>
                </c:pt>
                <c:pt idx="3465">
                  <c:v>1.4802973661668753E-16</c:v>
                </c:pt>
                <c:pt idx="3466">
                  <c:v>1.4802973661668753E-16</c:v>
                </c:pt>
                <c:pt idx="3467">
                  <c:v>1.4802973661668753E-16</c:v>
                </c:pt>
                <c:pt idx="3468">
                  <c:v>1.4802973661668753E-16</c:v>
                </c:pt>
                <c:pt idx="3469">
                  <c:v>1.4802973661668753E-16</c:v>
                </c:pt>
                <c:pt idx="3470">
                  <c:v>1.4802973661668753E-16</c:v>
                </c:pt>
                <c:pt idx="3471">
                  <c:v>1.4802973661668753E-16</c:v>
                </c:pt>
                <c:pt idx="3472">
                  <c:v>1.4802973661668753E-16</c:v>
                </c:pt>
                <c:pt idx="3473">
                  <c:v>1.4802973661668753E-16</c:v>
                </c:pt>
                <c:pt idx="3474">
                  <c:v>1.4802973661668753E-16</c:v>
                </c:pt>
                <c:pt idx="3475">
                  <c:v>1.4802973661668753E-16</c:v>
                </c:pt>
                <c:pt idx="3476">
                  <c:v>1.4802973661668753E-16</c:v>
                </c:pt>
                <c:pt idx="3477">
                  <c:v>1.4802973661668753E-16</c:v>
                </c:pt>
                <c:pt idx="3478">
                  <c:v>1.4802973661668753E-16</c:v>
                </c:pt>
                <c:pt idx="3479">
                  <c:v>1.4802973661668753E-16</c:v>
                </c:pt>
                <c:pt idx="3480">
                  <c:v>1.4802973661668753E-16</c:v>
                </c:pt>
                <c:pt idx="3481">
                  <c:v>1.4802973661668753E-16</c:v>
                </c:pt>
                <c:pt idx="3482">
                  <c:v>1.4802973661668753E-16</c:v>
                </c:pt>
                <c:pt idx="3483">
                  <c:v>1.4802973661668753E-16</c:v>
                </c:pt>
                <c:pt idx="3484">
                  <c:v>1.4802973661668753E-16</c:v>
                </c:pt>
                <c:pt idx="3485">
                  <c:v>1.4802973661668753E-16</c:v>
                </c:pt>
                <c:pt idx="3486">
                  <c:v>1.4802973661668753E-16</c:v>
                </c:pt>
                <c:pt idx="3487">
                  <c:v>1.4802973661668753E-16</c:v>
                </c:pt>
                <c:pt idx="3488">
                  <c:v>1.4802973661668753E-16</c:v>
                </c:pt>
                <c:pt idx="3489">
                  <c:v>1.4802973661668753E-16</c:v>
                </c:pt>
                <c:pt idx="3490">
                  <c:v>1.4802973661668753E-16</c:v>
                </c:pt>
                <c:pt idx="3491">
                  <c:v>1.4802973661668753E-16</c:v>
                </c:pt>
                <c:pt idx="3492">
                  <c:v>1.4802973661668753E-16</c:v>
                </c:pt>
                <c:pt idx="3493">
                  <c:v>1.4802973661668753E-16</c:v>
                </c:pt>
                <c:pt idx="3494">
                  <c:v>1.4802973661668753E-16</c:v>
                </c:pt>
                <c:pt idx="3495">
                  <c:v>1.4802973661668753E-16</c:v>
                </c:pt>
                <c:pt idx="3496">
                  <c:v>1.4802973661668753E-16</c:v>
                </c:pt>
                <c:pt idx="3497">
                  <c:v>1.4802973661668753E-16</c:v>
                </c:pt>
                <c:pt idx="3498">
                  <c:v>1.4802973661668753E-16</c:v>
                </c:pt>
                <c:pt idx="3499">
                  <c:v>1.4802973661668753E-16</c:v>
                </c:pt>
                <c:pt idx="3500">
                  <c:v>1.4802973661668753E-16</c:v>
                </c:pt>
                <c:pt idx="3501">
                  <c:v>1.4802973661668753E-16</c:v>
                </c:pt>
                <c:pt idx="3502">
                  <c:v>1.4802973661668753E-16</c:v>
                </c:pt>
                <c:pt idx="3503">
                  <c:v>1.4802973661668753E-16</c:v>
                </c:pt>
                <c:pt idx="3504">
                  <c:v>1.4802973661668753E-16</c:v>
                </c:pt>
                <c:pt idx="3505">
                  <c:v>1.4802973661668753E-16</c:v>
                </c:pt>
                <c:pt idx="3506">
                  <c:v>1.4802973661668753E-16</c:v>
                </c:pt>
                <c:pt idx="3507">
                  <c:v>1.4802973661668753E-16</c:v>
                </c:pt>
                <c:pt idx="3508">
                  <c:v>1.4802973661668753E-16</c:v>
                </c:pt>
                <c:pt idx="3509">
                  <c:v>1.4802973661668753E-16</c:v>
                </c:pt>
                <c:pt idx="3510">
                  <c:v>1.4802973661668753E-16</c:v>
                </c:pt>
                <c:pt idx="3511">
                  <c:v>1.4802973661668753E-16</c:v>
                </c:pt>
                <c:pt idx="3512">
                  <c:v>1.4802973661668753E-16</c:v>
                </c:pt>
                <c:pt idx="3513">
                  <c:v>1.4802973661668753E-16</c:v>
                </c:pt>
                <c:pt idx="3514">
                  <c:v>1.4802973661668753E-16</c:v>
                </c:pt>
                <c:pt idx="3515">
                  <c:v>1.4802973661668753E-16</c:v>
                </c:pt>
                <c:pt idx="3516">
                  <c:v>1.4802973661668753E-16</c:v>
                </c:pt>
                <c:pt idx="3517">
                  <c:v>1.4802973661668753E-16</c:v>
                </c:pt>
                <c:pt idx="3518">
                  <c:v>1.4802973661668753E-16</c:v>
                </c:pt>
                <c:pt idx="3519">
                  <c:v>1.4802973661668753E-16</c:v>
                </c:pt>
                <c:pt idx="3520">
                  <c:v>1.4802973661668753E-16</c:v>
                </c:pt>
                <c:pt idx="3521">
                  <c:v>1.4802973661668753E-16</c:v>
                </c:pt>
                <c:pt idx="3522">
                  <c:v>1.4802973661668753E-16</c:v>
                </c:pt>
                <c:pt idx="3523">
                  <c:v>1.4802973661668753E-16</c:v>
                </c:pt>
                <c:pt idx="3524">
                  <c:v>1.4802973661668753E-16</c:v>
                </c:pt>
                <c:pt idx="3525">
                  <c:v>1.4802973661668753E-16</c:v>
                </c:pt>
                <c:pt idx="3526">
                  <c:v>1.4802973661668753E-16</c:v>
                </c:pt>
                <c:pt idx="3527">
                  <c:v>1.4802973661668753E-16</c:v>
                </c:pt>
                <c:pt idx="3528">
                  <c:v>1.4802973661668753E-16</c:v>
                </c:pt>
                <c:pt idx="3529">
                  <c:v>1.4802973661668753E-16</c:v>
                </c:pt>
                <c:pt idx="3530">
                  <c:v>1.4802973661668753E-16</c:v>
                </c:pt>
                <c:pt idx="3531">
                  <c:v>1.4802973661668753E-16</c:v>
                </c:pt>
                <c:pt idx="3532">
                  <c:v>1.4802973661668753E-16</c:v>
                </c:pt>
                <c:pt idx="3533">
                  <c:v>1.4802973661668753E-16</c:v>
                </c:pt>
                <c:pt idx="3534">
                  <c:v>1.4802973661668753E-16</c:v>
                </c:pt>
                <c:pt idx="3535">
                  <c:v>1.4802973661668753E-16</c:v>
                </c:pt>
                <c:pt idx="3536">
                  <c:v>1.4802973661668753E-16</c:v>
                </c:pt>
                <c:pt idx="3537">
                  <c:v>1.4802973661668753E-16</c:v>
                </c:pt>
                <c:pt idx="3538">
                  <c:v>1.4802973661668753E-16</c:v>
                </c:pt>
                <c:pt idx="3539">
                  <c:v>1.4802973661668753E-16</c:v>
                </c:pt>
                <c:pt idx="3540">
                  <c:v>1.4802973661668753E-16</c:v>
                </c:pt>
                <c:pt idx="3541">
                  <c:v>1.4802973661668753E-16</c:v>
                </c:pt>
                <c:pt idx="3542">
                  <c:v>1.4802973661668753E-16</c:v>
                </c:pt>
                <c:pt idx="3543">
                  <c:v>1.4802973661668753E-16</c:v>
                </c:pt>
                <c:pt idx="3544">
                  <c:v>1.4802973661668753E-16</c:v>
                </c:pt>
                <c:pt idx="3545">
                  <c:v>1.4802973661668753E-16</c:v>
                </c:pt>
                <c:pt idx="3546">
                  <c:v>1.4802973661668753E-16</c:v>
                </c:pt>
                <c:pt idx="3547">
                  <c:v>1.4802973661668753E-16</c:v>
                </c:pt>
                <c:pt idx="3548">
                  <c:v>1.4802973661668753E-16</c:v>
                </c:pt>
                <c:pt idx="3549">
                  <c:v>1.4802973661668753E-16</c:v>
                </c:pt>
                <c:pt idx="3550">
                  <c:v>1.4802973661668753E-16</c:v>
                </c:pt>
                <c:pt idx="3551">
                  <c:v>1.4802973661668753E-16</c:v>
                </c:pt>
                <c:pt idx="3552">
                  <c:v>1.4802973661668753E-16</c:v>
                </c:pt>
                <c:pt idx="3553">
                  <c:v>1.4802973661668753E-16</c:v>
                </c:pt>
                <c:pt idx="3554">
                  <c:v>1.4802973661668753E-16</c:v>
                </c:pt>
                <c:pt idx="3555">
                  <c:v>1.4802973661668753E-16</c:v>
                </c:pt>
                <c:pt idx="3556">
                  <c:v>1.4802973661668753E-16</c:v>
                </c:pt>
                <c:pt idx="3557">
                  <c:v>1.4802973661668753E-16</c:v>
                </c:pt>
                <c:pt idx="3558">
                  <c:v>1.4802973661668753E-16</c:v>
                </c:pt>
                <c:pt idx="3559">
                  <c:v>1.4802973661668753E-16</c:v>
                </c:pt>
                <c:pt idx="3560">
                  <c:v>1.4802973661668753E-16</c:v>
                </c:pt>
                <c:pt idx="3561">
                  <c:v>1.4802973661668753E-16</c:v>
                </c:pt>
                <c:pt idx="3562">
                  <c:v>1.4802973661668753E-16</c:v>
                </c:pt>
                <c:pt idx="3563">
                  <c:v>1.4802973661668753E-16</c:v>
                </c:pt>
                <c:pt idx="3564">
                  <c:v>1.4802973661668753E-16</c:v>
                </c:pt>
                <c:pt idx="3565">
                  <c:v>1.4802973661668753E-16</c:v>
                </c:pt>
                <c:pt idx="3566">
                  <c:v>1.4802973661668753E-16</c:v>
                </c:pt>
                <c:pt idx="3567">
                  <c:v>1.4802973661668753E-16</c:v>
                </c:pt>
                <c:pt idx="3568">
                  <c:v>1.4802973661668753E-16</c:v>
                </c:pt>
                <c:pt idx="3569">
                  <c:v>1.4802973661668753E-16</c:v>
                </c:pt>
                <c:pt idx="3570">
                  <c:v>1.4802973661668753E-16</c:v>
                </c:pt>
                <c:pt idx="3571">
                  <c:v>1.4802973661668753E-16</c:v>
                </c:pt>
                <c:pt idx="3572">
                  <c:v>1.4802973661668753E-16</c:v>
                </c:pt>
                <c:pt idx="3573">
                  <c:v>1.4802973661668753E-16</c:v>
                </c:pt>
                <c:pt idx="3574">
                  <c:v>1.4802973661668753E-16</c:v>
                </c:pt>
                <c:pt idx="3575">
                  <c:v>1.4802973661668753E-16</c:v>
                </c:pt>
                <c:pt idx="3576">
                  <c:v>1.4802973661668753E-16</c:v>
                </c:pt>
                <c:pt idx="3577">
                  <c:v>1.4802973661668753E-16</c:v>
                </c:pt>
                <c:pt idx="3578">
                  <c:v>1.4802973661668753E-16</c:v>
                </c:pt>
                <c:pt idx="3579">
                  <c:v>1.4802973661668753E-16</c:v>
                </c:pt>
                <c:pt idx="3580">
                  <c:v>1.4802973661668753E-16</c:v>
                </c:pt>
                <c:pt idx="3581">
                  <c:v>1.4802973661668753E-16</c:v>
                </c:pt>
                <c:pt idx="3582">
                  <c:v>1.4802973661668753E-16</c:v>
                </c:pt>
                <c:pt idx="3583">
                  <c:v>1.4802973661668753E-16</c:v>
                </c:pt>
                <c:pt idx="3584">
                  <c:v>1.4802973661668753E-16</c:v>
                </c:pt>
                <c:pt idx="3585">
                  <c:v>1.4802973661668753E-16</c:v>
                </c:pt>
                <c:pt idx="3586">
                  <c:v>1.4802973661668753E-16</c:v>
                </c:pt>
                <c:pt idx="3587">
                  <c:v>1.4802973661668753E-16</c:v>
                </c:pt>
                <c:pt idx="3588">
                  <c:v>1.4802973661668753E-16</c:v>
                </c:pt>
                <c:pt idx="3589">
                  <c:v>1.4802973661668753E-16</c:v>
                </c:pt>
                <c:pt idx="3590">
                  <c:v>1.4802973661668753E-16</c:v>
                </c:pt>
                <c:pt idx="3591">
                  <c:v>1.4802973661668753E-16</c:v>
                </c:pt>
                <c:pt idx="3592">
                  <c:v>1.4802973661668753E-16</c:v>
                </c:pt>
                <c:pt idx="3593">
                  <c:v>1.4802973661668753E-16</c:v>
                </c:pt>
                <c:pt idx="3594">
                  <c:v>1.4802973661668753E-16</c:v>
                </c:pt>
                <c:pt idx="3595">
                  <c:v>1.4802973661668753E-16</c:v>
                </c:pt>
                <c:pt idx="3596">
                  <c:v>1.4802973661668753E-16</c:v>
                </c:pt>
                <c:pt idx="3597">
                  <c:v>1.4802973661668753E-16</c:v>
                </c:pt>
                <c:pt idx="3598">
                  <c:v>1.4802973661668753E-16</c:v>
                </c:pt>
                <c:pt idx="3599">
                  <c:v>1.4802973661668753E-16</c:v>
                </c:pt>
                <c:pt idx="3600">
                  <c:v>1.4802973661668753E-16</c:v>
                </c:pt>
                <c:pt idx="3601">
                  <c:v>1.4802973661668753E-16</c:v>
                </c:pt>
                <c:pt idx="3602">
                  <c:v>1.4802973661668753E-16</c:v>
                </c:pt>
                <c:pt idx="3603">
                  <c:v>1.4802973661668753E-16</c:v>
                </c:pt>
                <c:pt idx="3604">
                  <c:v>1.4802973661668753E-16</c:v>
                </c:pt>
                <c:pt idx="3605">
                  <c:v>1.4802973661668753E-16</c:v>
                </c:pt>
                <c:pt idx="3606">
                  <c:v>1.4802973661668753E-16</c:v>
                </c:pt>
                <c:pt idx="3607">
                  <c:v>1.4802973661668753E-16</c:v>
                </c:pt>
                <c:pt idx="3608">
                  <c:v>1.4802973661668753E-16</c:v>
                </c:pt>
                <c:pt idx="3609">
                  <c:v>1.4802973661668753E-16</c:v>
                </c:pt>
                <c:pt idx="3610">
                  <c:v>1.4802973661668753E-16</c:v>
                </c:pt>
                <c:pt idx="3611">
                  <c:v>1.4802973661668753E-16</c:v>
                </c:pt>
                <c:pt idx="3612">
                  <c:v>1.4802973661668753E-16</c:v>
                </c:pt>
                <c:pt idx="3613">
                  <c:v>1.4802973661668753E-16</c:v>
                </c:pt>
                <c:pt idx="3614">
                  <c:v>1.4802973661668753E-16</c:v>
                </c:pt>
                <c:pt idx="3615">
                  <c:v>1.4802973661668753E-16</c:v>
                </c:pt>
                <c:pt idx="3616">
                  <c:v>1.4802973661668753E-16</c:v>
                </c:pt>
                <c:pt idx="3617">
                  <c:v>1.4802973661668753E-16</c:v>
                </c:pt>
                <c:pt idx="3618">
                  <c:v>1.4802973661668753E-16</c:v>
                </c:pt>
                <c:pt idx="3619">
                  <c:v>1.4802973661668753E-16</c:v>
                </c:pt>
                <c:pt idx="3620">
                  <c:v>1.4802973661668753E-16</c:v>
                </c:pt>
                <c:pt idx="3621">
                  <c:v>1.4802973661668753E-16</c:v>
                </c:pt>
                <c:pt idx="3622">
                  <c:v>1.4802973661668753E-16</c:v>
                </c:pt>
                <c:pt idx="3623">
                  <c:v>1.4802973661668753E-16</c:v>
                </c:pt>
                <c:pt idx="3624">
                  <c:v>1.4802973661668753E-16</c:v>
                </c:pt>
                <c:pt idx="3625">
                  <c:v>1.4802973661668753E-16</c:v>
                </c:pt>
                <c:pt idx="3626">
                  <c:v>1.4802973661668753E-16</c:v>
                </c:pt>
                <c:pt idx="3627">
                  <c:v>1.4802973661668753E-16</c:v>
                </c:pt>
                <c:pt idx="3628">
                  <c:v>1.4802973661668753E-16</c:v>
                </c:pt>
                <c:pt idx="3629">
                  <c:v>1.4802973661668753E-16</c:v>
                </c:pt>
                <c:pt idx="3630">
                  <c:v>1.4802973661668753E-16</c:v>
                </c:pt>
                <c:pt idx="3631">
                  <c:v>1.4802973661668753E-16</c:v>
                </c:pt>
                <c:pt idx="3632">
                  <c:v>1.4802973661668753E-16</c:v>
                </c:pt>
                <c:pt idx="3633">
                  <c:v>1.4802973661668753E-16</c:v>
                </c:pt>
                <c:pt idx="3634">
                  <c:v>1.4802973661668753E-16</c:v>
                </c:pt>
                <c:pt idx="3635">
                  <c:v>1.4802973661668753E-16</c:v>
                </c:pt>
                <c:pt idx="3636">
                  <c:v>1.4802973661668753E-16</c:v>
                </c:pt>
                <c:pt idx="3637">
                  <c:v>1.4802973661668753E-16</c:v>
                </c:pt>
                <c:pt idx="3638">
                  <c:v>1.4802973661668753E-16</c:v>
                </c:pt>
                <c:pt idx="3639">
                  <c:v>1.4802973661668753E-16</c:v>
                </c:pt>
                <c:pt idx="3640">
                  <c:v>1.4802973661668753E-16</c:v>
                </c:pt>
                <c:pt idx="3641">
                  <c:v>1.4802973661668753E-16</c:v>
                </c:pt>
                <c:pt idx="3642">
                  <c:v>1.4802973661668753E-16</c:v>
                </c:pt>
                <c:pt idx="3643">
                  <c:v>1.4802973661668753E-16</c:v>
                </c:pt>
                <c:pt idx="3644">
                  <c:v>1.4802973661668753E-16</c:v>
                </c:pt>
                <c:pt idx="3645">
                  <c:v>1.4802973661668753E-16</c:v>
                </c:pt>
                <c:pt idx="3646">
                  <c:v>1.4802973661668753E-16</c:v>
                </c:pt>
                <c:pt idx="3647">
                  <c:v>1.4802973661668753E-16</c:v>
                </c:pt>
                <c:pt idx="3648">
                  <c:v>1.4802973661668753E-16</c:v>
                </c:pt>
                <c:pt idx="3649">
                  <c:v>1.4802973661668753E-16</c:v>
                </c:pt>
                <c:pt idx="3650">
                  <c:v>1.4802973661668753E-16</c:v>
                </c:pt>
                <c:pt idx="3651">
                  <c:v>1.4802973661668753E-16</c:v>
                </c:pt>
                <c:pt idx="3652">
                  <c:v>1.4802973661668753E-16</c:v>
                </c:pt>
                <c:pt idx="3653">
                  <c:v>1.4802973661668753E-16</c:v>
                </c:pt>
                <c:pt idx="3654">
                  <c:v>1.4802973661668753E-16</c:v>
                </c:pt>
                <c:pt idx="3655">
                  <c:v>1.4802973661668753E-16</c:v>
                </c:pt>
                <c:pt idx="3656">
                  <c:v>1.4802973661668753E-16</c:v>
                </c:pt>
                <c:pt idx="3657">
                  <c:v>1.4802973661668753E-16</c:v>
                </c:pt>
                <c:pt idx="3658">
                  <c:v>1.4802973661668753E-16</c:v>
                </c:pt>
                <c:pt idx="3659">
                  <c:v>1.4802973661668753E-16</c:v>
                </c:pt>
                <c:pt idx="3660">
                  <c:v>1.4802973661668753E-16</c:v>
                </c:pt>
                <c:pt idx="3661">
                  <c:v>1.4802973661668753E-16</c:v>
                </c:pt>
                <c:pt idx="3662">
                  <c:v>1.4802973661668753E-16</c:v>
                </c:pt>
                <c:pt idx="3663">
                  <c:v>1.4802973661668753E-16</c:v>
                </c:pt>
                <c:pt idx="3664">
                  <c:v>1.4802973661668753E-16</c:v>
                </c:pt>
                <c:pt idx="3665">
                  <c:v>1.4802973661668753E-16</c:v>
                </c:pt>
                <c:pt idx="3666">
                  <c:v>1.4802973661668753E-16</c:v>
                </c:pt>
                <c:pt idx="3667">
                  <c:v>1.4802973661668753E-16</c:v>
                </c:pt>
                <c:pt idx="3668">
                  <c:v>1.4802973661668753E-16</c:v>
                </c:pt>
                <c:pt idx="3669">
                  <c:v>1.4802973661668753E-16</c:v>
                </c:pt>
                <c:pt idx="3670">
                  <c:v>1.4802973661668753E-16</c:v>
                </c:pt>
                <c:pt idx="3671">
                  <c:v>1.4802973661668753E-16</c:v>
                </c:pt>
                <c:pt idx="3672">
                  <c:v>1.4802973661668753E-16</c:v>
                </c:pt>
                <c:pt idx="3673">
                  <c:v>1.4802973661668753E-16</c:v>
                </c:pt>
                <c:pt idx="3674">
                  <c:v>1.4802973661668753E-16</c:v>
                </c:pt>
                <c:pt idx="3675">
                  <c:v>1.4802973661668753E-16</c:v>
                </c:pt>
                <c:pt idx="3676">
                  <c:v>1.4802973661668753E-16</c:v>
                </c:pt>
                <c:pt idx="3677">
                  <c:v>1.4802973661668753E-16</c:v>
                </c:pt>
                <c:pt idx="3678">
                  <c:v>1.4802973661668753E-16</c:v>
                </c:pt>
                <c:pt idx="3679">
                  <c:v>1.4802973661668753E-16</c:v>
                </c:pt>
                <c:pt idx="3680">
                  <c:v>1.4802973661668753E-16</c:v>
                </c:pt>
                <c:pt idx="3681">
                  <c:v>1.4802973661668753E-16</c:v>
                </c:pt>
                <c:pt idx="3682">
                  <c:v>1.4802973661668753E-16</c:v>
                </c:pt>
                <c:pt idx="3683">
                  <c:v>1.4802973661668753E-16</c:v>
                </c:pt>
                <c:pt idx="3684">
                  <c:v>1.4802973661668753E-16</c:v>
                </c:pt>
                <c:pt idx="3685">
                  <c:v>1.4802973661668753E-16</c:v>
                </c:pt>
                <c:pt idx="3686">
                  <c:v>1.4802973661668753E-16</c:v>
                </c:pt>
                <c:pt idx="3687">
                  <c:v>1.4802973661668753E-16</c:v>
                </c:pt>
                <c:pt idx="3688">
                  <c:v>1.4802973661668753E-16</c:v>
                </c:pt>
                <c:pt idx="3689">
                  <c:v>1.4802973661668753E-16</c:v>
                </c:pt>
                <c:pt idx="3690">
                  <c:v>1.4802973661668753E-16</c:v>
                </c:pt>
                <c:pt idx="3691">
                  <c:v>1.4802973661668753E-16</c:v>
                </c:pt>
                <c:pt idx="3692">
                  <c:v>1.4802973661668753E-16</c:v>
                </c:pt>
                <c:pt idx="3693">
                  <c:v>1.4802973661668753E-16</c:v>
                </c:pt>
                <c:pt idx="3694">
                  <c:v>1.4802973661668753E-16</c:v>
                </c:pt>
                <c:pt idx="3695">
                  <c:v>1.4802973661668753E-16</c:v>
                </c:pt>
                <c:pt idx="3696">
                  <c:v>1.4802973661668753E-16</c:v>
                </c:pt>
                <c:pt idx="3697">
                  <c:v>1.4802973661668753E-16</c:v>
                </c:pt>
                <c:pt idx="3698">
                  <c:v>1.4802973661668753E-16</c:v>
                </c:pt>
                <c:pt idx="3699">
                  <c:v>1.4802973661668753E-16</c:v>
                </c:pt>
                <c:pt idx="3700">
                  <c:v>1.4802973661668753E-16</c:v>
                </c:pt>
                <c:pt idx="3701">
                  <c:v>1.4802973661668753E-16</c:v>
                </c:pt>
                <c:pt idx="3702">
                  <c:v>1.4802973661668753E-16</c:v>
                </c:pt>
                <c:pt idx="3703">
                  <c:v>1.4802973661668753E-16</c:v>
                </c:pt>
                <c:pt idx="3704">
                  <c:v>1.4802973661668753E-16</c:v>
                </c:pt>
                <c:pt idx="3705">
                  <c:v>1.4802973661668753E-16</c:v>
                </c:pt>
                <c:pt idx="3706">
                  <c:v>1.4802973661668753E-16</c:v>
                </c:pt>
                <c:pt idx="3707">
                  <c:v>1.4802973661668753E-16</c:v>
                </c:pt>
                <c:pt idx="3708">
                  <c:v>1.4802973661668753E-16</c:v>
                </c:pt>
                <c:pt idx="3709">
                  <c:v>1.4802973661668753E-16</c:v>
                </c:pt>
                <c:pt idx="3710">
                  <c:v>1.4802973661668753E-16</c:v>
                </c:pt>
                <c:pt idx="3711">
                  <c:v>1.4802973661668753E-16</c:v>
                </c:pt>
                <c:pt idx="3712">
                  <c:v>1.4802973661668753E-16</c:v>
                </c:pt>
                <c:pt idx="3713">
                  <c:v>1.4802973661668753E-16</c:v>
                </c:pt>
                <c:pt idx="3714">
                  <c:v>1.4802973661668753E-16</c:v>
                </c:pt>
                <c:pt idx="3715">
                  <c:v>1.4802973661668753E-16</c:v>
                </c:pt>
                <c:pt idx="3716">
                  <c:v>1.4802973661668753E-16</c:v>
                </c:pt>
                <c:pt idx="3717">
                  <c:v>1.4802973661668753E-16</c:v>
                </c:pt>
                <c:pt idx="3718">
                  <c:v>1.4802973661668753E-16</c:v>
                </c:pt>
                <c:pt idx="3719">
                  <c:v>1.4802973661668753E-16</c:v>
                </c:pt>
                <c:pt idx="3720">
                  <c:v>1.4802973661668753E-16</c:v>
                </c:pt>
                <c:pt idx="3721">
                  <c:v>1.4802973661668753E-16</c:v>
                </c:pt>
                <c:pt idx="3722">
                  <c:v>1.4802973661668753E-16</c:v>
                </c:pt>
                <c:pt idx="3723">
                  <c:v>1.4802973661668753E-16</c:v>
                </c:pt>
                <c:pt idx="3724">
                  <c:v>1.4802973661668753E-16</c:v>
                </c:pt>
                <c:pt idx="3725">
                  <c:v>1.4802973661668753E-16</c:v>
                </c:pt>
                <c:pt idx="3726">
                  <c:v>1.4802973661668753E-16</c:v>
                </c:pt>
                <c:pt idx="3727">
                  <c:v>1.4802973661668753E-16</c:v>
                </c:pt>
                <c:pt idx="3728">
                  <c:v>1.4802973661668753E-16</c:v>
                </c:pt>
                <c:pt idx="3729">
                  <c:v>1.4802973661668753E-16</c:v>
                </c:pt>
                <c:pt idx="3730">
                  <c:v>1.4802973661668753E-16</c:v>
                </c:pt>
                <c:pt idx="3731">
                  <c:v>1.4802973661668753E-16</c:v>
                </c:pt>
                <c:pt idx="3732">
                  <c:v>1.4802973661668753E-16</c:v>
                </c:pt>
                <c:pt idx="3733">
                  <c:v>1.4802973661668753E-16</c:v>
                </c:pt>
                <c:pt idx="3734">
                  <c:v>1.4802973661668753E-16</c:v>
                </c:pt>
                <c:pt idx="3735">
                  <c:v>1.4802973661668753E-16</c:v>
                </c:pt>
                <c:pt idx="3736">
                  <c:v>1.4802973661668753E-16</c:v>
                </c:pt>
                <c:pt idx="3737">
                  <c:v>1.4802973661668753E-16</c:v>
                </c:pt>
                <c:pt idx="3738">
                  <c:v>1.4802973661668753E-16</c:v>
                </c:pt>
                <c:pt idx="3739">
                  <c:v>1.4802973661668753E-16</c:v>
                </c:pt>
                <c:pt idx="3740">
                  <c:v>1.4802973661668753E-16</c:v>
                </c:pt>
                <c:pt idx="3741">
                  <c:v>1.4802973661668753E-16</c:v>
                </c:pt>
                <c:pt idx="3742">
                  <c:v>1.4802973661668753E-16</c:v>
                </c:pt>
                <c:pt idx="3743">
                  <c:v>1.4802973661668753E-16</c:v>
                </c:pt>
                <c:pt idx="3744">
                  <c:v>1.4802973661668753E-16</c:v>
                </c:pt>
                <c:pt idx="3745">
                  <c:v>1.4802973661668753E-16</c:v>
                </c:pt>
                <c:pt idx="3746">
                  <c:v>1.4802973661668753E-16</c:v>
                </c:pt>
                <c:pt idx="3747">
                  <c:v>1.4802973661668753E-16</c:v>
                </c:pt>
                <c:pt idx="3748">
                  <c:v>1.4802973661668753E-16</c:v>
                </c:pt>
                <c:pt idx="3749">
                  <c:v>1.4802973661668753E-16</c:v>
                </c:pt>
                <c:pt idx="3750">
                  <c:v>1.4802973661668753E-16</c:v>
                </c:pt>
                <c:pt idx="3751">
                  <c:v>1.4802973661668753E-16</c:v>
                </c:pt>
                <c:pt idx="3752">
                  <c:v>1.4802973661668753E-16</c:v>
                </c:pt>
                <c:pt idx="3753">
                  <c:v>1.4802973661668753E-16</c:v>
                </c:pt>
                <c:pt idx="3754">
                  <c:v>1.4802973661668753E-16</c:v>
                </c:pt>
                <c:pt idx="3755">
                  <c:v>1.4802973661668753E-16</c:v>
                </c:pt>
                <c:pt idx="3756">
                  <c:v>1.4802973661668753E-16</c:v>
                </c:pt>
                <c:pt idx="3757">
                  <c:v>1.4802973661668753E-16</c:v>
                </c:pt>
                <c:pt idx="3758">
                  <c:v>1.4802973661668753E-16</c:v>
                </c:pt>
                <c:pt idx="3759">
                  <c:v>1.4802973661668753E-16</c:v>
                </c:pt>
                <c:pt idx="3760">
                  <c:v>1.4802973661668753E-16</c:v>
                </c:pt>
                <c:pt idx="3761">
                  <c:v>1.4802973661668753E-16</c:v>
                </c:pt>
                <c:pt idx="3762">
                  <c:v>1.4802973661668753E-16</c:v>
                </c:pt>
                <c:pt idx="3763">
                  <c:v>1.4802973661668753E-16</c:v>
                </c:pt>
                <c:pt idx="3764">
                  <c:v>1.4802973661668753E-16</c:v>
                </c:pt>
                <c:pt idx="3765">
                  <c:v>1.4802973661668753E-16</c:v>
                </c:pt>
                <c:pt idx="3766">
                  <c:v>1.4802973661668753E-16</c:v>
                </c:pt>
                <c:pt idx="3767">
                  <c:v>1.4802973661668753E-16</c:v>
                </c:pt>
                <c:pt idx="3768">
                  <c:v>1.4802973661668753E-16</c:v>
                </c:pt>
                <c:pt idx="3769">
                  <c:v>1.4802973661668753E-16</c:v>
                </c:pt>
                <c:pt idx="3770">
                  <c:v>1.4802973661668753E-16</c:v>
                </c:pt>
                <c:pt idx="3771">
                  <c:v>1.4802973661668753E-16</c:v>
                </c:pt>
                <c:pt idx="3772">
                  <c:v>1.4802973661668753E-16</c:v>
                </c:pt>
                <c:pt idx="3773">
                  <c:v>1.4802973661668753E-16</c:v>
                </c:pt>
                <c:pt idx="3774">
                  <c:v>1.4802973661668753E-16</c:v>
                </c:pt>
                <c:pt idx="3775">
                  <c:v>1.4802973661668753E-16</c:v>
                </c:pt>
                <c:pt idx="3776">
                  <c:v>1.4802973661668753E-16</c:v>
                </c:pt>
                <c:pt idx="3777">
                  <c:v>1.4802973661668753E-16</c:v>
                </c:pt>
                <c:pt idx="3778">
                  <c:v>1.4802973661668753E-16</c:v>
                </c:pt>
                <c:pt idx="3779">
                  <c:v>1.4802973661668753E-16</c:v>
                </c:pt>
                <c:pt idx="3780">
                  <c:v>1.4802973661668753E-16</c:v>
                </c:pt>
                <c:pt idx="3781">
                  <c:v>1.4802973661668753E-16</c:v>
                </c:pt>
                <c:pt idx="3782">
                  <c:v>1.4802973661668753E-16</c:v>
                </c:pt>
                <c:pt idx="3783">
                  <c:v>1.4802973661668753E-16</c:v>
                </c:pt>
                <c:pt idx="3784">
                  <c:v>1.4802973661668753E-16</c:v>
                </c:pt>
                <c:pt idx="3785">
                  <c:v>1.4802973661668753E-16</c:v>
                </c:pt>
                <c:pt idx="3786">
                  <c:v>1.4802973661668753E-16</c:v>
                </c:pt>
                <c:pt idx="3787">
                  <c:v>1.4802973661668753E-16</c:v>
                </c:pt>
                <c:pt idx="3788">
                  <c:v>1.4802973661668753E-16</c:v>
                </c:pt>
                <c:pt idx="3789">
                  <c:v>1.4802973661668753E-16</c:v>
                </c:pt>
                <c:pt idx="3790">
                  <c:v>1.4802973661668753E-16</c:v>
                </c:pt>
                <c:pt idx="3791">
                  <c:v>1.4802973661668753E-16</c:v>
                </c:pt>
                <c:pt idx="3792">
                  <c:v>1.4802973661668753E-16</c:v>
                </c:pt>
                <c:pt idx="3793">
                  <c:v>1.4802973661668753E-16</c:v>
                </c:pt>
                <c:pt idx="3794">
                  <c:v>1.4802973661668753E-16</c:v>
                </c:pt>
                <c:pt idx="3795">
                  <c:v>1.4802973661668753E-16</c:v>
                </c:pt>
                <c:pt idx="3796">
                  <c:v>1.4802973661668753E-16</c:v>
                </c:pt>
                <c:pt idx="3797">
                  <c:v>1.4802973661668753E-16</c:v>
                </c:pt>
                <c:pt idx="3798">
                  <c:v>1.4802973661668753E-16</c:v>
                </c:pt>
                <c:pt idx="3799">
                  <c:v>1.4802973661668753E-16</c:v>
                </c:pt>
                <c:pt idx="3800">
                  <c:v>1.4802973661668753E-16</c:v>
                </c:pt>
                <c:pt idx="3801">
                  <c:v>1.4802973661668753E-16</c:v>
                </c:pt>
                <c:pt idx="3802">
                  <c:v>1.4802973661668753E-16</c:v>
                </c:pt>
                <c:pt idx="3803">
                  <c:v>1.4802973661668753E-16</c:v>
                </c:pt>
                <c:pt idx="3804">
                  <c:v>1.4802973661668753E-16</c:v>
                </c:pt>
                <c:pt idx="3805">
                  <c:v>1.4802973661668753E-16</c:v>
                </c:pt>
                <c:pt idx="3806">
                  <c:v>1.4802973661668753E-16</c:v>
                </c:pt>
                <c:pt idx="3807">
                  <c:v>1.4802973661668753E-16</c:v>
                </c:pt>
                <c:pt idx="3808">
                  <c:v>1.4802973661668753E-16</c:v>
                </c:pt>
                <c:pt idx="3809">
                  <c:v>1.4802973661668753E-16</c:v>
                </c:pt>
                <c:pt idx="3810">
                  <c:v>1.4802973661668753E-16</c:v>
                </c:pt>
                <c:pt idx="3811">
                  <c:v>1.4802973661668753E-16</c:v>
                </c:pt>
                <c:pt idx="3812">
                  <c:v>1.4802973661668753E-16</c:v>
                </c:pt>
                <c:pt idx="3813">
                  <c:v>1.4802973661668753E-16</c:v>
                </c:pt>
                <c:pt idx="3814">
                  <c:v>1.4802973661668753E-16</c:v>
                </c:pt>
                <c:pt idx="3815">
                  <c:v>1.4802973661668753E-16</c:v>
                </c:pt>
                <c:pt idx="3816">
                  <c:v>1.4802973661668753E-16</c:v>
                </c:pt>
                <c:pt idx="3817">
                  <c:v>1.4802973661668753E-16</c:v>
                </c:pt>
                <c:pt idx="3818">
                  <c:v>1.4802973661668753E-16</c:v>
                </c:pt>
                <c:pt idx="3819">
                  <c:v>1.4802973661668753E-16</c:v>
                </c:pt>
                <c:pt idx="3820">
                  <c:v>1.4802973661668753E-16</c:v>
                </c:pt>
                <c:pt idx="3821">
                  <c:v>1.4802973661668753E-16</c:v>
                </c:pt>
                <c:pt idx="3822">
                  <c:v>1.4802973661668753E-16</c:v>
                </c:pt>
                <c:pt idx="3823">
                  <c:v>1.4802973661668753E-16</c:v>
                </c:pt>
                <c:pt idx="3824">
                  <c:v>1.4802973661668753E-16</c:v>
                </c:pt>
                <c:pt idx="3825">
                  <c:v>1.4802973661668753E-16</c:v>
                </c:pt>
                <c:pt idx="3826">
                  <c:v>1.4802973661668753E-16</c:v>
                </c:pt>
                <c:pt idx="3827">
                  <c:v>1.4802973661668753E-16</c:v>
                </c:pt>
                <c:pt idx="3828">
                  <c:v>1.4802973661668753E-16</c:v>
                </c:pt>
                <c:pt idx="3829">
                  <c:v>1.4802973661668753E-16</c:v>
                </c:pt>
                <c:pt idx="3830">
                  <c:v>1.4802973661668753E-16</c:v>
                </c:pt>
                <c:pt idx="3831">
                  <c:v>1.4802973661668753E-16</c:v>
                </c:pt>
                <c:pt idx="3832">
                  <c:v>1.4802973661668753E-16</c:v>
                </c:pt>
                <c:pt idx="3833">
                  <c:v>1.4802973661668753E-16</c:v>
                </c:pt>
                <c:pt idx="3834">
                  <c:v>1.4802973661668753E-16</c:v>
                </c:pt>
                <c:pt idx="3835">
                  <c:v>1.4802973661668753E-16</c:v>
                </c:pt>
                <c:pt idx="3836">
                  <c:v>1.4802973661668753E-16</c:v>
                </c:pt>
                <c:pt idx="3837">
                  <c:v>1.4802973661668753E-16</c:v>
                </c:pt>
                <c:pt idx="3838">
                  <c:v>1.4802973661668753E-16</c:v>
                </c:pt>
                <c:pt idx="3839">
                  <c:v>1.4802973661668753E-16</c:v>
                </c:pt>
                <c:pt idx="3840">
                  <c:v>1.4802973661668753E-16</c:v>
                </c:pt>
                <c:pt idx="3841">
                  <c:v>1.4802973661668753E-16</c:v>
                </c:pt>
                <c:pt idx="3842">
                  <c:v>1.4802973661668753E-16</c:v>
                </c:pt>
                <c:pt idx="3843">
                  <c:v>1.4802973661668753E-16</c:v>
                </c:pt>
                <c:pt idx="3844">
                  <c:v>1.4802973661668753E-16</c:v>
                </c:pt>
                <c:pt idx="3845">
                  <c:v>1.4802973661668753E-16</c:v>
                </c:pt>
                <c:pt idx="3846">
                  <c:v>1.4802973661668753E-16</c:v>
                </c:pt>
                <c:pt idx="3847">
                  <c:v>1.4802973661668753E-16</c:v>
                </c:pt>
                <c:pt idx="3848">
                  <c:v>1.4802973661668753E-16</c:v>
                </c:pt>
                <c:pt idx="3849">
                  <c:v>1.4802973661668753E-16</c:v>
                </c:pt>
                <c:pt idx="3850">
                  <c:v>1.4802973661668753E-16</c:v>
                </c:pt>
                <c:pt idx="3851">
                  <c:v>1.4802973661668753E-16</c:v>
                </c:pt>
                <c:pt idx="3852">
                  <c:v>1.4802973661668753E-16</c:v>
                </c:pt>
                <c:pt idx="3853">
                  <c:v>1.4802973661668753E-16</c:v>
                </c:pt>
                <c:pt idx="3854">
                  <c:v>1.4802973661668753E-16</c:v>
                </c:pt>
                <c:pt idx="3855">
                  <c:v>1.4802973661668753E-16</c:v>
                </c:pt>
                <c:pt idx="3856">
                  <c:v>1.4802973661668753E-16</c:v>
                </c:pt>
                <c:pt idx="3857">
                  <c:v>1.4802973661668753E-16</c:v>
                </c:pt>
                <c:pt idx="3858">
                  <c:v>1.4802973661668753E-16</c:v>
                </c:pt>
                <c:pt idx="3859">
                  <c:v>1.4802973661668753E-16</c:v>
                </c:pt>
                <c:pt idx="3860">
                  <c:v>1.4802973661668753E-16</c:v>
                </c:pt>
                <c:pt idx="3861">
                  <c:v>1.4802973661668753E-16</c:v>
                </c:pt>
                <c:pt idx="3862">
                  <c:v>1.4802973661668753E-16</c:v>
                </c:pt>
                <c:pt idx="3863">
                  <c:v>1.4802973661668753E-16</c:v>
                </c:pt>
                <c:pt idx="3864">
                  <c:v>1.4802973661668753E-16</c:v>
                </c:pt>
                <c:pt idx="3865">
                  <c:v>1.4802973661668753E-16</c:v>
                </c:pt>
                <c:pt idx="3866">
                  <c:v>1.4802973661668753E-16</c:v>
                </c:pt>
                <c:pt idx="3867">
                  <c:v>1.4802973661668753E-16</c:v>
                </c:pt>
                <c:pt idx="3868">
                  <c:v>1.4802973661668753E-16</c:v>
                </c:pt>
                <c:pt idx="3869">
                  <c:v>1.4802973661668753E-16</c:v>
                </c:pt>
                <c:pt idx="3870">
                  <c:v>1.4802973661668753E-16</c:v>
                </c:pt>
                <c:pt idx="3871">
                  <c:v>1.4802973661668753E-16</c:v>
                </c:pt>
                <c:pt idx="3872">
                  <c:v>1.4802973661668753E-16</c:v>
                </c:pt>
                <c:pt idx="3873">
                  <c:v>1.4802973661668753E-16</c:v>
                </c:pt>
                <c:pt idx="3874">
                  <c:v>1.4802973661668753E-16</c:v>
                </c:pt>
                <c:pt idx="3875">
                  <c:v>1.4802973661668753E-16</c:v>
                </c:pt>
                <c:pt idx="3876">
                  <c:v>1.4802973661668753E-16</c:v>
                </c:pt>
                <c:pt idx="3877">
                  <c:v>1.4802973661668753E-16</c:v>
                </c:pt>
                <c:pt idx="3878">
                  <c:v>1.4802973661668753E-16</c:v>
                </c:pt>
                <c:pt idx="3879">
                  <c:v>1.4802973661668753E-16</c:v>
                </c:pt>
                <c:pt idx="3880">
                  <c:v>1.4802973661668753E-16</c:v>
                </c:pt>
                <c:pt idx="3881">
                  <c:v>1.4802973661668753E-16</c:v>
                </c:pt>
                <c:pt idx="3882">
                  <c:v>1.4802973661668753E-16</c:v>
                </c:pt>
                <c:pt idx="3883">
                  <c:v>1.4802973661668753E-16</c:v>
                </c:pt>
                <c:pt idx="3884">
                  <c:v>1.4802973661668753E-16</c:v>
                </c:pt>
                <c:pt idx="3885">
                  <c:v>1.4802973661668753E-16</c:v>
                </c:pt>
                <c:pt idx="3886">
                  <c:v>1.4802973661668753E-16</c:v>
                </c:pt>
                <c:pt idx="3887">
                  <c:v>1.4802973661668753E-16</c:v>
                </c:pt>
                <c:pt idx="3888">
                  <c:v>1.4802973661668753E-16</c:v>
                </c:pt>
                <c:pt idx="3889">
                  <c:v>1.4802973661668753E-16</c:v>
                </c:pt>
                <c:pt idx="3890">
                  <c:v>1.4802973661668753E-16</c:v>
                </c:pt>
                <c:pt idx="3891">
                  <c:v>1.4802973661668753E-16</c:v>
                </c:pt>
                <c:pt idx="3892">
                  <c:v>1.4802973661668753E-16</c:v>
                </c:pt>
                <c:pt idx="3893">
                  <c:v>1.4802973661668753E-16</c:v>
                </c:pt>
                <c:pt idx="3894">
                  <c:v>1.4802973661668753E-16</c:v>
                </c:pt>
                <c:pt idx="3895">
                  <c:v>1.4802973661668753E-16</c:v>
                </c:pt>
                <c:pt idx="3896">
                  <c:v>1.4802973661668753E-16</c:v>
                </c:pt>
                <c:pt idx="3897">
                  <c:v>1.4802973661668753E-16</c:v>
                </c:pt>
                <c:pt idx="3898">
                  <c:v>1.4802973661668753E-16</c:v>
                </c:pt>
                <c:pt idx="3899">
                  <c:v>1.4802973661668753E-16</c:v>
                </c:pt>
                <c:pt idx="3900">
                  <c:v>1.4802973661668753E-16</c:v>
                </c:pt>
                <c:pt idx="3901">
                  <c:v>1.4802973661668753E-16</c:v>
                </c:pt>
                <c:pt idx="3902">
                  <c:v>1.4802973661668753E-16</c:v>
                </c:pt>
                <c:pt idx="3903">
                  <c:v>1.4802973661668753E-16</c:v>
                </c:pt>
                <c:pt idx="3904">
                  <c:v>1.4802973661668753E-16</c:v>
                </c:pt>
                <c:pt idx="3905">
                  <c:v>1.4802973661668753E-16</c:v>
                </c:pt>
                <c:pt idx="3906">
                  <c:v>1.4802973661668753E-16</c:v>
                </c:pt>
                <c:pt idx="3907">
                  <c:v>1.4802973661668753E-16</c:v>
                </c:pt>
                <c:pt idx="3908">
                  <c:v>1.4802973661668753E-16</c:v>
                </c:pt>
                <c:pt idx="3909">
                  <c:v>1.4802973661668753E-16</c:v>
                </c:pt>
                <c:pt idx="3910">
                  <c:v>1.4802973661668753E-16</c:v>
                </c:pt>
                <c:pt idx="3911">
                  <c:v>1.4802973661668753E-16</c:v>
                </c:pt>
                <c:pt idx="3912">
                  <c:v>1.4802973661668753E-16</c:v>
                </c:pt>
                <c:pt idx="3913">
                  <c:v>1.4802973661668753E-16</c:v>
                </c:pt>
                <c:pt idx="3914">
                  <c:v>1.4802973661668753E-16</c:v>
                </c:pt>
                <c:pt idx="3915">
                  <c:v>1.4802973661668753E-16</c:v>
                </c:pt>
                <c:pt idx="3916">
                  <c:v>1.4802973661668753E-16</c:v>
                </c:pt>
                <c:pt idx="3917">
                  <c:v>1.4802973661668753E-16</c:v>
                </c:pt>
                <c:pt idx="3918">
                  <c:v>1.4802973661668753E-16</c:v>
                </c:pt>
                <c:pt idx="3919">
                  <c:v>1.4802973661668753E-16</c:v>
                </c:pt>
                <c:pt idx="3920">
                  <c:v>1.4802973661668753E-16</c:v>
                </c:pt>
                <c:pt idx="3921">
                  <c:v>1.4802973661668753E-16</c:v>
                </c:pt>
                <c:pt idx="3922">
                  <c:v>1.4802973661668753E-16</c:v>
                </c:pt>
                <c:pt idx="3923">
                  <c:v>1.4802973661668753E-16</c:v>
                </c:pt>
                <c:pt idx="3924">
                  <c:v>1.4802973661668753E-16</c:v>
                </c:pt>
                <c:pt idx="3925">
                  <c:v>1.4802973661668753E-16</c:v>
                </c:pt>
                <c:pt idx="3926">
                  <c:v>1.4802973661668753E-16</c:v>
                </c:pt>
                <c:pt idx="3927">
                  <c:v>1.4802973661668753E-16</c:v>
                </c:pt>
                <c:pt idx="3928">
                  <c:v>1.4802973661668753E-16</c:v>
                </c:pt>
                <c:pt idx="3929">
                  <c:v>1.4802973661668753E-16</c:v>
                </c:pt>
                <c:pt idx="3930">
                  <c:v>1.4802973661668753E-16</c:v>
                </c:pt>
                <c:pt idx="3931">
                  <c:v>1.4802973661668753E-16</c:v>
                </c:pt>
                <c:pt idx="3932">
                  <c:v>1.4802973661668753E-16</c:v>
                </c:pt>
                <c:pt idx="3933">
                  <c:v>1.4802973661668753E-16</c:v>
                </c:pt>
                <c:pt idx="3934">
                  <c:v>1.4802973661668753E-16</c:v>
                </c:pt>
                <c:pt idx="3935">
                  <c:v>1.4802973661668753E-16</c:v>
                </c:pt>
                <c:pt idx="3936">
                  <c:v>1.4802973661668753E-16</c:v>
                </c:pt>
                <c:pt idx="3937">
                  <c:v>1.4802973661668753E-16</c:v>
                </c:pt>
                <c:pt idx="3938">
                  <c:v>1.4802973661668753E-16</c:v>
                </c:pt>
                <c:pt idx="3939">
                  <c:v>1.4802973661668753E-16</c:v>
                </c:pt>
                <c:pt idx="3940">
                  <c:v>1.4802973661668753E-16</c:v>
                </c:pt>
                <c:pt idx="3941">
                  <c:v>1.4802973661668753E-16</c:v>
                </c:pt>
                <c:pt idx="3942">
                  <c:v>1.4802973661668753E-16</c:v>
                </c:pt>
                <c:pt idx="3943">
                  <c:v>1.4802973661668753E-16</c:v>
                </c:pt>
                <c:pt idx="3944">
                  <c:v>1.4802973661668753E-16</c:v>
                </c:pt>
                <c:pt idx="3945">
                  <c:v>1.4802973661668753E-16</c:v>
                </c:pt>
                <c:pt idx="3946">
                  <c:v>1.4802973661668753E-16</c:v>
                </c:pt>
                <c:pt idx="3947">
                  <c:v>1.4802973661668753E-16</c:v>
                </c:pt>
                <c:pt idx="3948">
                  <c:v>1.4802973661668753E-16</c:v>
                </c:pt>
                <c:pt idx="3949">
                  <c:v>1.4802973661668753E-16</c:v>
                </c:pt>
                <c:pt idx="3950">
                  <c:v>1.4802973661668753E-16</c:v>
                </c:pt>
                <c:pt idx="3951">
                  <c:v>1.4802973661668753E-16</c:v>
                </c:pt>
                <c:pt idx="3952">
                  <c:v>1.4802973661668753E-16</c:v>
                </c:pt>
                <c:pt idx="3953">
                  <c:v>1.4802973661668753E-16</c:v>
                </c:pt>
                <c:pt idx="3954">
                  <c:v>1.4802973661668753E-16</c:v>
                </c:pt>
                <c:pt idx="3955">
                  <c:v>1.4802973661668753E-16</c:v>
                </c:pt>
                <c:pt idx="3956">
                  <c:v>1.4802973661668753E-16</c:v>
                </c:pt>
                <c:pt idx="3957">
                  <c:v>1.4802973661668753E-16</c:v>
                </c:pt>
                <c:pt idx="3958">
                  <c:v>1.4802973661668753E-16</c:v>
                </c:pt>
                <c:pt idx="3959">
                  <c:v>1.4802973661668753E-16</c:v>
                </c:pt>
                <c:pt idx="3960">
                  <c:v>1.4802973661668753E-16</c:v>
                </c:pt>
                <c:pt idx="3961">
                  <c:v>1.4802973661668753E-16</c:v>
                </c:pt>
                <c:pt idx="3962">
                  <c:v>1.4802973661668753E-16</c:v>
                </c:pt>
                <c:pt idx="3963">
                  <c:v>1.4802973661668753E-16</c:v>
                </c:pt>
                <c:pt idx="3964">
                  <c:v>1.4802973661668753E-16</c:v>
                </c:pt>
                <c:pt idx="3965">
                  <c:v>1.4802973661668753E-16</c:v>
                </c:pt>
                <c:pt idx="3966">
                  <c:v>1.4802973661668753E-16</c:v>
                </c:pt>
                <c:pt idx="3967">
                  <c:v>1.4802973661668753E-16</c:v>
                </c:pt>
                <c:pt idx="3968">
                  <c:v>1.4802973661668753E-16</c:v>
                </c:pt>
                <c:pt idx="3969">
                  <c:v>1.4802973661668753E-16</c:v>
                </c:pt>
                <c:pt idx="3970">
                  <c:v>1.4802973661668753E-16</c:v>
                </c:pt>
                <c:pt idx="3971">
                  <c:v>1.4802973661668753E-16</c:v>
                </c:pt>
                <c:pt idx="3972">
                  <c:v>1.4802973661668753E-16</c:v>
                </c:pt>
                <c:pt idx="3973">
                  <c:v>1.4802973661668753E-16</c:v>
                </c:pt>
                <c:pt idx="3974">
                  <c:v>1.4802973661668753E-16</c:v>
                </c:pt>
                <c:pt idx="3975">
                  <c:v>1.4802973661668753E-16</c:v>
                </c:pt>
                <c:pt idx="3976">
                  <c:v>1.4802973661668753E-16</c:v>
                </c:pt>
                <c:pt idx="3977">
                  <c:v>1.4802973661668753E-16</c:v>
                </c:pt>
                <c:pt idx="3978">
                  <c:v>1.4802973661668753E-16</c:v>
                </c:pt>
                <c:pt idx="3979">
                  <c:v>1.4802973661668753E-16</c:v>
                </c:pt>
                <c:pt idx="3980">
                  <c:v>1.4802973661668753E-16</c:v>
                </c:pt>
                <c:pt idx="3981">
                  <c:v>1.4802973661668753E-16</c:v>
                </c:pt>
                <c:pt idx="3982">
                  <c:v>1.4802973661668753E-16</c:v>
                </c:pt>
                <c:pt idx="3983">
                  <c:v>1.4802973661668753E-16</c:v>
                </c:pt>
                <c:pt idx="3984">
                  <c:v>1.4802973661668753E-16</c:v>
                </c:pt>
                <c:pt idx="3985">
                  <c:v>1.4802973661668753E-16</c:v>
                </c:pt>
                <c:pt idx="3986">
                  <c:v>1.4802973661668753E-16</c:v>
                </c:pt>
                <c:pt idx="3987">
                  <c:v>1.4802973661668753E-16</c:v>
                </c:pt>
                <c:pt idx="3988">
                  <c:v>1.4802973661668753E-16</c:v>
                </c:pt>
                <c:pt idx="3989">
                  <c:v>1.4802973661668753E-16</c:v>
                </c:pt>
                <c:pt idx="3990">
                  <c:v>1.4802973661668753E-16</c:v>
                </c:pt>
                <c:pt idx="3991">
                  <c:v>1.4802973661668753E-16</c:v>
                </c:pt>
                <c:pt idx="3992">
                  <c:v>1.4802973661668753E-16</c:v>
                </c:pt>
                <c:pt idx="3993">
                  <c:v>1.4802973661668753E-16</c:v>
                </c:pt>
                <c:pt idx="3994">
                  <c:v>1.4802973661668753E-16</c:v>
                </c:pt>
                <c:pt idx="3995">
                  <c:v>1.4802973661668753E-16</c:v>
                </c:pt>
                <c:pt idx="3996">
                  <c:v>1.4802973661668753E-16</c:v>
                </c:pt>
                <c:pt idx="3997">
                  <c:v>1.4802973661668753E-16</c:v>
                </c:pt>
                <c:pt idx="3998">
                  <c:v>1.4802973661668753E-16</c:v>
                </c:pt>
                <c:pt idx="3999">
                  <c:v>1.4802973661668753E-16</c:v>
                </c:pt>
                <c:pt idx="4000">
                  <c:v>1.4802973661668753E-16</c:v>
                </c:pt>
                <c:pt idx="4001">
                  <c:v>1.4802973661668753E-16</c:v>
                </c:pt>
                <c:pt idx="4002">
                  <c:v>1.4802973661668753E-16</c:v>
                </c:pt>
                <c:pt idx="4003">
                  <c:v>1.4802973661668753E-16</c:v>
                </c:pt>
                <c:pt idx="4004">
                  <c:v>1.4802973661668753E-16</c:v>
                </c:pt>
                <c:pt idx="4005">
                  <c:v>1.4802973661668753E-16</c:v>
                </c:pt>
                <c:pt idx="4006">
                  <c:v>1.4802973661668753E-16</c:v>
                </c:pt>
                <c:pt idx="4007">
                  <c:v>1.4802973661668753E-16</c:v>
                </c:pt>
                <c:pt idx="4008">
                  <c:v>1.4802973661668753E-16</c:v>
                </c:pt>
                <c:pt idx="4009">
                  <c:v>1.4802973661668753E-16</c:v>
                </c:pt>
                <c:pt idx="4010">
                  <c:v>1.4802973661668753E-16</c:v>
                </c:pt>
                <c:pt idx="4011">
                  <c:v>1.4802973661668753E-16</c:v>
                </c:pt>
                <c:pt idx="4012">
                  <c:v>1.4802973661668753E-16</c:v>
                </c:pt>
                <c:pt idx="4013">
                  <c:v>1.4802973661668753E-16</c:v>
                </c:pt>
                <c:pt idx="4014">
                  <c:v>1.4802973661668753E-16</c:v>
                </c:pt>
                <c:pt idx="4015">
                  <c:v>1.4802973661668753E-16</c:v>
                </c:pt>
                <c:pt idx="4016">
                  <c:v>1.4802973661668753E-16</c:v>
                </c:pt>
                <c:pt idx="4017">
                  <c:v>1.4802973661668753E-16</c:v>
                </c:pt>
                <c:pt idx="4018">
                  <c:v>1.4802973661668753E-16</c:v>
                </c:pt>
                <c:pt idx="4019">
                  <c:v>1.4802973661668753E-16</c:v>
                </c:pt>
                <c:pt idx="4020">
                  <c:v>1.4802973661668753E-16</c:v>
                </c:pt>
                <c:pt idx="4021">
                  <c:v>1.4802973661668753E-16</c:v>
                </c:pt>
                <c:pt idx="4022">
                  <c:v>1.4802973661668753E-16</c:v>
                </c:pt>
                <c:pt idx="4023">
                  <c:v>1.4802973661668753E-16</c:v>
                </c:pt>
                <c:pt idx="4024">
                  <c:v>1.4802973661668753E-16</c:v>
                </c:pt>
                <c:pt idx="4025">
                  <c:v>1.4802973661668753E-16</c:v>
                </c:pt>
                <c:pt idx="4026">
                  <c:v>1.4802973661668753E-16</c:v>
                </c:pt>
                <c:pt idx="4027">
                  <c:v>1.4802973661668753E-16</c:v>
                </c:pt>
                <c:pt idx="4028">
                  <c:v>1.4802973661668753E-16</c:v>
                </c:pt>
                <c:pt idx="4029">
                  <c:v>1.4802973661668753E-16</c:v>
                </c:pt>
                <c:pt idx="4030">
                  <c:v>1.4802973661668753E-16</c:v>
                </c:pt>
                <c:pt idx="4031">
                  <c:v>1.4802973661668753E-16</c:v>
                </c:pt>
                <c:pt idx="4032">
                  <c:v>1.4802973661668753E-16</c:v>
                </c:pt>
                <c:pt idx="4033">
                  <c:v>1.4802973661668753E-16</c:v>
                </c:pt>
                <c:pt idx="4034">
                  <c:v>1.4802973661668753E-16</c:v>
                </c:pt>
                <c:pt idx="4035">
                  <c:v>1.4802973661668753E-16</c:v>
                </c:pt>
                <c:pt idx="4036">
                  <c:v>1.4802973661668753E-16</c:v>
                </c:pt>
                <c:pt idx="4037">
                  <c:v>1.4802973661668753E-16</c:v>
                </c:pt>
                <c:pt idx="4038">
                  <c:v>1.4802973661668753E-16</c:v>
                </c:pt>
                <c:pt idx="4039">
                  <c:v>1.4802973661668753E-16</c:v>
                </c:pt>
                <c:pt idx="4040">
                  <c:v>1.4802973661668753E-16</c:v>
                </c:pt>
                <c:pt idx="4041">
                  <c:v>1.4802973661668753E-16</c:v>
                </c:pt>
                <c:pt idx="4042">
                  <c:v>1.4802973661668753E-16</c:v>
                </c:pt>
                <c:pt idx="4043">
                  <c:v>1.4802973661668753E-16</c:v>
                </c:pt>
                <c:pt idx="4044">
                  <c:v>1.4802973661668753E-16</c:v>
                </c:pt>
                <c:pt idx="4045">
                  <c:v>1.4802973661668753E-16</c:v>
                </c:pt>
                <c:pt idx="4046">
                  <c:v>1.4802973661668753E-16</c:v>
                </c:pt>
                <c:pt idx="4047">
                  <c:v>1.4802973661668753E-16</c:v>
                </c:pt>
                <c:pt idx="4048">
                  <c:v>1.4802973661668753E-16</c:v>
                </c:pt>
                <c:pt idx="4049">
                  <c:v>1.4802973661668753E-16</c:v>
                </c:pt>
                <c:pt idx="4050">
                  <c:v>1.4802973661668753E-16</c:v>
                </c:pt>
                <c:pt idx="4051">
                  <c:v>1.4802973661668753E-16</c:v>
                </c:pt>
                <c:pt idx="4052">
                  <c:v>1.4802973661668753E-16</c:v>
                </c:pt>
                <c:pt idx="4053">
                  <c:v>1.4802973661668753E-16</c:v>
                </c:pt>
                <c:pt idx="4054">
                  <c:v>1.4802973661668753E-16</c:v>
                </c:pt>
                <c:pt idx="4055">
                  <c:v>1.4802973661668753E-16</c:v>
                </c:pt>
                <c:pt idx="4056">
                  <c:v>1.4802973661668753E-16</c:v>
                </c:pt>
                <c:pt idx="4057">
                  <c:v>1.4802973661668753E-16</c:v>
                </c:pt>
                <c:pt idx="4058">
                  <c:v>1.4802973661668753E-16</c:v>
                </c:pt>
                <c:pt idx="4059">
                  <c:v>1.4802973661668753E-16</c:v>
                </c:pt>
                <c:pt idx="4060">
                  <c:v>1.4802973661668753E-16</c:v>
                </c:pt>
                <c:pt idx="4061">
                  <c:v>1.4802973661668753E-16</c:v>
                </c:pt>
                <c:pt idx="4062">
                  <c:v>1.4802973661668753E-16</c:v>
                </c:pt>
                <c:pt idx="4063">
                  <c:v>1.4802973661668753E-16</c:v>
                </c:pt>
                <c:pt idx="4064">
                  <c:v>1.4802973661668753E-16</c:v>
                </c:pt>
                <c:pt idx="4065">
                  <c:v>1.4802973661668753E-16</c:v>
                </c:pt>
                <c:pt idx="4066">
                  <c:v>1.4802973661668753E-16</c:v>
                </c:pt>
                <c:pt idx="4067">
                  <c:v>1.4802973661668753E-16</c:v>
                </c:pt>
                <c:pt idx="4068">
                  <c:v>1.4802973661668753E-16</c:v>
                </c:pt>
                <c:pt idx="4069">
                  <c:v>1.4802973661668753E-16</c:v>
                </c:pt>
                <c:pt idx="4070">
                  <c:v>1.4802973661668753E-16</c:v>
                </c:pt>
                <c:pt idx="4071">
                  <c:v>1.4802973661668753E-16</c:v>
                </c:pt>
                <c:pt idx="4072">
                  <c:v>1.4802973661668753E-16</c:v>
                </c:pt>
                <c:pt idx="4073">
                  <c:v>1.4802973661668753E-16</c:v>
                </c:pt>
                <c:pt idx="4074">
                  <c:v>1.4802973661668753E-16</c:v>
                </c:pt>
                <c:pt idx="4075">
                  <c:v>1.4802973661668753E-16</c:v>
                </c:pt>
                <c:pt idx="4076">
                  <c:v>1.4802973661668753E-16</c:v>
                </c:pt>
                <c:pt idx="4077">
                  <c:v>1.4802973661668753E-16</c:v>
                </c:pt>
                <c:pt idx="4078">
                  <c:v>1.4802973661668753E-16</c:v>
                </c:pt>
                <c:pt idx="4079">
                  <c:v>1.4802973661668753E-16</c:v>
                </c:pt>
                <c:pt idx="4080">
                  <c:v>1.4802973661668753E-16</c:v>
                </c:pt>
                <c:pt idx="4081">
                  <c:v>1.4802973661668753E-16</c:v>
                </c:pt>
                <c:pt idx="4082">
                  <c:v>1.4802973661668753E-16</c:v>
                </c:pt>
                <c:pt idx="4083">
                  <c:v>1.4802973661668753E-16</c:v>
                </c:pt>
                <c:pt idx="4084">
                  <c:v>1.4802973661668753E-16</c:v>
                </c:pt>
                <c:pt idx="4085">
                  <c:v>1.4802973661668753E-16</c:v>
                </c:pt>
                <c:pt idx="4086">
                  <c:v>1.4802973661668753E-16</c:v>
                </c:pt>
                <c:pt idx="4087">
                  <c:v>1.4802973661668753E-16</c:v>
                </c:pt>
                <c:pt idx="4088">
                  <c:v>1.4802973661668753E-16</c:v>
                </c:pt>
                <c:pt idx="4089">
                  <c:v>1.4802973661668753E-16</c:v>
                </c:pt>
                <c:pt idx="4090">
                  <c:v>1.4802973661668753E-16</c:v>
                </c:pt>
                <c:pt idx="4091">
                  <c:v>1.4802973661668753E-16</c:v>
                </c:pt>
                <c:pt idx="4092">
                  <c:v>1.4802973661668753E-16</c:v>
                </c:pt>
                <c:pt idx="4093">
                  <c:v>1.4802973661668753E-16</c:v>
                </c:pt>
                <c:pt idx="4094">
                  <c:v>1.4802973661668753E-16</c:v>
                </c:pt>
                <c:pt idx="4095">
                  <c:v>1.4802973661668753E-16</c:v>
                </c:pt>
                <c:pt idx="4096">
                  <c:v>1.4802973661668753E-16</c:v>
                </c:pt>
                <c:pt idx="4097">
                  <c:v>1.4802973661668753E-16</c:v>
                </c:pt>
                <c:pt idx="4098">
                  <c:v>1.4802973661668753E-16</c:v>
                </c:pt>
                <c:pt idx="4099">
                  <c:v>1.4802973661668753E-16</c:v>
                </c:pt>
                <c:pt idx="4100">
                  <c:v>1.4802973661668753E-16</c:v>
                </c:pt>
                <c:pt idx="4101">
                  <c:v>1.4802973661668753E-16</c:v>
                </c:pt>
                <c:pt idx="4102">
                  <c:v>1.4802973661668753E-16</c:v>
                </c:pt>
                <c:pt idx="4103">
                  <c:v>1.4802973661668753E-16</c:v>
                </c:pt>
                <c:pt idx="4104">
                  <c:v>1.4802973661668753E-16</c:v>
                </c:pt>
                <c:pt idx="4105">
                  <c:v>1.4802973661668753E-16</c:v>
                </c:pt>
                <c:pt idx="4106">
                  <c:v>1.4802973661668753E-16</c:v>
                </c:pt>
                <c:pt idx="4107">
                  <c:v>1.4802973661668753E-16</c:v>
                </c:pt>
                <c:pt idx="4108">
                  <c:v>1.4802973661668753E-16</c:v>
                </c:pt>
                <c:pt idx="4109">
                  <c:v>1.4802973661668753E-16</c:v>
                </c:pt>
                <c:pt idx="4110">
                  <c:v>1.4802973661668753E-16</c:v>
                </c:pt>
                <c:pt idx="4111">
                  <c:v>1.4802973661668753E-16</c:v>
                </c:pt>
                <c:pt idx="4112">
                  <c:v>1.4802973661668753E-16</c:v>
                </c:pt>
                <c:pt idx="4113">
                  <c:v>1.4802973661668753E-16</c:v>
                </c:pt>
                <c:pt idx="4114">
                  <c:v>1.4802973661668753E-16</c:v>
                </c:pt>
                <c:pt idx="4115">
                  <c:v>1.4802973661668753E-16</c:v>
                </c:pt>
                <c:pt idx="4116">
                  <c:v>1.4802973661668753E-16</c:v>
                </c:pt>
                <c:pt idx="4117">
                  <c:v>1.4802973661668753E-16</c:v>
                </c:pt>
                <c:pt idx="4118">
                  <c:v>1.4802973661668753E-16</c:v>
                </c:pt>
                <c:pt idx="4119">
                  <c:v>1.4802973661668753E-16</c:v>
                </c:pt>
                <c:pt idx="4120">
                  <c:v>1.4802973661668753E-16</c:v>
                </c:pt>
                <c:pt idx="4121">
                  <c:v>1.4802973661668753E-16</c:v>
                </c:pt>
                <c:pt idx="4122">
                  <c:v>1.4802973661668753E-16</c:v>
                </c:pt>
                <c:pt idx="4123">
                  <c:v>1.4802973661668753E-16</c:v>
                </c:pt>
                <c:pt idx="4124">
                  <c:v>1.4802973661668753E-16</c:v>
                </c:pt>
                <c:pt idx="4125">
                  <c:v>1.4802973661668753E-16</c:v>
                </c:pt>
                <c:pt idx="4126">
                  <c:v>1.4802973661668753E-16</c:v>
                </c:pt>
                <c:pt idx="4127">
                  <c:v>1.4802973661668753E-16</c:v>
                </c:pt>
                <c:pt idx="4128">
                  <c:v>1.4802973661668753E-16</c:v>
                </c:pt>
                <c:pt idx="4129">
                  <c:v>1.4802973661668753E-16</c:v>
                </c:pt>
                <c:pt idx="4130">
                  <c:v>1.4802973661668753E-16</c:v>
                </c:pt>
                <c:pt idx="4131">
                  <c:v>1.4802973661668753E-16</c:v>
                </c:pt>
                <c:pt idx="4132">
                  <c:v>1.4802973661668753E-16</c:v>
                </c:pt>
                <c:pt idx="4133">
                  <c:v>1.4802973661668753E-16</c:v>
                </c:pt>
                <c:pt idx="4134">
                  <c:v>1.4802973661668753E-16</c:v>
                </c:pt>
                <c:pt idx="4135">
                  <c:v>1.4802973661668753E-16</c:v>
                </c:pt>
                <c:pt idx="4136">
                  <c:v>1.4802973661668753E-16</c:v>
                </c:pt>
                <c:pt idx="4137">
                  <c:v>1.4802973661668753E-16</c:v>
                </c:pt>
                <c:pt idx="4138">
                  <c:v>1.4802973661668753E-16</c:v>
                </c:pt>
                <c:pt idx="4139">
                  <c:v>1.4802973661668753E-16</c:v>
                </c:pt>
                <c:pt idx="4140">
                  <c:v>1.4802973661668753E-16</c:v>
                </c:pt>
                <c:pt idx="4141">
                  <c:v>1.4802973661668753E-16</c:v>
                </c:pt>
                <c:pt idx="4142">
                  <c:v>1.4802973661668753E-16</c:v>
                </c:pt>
                <c:pt idx="4143">
                  <c:v>1.4802973661668753E-16</c:v>
                </c:pt>
                <c:pt idx="4144">
                  <c:v>1.4802973661668753E-16</c:v>
                </c:pt>
                <c:pt idx="4145">
                  <c:v>1.4802973661668753E-16</c:v>
                </c:pt>
                <c:pt idx="4146">
                  <c:v>1.4802973661668753E-16</c:v>
                </c:pt>
                <c:pt idx="4147">
                  <c:v>1.4802973661668753E-16</c:v>
                </c:pt>
                <c:pt idx="4148">
                  <c:v>1.4802973661668753E-16</c:v>
                </c:pt>
                <c:pt idx="4149">
                  <c:v>1.4802973661668753E-16</c:v>
                </c:pt>
                <c:pt idx="4150">
                  <c:v>1.4802973661668753E-16</c:v>
                </c:pt>
                <c:pt idx="4151">
                  <c:v>1.4802973661668753E-16</c:v>
                </c:pt>
                <c:pt idx="4152">
                  <c:v>1.4802973661668753E-16</c:v>
                </c:pt>
                <c:pt idx="4153">
                  <c:v>1.4802973661668753E-16</c:v>
                </c:pt>
                <c:pt idx="4154">
                  <c:v>1.4802973661668753E-16</c:v>
                </c:pt>
                <c:pt idx="4155">
                  <c:v>1.4802973661668753E-16</c:v>
                </c:pt>
                <c:pt idx="4156">
                  <c:v>1.4802973661668753E-16</c:v>
                </c:pt>
                <c:pt idx="4157">
                  <c:v>1.4802973661668753E-16</c:v>
                </c:pt>
                <c:pt idx="4158">
                  <c:v>1.4802973661668753E-16</c:v>
                </c:pt>
                <c:pt idx="4159">
                  <c:v>1.4802973661668753E-16</c:v>
                </c:pt>
                <c:pt idx="4160">
                  <c:v>1.4802973661668753E-16</c:v>
                </c:pt>
                <c:pt idx="4161">
                  <c:v>1.4802973661668753E-16</c:v>
                </c:pt>
                <c:pt idx="4162">
                  <c:v>1.4802973661668753E-16</c:v>
                </c:pt>
                <c:pt idx="4163">
                  <c:v>1.4802973661668753E-16</c:v>
                </c:pt>
                <c:pt idx="4164">
                  <c:v>1.4802973661668753E-16</c:v>
                </c:pt>
                <c:pt idx="4165">
                  <c:v>1.4802973661668753E-16</c:v>
                </c:pt>
                <c:pt idx="4166">
                  <c:v>1.4802973661668753E-16</c:v>
                </c:pt>
                <c:pt idx="4167">
                  <c:v>1.4802973661668753E-16</c:v>
                </c:pt>
                <c:pt idx="4168">
                  <c:v>1.4802973661668753E-16</c:v>
                </c:pt>
                <c:pt idx="4169">
                  <c:v>1.4802973661668753E-16</c:v>
                </c:pt>
                <c:pt idx="4170">
                  <c:v>1.4802973661668753E-16</c:v>
                </c:pt>
                <c:pt idx="4171">
                  <c:v>1.4802973661668753E-16</c:v>
                </c:pt>
                <c:pt idx="4172">
                  <c:v>1.4802973661668753E-16</c:v>
                </c:pt>
                <c:pt idx="4173">
                  <c:v>1.4802973661668753E-16</c:v>
                </c:pt>
                <c:pt idx="4174">
                  <c:v>1.4802973661668753E-16</c:v>
                </c:pt>
                <c:pt idx="4175">
                  <c:v>1.4802973661668753E-16</c:v>
                </c:pt>
                <c:pt idx="4176">
                  <c:v>1.4802973661668753E-16</c:v>
                </c:pt>
                <c:pt idx="4177">
                  <c:v>1.4802973661668753E-16</c:v>
                </c:pt>
                <c:pt idx="4178">
                  <c:v>1.4802973661668753E-16</c:v>
                </c:pt>
                <c:pt idx="4179">
                  <c:v>1.4802973661668753E-16</c:v>
                </c:pt>
                <c:pt idx="4180">
                  <c:v>1.4802973661668753E-16</c:v>
                </c:pt>
                <c:pt idx="4181">
                  <c:v>1.4802973661668753E-16</c:v>
                </c:pt>
                <c:pt idx="4182">
                  <c:v>1.4802973661668753E-16</c:v>
                </c:pt>
                <c:pt idx="4183">
                  <c:v>1.4802973661668753E-16</c:v>
                </c:pt>
                <c:pt idx="4184">
                  <c:v>1.4802973661668753E-16</c:v>
                </c:pt>
                <c:pt idx="4185">
                  <c:v>1.4802973661668753E-16</c:v>
                </c:pt>
                <c:pt idx="4186">
                  <c:v>1.4802973661668753E-16</c:v>
                </c:pt>
                <c:pt idx="4187">
                  <c:v>1.4802973661668753E-16</c:v>
                </c:pt>
                <c:pt idx="4188">
                  <c:v>1.4802973661668753E-16</c:v>
                </c:pt>
                <c:pt idx="4189">
                  <c:v>1.4802973661668753E-16</c:v>
                </c:pt>
                <c:pt idx="4190">
                  <c:v>1.4802973661668753E-16</c:v>
                </c:pt>
                <c:pt idx="4191">
                  <c:v>1.4802973661668753E-16</c:v>
                </c:pt>
                <c:pt idx="4192">
                  <c:v>1.4802973661668753E-16</c:v>
                </c:pt>
                <c:pt idx="4193">
                  <c:v>1.4802973661668753E-16</c:v>
                </c:pt>
                <c:pt idx="4194">
                  <c:v>1.4802973661668753E-16</c:v>
                </c:pt>
                <c:pt idx="4195">
                  <c:v>1.4802973661668753E-16</c:v>
                </c:pt>
                <c:pt idx="4196">
                  <c:v>1.4802973661668753E-16</c:v>
                </c:pt>
                <c:pt idx="4197">
                  <c:v>1.4802973661668753E-16</c:v>
                </c:pt>
                <c:pt idx="4198">
                  <c:v>1.4802973661668753E-16</c:v>
                </c:pt>
                <c:pt idx="4199">
                  <c:v>1.4802973661668753E-16</c:v>
                </c:pt>
                <c:pt idx="4200">
                  <c:v>1.4802973661668753E-16</c:v>
                </c:pt>
                <c:pt idx="4201">
                  <c:v>1.4802973661668753E-16</c:v>
                </c:pt>
                <c:pt idx="4202">
                  <c:v>1.4802973661668753E-16</c:v>
                </c:pt>
                <c:pt idx="4203">
                  <c:v>1.4802973661668753E-16</c:v>
                </c:pt>
                <c:pt idx="4204">
                  <c:v>1.4802973661668753E-16</c:v>
                </c:pt>
                <c:pt idx="4205">
                  <c:v>1.4802973661668753E-16</c:v>
                </c:pt>
                <c:pt idx="4206">
                  <c:v>1.4802973661668753E-16</c:v>
                </c:pt>
                <c:pt idx="4207">
                  <c:v>1.4802973661668753E-16</c:v>
                </c:pt>
                <c:pt idx="4208">
                  <c:v>1.4802973661668753E-16</c:v>
                </c:pt>
                <c:pt idx="4209">
                  <c:v>1.4802973661668753E-16</c:v>
                </c:pt>
                <c:pt idx="4210">
                  <c:v>1.4802973661668753E-16</c:v>
                </c:pt>
                <c:pt idx="4211">
                  <c:v>1.4802973661668753E-16</c:v>
                </c:pt>
                <c:pt idx="4212">
                  <c:v>1.4802973661668753E-16</c:v>
                </c:pt>
                <c:pt idx="4213">
                  <c:v>1.4802973661668753E-16</c:v>
                </c:pt>
                <c:pt idx="4214">
                  <c:v>1.4802973661668753E-16</c:v>
                </c:pt>
                <c:pt idx="4215">
                  <c:v>1.4802973661668753E-16</c:v>
                </c:pt>
                <c:pt idx="4216">
                  <c:v>1.4802973661668753E-16</c:v>
                </c:pt>
                <c:pt idx="4217">
                  <c:v>1.4802973661668753E-16</c:v>
                </c:pt>
                <c:pt idx="4218">
                  <c:v>1.4802973661668753E-16</c:v>
                </c:pt>
                <c:pt idx="4219">
                  <c:v>1.4802973661668753E-16</c:v>
                </c:pt>
                <c:pt idx="4220">
                  <c:v>1.4802973661668753E-16</c:v>
                </c:pt>
                <c:pt idx="4221">
                  <c:v>1.4802973661668753E-16</c:v>
                </c:pt>
                <c:pt idx="4222">
                  <c:v>1.4802973661668753E-16</c:v>
                </c:pt>
                <c:pt idx="4223">
                  <c:v>1.4802973661668753E-16</c:v>
                </c:pt>
                <c:pt idx="4224">
                  <c:v>1.4802973661668753E-16</c:v>
                </c:pt>
                <c:pt idx="4225">
                  <c:v>1.4802973661668753E-16</c:v>
                </c:pt>
                <c:pt idx="4226">
                  <c:v>1.4802973661668753E-16</c:v>
                </c:pt>
                <c:pt idx="4227">
                  <c:v>1.4802973661668753E-16</c:v>
                </c:pt>
                <c:pt idx="4228">
                  <c:v>1.4802973661668753E-16</c:v>
                </c:pt>
                <c:pt idx="4229">
                  <c:v>1.4802973661668753E-16</c:v>
                </c:pt>
                <c:pt idx="4230">
                  <c:v>1.4802973661668753E-16</c:v>
                </c:pt>
                <c:pt idx="4231">
                  <c:v>1.4802973661668753E-16</c:v>
                </c:pt>
                <c:pt idx="4232">
                  <c:v>1.4802973661668753E-16</c:v>
                </c:pt>
                <c:pt idx="4233">
                  <c:v>1.4802973661668753E-16</c:v>
                </c:pt>
                <c:pt idx="4234">
                  <c:v>1.4802973661668753E-16</c:v>
                </c:pt>
                <c:pt idx="4235">
                  <c:v>1.4802973661668753E-16</c:v>
                </c:pt>
                <c:pt idx="4236">
                  <c:v>1.4802973661668753E-16</c:v>
                </c:pt>
                <c:pt idx="4237">
                  <c:v>1.4802973661668753E-16</c:v>
                </c:pt>
                <c:pt idx="4238">
                  <c:v>1.4802973661668753E-16</c:v>
                </c:pt>
                <c:pt idx="4239">
                  <c:v>1.4802973661668753E-16</c:v>
                </c:pt>
                <c:pt idx="4240">
                  <c:v>1.4802973661668753E-16</c:v>
                </c:pt>
                <c:pt idx="4241">
                  <c:v>1.4802973661668753E-16</c:v>
                </c:pt>
                <c:pt idx="4242">
                  <c:v>1.4802973661668753E-16</c:v>
                </c:pt>
                <c:pt idx="4243">
                  <c:v>1.4802973661668753E-16</c:v>
                </c:pt>
                <c:pt idx="4244">
                  <c:v>1.4802973661668753E-16</c:v>
                </c:pt>
                <c:pt idx="4245">
                  <c:v>1.4802973661668753E-16</c:v>
                </c:pt>
                <c:pt idx="4246">
                  <c:v>1.4802973661668753E-16</c:v>
                </c:pt>
                <c:pt idx="4247">
                  <c:v>1.4802973661668753E-16</c:v>
                </c:pt>
                <c:pt idx="4248">
                  <c:v>1.4802973661668753E-16</c:v>
                </c:pt>
                <c:pt idx="4249">
                  <c:v>1.4802973661668753E-16</c:v>
                </c:pt>
                <c:pt idx="4250">
                  <c:v>1.4802973661668753E-16</c:v>
                </c:pt>
                <c:pt idx="4251">
                  <c:v>1.4802973661668753E-16</c:v>
                </c:pt>
                <c:pt idx="4252">
                  <c:v>1.4802973661668753E-16</c:v>
                </c:pt>
                <c:pt idx="4253">
                  <c:v>1.4802973661668753E-16</c:v>
                </c:pt>
                <c:pt idx="4254">
                  <c:v>1.4802973661668753E-16</c:v>
                </c:pt>
                <c:pt idx="4255">
                  <c:v>1.4802973661668753E-16</c:v>
                </c:pt>
                <c:pt idx="4256">
                  <c:v>1.4802973661668753E-16</c:v>
                </c:pt>
                <c:pt idx="4257">
                  <c:v>1.4802973661668753E-16</c:v>
                </c:pt>
                <c:pt idx="4258">
                  <c:v>1.4802973661668753E-16</c:v>
                </c:pt>
                <c:pt idx="4259">
                  <c:v>1.4802973661668753E-16</c:v>
                </c:pt>
                <c:pt idx="4260">
                  <c:v>1.4802973661668753E-16</c:v>
                </c:pt>
                <c:pt idx="4261">
                  <c:v>1.4802973661668753E-16</c:v>
                </c:pt>
                <c:pt idx="4262">
                  <c:v>1.4802973661668753E-16</c:v>
                </c:pt>
                <c:pt idx="4263">
                  <c:v>1.4802973661668753E-16</c:v>
                </c:pt>
                <c:pt idx="4264">
                  <c:v>1.4802973661668753E-16</c:v>
                </c:pt>
                <c:pt idx="4265">
                  <c:v>1.4802973661668753E-16</c:v>
                </c:pt>
                <c:pt idx="4266">
                  <c:v>1.4802973661668753E-16</c:v>
                </c:pt>
                <c:pt idx="4267">
                  <c:v>1.4802973661668753E-16</c:v>
                </c:pt>
                <c:pt idx="4268">
                  <c:v>1.4802973661668753E-16</c:v>
                </c:pt>
                <c:pt idx="4269">
                  <c:v>1.4802973661668753E-16</c:v>
                </c:pt>
                <c:pt idx="4270">
                  <c:v>1.4802973661668753E-16</c:v>
                </c:pt>
                <c:pt idx="4271">
                  <c:v>1.4802973661668753E-16</c:v>
                </c:pt>
                <c:pt idx="4272">
                  <c:v>1.4802973661668753E-16</c:v>
                </c:pt>
                <c:pt idx="4273">
                  <c:v>1.4802973661668753E-16</c:v>
                </c:pt>
                <c:pt idx="4274">
                  <c:v>1.4802973661668753E-16</c:v>
                </c:pt>
                <c:pt idx="4275">
                  <c:v>1.4802973661668753E-16</c:v>
                </c:pt>
                <c:pt idx="4276">
                  <c:v>1.4802973661668753E-16</c:v>
                </c:pt>
                <c:pt idx="4277">
                  <c:v>1.4802973661668753E-16</c:v>
                </c:pt>
                <c:pt idx="4278">
                  <c:v>1.4802973661668753E-16</c:v>
                </c:pt>
                <c:pt idx="4279">
                  <c:v>1.4802973661668753E-16</c:v>
                </c:pt>
                <c:pt idx="4280">
                  <c:v>1.4802973661668753E-16</c:v>
                </c:pt>
                <c:pt idx="4281">
                  <c:v>1.4802973661668753E-16</c:v>
                </c:pt>
                <c:pt idx="4282">
                  <c:v>1.4802973661668753E-16</c:v>
                </c:pt>
                <c:pt idx="4283">
                  <c:v>1.4802973661668753E-16</c:v>
                </c:pt>
                <c:pt idx="4284">
                  <c:v>1.4802973661668753E-16</c:v>
                </c:pt>
                <c:pt idx="4285">
                  <c:v>1.4802973661668753E-16</c:v>
                </c:pt>
                <c:pt idx="4286">
                  <c:v>1.4802973661668753E-16</c:v>
                </c:pt>
                <c:pt idx="4287">
                  <c:v>1.4802973661668753E-16</c:v>
                </c:pt>
                <c:pt idx="4288">
                  <c:v>1.4802973661668753E-16</c:v>
                </c:pt>
                <c:pt idx="4289">
                  <c:v>1.4802973661668753E-16</c:v>
                </c:pt>
                <c:pt idx="4290">
                  <c:v>1.4802973661668753E-16</c:v>
                </c:pt>
                <c:pt idx="4291">
                  <c:v>1.4802973661668753E-16</c:v>
                </c:pt>
                <c:pt idx="4292">
                  <c:v>1.4802973661668753E-16</c:v>
                </c:pt>
                <c:pt idx="4293">
                  <c:v>1.4802973661668753E-16</c:v>
                </c:pt>
                <c:pt idx="4294">
                  <c:v>1.4802973661668753E-16</c:v>
                </c:pt>
                <c:pt idx="4295">
                  <c:v>1.4802973661668753E-16</c:v>
                </c:pt>
                <c:pt idx="4296">
                  <c:v>1.4802973661668753E-16</c:v>
                </c:pt>
                <c:pt idx="4297">
                  <c:v>1.4802973661668753E-16</c:v>
                </c:pt>
                <c:pt idx="4298">
                  <c:v>1.4802973661668753E-16</c:v>
                </c:pt>
                <c:pt idx="4299">
                  <c:v>1.4802973661668753E-16</c:v>
                </c:pt>
                <c:pt idx="4300">
                  <c:v>1.4802973661668753E-16</c:v>
                </c:pt>
                <c:pt idx="4301">
                  <c:v>1.4802973661668753E-16</c:v>
                </c:pt>
                <c:pt idx="4302">
                  <c:v>1.4802973661668753E-16</c:v>
                </c:pt>
                <c:pt idx="4303">
                  <c:v>1.4802973661668753E-16</c:v>
                </c:pt>
                <c:pt idx="4304">
                  <c:v>1.4802973661668753E-16</c:v>
                </c:pt>
                <c:pt idx="4305">
                  <c:v>1.4802973661668753E-16</c:v>
                </c:pt>
                <c:pt idx="4306">
                  <c:v>1.4802973661668753E-16</c:v>
                </c:pt>
                <c:pt idx="4307">
                  <c:v>1.4802973661668753E-16</c:v>
                </c:pt>
                <c:pt idx="4308">
                  <c:v>1.4802973661668753E-16</c:v>
                </c:pt>
                <c:pt idx="4309">
                  <c:v>1.4802973661668753E-16</c:v>
                </c:pt>
                <c:pt idx="4310">
                  <c:v>1.4802973661668753E-16</c:v>
                </c:pt>
                <c:pt idx="4311">
                  <c:v>1.4802973661668753E-16</c:v>
                </c:pt>
                <c:pt idx="4312">
                  <c:v>1.4802973661668753E-16</c:v>
                </c:pt>
                <c:pt idx="4313">
                  <c:v>1.4802973661668753E-16</c:v>
                </c:pt>
                <c:pt idx="4314">
                  <c:v>1.4802973661668753E-16</c:v>
                </c:pt>
                <c:pt idx="4315">
                  <c:v>1.4802973661668753E-16</c:v>
                </c:pt>
                <c:pt idx="4316">
                  <c:v>1.4802973661668753E-16</c:v>
                </c:pt>
                <c:pt idx="4317">
                  <c:v>1.4802973661668753E-16</c:v>
                </c:pt>
                <c:pt idx="4318">
                  <c:v>1.4802973661668753E-16</c:v>
                </c:pt>
                <c:pt idx="4319">
                  <c:v>1.4802973661668753E-16</c:v>
                </c:pt>
                <c:pt idx="4320">
                  <c:v>1.4802973661668753E-16</c:v>
                </c:pt>
                <c:pt idx="4321">
                  <c:v>1.4802973661668753E-16</c:v>
                </c:pt>
                <c:pt idx="4322">
                  <c:v>1.4802973661668753E-16</c:v>
                </c:pt>
                <c:pt idx="4323">
                  <c:v>1.4802973661668753E-16</c:v>
                </c:pt>
                <c:pt idx="4324">
                  <c:v>1.4802973661668753E-16</c:v>
                </c:pt>
                <c:pt idx="4325">
                  <c:v>1.4802973661668753E-16</c:v>
                </c:pt>
                <c:pt idx="4326">
                  <c:v>1.4802973661668753E-16</c:v>
                </c:pt>
                <c:pt idx="4327">
                  <c:v>1.4802973661668753E-16</c:v>
                </c:pt>
                <c:pt idx="4328">
                  <c:v>1.4802973661668753E-16</c:v>
                </c:pt>
                <c:pt idx="4329">
                  <c:v>1.4802973661668753E-16</c:v>
                </c:pt>
                <c:pt idx="4330">
                  <c:v>1.4802973661668753E-16</c:v>
                </c:pt>
                <c:pt idx="4331">
                  <c:v>1.4802973661668753E-16</c:v>
                </c:pt>
                <c:pt idx="4332">
                  <c:v>1.4802973661668753E-16</c:v>
                </c:pt>
                <c:pt idx="4333">
                  <c:v>1.4802973661668753E-16</c:v>
                </c:pt>
                <c:pt idx="4334">
                  <c:v>1.4802973661668753E-16</c:v>
                </c:pt>
                <c:pt idx="4335">
                  <c:v>1.4802973661668753E-16</c:v>
                </c:pt>
                <c:pt idx="4336">
                  <c:v>1.4802973661668753E-16</c:v>
                </c:pt>
                <c:pt idx="4337">
                  <c:v>1.4802973661668753E-16</c:v>
                </c:pt>
                <c:pt idx="4338">
                  <c:v>1.4802973661668753E-16</c:v>
                </c:pt>
                <c:pt idx="4339">
                  <c:v>1.4802973661668753E-16</c:v>
                </c:pt>
                <c:pt idx="4340">
                  <c:v>1.4802973661668753E-16</c:v>
                </c:pt>
                <c:pt idx="4341">
                  <c:v>1.4802973661668753E-16</c:v>
                </c:pt>
                <c:pt idx="4342">
                  <c:v>1.4802973661668753E-16</c:v>
                </c:pt>
                <c:pt idx="4343">
                  <c:v>1.4802973661668753E-16</c:v>
                </c:pt>
                <c:pt idx="4344">
                  <c:v>1.4802973661668753E-16</c:v>
                </c:pt>
                <c:pt idx="4345">
                  <c:v>1.4802973661668753E-16</c:v>
                </c:pt>
                <c:pt idx="4346">
                  <c:v>1.4802973661668753E-16</c:v>
                </c:pt>
                <c:pt idx="4347">
                  <c:v>1.4802973661668753E-16</c:v>
                </c:pt>
                <c:pt idx="4348">
                  <c:v>1.4802973661668753E-16</c:v>
                </c:pt>
                <c:pt idx="4349">
                  <c:v>1.4802973661668753E-16</c:v>
                </c:pt>
                <c:pt idx="4350">
                  <c:v>1.4802973661668753E-16</c:v>
                </c:pt>
                <c:pt idx="4351">
                  <c:v>1.4802973661668753E-16</c:v>
                </c:pt>
                <c:pt idx="4352">
                  <c:v>1.4802973661668753E-16</c:v>
                </c:pt>
                <c:pt idx="4353">
                  <c:v>1.4802973661668753E-16</c:v>
                </c:pt>
                <c:pt idx="4354">
                  <c:v>1.4802973661668753E-16</c:v>
                </c:pt>
                <c:pt idx="4355">
                  <c:v>1.4802973661668753E-16</c:v>
                </c:pt>
                <c:pt idx="4356">
                  <c:v>1.4802973661668753E-16</c:v>
                </c:pt>
                <c:pt idx="4357">
                  <c:v>1.4802973661668753E-16</c:v>
                </c:pt>
                <c:pt idx="4358">
                  <c:v>1.4802973661668753E-16</c:v>
                </c:pt>
                <c:pt idx="4359">
                  <c:v>1.4802973661668753E-16</c:v>
                </c:pt>
                <c:pt idx="4360">
                  <c:v>1.4802973661668753E-16</c:v>
                </c:pt>
                <c:pt idx="4361">
                  <c:v>1.4802973661668753E-16</c:v>
                </c:pt>
                <c:pt idx="4362">
                  <c:v>1.4802973661668753E-16</c:v>
                </c:pt>
                <c:pt idx="4363">
                  <c:v>1.4802973661668753E-16</c:v>
                </c:pt>
                <c:pt idx="4364">
                  <c:v>1.4802973661668753E-16</c:v>
                </c:pt>
                <c:pt idx="4365">
                  <c:v>1.4802973661668753E-16</c:v>
                </c:pt>
                <c:pt idx="4366">
                  <c:v>1.4802973661668753E-16</c:v>
                </c:pt>
                <c:pt idx="4367">
                  <c:v>1.4802973661668753E-16</c:v>
                </c:pt>
                <c:pt idx="4368">
                  <c:v>1.4802973661668753E-16</c:v>
                </c:pt>
                <c:pt idx="4369">
                  <c:v>1.4802973661668753E-16</c:v>
                </c:pt>
                <c:pt idx="4370">
                  <c:v>1.4802973661668753E-16</c:v>
                </c:pt>
                <c:pt idx="4371">
                  <c:v>1.4802973661668753E-16</c:v>
                </c:pt>
                <c:pt idx="4372">
                  <c:v>1.4802973661668753E-16</c:v>
                </c:pt>
                <c:pt idx="4373">
                  <c:v>1.4802973661668753E-16</c:v>
                </c:pt>
                <c:pt idx="4374">
                  <c:v>1.4802973661668753E-16</c:v>
                </c:pt>
                <c:pt idx="4375">
                  <c:v>1.4802973661668753E-16</c:v>
                </c:pt>
                <c:pt idx="4376">
                  <c:v>1.4802973661668753E-16</c:v>
                </c:pt>
                <c:pt idx="4377">
                  <c:v>1.4802973661668753E-16</c:v>
                </c:pt>
                <c:pt idx="4378">
                  <c:v>1.4802973661668753E-16</c:v>
                </c:pt>
                <c:pt idx="4379">
                  <c:v>1.4802973661668753E-16</c:v>
                </c:pt>
                <c:pt idx="4380">
                  <c:v>1.4802973661668753E-16</c:v>
                </c:pt>
                <c:pt idx="4381">
                  <c:v>1.4802973661668753E-16</c:v>
                </c:pt>
                <c:pt idx="4382">
                  <c:v>1.4802973661668753E-16</c:v>
                </c:pt>
                <c:pt idx="4383">
                  <c:v>1.4802973661668753E-16</c:v>
                </c:pt>
                <c:pt idx="4384">
                  <c:v>1.4802973661668753E-16</c:v>
                </c:pt>
                <c:pt idx="4385">
                  <c:v>1.4802973661668753E-16</c:v>
                </c:pt>
                <c:pt idx="4386">
                  <c:v>1.4802973661668753E-16</c:v>
                </c:pt>
                <c:pt idx="4387">
                  <c:v>1.4802973661668753E-16</c:v>
                </c:pt>
                <c:pt idx="4388">
                  <c:v>1.4802973661668753E-16</c:v>
                </c:pt>
                <c:pt idx="4389">
                  <c:v>1.4802973661668753E-16</c:v>
                </c:pt>
                <c:pt idx="4390">
                  <c:v>1.4802973661668753E-16</c:v>
                </c:pt>
                <c:pt idx="4391">
                  <c:v>1.4802973661668753E-16</c:v>
                </c:pt>
                <c:pt idx="4392">
                  <c:v>1.4802973661668753E-16</c:v>
                </c:pt>
                <c:pt idx="4393">
                  <c:v>1.4802973661668753E-16</c:v>
                </c:pt>
                <c:pt idx="4394">
                  <c:v>1.4802973661668753E-16</c:v>
                </c:pt>
                <c:pt idx="4395">
                  <c:v>1.4802973661668753E-16</c:v>
                </c:pt>
                <c:pt idx="4396">
                  <c:v>1.4802973661668753E-16</c:v>
                </c:pt>
                <c:pt idx="4397">
                  <c:v>1.4802973661668753E-16</c:v>
                </c:pt>
                <c:pt idx="4398">
                  <c:v>1.4802973661668753E-16</c:v>
                </c:pt>
                <c:pt idx="4399">
                  <c:v>1.4802973661668753E-16</c:v>
                </c:pt>
                <c:pt idx="4400">
                  <c:v>1.4802973661668753E-16</c:v>
                </c:pt>
                <c:pt idx="4401">
                  <c:v>1.4802973661668753E-16</c:v>
                </c:pt>
                <c:pt idx="4402">
                  <c:v>1.4802973661668753E-16</c:v>
                </c:pt>
                <c:pt idx="4403">
                  <c:v>1.4802973661668753E-16</c:v>
                </c:pt>
                <c:pt idx="4404">
                  <c:v>1.4802973661668753E-16</c:v>
                </c:pt>
                <c:pt idx="4405">
                  <c:v>1.4802973661668753E-16</c:v>
                </c:pt>
                <c:pt idx="4406">
                  <c:v>1.4802973661668753E-16</c:v>
                </c:pt>
                <c:pt idx="4407">
                  <c:v>1.4802973661668753E-16</c:v>
                </c:pt>
                <c:pt idx="4408">
                  <c:v>1.4802973661668753E-16</c:v>
                </c:pt>
                <c:pt idx="4409">
                  <c:v>1.4802973661668753E-16</c:v>
                </c:pt>
                <c:pt idx="4410">
                  <c:v>1.4802973661668753E-16</c:v>
                </c:pt>
                <c:pt idx="4411">
                  <c:v>1.4802973661668753E-16</c:v>
                </c:pt>
                <c:pt idx="4412">
                  <c:v>1.4802973661668753E-16</c:v>
                </c:pt>
                <c:pt idx="4413">
                  <c:v>1.4802973661668753E-16</c:v>
                </c:pt>
                <c:pt idx="4414">
                  <c:v>1.4802973661668753E-16</c:v>
                </c:pt>
                <c:pt idx="4415">
                  <c:v>1.4802973661668753E-16</c:v>
                </c:pt>
                <c:pt idx="4416">
                  <c:v>1.4802973661668753E-16</c:v>
                </c:pt>
                <c:pt idx="4417">
                  <c:v>1.4802973661668753E-16</c:v>
                </c:pt>
                <c:pt idx="4418">
                  <c:v>1.4802973661668753E-16</c:v>
                </c:pt>
                <c:pt idx="4419">
                  <c:v>1.4802973661668753E-16</c:v>
                </c:pt>
                <c:pt idx="4420">
                  <c:v>1.4802973661668753E-16</c:v>
                </c:pt>
                <c:pt idx="4421">
                  <c:v>1.4802973661668753E-16</c:v>
                </c:pt>
                <c:pt idx="4422">
                  <c:v>1.4802973661668753E-16</c:v>
                </c:pt>
                <c:pt idx="4423">
                  <c:v>1.4802973661668753E-16</c:v>
                </c:pt>
                <c:pt idx="4424">
                  <c:v>1.4802973661668753E-16</c:v>
                </c:pt>
                <c:pt idx="4425">
                  <c:v>1.4802973661668753E-16</c:v>
                </c:pt>
                <c:pt idx="4426">
                  <c:v>1.4802973661668753E-16</c:v>
                </c:pt>
                <c:pt idx="4427">
                  <c:v>1.4802973661668753E-16</c:v>
                </c:pt>
                <c:pt idx="4428">
                  <c:v>1.4802973661668753E-16</c:v>
                </c:pt>
                <c:pt idx="4429">
                  <c:v>1.4802973661668753E-16</c:v>
                </c:pt>
                <c:pt idx="4430">
                  <c:v>1.4802973661668753E-16</c:v>
                </c:pt>
                <c:pt idx="4431">
                  <c:v>1.4802973661668753E-16</c:v>
                </c:pt>
                <c:pt idx="4432">
                  <c:v>1.4802973661668753E-16</c:v>
                </c:pt>
                <c:pt idx="4433">
                  <c:v>1.4802973661668753E-16</c:v>
                </c:pt>
                <c:pt idx="4434">
                  <c:v>1.4802973661668753E-16</c:v>
                </c:pt>
                <c:pt idx="4435">
                  <c:v>1.4802973661668753E-16</c:v>
                </c:pt>
                <c:pt idx="4436">
                  <c:v>1.4802973661668753E-16</c:v>
                </c:pt>
                <c:pt idx="4437">
                  <c:v>1.4802973661668753E-16</c:v>
                </c:pt>
                <c:pt idx="4438">
                  <c:v>1.4802973661668753E-16</c:v>
                </c:pt>
                <c:pt idx="4439">
                  <c:v>1.4802973661668753E-16</c:v>
                </c:pt>
                <c:pt idx="4440">
                  <c:v>1.4802973661668753E-16</c:v>
                </c:pt>
                <c:pt idx="4441">
                  <c:v>1.4802973661668753E-16</c:v>
                </c:pt>
                <c:pt idx="4442">
                  <c:v>1.4802973661668753E-16</c:v>
                </c:pt>
                <c:pt idx="4443">
                  <c:v>1.4802973661668753E-16</c:v>
                </c:pt>
                <c:pt idx="4444">
                  <c:v>1.4802973661668753E-16</c:v>
                </c:pt>
                <c:pt idx="4445">
                  <c:v>1.4802973661668753E-16</c:v>
                </c:pt>
                <c:pt idx="4446">
                  <c:v>1.4802973661668753E-16</c:v>
                </c:pt>
                <c:pt idx="4447">
                  <c:v>1.4802973661668753E-16</c:v>
                </c:pt>
                <c:pt idx="4448">
                  <c:v>1.4802973661668753E-16</c:v>
                </c:pt>
                <c:pt idx="4449">
                  <c:v>1.4802973661668753E-16</c:v>
                </c:pt>
                <c:pt idx="4450">
                  <c:v>1.4802973661668753E-16</c:v>
                </c:pt>
                <c:pt idx="4451">
                  <c:v>1.4802973661668753E-16</c:v>
                </c:pt>
                <c:pt idx="4452">
                  <c:v>1.4802973661668753E-16</c:v>
                </c:pt>
                <c:pt idx="4453">
                  <c:v>1.4802973661668753E-16</c:v>
                </c:pt>
                <c:pt idx="4454">
                  <c:v>1.4802973661668753E-16</c:v>
                </c:pt>
                <c:pt idx="4455">
                  <c:v>1.4802973661668753E-16</c:v>
                </c:pt>
                <c:pt idx="4456">
                  <c:v>1.4802973661668753E-16</c:v>
                </c:pt>
                <c:pt idx="4457">
                  <c:v>1.4802973661668753E-16</c:v>
                </c:pt>
                <c:pt idx="4458">
                  <c:v>1.4802973661668753E-16</c:v>
                </c:pt>
                <c:pt idx="4459">
                  <c:v>1.4802973661668753E-16</c:v>
                </c:pt>
                <c:pt idx="4460">
                  <c:v>1.4802973661668753E-16</c:v>
                </c:pt>
                <c:pt idx="4461">
                  <c:v>1.4802973661668753E-16</c:v>
                </c:pt>
                <c:pt idx="4462">
                  <c:v>1.4802973661668753E-16</c:v>
                </c:pt>
                <c:pt idx="4463">
                  <c:v>1.4802973661668753E-16</c:v>
                </c:pt>
                <c:pt idx="4464">
                  <c:v>1.4802973661668753E-16</c:v>
                </c:pt>
                <c:pt idx="4465">
                  <c:v>1.4802973661668753E-16</c:v>
                </c:pt>
                <c:pt idx="4466">
                  <c:v>1.4802973661668753E-16</c:v>
                </c:pt>
                <c:pt idx="4467">
                  <c:v>1.4802973661668753E-16</c:v>
                </c:pt>
                <c:pt idx="4468">
                  <c:v>1.4802973661668753E-16</c:v>
                </c:pt>
                <c:pt idx="4469">
                  <c:v>1.4802973661668753E-16</c:v>
                </c:pt>
                <c:pt idx="4470">
                  <c:v>1.4802973661668753E-16</c:v>
                </c:pt>
                <c:pt idx="4471">
                  <c:v>1.4802973661668753E-16</c:v>
                </c:pt>
                <c:pt idx="4472">
                  <c:v>1.4802973661668753E-16</c:v>
                </c:pt>
                <c:pt idx="4473">
                  <c:v>1.4802973661668753E-16</c:v>
                </c:pt>
                <c:pt idx="4474">
                  <c:v>1.4802973661668753E-16</c:v>
                </c:pt>
                <c:pt idx="4475">
                  <c:v>1.4802973661668753E-16</c:v>
                </c:pt>
                <c:pt idx="4476">
                  <c:v>1.4802973661668753E-16</c:v>
                </c:pt>
                <c:pt idx="4477">
                  <c:v>1.4802973661668753E-16</c:v>
                </c:pt>
                <c:pt idx="4478">
                  <c:v>1.4802973661668753E-16</c:v>
                </c:pt>
                <c:pt idx="4479">
                  <c:v>1.4802973661668753E-16</c:v>
                </c:pt>
                <c:pt idx="4480">
                  <c:v>1.4802973661668753E-16</c:v>
                </c:pt>
                <c:pt idx="4481">
                  <c:v>1.4802973661668753E-16</c:v>
                </c:pt>
                <c:pt idx="4482">
                  <c:v>1.4802973661668753E-16</c:v>
                </c:pt>
                <c:pt idx="4483">
                  <c:v>1.4802973661668753E-16</c:v>
                </c:pt>
                <c:pt idx="4484">
                  <c:v>1.4802973661668753E-16</c:v>
                </c:pt>
                <c:pt idx="4485">
                  <c:v>1.4802973661668753E-16</c:v>
                </c:pt>
                <c:pt idx="4486">
                  <c:v>1.4802973661668753E-16</c:v>
                </c:pt>
                <c:pt idx="4487">
                  <c:v>1.4802973661668753E-16</c:v>
                </c:pt>
                <c:pt idx="4488">
                  <c:v>1.4802973661668753E-16</c:v>
                </c:pt>
                <c:pt idx="4489">
                  <c:v>1.4802973661668753E-16</c:v>
                </c:pt>
                <c:pt idx="4490">
                  <c:v>1.4802973661668753E-16</c:v>
                </c:pt>
                <c:pt idx="4491">
                  <c:v>1.4802973661668753E-16</c:v>
                </c:pt>
                <c:pt idx="4492">
                  <c:v>1.4802973661668753E-16</c:v>
                </c:pt>
                <c:pt idx="4493">
                  <c:v>1.4802973661668753E-16</c:v>
                </c:pt>
                <c:pt idx="4494">
                  <c:v>1.4802973661668753E-16</c:v>
                </c:pt>
                <c:pt idx="4495">
                  <c:v>1.4802973661668753E-16</c:v>
                </c:pt>
                <c:pt idx="4496">
                  <c:v>1.4802973661668753E-16</c:v>
                </c:pt>
                <c:pt idx="4497">
                  <c:v>1.4802973661668753E-16</c:v>
                </c:pt>
                <c:pt idx="4498">
                  <c:v>1.4802973661668753E-16</c:v>
                </c:pt>
                <c:pt idx="4499">
                  <c:v>1.4802973661668753E-16</c:v>
                </c:pt>
                <c:pt idx="4500">
                  <c:v>1.4802973661668753E-16</c:v>
                </c:pt>
                <c:pt idx="4501">
                  <c:v>1.4802973661668753E-16</c:v>
                </c:pt>
                <c:pt idx="4502">
                  <c:v>1.4802973661668753E-16</c:v>
                </c:pt>
                <c:pt idx="4503">
                  <c:v>1.4802973661668753E-16</c:v>
                </c:pt>
                <c:pt idx="4504">
                  <c:v>1.4802973661668753E-16</c:v>
                </c:pt>
                <c:pt idx="4505">
                  <c:v>1.4802973661668753E-16</c:v>
                </c:pt>
                <c:pt idx="4506">
                  <c:v>1.4802973661668753E-16</c:v>
                </c:pt>
                <c:pt idx="4507">
                  <c:v>1.4802973661668753E-16</c:v>
                </c:pt>
                <c:pt idx="4508">
                  <c:v>1.4802973661668753E-16</c:v>
                </c:pt>
                <c:pt idx="4509">
                  <c:v>1.4802973661668753E-16</c:v>
                </c:pt>
                <c:pt idx="4510">
                  <c:v>1.4802973661668753E-16</c:v>
                </c:pt>
                <c:pt idx="4511">
                  <c:v>1.4802973661668753E-16</c:v>
                </c:pt>
                <c:pt idx="4512">
                  <c:v>1.4802973661668753E-16</c:v>
                </c:pt>
                <c:pt idx="4513">
                  <c:v>1.4802973661668753E-16</c:v>
                </c:pt>
                <c:pt idx="4514">
                  <c:v>1.4802973661668753E-16</c:v>
                </c:pt>
                <c:pt idx="4515">
                  <c:v>1.4802973661668753E-16</c:v>
                </c:pt>
                <c:pt idx="4516">
                  <c:v>1.4802973661668753E-16</c:v>
                </c:pt>
                <c:pt idx="4517">
                  <c:v>1.4802973661668753E-16</c:v>
                </c:pt>
                <c:pt idx="4518">
                  <c:v>1.4802973661668753E-16</c:v>
                </c:pt>
                <c:pt idx="4519">
                  <c:v>1.4802973661668753E-16</c:v>
                </c:pt>
                <c:pt idx="4520">
                  <c:v>1.4802973661668753E-16</c:v>
                </c:pt>
                <c:pt idx="4521">
                  <c:v>1.4802973661668753E-16</c:v>
                </c:pt>
                <c:pt idx="4522">
                  <c:v>1.4802973661668753E-16</c:v>
                </c:pt>
                <c:pt idx="4523">
                  <c:v>1.4802973661668753E-16</c:v>
                </c:pt>
                <c:pt idx="4524">
                  <c:v>1.4802973661668753E-16</c:v>
                </c:pt>
                <c:pt idx="4525">
                  <c:v>1.4802973661668753E-16</c:v>
                </c:pt>
                <c:pt idx="4526">
                  <c:v>1.4802973661668753E-16</c:v>
                </c:pt>
                <c:pt idx="4527">
                  <c:v>1.4802973661668753E-16</c:v>
                </c:pt>
                <c:pt idx="4528">
                  <c:v>1.4802973661668753E-16</c:v>
                </c:pt>
                <c:pt idx="4529">
                  <c:v>1.4802973661668753E-16</c:v>
                </c:pt>
                <c:pt idx="4530">
                  <c:v>1.4802973661668753E-16</c:v>
                </c:pt>
                <c:pt idx="4531">
                  <c:v>1.4802973661668753E-16</c:v>
                </c:pt>
                <c:pt idx="4532">
                  <c:v>1.4802973661668753E-16</c:v>
                </c:pt>
                <c:pt idx="4533">
                  <c:v>1.4802973661668753E-16</c:v>
                </c:pt>
                <c:pt idx="4534">
                  <c:v>1.4802973661668753E-16</c:v>
                </c:pt>
                <c:pt idx="4535">
                  <c:v>1.4802973661668753E-16</c:v>
                </c:pt>
                <c:pt idx="4536">
                  <c:v>1.4802973661668753E-16</c:v>
                </c:pt>
                <c:pt idx="4537">
                  <c:v>1.4802973661668753E-16</c:v>
                </c:pt>
                <c:pt idx="4538">
                  <c:v>1.4802973661668753E-16</c:v>
                </c:pt>
                <c:pt idx="4539">
                  <c:v>1.4802973661668753E-16</c:v>
                </c:pt>
                <c:pt idx="4540">
                  <c:v>1.4802973661668753E-16</c:v>
                </c:pt>
                <c:pt idx="4541">
                  <c:v>1.4802973661668753E-16</c:v>
                </c:pt>
                <c:pt idx="4542">
                  <c:v>1.4802973661668753E-16</c:v>
                </c:pt>
                <c:pt idx="4543">
                  <c:v>1.4802973661668753E-16</c:v>
                </c:pt>
                <c:pt idx="4544">
                  <c:v>1.4802973661668753E-16</c:v>
                </c:pt>
                <c:pt idx="4545">
                  <c:v>1.4802973661668753E-16</c:v>
                </c:pt>
                <c:pt idx="4546">
                  <c:v>1.4802973661668753E-16</c:v>
                </c:pt>
                <c:pt idx="4547">
                  <c:v>1.4802973661668753E-16</c:v>
                </c:pt>
                <c:pt idx="4548">
                  <c:v>1.4802973661668753E-16</c:v>
                </c:pt>
                <c:pt idx="4549">
                  <c:v>1.4802973661668753E-16</c:v>
                </c:pt>
                <c:pt idx="4550">
                  <c:v>1.4802973661668753E-16</c:v>
                </c:pt>
                <c:pt idx="4551">
                  <c:v>1.4802973661668753E-16</c:v>
                </c:pt>
                <c:pt idx="4552">
                  <c:v>1.4802973661668753E-16</c:v>
                </c:pt>
                <c:pt idx="4553">
                  <c:v>1.4802973661668753E-16</c:v>
                </c:pt>
                <c:pt idx="4554">
                  <c:v>1.4802973661668753E-16</c:v>
                </c:pt>
                <c:pt idx="4555">
                  <c:v>1.4802973661668753E-16</c:v>
                </c:pt>
                <c:pt idx="4556">
                  <c:v>1.4802973661668753E-16</c:v>
                </c:pt>
                <c:pt idx="4557">
                  <c:v>1.4802973661668753E-16</c:v>
                </c:pt>
                <c:pt idx="4558">
                  <c:v>1.4802973661668753E-16</c:v>
                </c:pt>
                <c:pt idx="4559">
                  <c:v>1.4802973661668753E-16</c:v>
                </c:pt>
                <c:pt idx="4560">
                  <c:v>1.4802973661668753E-16</c:v>
                </c:pt>
                <c:pt idx="4561">
                  <c:v>1.4802973661668753E-16</c:v>
                </c:pt>
                <c:pt idx="4562">
                  <c:v>1.4802973661668753E-16</c:v>
                </c:pt>
                <c:pt idx="4563">
                  <c:v>1.4802973661668753E-16</c:v>
                </c:pt>
                <c:pt idx="4564">
                  <c:v>1.4802973661668753E-16</c:v>
                </c:pt>
                <c:pt idx="4565">
                  <c:v>1.4802973661668753E-16</c:v>
                </c:pt>
                <c:pt idx="4566">
                  <c:v>1.4802973661668753E-16</c:v>
                </c:pt>
                <c:pt idx="4567">
                  <c:v>1.4802973661668753E-16</c:v>
                </c:pt>
                <c:pt idx="4568">
                  <c:v>1.4802973661668753E-16</c:v>
                </c:pt>
                <c:pt idx="4569">
                  <c:v>1.4802973661668753E-16</c:v>
                </c:pt>
                <c:pt idx="4570">
                  <c:v>1.4802973661668753E-16</c:v>
                </c:pt>
                <c:pt idx="4571">
                  <c:v>1.4802973661668753E-16</c:v>
                </c:pt>
                <c:pt idx="4572">
                  <c:v>1.4802973661668753E-16</c:v>
                </c:pt>
                <c:pt idx="4573">
                  <c:v>1.4802973661668753E-16</c:v>
                </c:pt>
                <c:pt idx="4574">
                  <c:v>1.4802973661668753E-16</c:v>
                </c:pt>
                <c:pt idx="4575">
                  <c:v>1.4802973661668753E-16</c:v>
                </c:pt>
                <c:pt idx="4576">
                  <c:v>1.4802973661668753E-16</c:v>
                </c:pt>
                <c:pt idx="4577">
                  <c:v>1.4802973661668753E-16</c:v>
                </c:pt>
                <c:pt idx="4578">
                  <c:v>1.4802973661668753E-16</c:v>
                </c:pt>
                <c:pt idx="4579">
                  <c:v>1.4802973661668753E-16</c:v>
                </c:pt>
                <c:pt idx="4580">
                  <c:v>1.4802973661668753E-16</c:v>
                </c:pt>
                <c:pt idx="4581">
                  <c:v>1.4802973661668753E-16</c:v>
                </c:pt>
                <c:pt idx="4582">
                  <c:v>1.4802973661668753E-16</c:v>
                </c:pt>
                <c:pt idx="4583">
                  <c:v>1.4802973661668753E-16</c:v>
                </c:pt>
                <c:pt idx="4584">
                  <c:v>1.4802973661668753E-16</c:v>
                </c:pt>
                <c:pt idx="4585">
                  <c:v>1.4802973661668753E-16</c:v>
                </c:pt>
                <c:pt idx="4586">
                  <c:v>1.4802973661668753E-16</c:v>
                </c:pt>
                <c:pt idx="4587">
                  <c:v>1.4802973661668753E-16</c:v>
                </c:pt>
                <c:pt idx="4588">
                  <c:v>1.4802973661668753E-16</c:v>
                </c:pt>
                <c:pt idx="4589">
                  <c:v>1.4802973661668753E-16</c:v>
                </c:pt>
                <c:pt idx="4590">
                  <c:v>1.4802973661668753E-16</c:v>
                </c:pt>
                <c:pt idx="4591">
                  <c:v>1.4802973661668753E-16</c:v>
                </c:pt>
                <c:pt idx="4592">
                  <c:v>1.4802973661668753E-16</c:v>
                </c:pt>
                <c:pt idx="4593">
                  <c:v>1.4802973661668753E-16</c:v>
                </c:pt>
                <c:pt idx="4594">
                  <c:v>1.4802973661668753E-16</c:v>
                </c:pt>
                <c:pt idx="4595">
                  <c:v>1.4802973661668753E-16</c:v>
                </c:pt>
                <c:pt idx="4596">
                  <c:v>1.4802973661668753E-16</c:v>
                </c:pt>
                <c:pt idx="4597">
                  <c:v>1.4802973661668753E-16</c:v>
                </c:pt>
                <c:pt idx="4598">
                  <c:v>1.4802973661668753E-16</c:v>
                </c:pt>
                <c:pt idx="4599">
                  <c:v>1.4802973661668753E-16</c:v>
                </c:pt>
                <c:pt idx="4600">
                  <c:v>1.4802973661668753E-16</c:v>
                </c:pt>
                <c:pt idx="4601">
                  <c:v>1.4802973661668753E-16</c:v>
                </c:pt>
                <c:pt idx="4602">
                  <c:v>1.4802973661668753E-16</c:v>
                </c:pt>
                <c:pt idx="4603">
                  <c:v>1.4802973661668753E-16</c:v>
                </c:pt>
                <c:pt idx="4604">
                  <c:v>1.4802973661668753E-16</c:v>
                </c:pt>
                <c:pt idx="4605">
                  <c:v>1.4802973661668753E-16</c:v>
                </c:pt>
                <c:pt idx="4606">
                  <c:v>1.4802973661668753E-16</c:v>
                </c:pt>
                <c:pt idx="4607">
                  <c:v>1.4802973661668753E-16</c:v>
                </c:pt>
                <c:pt idx="4608">
                  <c:v>1.4802973661668753E-16</c:v>
                </c:pt>
                <c:pt idx="4609">
                  <c:v>1.4802973661668753E-16</c:v>
                </c:pt>
                <c:pt idx="4610">
                  <c:v>1.4802973661668753E-16</c:v>
                </c:pt>
                <c:pt idx="4611">
                  <c:v>1.4802973661668753E-16</c:v>
                </c:pt>
                <c:pt idx="4612">
                  <c:v>1.4802973661668753E-16</c:v>
                </c:pt>
                <c:pt idx="4613">
                  <c:v>1.4802973661668753E-16</c:v>
                </c:pt>
                <c:pt idx="4614">
                  <c:v>1.4802973661668753E-16</c:v>
                </c:pt>
                <c:pt idx="4615">
                  <c:v>1.4802973661668753E-16</c:v>
                </c:pt>
                <c:pt idx="4616">
                  <c:v>1.4802973661668753E-16</c:v>
                </c:pt>
                <c:pt idx="4617">
                  <c:v>1.4802973661668753E-16</c:v>
                </c:pt>
                <c:pt idx="4618">
                  <c:v>1.4802973661668753E-16</c:v>
                </c:pt>
                <c:pt idx="4619">
                  <c:v>1.4802973661668753E-16</c:v>
                </c:pt>
                <c:pt idx="4620">
                  <c:v>1.4802973661668753E-16</c:v>
                </c:pt>
                <c:pt idx="4621">
                  <c:v>1.4802973661668753E-16</c:v>
                </c:pt>
                <c:pt idx="4622">
                  <c:v>1.4802973661668753E-16</c:v>
                </c:pt>
                <c:pt idx="4623">
                  <c:v>1.4802973661668753E-16</c:v>
                </c:pt>
                <c:pt idx="4624">
                  <c:v>1.4802973661668753E-16</c:v>
                </c:pt>
                <c:pt idx="4625">
                  <c:v>1.4802973661668753E-16</c:v>
                </c:pt>
                <c:pt idx="4626">
                  <c:v>1.4802973661668753E-16</c:v>
                </c:pt>
                <c:pt idx="4627">
                  <c:v>1.4802973661668753E-16</c:v>
                </c:pt>
                <c:pt idx="4628">
                  <c:v>1.4802973661668753E-16</c:v>
                </c:pt>
                <c:pt idx="4629">
                  <c:v>1.4802973661668753E-16</c:v>
                </c:pt>
                <c:pt idx="4630">
                  <c:v>1.4802973661668753E-16</c:v>
                </c:pt>
                <c:pt idx="4631">
                  <c:v>1.4802973661668753E-16</c:v>
                </c:pt>
                <c:pt idx="4632">
                  <c:v>1.4802973661668753E-16</c:v>
                </c:pt>
                <c:pt idx="4633">
                  <c:v>1.4802973661668753E-16</c:v>
                </c:pt>
                <c:pt idx="4634">
                  <c:v>1.4802973661668753E-16</c:v>
                </c:pt>
                <c:pt idx="4635">
                  <c:v>1.4802973661668753E-16</c:v>
                </c:pt>
                <c:pt idx="4636">
                  <c:v>1.4802973661668753E-16</c:v>
                </c:pt>
                <c:pt idx="4637">
                  <c:v>1.4802973661668753E-16</c:v>
                </c:pt>
                <c:pt idx="4638">
                  <c:v>1.4802973661668753E-16</c:v>
                </c:pt>
                <c:pt idx="4639">
                  <c:v>1.4802973661668753E-16</c:v>
                </c:pt>
                <c:pt idx="4640">
                  <c:v>1.4802973661668753E-16</c:v>
                </c:pt>
                <c:pt idx="4641">
                  <c:v>1.4802973661668753E-16</c:v>
                </c:pt>
                <c:pt idx="4642">
                  <c:v>1.4802973661668753E-16</c:v>
                </c:pt>
                <c:pt idx="4643">
                  <c:v>1.4802973661668753E-16</c:v>
                </c:pt>
                <c:pt idx="4644">
                  <c:v>1.4802973661668753E-16</c:v>
                </c:pt>
                <c:pt idx="4645">
                  <c:v>1.4802973661668753E-16</c:v>
                </c:pt>
                <c:pt idx="4646">
                  <c:v>1.4802973661668753E-16</c:v>
                </c:pt>
                <c:pt idx="4647">
                  <c:v>1.4802973661668753E-16</c:v>
                </c:pt>
                <c:pt idx="4648">
                  <c:v>1.4802973661668753E-16</c:v>
                </c:pt>
                <c:pt idx="4649">
                  <c:v>1.4802973661668753E-16</c:v>
                </c:pt>
                <c:pt idx="4650">
                  <c:v>1.4802973661668753E-16</c:v>
                </c:pt>
                <c:pt idx="4651">
                  <c:v>1.4802973661668753E-16</c:v>
                </c:pt>
                <c:pt idx="4652">
                  <c:v>1.4802973661668753E-16</c:v>
                </c:pt>
                <c:pt idx="4653">
                  <c:v>1.4802973661668753E-16</c:v>
                </c:pt>
                <c:pt idx="4654">
                  <c:v>1.4802973661668753E-16</c:v>
                </c:pt>
                <c:pt idx="4655">
                  <c:v>1.4802973661668753E-16</c:v>
                </c:pt>
                <c:pt idx="4656">
                  <c:v>1.4802973661668753E-16</c:v>
                </c:pt>
                <c:pt idx="4657">
                  <c:v>1.4802973661668753E-16</c:v>
                </c:pt>
                <c:pt idx="4658">
                  <c:v>1.4802973661668753E-16</c:v>
                </c:pt>
                <c:pt idx="4659">
                  <c:v>1.4802973661668753E-16</c:v>
                </c:pt>
                <c:pt idx="4660">
                  <c:v>1.4802973661668753E-16</c:v>
                </c:pt>
                <c:pt idx="4661">
                  <c:v>1.4802973661668753E-16</c:v>
                </c:pt>
                <c:pt idx="4662">
                  <c:v>1.4802973661668753E-16</c:v>
                </c:pt>
                <c:pt idx="4663">
                  <c:v>1.4802973661668753E-16</c:v>
                </c:pt>
                <c:pt idx="4664">
                  <c:v>1.4802973661668753E-16</c:v>
                </c:pt>
                <c:pt idx="4665">
                  <c:v>1.4802973661668753E-16</c:v>
                </c:pt>
                <c:pt idx="4666">
                  <c:v>1.4802973661668753E-16</c:v>
                </c:pt>
                <c:pt idx="4667">
                  <c:v>1.4802973661668753E-16</c:v>
                </c:pt>
                <c:pt idx="4668">
                  <c:v>1.4802973661668753E-16</c:v>
                </c:pt>
                <c:pt idx="4669">
                  <c:v>1.4802973661668753E-16</c:v>
                </c:pt>
                <c:pt idx="4670">
                  <c:v>1.4802973661668753E-16</c:v>
                </c:pt>
                <c:pt idx="4671">
                  <c:v>1.4802973661668753E-16</c:v>
                </c:pt>
                <c:pt idx="4672">
                  <c:v>1.4802973661668753E-16</c:v>
                </c:pt>
                <c:pt idx="4673">
                  <c:v>1.4802973661668753E-16</c:v>
                </c:pt>
                <c:pt idx="4674">
                  <c:v>1.4802973661668753E-16</c:v>
                </c:pt>
                <c:pt idx="4675">
                  <c:v>1.4802973661668753E-16</c:v>
                </c:pt>
                <c:pt idx="4676">
                  <c:v>1.4802973661668753E-16</c:v>
                </c:pt>
                <c:pt idx="4677">
                  <c:v>1.4802973661668753E-16</c:v>
                </c:pt>
                <c:pt idx="4678">
                  <c:v>1.4802973661668753E-16</c:v>
                </c:pt>
                <c:pt idx="4679">
                  <c:v>1.4802973661668753E-16</c:v>
                </c:pt>
                <c:pt idx="4680">
                  <c:v>1.4802973661668753E-16</c:v>
                </c:pt>
                <c:pt idx="4681">
                  <c:v>1.4802973661668753E-16</c:v>
                </c:pt>
                <c:pt idx="4682">
                  <c:v>1.4802973661668753E-16</c:v>
                </c:pt>
                <c:pt idx="4683">
                  <c:v>1.4802973661668753E-16</c:v>
                </c:pt>
                <c:pt idx="4684">
                  <c:v>1.4802973661668753E-16</c:v>
                </c:pt>
                <c:pt idx="4685">
                  <c:v>1.4802973661668753E-16</c:v>
                </c:pt>
                <c:pt idx="4686">
                  <c:v>1.4802973661668753E-16</c:v>
                </c:pt>
                <c:pt idx="4687">
                  <c:v>1.4802973661668753E-16</c:v>
                </c:pt>
                <c:pt idx="4688">
                  <c:v>1.4802973661668753E-16</c:v>
                </c:pt>
                <c:pt idx="4689">
                  <c:v>1.4802973661668753E-16</c:v>
                </c:pt>
                <c:pt idx="4690">
                  <c:v>1.4802973661668753E-16</c:v>
                </c:pt>
                <c:pt idx="4691">
                  <c:v>1.4802973661668753E-16</c:v>
                </c:pt>
                <c:pt idx="4692">
                  <c:v>1.4802973661668753E-16</c:v>
                </c:pt>
                <c:pt idx="4693">
                  <c:v>1.4802973661668753E-16</c:v>
                </c:pt>
                <c:pt idx="4694">
                  <c:v>1.4802973661668753E-16</c:v>
                </c:pt>
                <c:pt idx="4695">
                  <c:v>1.4802973661668753E-16</c:v>
                </c:pt>
                <c:pt idx="4696">
                  <c:v>1.4802973661668753E-16</c:v>
                </c:pt>
                <c:pt idx="4697">
                  <c:v>1.4802973661668753E-16</c:v>
                </c:pt>
                <c:pt idx="4698">
                  <c:v>1.4802973661668753E-16</c:v>
                </c:pt>
                <c:pt idx="4699">
                  <c:v>1.4802973661668753E-16</c:v>
                </c:pt>
                <c:pt idx="4700">
                  <c:v>1.4802973661668753E-16</c:v>
                </c:pt>
                <c:pt idx="4701">
                  <c:v>1.4802973661668753E-16</c:v>
                </c:pt>
                <c:pt idx="4702">
                  <c:v>1.4802973661668753E-16</c:v>
                </c:pt>
                <c:pt idx="4703">
                  <c:v>1.4802973661668753E-16</c:v>
                </c:pt>
                <c:pt idx="4704">
                  <c:v>1.4802973661668753E-16</c:v>
                </c:pt>
                <c:pt idx="4705">
                  <c:v>1.4802973661668753E-16</c:v>
                </c:pt>
                <c:pt idx="4706">
                  <c:v>1.4802973661668753E-16</c:v>
                </c:pt>
                <c:pt idx="4707">
                  <c:v>1.4802973661668753E-16</c:v>
                </c:pt>
                <c:pt idx="4708">
                  <c:v>1.4802973661668753E-16</c:v>
                </c:pt>
                <c:pt idx="4709">
                  <c:v>1.4802973661668753E-16</c:v>
                </c:pt>
                <c:pt idx="4710">
                  <c:v>1.4802973661668753E-16</c:v>
                </c:pt>
                <c:pt idx="4711">
                  <c:v>1.4802973661668753E-16</c:v>
                </c:pt>
                <c:pt idx="4712">
                  <c:v>1.4802973661668753E-16</c:v>
                </c:pt>
                <c:pt idx="4713">
                  <c:v>1.4802973661668753E-16</c:v>
                </c:pt>
                <c:pt idx="4714">
                  <c:v>1.4802973661668753E-16</c:v>
                </c:pt>
                <c:pt idx="4715">
                  <c:v>1.4802973661668753E-16</c:v>
                </c:pt>
                <c:pt idx="4716">
                  <c:v>1.4802973661668753E-16</c:v>
                </c:pt>
                <c:pt idx="4717">
                  <c:v>1.4802973661668753E-16</c:v>
                </c:pt>
                <c:pt idx="4718">
                  <c:v>1.4802973661668753E-16</c:v>
                </c:pt>
                <c:pt idx="4719">
                  <c:v>1.4802973661668753E-16</c:v>
                </c:pt>
                <c:pt idx="4720">
                  <c:v>1.4802973661668753E-16</c:v>
                </c:pt>
                <c:pt idx="4721">
                  <c:v>1.4802973661668753E-16</c:v>
                </c:pt>
                <c:pt idx="4722">
                  <c:v>1.4802973661668753E-16</c:v>
                </c:pt>
                <c:pt idx="4723">
                  <c:v>1.4802973661668753E-16</c:v>
                </c:pt>
                <c:pt idx="4724">
                  <c:v>1.4802973661668753E-16</c:v>
                </c:pt>
                <c:pt idx="4725">
                  <c:v>1.4802973661668753E-16</c:v>
                </c:pt>
                <c:pt idx="4726">
                  <c:v>1.4802973661668753E-16</c:v>
                </c:pt>
                <c:pt idx="4727">
                  <c:v>1.4802973661668753E-16</c:v>
                </c:pt>
                <c:pt idx="4728">
                  <c:v>1.4802973661668753E-16</c:v>
                </c:pt>
                <c:pt idx="4729">
                  <c:v>1.4802973661668753E-16</c:v>
                </c:pt>
                <c:pt idx="4730">
                  <c:v>1.4802973661668753E-16</c:v>
                </c:pt>
                <c:pt idx="4731">
                  <c:v>1.4802973661668753E-16</c:v>
                </c:pt>
                <c:pt idx="4732">
                  <c:v>1.4802973661668753E-16</c:v>
                </c:pt>
                <c:pt idx="4733">
                  <c:v>1.4802973661668753E-16</c:v>
                </c:pt>
                <c:pt idx="4734">
                  <c:v>1.4802973661668753E-16</c:v>
                </c:pt>
                <c:pt idx="4735">
                  <c:v>1.4802973661668753E-16</c:v>
                </c:pt>
                <c:pt idx="4736">
                  <c:v>1.4802973661668753E-16</c:v>
                </c:pt>
                <c:pt idx="4737">
                  <c:v>1.4802973661668753E-16</c:v>
                </c:pt>
                <c:pt idx="4738">
                  <c:v>1.4802973661668753E-16</c:v>
                </c:pt>
                <c:pt idx="4739">
                  <c:v>1.4802973661668753E-16</c:v>
                </c:pt>
                <c:pt idx="4740">
                  <c:v>1.4802973661668753E-16</c:v>
                </c:pt>
                <c:pt idx="4741">
                  <c:v>1.4802973661668753E-16</c:v>
                </c:pt>
                <c:pt idx="4742">
                  <c:v>1.4802973661668753E-16</c:v>
                </c:pt>
                <c:pt idx="4743">
                  <c:v>1.4802973661668753E-16</c:v>
                </c:pt>
                <c:pt idx="4744">
                  <c:v>1.4802973661668753E-16</c:v>
                </c:pt>
                <c:pt idx="4745">
                  <c:v>1.4802973661668753E-16</c:v>
                </c:pt>
                <c:pt idx="4746">
                  <c:v>1.4802973661668753E-16</c:v>
                </c:pt>
                <c:pt idx="4747">
                  <c:v>1.4802973661668753E-16</c:v>
                </c:pt>
                <c:pt idx="4748">
                  <c:v>1.4802973661668753E-16</c:v>
                </c:pt>
                <c:pt idx="4749">
                  <c:v>1.4802973661668753E-16</c:v>
                </c:pt>
                <c:pt idx="4750">
                  <c:v>1.4802973661668753E-16</c:v>
                </c:pt>
                <c:pt idx="4751">
                  <c:v>1.4802973661668753E-16</c:v>
                </c:pt>
                <c:pt idx="4752">
                  <c:v>1.4802973661668753E-16</c:v>
                </c:pt>
                <c:pt idx="4753">
                  <c:v>1.4802973661668753E-16</c:v>
                </c:pt>
                <c:pt idx="4754">
                  <c:v>1.4802973661668753E-16</c:v>
                </c:pt>
                <c:pt idx="4755">
                  <c:v>1.4802973661668753E-16</c:v>
                </c:pt>
                <c:pt idx="4756">
                  <c:v>1.4802973661668753E-16</c:v>
                </c:pt>
                <c:pt idx="4757">
                  <c:v>1.4802973661668753E-16</c:v>
                </c:pt>
                <c:pt idx="4758">
                  <c:v>1.4802973661668753E-16</c:v>
                </c:pt>
                <c:pt idx="4759">
                  <c:v>1.4802973661668753E-16</c:v>
                </c:pt>
                <c:pt idx="4760">
                  <c:v>1.4802973661668753E-16</c:v>
                </c:pt>
                <c:pt idx="4761">
                  <c:v>1.4802973661668753E-16</c:v>
                </c:pt>
                <c:pt idx="4762">
                  <c:v>1.4802973661668753E-16</c:v>
                </c:pt>
                <c:pt idx="4763">
                  <c:v>1.4802973661668753E-16</c:v>
                </c:pt>
                <c:pt idx="4764">
                  <c:v>1.4802973661668753E-16</c:v>
                </c:pt>
                <c:pt idx="4765">
                  <c:v>1.4802973661668753E-16</c:v>
                </c:pt>
                <c:pt idx="4766">
                  <c:v>1.4802973661668753E-16</c:v>
                </c:pt>
                <c:pt idx="4767">
                  <c:v>1.4802973661668753E-16</c:v>
                </c:pt>
                <c:pt idx="4768">
                  <c:v>1.4802973661668753E-16</c:v>
                </c:pt>
                <c:pt idx="4769">
                  <c:v>1.4802973661668753E-16</c:v>
                </c:pt>
                <c:pt idx="4770">
                  <c:v>1.4802973661668753E-16</c:v>
                </c:pt>
                <c:pt idx="4771">
                  <c:v>1.4802973661668753E-16</c:v>
                </c:pt>
                <c:pt idx="4772">
                  <c:v>1.4802973661668753E-16</c:v>
                </c:pt>
                <c:pt idx="4773">
                  <c:v>1.4802973661668753E-16</c:v>
                </c:pt>
                <c:pt idx="4774">
                  <c:v>1.4802973661668753E-16</c:v>
                </c:pt>
                <c:pt idx="4775">
                  <c:v>1.4802973661668753E-16</c:v>
                </c:pt>
                <c:pt idx="4776">
                  <c:v>1.4802973661668753E-16</c:v>
                </c:pt>
                <c:pt idx="4777">
                  <c:v>1.4802973661668753E-16</c:v>
                </c:pt>
                <c:pt idx="4778">
                  <c:v>1.4802973661668753E-16</c:v>
                </c:pt>
                <c:pt idx="4779">
                  <c:v>1.4802973661668753E-16</c:v>
                </c:pt>
                <c:pt idx="4780">
                  <c:v>1.4802973661668753E-16</c:v>
                </c:pt>
                <c:pt idx="4781">
                  <c:v>1.4802973661668753E-16</c:v>
                </c:pt>
                <c:pt idx="4782">
                  <c:v>1.4802973661668753E-16</c:v>
                </c:pt>
                <c:pt idx="4783">
                  <c:v>1.4802973661668753E-16</c:v>
                </c:pt>
                <c:pt idx="4784">
                  <c:v>1.4802973661668753E-16</c:v>
                </c:pt>
                <c:pt idx="4785">
                  <c:v>1.4802973661668753E-16</c:v>
                </c:pt>
                <c:pt idx="4786">
                  <c:v>1.4802973661668753E-16</c:v>
                </c:pt>
                <c:pt idx="4787">
                  <c:v>1.4802973661668753E-16</c:v>
                </c:pt>
                <c:pt idx="4788">
                  <c:v>1.4802973661668753E-16</c:v>
                </c:pt>
                <c:pt idx="4789">
                  <c:v>1.4802973661668753E-16</c:v>
                </c:pt>
                <c:pt idx="4790">
                  <c:v>1.4802973661668753E-16</c:v>
                </c:pt>
                <c:pt idx="4791">
                  <c:v>1.4802973661668753E-16</c:v>
                </c:pt>
                <c:pt idx="4792">
                  <c:v>1.4802973661668753E-16</c:v>
                </c:pt>
                <c:pt idx="4793">
                  <c:v>1.4802973661668753E-16</c:v>
                </c:pt>
                <c:pt idx="4794">
                  <c:v>1.4802973661668753E-16</c:v>
                </c:pt>
                <c:pt idx="4795">
                  <c:v>1.4802973661668753E-16</c:v>
                </c:pt>
                <c:pt idx="4796">
                  <c:v>1.4802973661668753E-16</c:v>
                </c:pt>
                <c:pt idx="4797">
                  <c:v>1.4802973661668753E-16</c:v>
                </c:pt>
                <c:pt idx="4798">
                  <c:v>1.4802973661668753E-16</c:v>
                </c:pt>
                <c:pt idx="4799">
                  <c:v>1.4802973661668753E-16</c:v>
                </c:pt>
                <c:pt idx="4800">
                  <c:v>1.4802973661668753E-16</c:v>
                </c:pt>
                <c:pt idx="4801">
                  <c:v>1.4802973661668753E-16</c:v>
                </c:pt>
                <c:pt idx="4802">
                  <c:v>1.4802973661668753E-16</c:v>
                </c:pt>
                <c:pt idx="4803">
                  <c:v>1.4802973661668753E-16</c:v>
                </c:pt>
                <c:pt idx="4804">
                  <c:v>1.4802973661668753E-16</c:v>
                </c:pt>
                <c:pt idx="4805">
                  <c:v>1.4802973661668753E-16</c:v>
                </c:pt>
                <c:pt idx="4806">
                  <c:v>1.4802973661668753E-16</c:v>
                </c:pt>
                <c:pt idx="4807">
                  <c:v>1.4802973661668753E-16</c:v>
                </c:pt>
                <c:pt idx="4808">
                  <c:v>1.4802973661668753E-16</c:v>
                </c:pt>
                <c:pt idx="4809">
                  <c:v>1.4802973661668753E-16</c:v>
                </c:pt>
                <c:pt idx="4810">
                  <c:v>1.4802973661668753E-16</c:v>
                </c:pt>
                <c:pt idx="4811">
                  <c:v>1.4802973661668753E-16</c:v>
                </c:pt>
                <c:pt idx="4812">
                  <c:v>1.4802973661668753E-16</c:v>
                </c:pt>
                <c:pt idx="4813">
                  <c:v>1.4802973661668753E-16</c:v>
                </c:pt>
                <c:pt idx="4814">
                  <c:v>1.4802973661668753E-16</c:v>
                </c:pt>
                <c:pt idx="4815">
                  <c:v>1.4802973661668753E-16</c:v>
                </c:pt>
                <c:pt idx="4816">
                  <c:v>1.4802973661668753E-16</c:v>
                </c:pt>
                <c:pt idx="4817">
                  <c:v>1.4802973661668753E-16</c:v>
                </c:pt>
                <c:pt idx="4818">
                  <c:v>1.4802973661668753E-16</c:v>
                </c:pt>
                <c:pt idx="4819">
                  <c:v>1.4802973661668753E-16</c:v>
                </c:pt>
                <c:pt idx="4820">
                  <c:v>1.4802973661668753E-16</c:v>
                </c:pt>
                <c:pt idx="4821">
                  <c:v>1.4802973661668753E-16</c:v>
                </c:pt>
                <c:pt idx="4822">
                  <c:v>1.4802973661668753E-16</c:v>
                </c:pt>
                <c:pt idx="4823">
                  <c:v>1.4802973661668753E-16</c:v>
                </c:pt>
                <c:pt idx="4824">
                  <c:v>1.4802973661668753E-16</c:v>
                </c:pt>
                <c:pt idx="4825">
                  <c:v>1.4802973661668753E-16</c:v>
                </c:pt>
                <c:pt idx="4826">
                  <c:v>1.4802973661668753E-16</c:v>
                </c:pt>
                <c:pt idx="4827">
                  <c:v>1.4802973661668753E-16</c:v>
                </c:pt>
                <c:pt idx="4828">
                  <c:v>1.4802973661668753E-16</c:v>
                </c:pt>
                <c:pt idx="4829">
                  <c:v>1.4802973661668753E-16</c:v>
                </c:pt>
                <c:pt idx="4830">
                  <c:v>1.4802973661668753E-16</c:v>
                </c:pt>
                <c:pt idx="4831">
                  <c:v>1.4802973661668753E-16</c:v>
                </c:pt>
                <c:pt idx="4832">
                  <c:v>1.4802973661668753E-16</c:v>
                </c:pt>
                <c:pt idx="4833">
                  <c:v>1.4802973661668753E-16</c:v>
                </c:pt>
                <c:pt idx="4834">
                  <c:v>1.4802973661668753E-16</c:v>
                </c:pt>
                <c:pt idx="4835">
                  <c:v>1.4802973661668753E-16</c:v>
                </c:pt>
                <c:pt idx="4836">
                  <c:v>1.4802973661668753E-16</c:v>
                </c:pt>
                <c:pt idx="4837">
                  <c:v>1.4802973661668753E-16</c:v>
                </c:pt>
                <c:pt idx="4838">
                  <c:v>1.4802973661668753E-16</c:v>
                </c:pt>
                <c:pt idx="4839">
                  <c:v>1.4802973661668753E-16</c:v>
                </c:pt>
                <c:pt idx="4840">
                  <c:v>1.4802973661668753E-16</c:v>
                </c:pt>
                <c:pt idx="4841">
                  <c:v>1.4802973661668753E-16</c:v>
                </c:pt>
                <c:pt idx="4842">
                  <c:v>1.4802973661668753E-16</c:v>
                </c:pt>
                <c:pt idx="4843">
                  <c:v>1.4802973661668753E-16</c:v>
                </c:pt>
                <c:pt idx="4844">
                  <c:v>1.4802973661668753E-16</c:v>
                </c:pt>
                <c:pt idx="4845">
                  <c:v>1.4802973661668753E-16</c:v>
                </c:pt>
                <c:pt idx="4846">
                  <c:v>1.4802973661668753E-16</c:v>
                </c:pt>
                <c:pt idx="4847">
                  <c:v>1.4802973661668753E-16</c:v>
                </c:pt>
                <c:pt idx="4848">
                  <c:v>1.4802973661668753E-16</c:v>
                </c:pt>
                <c:pt idx="4849">
                  <c:v>1.4802973661668753E-16</c:v>
                </c:pt>
                <c:pt idx="4850">
                  <c:v>1.4802973661668753E-16</c:v>
                </c:pt>
                <c:pt idx="4851">
                  <c:v>1.4802973661668753E-16</c:v>
                </c:pt>
                <c:pt idx="4852">
                  <c:v>1.4802973661668753E-16</c:v>
                </c:pt>
                <c:pt idx="4853">
                  <c:v>1.4802973661668753E-16</c:v>
                </c:pt>
                <c:pt idx="4854">
                  <c:v>1.4802973661668753E-16</c:v>
                </c:pt>
                <c:pt idx="4855">
                  <c:v>1.4802973661668753E-16</c:v>
                </c:pt>
                <c:pt idx="4856">
                  <c:v>1.4802973661668753E-16</c:v>
                </c:pt>
                <c:pt idx="4857">
                  <c:v>1.4802973661668753E-16</c:v>
                </c:pt>
                <c:pt idx="4858">
                  <c:v>1.4802973661668753E-16</c:v>
                </c:pt>
                <c:pt idx="4859">
                  <c:v>1.4802973661668753E-16</c:v>
                </c:pt>
                <c:pt idx="4860">
                  <c:v>1.4802973661668753E-16</c:v>
                </c:pt>
                <c:pt idx="4861">
                  <c:v>1.4802973661668753E-16</c:v>
                </c:pt>
                <c:pt idx="4862">
                  <c:v>1.4802973661668753E-16</c:v>
                </c:pt>
                <c:pt idx="4863">
                  <c:v>1.4802973661668753E-16</c:v>
                </c:pt>
                <c:pt idx="4864">
                  <c:v>1.4802973661668753E-16</c:v>
                </c:pt>
                <c:pt idx="4865">
                  <c:v>1.4802973661668753E-16</c:v>
                </c:pt>
                <c:pt idx="4866">
                  <c:v>1.4802973661668753E-16</c:v>
                </c:pt>
                <c:pt idx="4867">
                  <c:v>1.4802973661668753E-16</c:v>
                </c:pt>
                <c:pt idx="4868">
                  <c:v>1.4802973661668753E-16</c:v>
                </c:pt>
                <c:pt idx="4869">
                  <c:v>1.4802973661668753E-16</c:v>
                </c:pt>
                <c:pt idx="4870">
                  <c:v>1.4802973661668753E-16</c:v>
                </c:pt>
                <c:pt idx="4871">
                  <c:v>1.4802973661668753E-16</c:v>
                </c:pt>
                <c:pt idx="4872">
                  <c:v>1.4802973661668753E-16</c:v>
                </c:pt>
                <c:pt idx="4873">
                  <c:v>1.4802973661668753E-16</c:v>
                </c:pt>
                <c:pt idx="4874">
                  <c:v>1.4802973661668753E-16</c:v>
                </c:pt>
                <c:pt idx="4875">
                  <c:v>1.4802973661668753E-16</c:v>
                </c:pt>
                <c:pt idx="4876">
                  <c:v>1.4802973661668753E-16</c:v>
                </c:pt>
                <c:pt idx="4877">
                  <c:v>1.4802973661668753E-16</c:v>
                </c:pt>
                <c:pt idx="4878">
                  <c:v>1.4802973661668753E-16</c:v>
                </c:pt>
                <c:pt idx="4879">
                  <c:v>1.4802973661668753E-16</c:v>
                </c:pt>
                <c:pt idx="4880">
                  <c:v>1.4802973661668753E-16</c:v>
                </c:pt>
                <c:pt idx="4881">
                  <c:v>1.4802973661668753E-16</c:v>
                </c:pt>
                <c:pt idx="4882">
                  <c:v>1.4802973661668753E-16</c:v>
                </c:pt>
                <c:pt idx="4883">
                  <c:v>1.4802973661668753E-16</c:v>
                </c:pt>
                <c:pt idx="4884">
                  <c:v>1.4802973661668753E-16</c:v>
                </c:pt>
                <c:pt idx="4885">
                  <c:v>1.4802973661668753E-16</c:v>
                </c:pt>
                <c:pt idx="4886">
                  <c:v>1.4802973661668753E-16</c:v>
                </c:pt>
                <c:pt idx="4887">
                  <c:v>1.4802973661668753E-16</c:v>
                </c:pt>
                <c:pt idx="4888">
                  <c:v>1.4802973661668753E-16</c:v>
                </c:pt>
                <c:pt idx="4889">
                  <c:v>1.4802973661668753E-16</c:v>
                </c:pt>
                <c:pt idx="4890">
                  <c:v>1.4802973661668753E-16</c:v>
                </c:pt>
                <c:pt idx="4891">
                  <c:v>1.4802973661668753E-16</c:v>
                </c:pt>
                <c:pt idx="4892">
                  <c:v>1.4802973661668753E-16</c:v>
                </c:pt>
                <c:pt idx="4893">
                  <c:v>1.4802973661668753E-16</c:v>
                </c:pt>
                <c:pt idx="4894">
                  <c:v>1.4802973661668753E-16</c:v>
                </c:pt>
                <c:pt idx="4895">
                  <c:v>1.4802973661668753E-16</c:v>
                </c:pt>
                <c:pt idx="4896">
                  <c:v>1.4802973661668753E-16</c:v>
                </c:pt>
                <c:pt idx="4897">
                  <c:v>1.4802973661668753E-16</c:v>
                </c:pt>
                <c:pt idx="4898">
                  <c:v>1.4802973661668753E-16</c:v>
                </c:pt>
                <c:pt idx="4899">
                  <c:v>1.4802973661668753E-16</c:v>
                </c:pt>
                <c:pt idx="4900">
                  <c:v>1.4802973661668753E-16</c:v>
                </c:pt>
                <c:pt idx="4901">
                  <c:v>1.4802973661668753E-16</c:v>
                </c:pt>
                <c:pt idx="4902">
                  <c:v>1.4802973661668753E-16</c:v>
                </c:pt>
                <c:pt idx="4903">
                  <c:v>1.4802973661668753E-16</c:v>
                </c:pt>
                <c:pt idx="4904">
                  <c:v>1.4802973661668753E-16</c:v>
                </c:pt>
                <c:pt idx="4905">
                  <c:v>1.4802973661668753E-16</c:v>
                </c:pt>
                <c:pt idx="4906">
                  <c:v>1.4802973661668753E-16</c:v>
                </c:pt>
                <c:pt idx="4907">
                  <c:v>1.4802973661668753E-16</c:v>
                </c:pt>
                <c:pt idx="4908">
                  <c:v>1.4802973661668753E-16</c:v>
                </c:pt>
                <c:pt idx="4909">
                  <c:v>1.4802973661668753E-16</c:v>
                </c:pt>
                <c:pt idx="4910">
                  <c:v>1.4802973661668753E-16</c:v>
                </c:pt>
                <c:pt idx="4911">
                  <c:v>1.4802973661668753E-16</c:v>
                </c:pt>
                <c:pt idx="4912">
                  <c:v>1.4802973661668753E-16</c:v>
                </c:pt>
                <c:pt idx="4913">
                  <c:v>1.4802973661668753E-16</c:v>
                </c:pt>
                <c:pt idx="4914">
                  <c:v>1.4802973661668753E-16</c:v>
                </c:pt>
                <c:pt idx="4915">
                  <c:v>1.4802973661668753E-16</c:v>
                </c:pt>
                <c:pt idx="4916">
                  <c:v>1.4802973661668753E-16</c:v>
                </c:pt>
                <c:pt idx="4917">
                  <c:v>1.4802973661668753E-16</c:v>
                </c:pt>
                <c:pt idx="4918">
                  <c:v>1.4802973661668753E-16</c:v>
                </c:pt>
                <c:pt idx="4919">
                  <c:v>1.4802973661668753E-16</c:v>
                </c:pt>
                <c:pt idx="4920">
                  <c:v>1.4802973661668753E-16</c:v>
                </c:pt>
                <c:pt idx="4921">
                  <c:v>1.4802973661668753E-16</c:v>
                </c:pt>
                <c:pt idx="4922">
                  <c:v>1.4802973661668753E-16</c:v>
                </c:pt>
                <c:pt idx="4923">
                  <c:v>1.4802973661668753E-16</c:v>
                </c:pt>
                <c:pt idx="4924">
                  <c:v>1.4802973661668753E-16</c:v>
                </c:pt>
                <c:pt idx="4925">
                  <c:v>1.4802973661668753E-16</c:v>
                </c:pt>
                <c:pt idx="4926">
                  <c:v>1.4802973661668753E-16</c:v>
                </c:pt>
                <c:pt idx="4927">
                  <c:v>1.4802973661668753E-16</c:v>
                </c:pt>
                <c:pt idx="4928">
                  <c:v>1.4802973661668753E-16</c:v>
                </c:pt>
                <c:pt idx="4929">
                  <c:v>1.4802973661668753E-16</c:v>
                </c:pt>
                <c:pt idx="4930">
                  <c:v>1.4802973661668753E-16</c:v>
                </c:pt>
                <c:pt idx="4931">
                  <c:v>1.4802973661668753E-16</c:v>
                </c:pt>
                <c:pt idx="4932">
                  <c:v>1.4802973661668753E-16</c:v>
                </c:pt>
                <c:pt idx="4933">
                  <c:v>1.4802973661668753E-16</c:v>
                </c:pt>
                <c:pt idx="4934">
                  <c:v>1.4802973661668753E-16</c:v>
                </c:pt>
                <c:pt idx="4935">
                  <c:v>1.4802973661668753E-16</c:v>
                </c:pt>
                <c:pt idx="4936">
                  <c:v>1.4802973661668753E-16</c:v>
                </c:pt>
                <c:pt idx="4937">
                  <c:v>1.4802973661668753E-16</c:v>
                </c:pt>
                <c:pt idx="4938">
                  <c:v>1.4802973661668753E-16</c:v>
                </c:pt>
                <c:pt idx="4939">
                  <c:v>1.4802973661668753E-16</c:v>
                </c:pt>
                <c:pt idx="4940">
                  <c:v>1.4802973661668753E-16</c:v>
                </c:pt>
                <c:pt idx="4941">
                  <c:v>1.4802973661668753E-16</c:v>
                </c:pt>
                <c:pt idx="4942">
                  <c:v>1.4802973661668753E-16</c:v>
                </c:pt>
                <c:pt idx="4943">
                  <c:v>1.4802973661668753E-16</c:v>
                </c:pt>
                <c:pt idx="4944">
                  <c:v>1.4802973661668753E-16</c:v>
                </c:pt>
                <c:pt idx="4945">
                  <c:v>1.4802973661668753E-16</c:v>
                </c:pt>
                <c:pt idx="4946">
                  <c:v>1.4802973661668753E-16</c:v>
                </c:pt>
                <c:pt idx="4947">
                  <c:v>1.4802973661668753E-16</c:v>
                </c:pt>
                <c:pt idx="4948">
                  <c:v>1.4802973661668753E-16</c:v>
                </c:pt>
                <c:pt idx="4949">
                  <c:v>1.4802973661668753E-16</c:v>
                </c:pt>
                <c:pt idx="4950">
                  <c:v>1.4802973661668753E-16</c:v>
                </c:pt>
                <c:pt idx="4951">
                  <c:v>1.4802973661668753E-16</c:v>
                </c:pt>
                <c:pt idx="4952">
                  <c:v>1.4802973661668753E-16</c:v>
                </c:pt>
                <c:pt idx="4953">
                  <c:v>1.4802973661668753E-16</c:v>
                </c:pt>
                <c:pt idx="4954">
                  <c:v>1.4802973661668753E-16</c:v>
                </c:pt>
                <c:pt idx="4955">
                  <c:v>1.4802973661668753E-16</c:v>
                </c:pt>
                <c:pt idx="4956">
                  <c:v>1.4802973661668753E-16</c:v>
                </c:pt>
                <c:pt idx="4957">
                  <c:v>1.4802973661668753E-16</c:v>
                </c:pt>
                <c:pt idx="4958">
                  <c:v>1.4802973661668753E-16</c:v>
                </c:pt>
                <c:pt idx="4959">
                  <c:v>1.4802973661668753E-16</c:v>
                </c:pt>
                <c:pt idx="4960">
                  <c:v>1.4802973661668753E-16</c:v>
                </c:pt>
                <c:pt idx="4961">
                  <c:v>1.4802973661668753E-16</c:v>
                </c:pt>
                <c:pt idx="4962">
                  <c:v>1.4802973661668753E-16</c:v>
                </c:pt>
                <c:pt idx="4963">
                  <c:v>1.4802973661668753E-16</c:v>
                </c:pt>
                <c:pt idx="4964">
                  <c:v>1.4802973661668753E-16</c:v>
                </c:pt>
                <c:pt idx="4965">
                  <c:v>1.4802973661668753E-16</c:v>
                </c:pt>
                <c:pt idx="4966">
                  <c:v>1.4802973661668753E-16</c:v>
                </c:pt>
                <c:pt idx="4967">
                  <c:v>1.4802973661668753E-16</c:v>
                </c:pt>
                <c:pt idx="4968">
                  <c:v>1.4802973661668753E-16</c:v>
                </c:pt>
                <c:pt idx="4969">
                  <c:v>1.4802973661668753E-16</c:v>
                </c:pt>
                <c:pt idx="4970">
                  <c:v>1.4802973661668753E-16</c:v>
                </c:pt>
                <c:pt idx="4971">
                  <c:v>1.4802973661668753E-16</c:v>
                </c:pt>
                <c:pt idx="4972">
                  <c:v>1.4802973661668753E-16</c:v>
                </c:pt>
                <c:pt idx="4973">
                  <c:v>1.4802973661668753E-16</c:v>
                </c:pt>
                <c:pt idx="4974">
                  <c:v>1.4802973661668753E-16</c:v>
                </c:pt>
                <c:pt idx="4975">
                  <c:v>1.4802973661668753E-16</c:v>
                </c:pt>
                <c:pt idx="4976">
                  <c:v>1.4802973661668753E-16</c:v>
                </c:pt>
                <c:pt idx="4977">
                  <c:v>1.4802973661668753E-16</c:v>
                </c:pt>
                <c:pt idx="4978">
                  <c:v>1.4802973661668753E-16</c:v>
                </c:pt>
                <c:pt idx="4979">
                  <c:v>1.4802973661668753E-16</c:v>
                </c:pt>
                <c:pt idx="4980">
                  <c:v>1.4802973661668753E-16</c:v>
                </c:pt>
                <c:pt idx="4981">
                  <c:v>1.4802973661668753E-16</c:v>
                </c:pt>
                <c:pt idx="4982">
                  <c:v>1.4802973661668753E-16</c:v>
                </c:pt>
                <c:pt idx="4983">
                  <c:v>1.4802973661668753E-16</c:v>
                </c:pt>
                <c:pt idx="4984">
                  <c:v>1.4802973661668753E-16</c:v>
                </c:pt>
                <c:pt idx="4985">
                  <c:v>1.4802973661668753E-16</c:v>
                </c:pt>
                <c:pt idx="4986">
                  <c:v>1.4802973661668753E-16</c:v>
                </c:pt>
                <c:pt idx="4987">
                  <c:v>1.4802973661668753E-16</c:v>
                </c:pt>
                <c:pt idx="4988">
                  <c:v>1.4802973661668753E-16</c:v>
                </c:pt>
                <c:pt idx="4989">
                  <c:v>1.4802973661668753E-16</c:v>
                </c:pt>
                <c:pt idx="4990">
                  <c:v>1.4802973661668753E-16</c:v>
                </c:pt>
                <c:pt idx="4991">
                  <c:v>1.4802973661668753E-16</c:v>
                </c:pt>
                <c:pt idx="4992">
                  <c:v>1.4802973661668753E-16</c:v>
                </c:pt>
                <c:pt idx="4993">
                  <c:v>1.4802973661668753E-16</c:v>
                </c:pt>
                <c:pt idx="4994">
                  <c:v>1.4802973661668753E-16</c:v>
                </c:pt>
                <c:pt idx="4995">
                  <c:v>1.4802973661668753E-16</c:v>
                </c:pt>
                <c:pt idx="4996">
                  <c:v>1.4802973661668753E-16</c:v>
                </c:pt>
                <c:pt idx="4997">
                  <c:v>1.4802973661668753E-16</c:v>
                </c:pt>
                <c:pt idx="4998">
                  <c:v>1.4802973661668753E-16</c:v>
                </c:pt>
                <c:pt idx="4999">
                  <c:v>1.4802973661668753E-16</c:v>
                </c:pt>
                <c:pt idx="5000">
                  <c:v>1.4802973661668753E-16</c:v>
                </c:pt>
                <c:pt idx="5001">
                  <c:v>1.4802973661668753E-16</c:v>
                </c:pt>
                <c:pt idx="5002">
                  <c:v>1.4802973661668753E-16</c:v>
                </c:pt>
                <c:pt idx="5003">
                  <c:v>1.4802973661668753E-16</c:v>
                </c:pt>
                <c:pt idx="5004">
                  <c:v>1.4802973661668753E-16</c:v>
                </c:pt>
                <c:pt idx="5005">
                  <c:v>1.4802973661668753E-16</c:v>
                </c:pt>
                <c:pt idx="5006">
                  <c:v>1.4802973661668753E-16</c:v>
                </c:pt>
                <c:pt idx="5007">
                  <c:v>1.4802973661668753E-16</c:v>
                </c:pt>
                <c:pt idx="5008">
                  <c:v>1.4802973661668753E-16</c:v>
                </c:pt>
                <c:pt idx="5009">
                  <c:v>1.4802973661668753E-16</c:v>
                </c:pt>
                <c:pt idx="5010">
                  <c:v>1.4802973661668753E-16</c:v>
                </c:pt>
                <c:pt idx="5011">
                  <c:v>1.4802973661668753E-16</c:v>
                </c:pt>
                <c:pt idx="5012">
                  <c:v>1.4802973661668753E-16</c:v>
                </c:pt>
                <c:pt idx="5013">
                  <c:v>1.4802973661668753E-16</c:v>
                </c:pt>
                <c:pt idx="5014">
                  <c:v>1.4802973661668753E-16</c:v>
                </c:pt>
                <c:pt idx="5015">
                  <c:v>1.4802973661668753E-16</c:v>
                </c:pt>
                <c:pt idx="5016">
                  <c:v>1.4802973661668753E-16</c:v>
                </c:pt>
                <c:pt idx="5017">
                  <c:v>1.4802973661668753E-16</c:v>
                </c:pt>
                <c:pt idx="5018">
                  <c:v>1.4802973661668753E-16</c:v>
                </c:pt>
                <c:pt idx="5019">
                  <c:v>1.4802973661668753E-16</c:v>
                </c:pt>
                <c:pt idx="5020">
                  <c:v>1.4802973661668753E-16</c:v>
                </c:pt>
                <c:pt idx="5021">
                  <c:v>1.4802973661668753E-16</c:v>
                </c:pt>
                <c:pt idx="5022">
                  <c:v>1.4802973661668753E-16</c:v>
                </c:pt>
                <c:pt idx="5023">
                  <c:v>1.4802973661668753E-16</c:v>
                </c:pt>
                <c:pt idx="5024">
                  <c:v>1.4802973661668753E-16</c:v>
                </c:pt>
                <c:pt idx="5025">
                  <c:v>1.4802973661668753E-16</c:v>
                </c:pt>
                <c:pt idx="5026">
                  <c:v>1.4802973661668753E-16</c:v>
                </c:pt>
                <c:pt idx="5027">
                  <c:v>1.4802973661668753E-16</c:v>
                </c:pt>
                <c:pt idx="5028">
                  <c:v>1.4802973661668753E-16</c:v>
                </c:pt>
                <c:pt idx="5029">
                  <c:v>1.4802973661668753E-16</c:v>
                </c:pt>
                <c:pt idx="5030">
                  <c:v>1.4802973661668753E-16</c:v>
                </c:pt>
                <c:pt idx="5031">
                  <c:v>1.4802973661668753E-16</c:v>
                </c:pt>
                <c:pt idx="5032">
                  <c:v>1.4802973661668753E-16</c:v>
                </c:pt>
                <c:pt idx="5033">
                  <c:v>1.4802973661668753E-16</c:v>
                </c:pt>
                <c:pt idx="5034">
                  <c:v>1.4802973661668753E-16</c:v>
                </c:pt>
                <c:pt idx="5035">
                  <c:v>1.4802973661668753E-16</c:v>
                </c:pt>
                <c:pt idx="5036">
                  <c:v>1.4802973661668753E-16</c:v>
                </c:pt>
                <c:pt idx="5037">
                  <c:v>1.4802973661668753E-16</c:v>
                </c:pt>
                <c:pt idx="5038">
                  <c:v>1.4802973661668753E-16</c:v>
                </c:pt>
                <c:pt idx="5039">
                  <c:v>1.4802973661668753E-16</c:v>
                </c:pt>
                <c:pt idx="5040">
                  <c:v>1.4802973661668753E-16</c:v>
                </c:pt>
                <c:pt idx="5041">
                  <c:v>1.4802973661668753E-16</c:v>
                </c:pt>
                <c:pt idx="5042">
                  <c:v>1.4802973661668753E-16</c:v>
                </c:pt>
                <c:pt idx="5043">
                  <c:v>1.4802973661668753E-16</c:v>
                </c:pt>
                <c:pt idx="5044">
                  <c:v>1.4802973661668753E-16</c:v>
                </c:pt>
                <c:pt idx="5045">
                  <c:v>1.4802973661668753E-16</c:v>
                </c:pt>
                <c:pt idx="5046">
                  <c:v>1.4802973661668753E-16</c:v>
                </c:pt>
                <c:pt idx="5047">
                  <c:v>1.4802973661668753E-16</c:v>
                </c:pt>
                <c:pt idx="5048">
                  <c:v>1.4802973661668753E-16</c:v>
                </c:pt>
                <c:pt idx="5049">
                  <c:v>1.4802973661668753E-16</c:v>
                </c:pt>
                <c:pt idx="5050">
                  <c:v>1.4802973661668753E-16</c:v>
                </c:pt>
                <c:pt idx="5051">
                  <c:v>1.4802973661668753E-16</c:v>
                </c:pt>
                <c:pt idx="5052">
                  <c:v>1.4802973661668753E-16</c:v>
                </c:pt>
                <c:pt idx="5053">
                  <c:v>1.4802973661668753E-16</c:v>
                </c:pt>
                <c:pt idx="5054">
                  <c:v>1.4802973661668753E-16</c:v>
                </c:pt>
                <c:pt idx="5055">
                  <c:v>1.4802973661668753E-16</c:v>
                </c:pt>
                <c:pt idx="5056">
                  <c:v>1.4802973661668753E-16</c:v>
                </c:pt>
                <c:pt idx="5057">
                  <c:v>1.4802973661668753E-16</c:v>
                </c:pt>
                <c:pt idx="5058">
                  <c:v>1.4802973661668753E-16</c:v>
                </c:pt>
                <c:pt idx="5059">
                  <c:v>1.4802973661668753E-16</c:v>
                </c:pt>
                <c:pt idx="5060">
                  <c:v>1.4802973661668753E-16</c:v>
                </c:pt>
                <c:pt idx="5061">
                  <c:v>1.4802973661668753E-16</c:v>
                </c:pt>
                <c:pt idx="5062">
                  <c:v>1.4802973661668753E-16</c:v>
                </c:pt>
                <c:pt idx="5063">
                  <c:v>1.4802973661668753E-16</c:v>
                </c:pt>
                <c:pt idx="5064">
                  <c:v>1.4802973661668753E-16</c:v>
                </c:pt>
                <c:pt idx="5065">
                  <c:v>1.4802973661668753E-16</c:v>
                </c:pt>
                <c:pt idx="5066">
                  <c:v>1.4802973661668753E-16</c:v>
                </c:pt>
                <c:pt idx="5067">
                  <c:v>1.4802973661668753E-16</c:v>
                </c:pt>
                <c:pt idx="5068">
                  <c:v>1.4802973661668753E-16</c:v>
                </c:pt>
                <c:pt idx="5069">
                  <c:v>1.4802973661668753E-16</c:v>
                </c:pt>
                <c:pt idx="5070">
                  <c:v>1.4802973661668753E-16</c:v>
                </c:pt>
                <c:pt idx="5071">
                  <c:v>1.4802973661668753E-16</c:v>
                </c:pt>
                <c:pt idx="5072">
                  <c:v>1.4802973661668753E-16</c:v>
                </c:pt>
                <c:pt idx="5073">
                  <c:v>1.4802973661668753E-16</c:v>
                </c:pt>
                <c:pt idx="5074">
                  <c:v>1.4802973661668753E-16</c:v>
                </c:pt>
                <c:pt idx="5075">
                  <c:v>1.4802973661668753E-16</c:v>
                </c:pt>
                <c:pt idx="5076">
                  <c:v>1.4802973661668753E-16</c:v>
                </c:pt>
                <c:pt idx="5077">
                  <c:v>1.4802973661668753E-16</c:v>
                </c:pt>
                <c:pt idx="5078">
                  <c:v>1.4802973661668753E-16</c:v>
                </c:pt>
                <c:pt idx="5079">
                  <c:v>1.4802973661668753E-16</c:v>
                </c:pt>
                <c:pt idx="5080">
                  <c:v>1.4802973661668753E-16</c:v>
                </c:pt>
                <c:pt idx="5081">
                  <c:v>1.4802973661668753E-16</c:v>
                </c:pt>
                <c:pt idx="5082">
                  <c:v>1.4802973661668753E-16</c:v>
                </c:pt>
                <c:pt idx="5083">
                  <c:v>1.4802973661668753E-16</c:v>
                </c:pt>
                <c:pt idx="5084">
                  <c:v>1.4802973661668753E-16</c:v>
                </c:pt>
                <c:pt idx="5085">
                  <c:v>1.4802973661668753E-16</c:v>
                </c:pt>
                <c:pt idx="5086">
                  <c:v>1.4802973661668753E-16</c:v>
                </c:pt>
                <c:pt idx="5087">
                  <c:v>1.4802973661668753E-16</c:v>
                </c:pt>
                <c:pt idx="5088">
                  <c:v>1.4802973661668753E-16</c:v>
                </c:pt>
                <c:pt idx="5089">
                  <c:v>1.4802973661668753E-16</c:v>
                </c:pt>
                <c:pt idx="5090">
                  <c:v>1.4802973661668753E-16</c:v>
                </c:pt>
                <c:pt idx="5091">
                  <c:v>1.4802973661668753E-16</c:v>
                </c:pt>
                <c:pt idx="5092">
                  <c:v>1.4802973661668753E-16</c:v>
                </c:pt>
                <c:pt idx="5093">
                  <c:v>1.4802973661668753E-16</c:v>
                </c:pt>
                <c:pt idx="5094">
                  <c:v>1.4802973661668753E-16</c:v>
                </c:pt>
                <c:pt idx="5095">
                  <c:v>1.4802973661668753E-16</c:v>
                </c:pt>
                <c:pt idx="5096">
                  <c:v>1.4802973661668753E-16</c:v>
                </c:pt>
                <c:pt idx="5097">
                  <c:v>1.4802973661668753E-16</c:v>
                </c:pt>
                <c:pt idx="5098">
                  <c:v>1.4802973661668753E-16</c:v>
                </c:pt>
                <c:pt idx="5099">
                  <c:v>1.4802973661668753E-16</c:v>
                </c:pt>
                <c:pt idx="5100">
                  <c:v>1.4802973661668753E-16</c:v>
                </c:pt>
                <c:pt idx="5101">
                  <c:v>1.4802973661668753E-16</c:v>
                </c:pt>
                <c:pt idx="5102">
                  <c:v>1.4802973661668753E-16</c:v>
                </c:pt>
                <c:pt idx="5103">
                  <c:v>1.4802973661668753E-16</c:v>
                </c:pt>
                <c:pt idx="5104">
                  <c:v>1.4802973661668753E-16</c:v>
                </c:pt>
                <c:pt idx="5105">
                  <c:v>1.4802973661668753E-16</c:v>
                </c:pt>
                <c:pt idx="5106">
                  <c:v>1.4802973661668753E-16</c:v>
                </c:pt>
                <c:pt idx="5107">
                  <c:v>1.4802973661668753E-16</c:v>
                </c:pt>
                <c:pt idx="5108">
                  <c:v>1.4802973661668753E-16</c:v>
                </c:pt>
                <c:pt idx="5109">
                  <c:v>1.4802973661668753E-16</c:v>
                </c:pt>
                <c:pt idx="5110">
                  <c:v>1.4802973661668753E-16</c:v>
                </c:pt>
                <c:pt idx="5111">
                  <c:v>1.4802973661668753E-16</c:v>
                </c:pt>
                <c:pt idx="5112">
                  <c:v>1.4802973661668753E-16</c:v>
                </c:pt>
                <c:pt idx="5113">
                  <c:v>1.4802973661668753E-16</c:v>
                </c:pt>
                <c:pt idx="5114">
                  <c:v>1.4802973661668753E-16</c:v>
                </c:pt>
                <c:pt idx="5115">
                  <c:v>1.4802973661668753E-16</c:v>
                </c:pt>
                <c:pt idx="5116">
                  <c:v>1.4802973661668753E-16</c:v>
                </c:pt>
                <c:pt idx="5117">
                  <c:v>1.4802973661668753E-16</c:v>
                </c:pt>
                <c:pt idx="5118">
                  <c:v>1.4802973661668753E-16</c:v>
                </c:pt>
                <c:pt idx="5119">
                  <c:v>1.4802973661668753E-16</c:v>
                </c:pt>
                <c:pt idx="5120">
                  <c:v>1.4802973661668753E-16</c:v>
                </c:pt>
                <c:pt idx="5121">
                  <c:v>1.4802973661668753E-16</c:v>
                </c:pt>
                <c:pt idx="5122">
                  <c:v>1.4802973661668753E-16</c:v>
                </c:pt>
                <c:pt idx="5123">
                  <c:v>1.4802973661668753E-16</c:v>
                </c:pt>
                <c:pt idx="5124">
                  <c:v>1.4802973661668753E-16</c:v>
                </c:pt>
                <c:pt idx="5125">
                  <c:v>1.4802973661668753E-16</c:v>
                </c:pt>
                <c:pt idx="5126">
                  <c:v>1.4802973661668753E-16</c:v>
                </c:pt>
                <c:pt idx="5127">
                  <c:v>1.4802973661668753E-16</c:v>
                </c:pt>
                <c:pt idx="5128">
                  <c:v>1.4802973661668753E-16</c:v>
                </c:pt>
                <c:pt idx="5129">
                  <c:v>1.4802973661668753E-16</c:v>
                </c:pt>
                <c:pt idx="5130">
                  <c:v>1.4802973661668753E-16</c:v>
                </c:pt>
                <c:pt idx="5131">
                  <c:v>1.4802973661668753E-16</c:v>
                </c:pt>
                <c:pt idx="5132">
                  <c:v>1.4802973661668753E-16</c:v>
                </c:pt>
                <c:pt idx="5133">
                  <c:v>1.4802973661668753E-16</c:v>
                </c:pt>
                <c:pt idx="5134">
                  <c:v>1.4802973661668753E-16</c:v>
                </c:pt>
                <c:pt idx="5135">
                  <c:v>1.4802973661668753E-16</c:v>
                </c:pt>
                <c:pt idx="5136">
                  <c:v>1.4802973661668753E-16</c:v>
                </c:pt>
                <c:pt idx="5137">
                  <c:v>1.4802973661668753E-16</c:v>
                </c:pt>
                <c:pt idx="5138">
                  <c:v>1.4802973661668753E-16</c:v>
                </c:pt>
                <c:pt idx="5139">
                  <c:v>1.4802973661668753E-16</c:v>
                </c:pt>
                <c:pt idx="5140">
                  <c:v>1.4802973661668753E-16</c:v>
                </c:pt>
                <c:pt idx="5141">
                  <c:v>1.4802973661668753E-16</c:v>
                </c:pt>
                <c:pt idx="5142">
                  <c:v>1.4802973661668753E-16</c:v>
                </c:pt>
                <c:pt idx="5143">
                  <c:v>1.4802973661668753E-16</c:v>
                </c:pt>
                <c:pt idx="5144">
                  <c:v>1.4802973661668753E-16</c:v>
                </c:pt>
                <c:pt idx="5145">
                  <c:v>1.4802973661668753E-16</c:v>
                </c:pt>
                <c:pt idx="5146">
                  <c:v>1.4802973661668753E-16</c:v>
                </c:pt>
                <c:pt idx="5147">
                  <c:v>1.4802973661668753E-16</c:v>
                </c:pt>
                <c:pt idx="5148">
                  <c:v>1.4802973661668753E-16</c:v>
                </c:pt>
                <c:pt idx="5149">
                  <c:v>1.4802973661668753E-16</c:v>
                </c:pt>
                <c:pt idx="5150">
                  <c:v>1.4802973661668753E-16</c:v>
                </c:pt>
                <c:pt idx="5151">
                  <c:v>1.4802973661668753E-16</c:v>
                </c:pt>
                <c:pt idx="5152">
                  <c:v>1.4802973661668753E-16</c:v>
                </c:pt>
                <c:pt idx="5153">
                  <c:v>1.4802973661668753E-16</c:v>
                </c:pt>
                <c:pt idx="5154">
                  <c:v>1.4802973661668753E-16</c:v>
                </c:pt>
                <c:pt idx="5155">
                  <c:v>1.4802973661668753E-16</c:v>
                </c:pt>
                <c:pt idx="5156">
                  <c:v>1.4802973661668753E-16</c:v>
                </c:pt>
                <c:pt idx="5157">
                  <c:v>1.4802973661668753E-16</c:v>
                </c:pt>
                <c:pt idx="5158">
                  <c:v>1.4802973661668753E-16</c:v>
                </c:pt>
                <c:pt idx="5159">
                  <c:v>1.4802973661668753E-16</c:v>
                </c:pt>
                <c:pt idx="5160">
                  <c:v>1.4802973661668753E-16</c:v>
                </c:pt>
                <c:pt idx="5161">
                  <c:v>1.4802973661668753E-16</c:v>
                </c:pt>
                <c:pt idx="5162">
                  <c:v>1.4802973661668753E-16</c:v>
                </c:pt>
                <c:pt idx="5163">
                  <c:v>1.4802973661668753E-16</c:v>
                </c:pt>
                <c:pt idx="5164">
                  <c:v>1.4802973661668753E-16</c:v>
                </c:pt>
                <c:pt idx="5165">
                  <c:v>1.4802973661668753E-16</c:v>
                </c:pt>
                <c:pt idx="5166">
                  <c:v>1.4802973661668753E-16</c:v>
                </c:pt>
                <c:pt idx="5167">
                  <c:v>1.4802973661668753E-16</c:v>
                </c:pt>
                <c:pt idx="5168">
                  <c:v>1.4802973661668753E-16</c:v>
                </c:pt>
                <c:pt idx="5169">
                  <c:v>1.4802973661668753E-16</c:v>
                </c:pt>
                <c:pt idx="5170">
                  <c:v>1.4802973661668753E-16</c:v>
                </c:pt>
                <c:pt idx="5171">
                  <c:v>1.4802973661668753E-16</c:v>
                </c:pt>
                <c:pt idx="5172">
                  <c:v>1.4802973661668753E-16</c:v>
                </c:pt>
                <c:pt idx="5173">
                  <c:v>1.4802973661668753E-16</c:v>
                </c:pt>
                <c:pt idx="5174">
                  <c:v>1.4802973661668753E-16</c:v>
                </c:pt>
                <c:pt idx="5175">
                  <c:v>1.4802973661668753E-16</c:v>
                </c:pt>
                <c:pt idx="5176">
                  <c:v>1.4802973661668753E-16</c:v>
                </c:pt>
                <c:pt idx="5177">
                  <c:v>1.4802973661668753E-16</c:v>
                </c:pt>
                <c:pt idx="5178">
                  <c:v>1.4802973661668753E-16</c:v>
                </c:pt>
                <c:pt idx="5179">
                  <c:v>1.4802973661668753E-16</c:v>
                </c:pt>
                <c:pt idx="5180">
                  <c:v>1.4802973661668753E-16</c:v>
                </c:pt>
                <c:pt idx="5181">
                  <c:v>1.4802973661668753E-16</c:v>
                </c:pt>
                <c:pt idx="5182">
                  <c:v>1.4802973661668753E-16</c:v>
                </c:pt>
                <c:pt idx="5183">
                  <c:v>1.4802973661668753E-16</c:v>
                </c:pt>
                <c:pt idx="5184">
                  <c:v>1.4802973661668753E-16</c:v>
                </c:pt>
                <c:pt idx="5185">
                  <c:v>1.4802973661668753E-16</c:v>
                </c:pt>
                <c:pt idx="5186">
                  <c:v>1.4802973661668753E-16</c:v>
                </c:pt>
                <c:pt idx="5187">
                  <c:v>1.4802973661668753E-16</c:v>
                </c:pt>
                <c:pt idx="5188">
                  <c:v>1.4802973661668753E-16</c:v>
                </c:pt>
                <c:pt idx="5189">
                  <c:v>1.4802973661668753E-16</c:v>
                </c:pt>
                <c:pt idx="5190">
                  <c:v>1.4802973661668753E-16</c:v>
                </c:pt>
                <c:pt idx="5191">
                  <c:v>1.4802973661668753E-16</c:v>
                </c:pt>
                <c:pt idx="5192">
                  <c:v>1.4802973661668753E-16</c:v>
                </c:pt>
                <c:pt idx="5193">
                  <c:v>1.4802973661668753E-16</c:v>
                </c:pt>
                <c:pt idx="5194">
                  <c:v>1.4802973661668753E-16</c:v>
                </c:pt>
                <c:pt idx="5195">
                  <c:v>1.4802973661668753E-16</c:v>
                </c:pt>
                <c:pt idx="5196">
                  <c:v>1.4802973661668753E-16</c:v>
                </c:pt>
                <c:pt idx="5197">
                  <c:v>1.4802973661668753E-16</c:v>
                </c:pt>
                <c:pt idx="5198">
                  <c:v>1.4802973661668753E-16</c:v>
                </c:pt>
                <c:pt idx="5199">
                  <c:v>1.4802973661668753E-16</c:v>
                </c:pt>
                <c:pt idx="5200">
                  <c:v>1.4802973661668753E-16</c:v>
                </c:pt>
                <c:pt idx="5201">
                  <c:v>1.4802973661668753E-16</c:v>
                </c:pt>
                <c:pt idx="5202">
                  <c:v>1.4802973661668753E-16</c:v>
                </c:pt>
                <c:pt idx="5203">
                  <c:v>1.4802973661668753E-16</c:v>
                </c:pt>
                <c:pt idx="5204">
                  <c:v>1.4802973661668753E-16</c:v>
                </c:pt>
                <c:pt idx="5205">
                  <c:v>1.4802973661668753E-16</c:v>
                </c:pt>
                <c:pt idx="5206">
                  <c:v>1.4802973661668753E-16</c:v>
                </c:pt>
                <c:pt idx="5207">
                  <c:v>1.4802973661668753E-16</c:v>
                </c:pt>
                <c:pt idx="5208">
                  <c:v>1.4802973661668753E-16</c:v>
                </c:pt>
                <c:pt idx="5209">
                  <c:v>1.4802973661668753E-16</c:v>
                </c:pt>
                <c:pt idx="5210">
                  <c:v>1.4802973661668753E-16</c:v>
                </c:pt>
                <c:pt idx="5211">
                  <c:v>1.4802973661668753E-16</c:v>
                </c:pt>
                <c:pt idx="5212">
                  <c:v>1.4802973661668753E-16</c:v>
                </c:pt>
                <c:pt idx="5213">
                  <c:v>1.4802973661668753E-16</c:v>
                </c:pt>
                <c:pt idx="5214">
                  <c:v>1.4802973661668753E-16</c:v>
                </c:pt>
                <c:pt idx="5215">
                  <c:v>1.4802973661668753E-16</c:v>
                </c:pt>
                <c:pt idx="5216">
                  <c:v>1.4802973661668753E-16</c:v>
                </c:pt>
                <c:pt idx="5217">
                  <c:v>1.4802973661668753E-16</c:v>
                </c:pt>
                <c:pt idx="5218">
                  <c:v>1.4802973661668753E-16</c:v>
                </c:pt>
                <c:pt idx="5219">
                  <c:v>1.4802973661668753E-16</c:v>
                </c:pt>
                <c:pt idx="5220">
                  <c:v>1.4802973661668753E-16</c:v>
                </c:pt>
                <c:pt idx="5221">
                  <c:v>1.4802973661668753E-16</c:v>
                </c:pt>
                <c:pt idx="5222">
                  <c:v>1.4802973661668753E-16</c:v>
                </c:pt>
                <c:pt idx="5223">
                  <c:v>1.4802973661668753E-16</c:v>
                </c:pt>
                <c:pt idx="5224">
                  <c:v>1.4802973661668753E-16</c:v>
                </c:pt>
                <c:pt idx="5225">
                  <c:v>1.4802973661668753E-16</c:v>
                </c:pt>
                <c:pt idx="5226">
                  <c:v>1.4802973661668753E-16</c:v>
                </c:pt>
                <c:pt idx="5227">
                  <c:v>1.4802973661668753E-16</c:v>
                </c:pt>
                <c:pt idx="5228">
                  <c:v>1.4802973661668753E-16</c:v>
                </c:pt>
                <c:pt idx="5229">
                  <c:v>1.4802973661668753E-16</c:v>
                </c:pt>
                <c:pt idx="5230">
                  <c:v>1.4802973661668753E-16</c:v>
                </c:pt>
                <c:pt idx="5231">
                  <c:v>1.4802973661668753E-16</c:v>
                </c:pt>
                <c:pt idx="5232">
                  <c:v>1.4802973661668753E-16</c:v>
                </c:pt>
                <c:pt idx="5233">
                  <c:v>1.4802973661668753E-16</c:v>
                </c:pt>
                <c:pt idx="5234">
                  <c:v>1.4802973661668753E-16</c:v>
                </c:pt>
                <c:pt idx="5235">
                  <c:v>1.4802973661668753E-16</c:v>
                </c:pt>
                <c:pt idx="5236">
                  <c:v>1.4802973661668753E-16</c:v>
                </c:pt>
                <c:pt idx="5237">
                  <c:v>1.4802973661668753E-16</c:v>
                </c:pt>
                <c:pt idx="5238">
                  <c:v>1.4802973661668753E-16</c:v>
                </c:pt>
                <c:pt idx="5239">
                  <c:v>1.4802973661668753E-16</c:v>
                </c:pt>
                <c:pt idx="5240">
                  <c:v>1.4802973661668753E-16</c:v>
                </c:pt>
                <c:pt idx="5241">
                  <c:v>1.4802973661668753E-16</c:v>
                </c:pt>
                <c:pt idx="5242">
                  <c:v>1.4802973661668753E-16</c:v>
                </c:pt>
                <c:pt idx="5243">
                  <c:v>1.4802973661668753E-16</c:v>
                </c:pt>
                <c:pt idx="5244">
                  <c:v>1.4802973661668753E-16</c:v>
                </c:pt>
                <c:pt idx="5245">
                  <c:v>1.4802973661668753E-16</c:v>
                </c:pt>
                <c:pt idx="5246">
                  <c:v>1.4802973661668753E-16</c:v>
                </c:pt>
                <c:pt idx="5247">
                  <c:v>1.4802973661668753E-16</c:v>
                </c:pt>
                <c:pt idx="5248">
                  <c:v>1.4802973661668753E-16</c:v>
                </c:pt>
                <c:pt idx="5249">
                  <c:v>1.4802973661668753E-16</c:v>
                </c:pt>
                <c:pt idx="5250">
                  <c:v>1.4802973661668753E-16</c:v>
                </c:pt>
                <c:pt idx="5251">
                  <c:v>1.4802973661668753E-16</c:v>
                </c:pt>
                <c:pt idx="5252">
                  <c:v>1.4802973661668753E-16</c:v>
                </c:pt>
                <c:pt idx="5253">
                  <c:v>1.4802973661668753E-16</c:v>
                </c:pt>
                <c:pt idx="5254">
                  <c:v>1.4802973661668753E-16</c:v>
                </c:pt>
                <c:pt idx="5255">
                  <c:v>1.4802973661668753E-16</c:v>
                </c:pt>
                <c:pt idx="5256">
                  <c:v>1.4802973661668753E-16</c:v>
                </c:pt>
                <c:pt idx="5257">
                  <c:v>1.4802973661668753E-16</c:v>
                </c:pt>
                <c:pt idx="5258">
                  <c:v>1.4802973661668753E-16</c:v>
                </c:pt>
                <c:pt idx="5259">
                  <c:v>1.4802973661668753E-16</c:v>
                </c:pt>
                <c:pt idx="5260">
                  <c:v>1.4802973661668753E-16</c:v>
                </c:pt>
                <c:pt idx="5261">
                  <c:v>1.4802973661668753E-16</c:v>
                </c:pt>
                <c:pt idx="5262">
                  <c:v>1.4802973661668753E-16</c:v>
                </c:pt>
                <c:pt idx="5263">
                  <c:v>1.4802973661668753E-16</c:v>
                </c:pt>
                <c:pt idx="5264">
                  <c:v>1.4802973661668753E-16</c:v>
                </c:pt>
                <c:pt idx="5265">
                  <c:v>1.4802973661668753E-16</c:v>
                </c:pt>
                <c:pt idx="5266">
                  <c:v>1.4802973661668753E-16</c:v>
                </c:pt>
                <c:pt idx="5267">
                  <c:v>1.4802973661668753E-16</c:v>
                </c:pt>
                <c:pt idx="5268">
                  <c:v>1.4802973661668753E-16</c:v>
                </c:pt>
                <c:pt idx="5269">
                  <c:v>1.4802973661668753E-16</c:v>
                </c:pt>
                <c:pt idx="5270">
                  <c:v>1.4802973661668753E-16</c:v>
                </c:pt>
                <c:pt idx="5271">
                  <c:v>1.4802973661668753E-16</c:v>
                </c:pt>
                <c:pt idx="5272">
                  <c:v>1.4802973661668753E-16</c:v>
                </c:pt>
                <c:pt idx="5273">
                  <c:v>1.4802973661668753E-16</c:v>
                </c:pt>
                <c:pt idx="5274">
                  <c:v>1.4802973661668753E-16</c:v>
                </c:pt>
                <c:pt idx="5275">
                  <c:v>1.4802973661668753E-16</c:v>
                </c:pt>
                <c:pt idx="5276">
                  <c:v>1.4802973661668753E-16</c:v>
                </c:pt>
                <c:pt idx="5277">
                  <c:v>1.4802973661668753E-16</c:v>
                </c:pt>
                <c:pt idx="5278">
                  <c:v>1.4802973661668753E-16</c:v>
                </c:pt>
                <c:pt idx="5279">
                  <c:v>1.4802973661668753E-16</c:v>
                </c:pt>
                <c:pt idx="5280">
                  <c:v>1.4802973661668753E-16</c:v>
                </c:pt>
                <c:pt idx="5281">
                  <c:v>1.4802973661668753E-16</c:v>
                </c:pt>
                <c:pt idx="5282">
                  <c:v>1.4802973661668753E-16</c:v>
                </c:pt>
                <c:pt idx="5283">
                  <c:v>1.4802973661668753E-16</c:v>
                </c:pt>
                <c:pt idx="5284">
                  <c:v>1.4802973661668753E-16</c:v>
                </c:pt>
                <c:pt idx="5285">
                  <c:v>1.4802973661668753E-16</c:v>
                </c:pt>
                <c:pt idx="5286">
                  <c:v>1.4802973661668753E-16</c:v>
                </c:pt>
                <c:pt idx="5287">
                  <c:v>1.4802973661668753E-16</c:v>
                </c:pt>
                <c:pt idx="5288">
                  <c:v>1.4802973661668753E-16</c:v>
                </c:pt>
                <c:pt idx="5289">
                  <c:v>1.4802973661668753E-16</c:v>
                </c:pt>
                <c:pt idx="5290">
                  <c:v>1.4802973661668753E-16</c:v>
                </c:pt>
                <c:pt idx="5291">
                  <c:v>1.4802973661668753E-16</c:v>
                </c:pt>
                <c:pt idx="5292">
                  <c:v>1.4802973661668753E-16</c:v>
                </c:pt>
                <c:pt idx="5293">
                  <c:v>1.4802973661668753E-16</c:v>
                </c:pt>
                <c:pt idx="5294">
                  <c:v>1.4802973661668753E-16</c:v>
                </c:pt>
                <c:pt idx="5295">
                  <c:v>1.4802973661668753E-16</c:v>
                </c:pt>
                <c:pt idx="5296">
                  <c:v>1.4802973661668753E-16</c:v>
                </c:pt>
                <c:pt idx="5297">
                  <c:v>1.4802973661668753E-16</c:v>
                </c:pt>
                <c:pt idx="5298">
                  <c:v>1.4802973661668753E-16</c:v>
                </c:pt>
                <c:pt idx="5299">
                  <c:v>1.4802973661668753E-16</c:v>
                </c:pt>
                <c:pt idx="5300">
                  <c:v>1.4802973661668753E-16</c:v>
                </c:pt>
                <c:pt idx="5301">
                  <c:v>1.4802973661668753E-16</c:v>
                </c:pt>
                <c:pt idx="5302">
                  <c:v>1.4802973661668753E-16</c:v>
                </c:pt>
                <c:pt idx="5303">
                  <c:v>1.4802973661668753E-16</c:v>
                </c:pt>
                <c:pt idx="5304">
                  <c:v>1.4802973661668753E-16</c:v>
                </c:pt>
                <c:pt idx="5305">
                  <c:v>1.4802973661668753E-16</c:v>
                </c:pt>
                <c:pt idx="5306">
                  <c:v>1.4802973661668753E-16</c:v>
                </c:pt>
                <c:pt idx="5307">
                  <c:v>1.4802973661668753E-16</c:v>
                </c:pt>
                <c:pt idx="5308">
                  <c:v>1.4802973661668753E-16</c:v>
                </c:pt>
                <c:pt idx="5309">
                  <c:v>1.4802973661668753E-16</c:v>
                </c:pt>
                <c:pt idx="5310">
                  <c:v>1.4802973661668753E-16</c:v>
                </c:pt>
                <c:pt idx="5311">
                  <c:v>1.4802973661668753E-16</c:v>
                </c:pt>
                <c:pt idx="5312">
                  <c:v>1.4802973661668753E-16</c:v>
                </c:pt>
                <c:pt idx="5313">
                  <c:v>1.4802973661668753E-16</c:v>
                </c:pt>
                <c:pt idx="5314">
                  <c:v>1.4802973661668753E-16</c:v>
                </c:pt>
                <c:pt idx="5315">
                  <c:v>1.4802973661668753E-16</c:v>
                </c:pt>
                <c:pt idx="5316">
                  <c:v>1.4802973661668753E-16</c:v>
                </c:pt>
                <c:pt idx="5317">
                  <c:v>1.4802973661668753E-16</c:v>
                </c:pt>
                <c:pt idx="5318">
                  <c:v>1.4802973661668753E-16</c:v>
                </c:pt>
                <c:pt idx="5319">
                  <c:v>1.4802973661668753E-16</c:v>
                </c:pt>
                <c:pt idx="5320">
                  <c:v>1.4802973661668753E-16</c:v>
                </c:pt>
                <c:pt idx="5321">
                  <c:v>1.4802973661668753E-16</c:v>
                </c:pt>
                <c:pt idx="5322">
                  <c:v>1.4802973661668753E-16</c:v>
                </c:pt>
                <c:pt idx="5323">
                  <c:v>1.4802973661668753E-16</c:v>
                </c:pt>
                <c:pt idx="5324">
                  <c:v>1.4802973661668753E-16</c:v>
                </c:pt>
                <c:pt idx="5325">
                  <c:v>1.4802973661668753E-16</c:v>
                </c:pt>
                <c:pt idx="5326">
                  <c:v>1.4802973661668753E-16</c:v>
                </c:pt>
                <c:pt idx="5327">
                  <c:v>1.4802973661668753E-16</c:v>
                </c:pt>
                <c:pt idx="5328">
                  <c:v>1.4802973661668753E-16</c:v>
                </c:pt>
                <c:pt idx="5329">
                  <c:v>1.4802973661668753E-16</c:v>
                </c:pt>
                <c:pt idx="5330">
                  <c:v>1.4802973661668753E-16</c:v>
                </c:pt>
                <c:pt idx="5331">
                  <c:v>1.4802973661668753E-16</c:v>
                </c:pt>
                <c:pt idx="5332">
                  <c:v>1.4802973661668753E-16</c:v>
                </c:pt>
                <c:pt idx="5333">
                  <c:v>1.4802973661668753E-16</c:v>
                </c:pt>
                <c:pt idx="5334">
                  <c:v>1.4802973661668753E-16</c:v>
                </c:pt>
                <c:pt idx="5335">
                  <c:v>1.4802973661668753E-16</c:v>
                </c:pt>
                <c:pt idx="5336">
                  <c:v>1.4802973661668753E-16</c:v>
                </c:pt>
                <c:pt idx="5337">
                  <c:v>1.4802973661668753E-16</c:v>
                </c:pt>
                <c:pt idx="5338">
                  <c:v>1.4802973661668753E-16</c:v>
                </c:pt>
                <c:pt idx="5339">
                  <c:v>1.4802973661668753E-16</c:v>
                </c:pt>
                <c:pt idx="5340">
                  <c:v>1.4802973661668753E-16</c:v>
                </c:pt>
                <c:pt idx="5341">
                  <c:v>1.4802973661668753E-16</c:v>
                </c:pt>
                <c:pt idx="5342">
                  <c:v>1.4802973661668753E-16</c:v>
                </c:pt>
                <c:pt idx="5343">
                  <c:v>1.4802973661668753E-16</c:v>
                </c:pt>
                <c:pt idx="5344">
                  <c:v>1.4802973661668753E-16</c:v>
                </c:pt>
                <c:pt idx="5345">
                  <c:v>1.4802973661668753E-16</c:v>
                </c:pt>
                <c:pt idx="5346">
                  <c:v>1.4802973661668753E-16</c:v>
                </c:pt>
                <c:pt idx="5347">
                  <c:v>1.4802973661668753E-16</c:v>
                </c:pt>
                <c:pt idx="5348">
                  <c:v>1.4802973661668753E-16</c:v>
                </c:pt>
                <c:pt idx="5349">
                  <c:v>1.4802973661668753E-16</c:v>
                </c:pt>
                <c:pt idx="5350">
                  <c:v>1.4802973661668753E-16</c:v>
                </c:pt>
                <c:pt idx="5351">
                  <c:v>1.4802973661668753E-16</c:v>
                </c:pt>
                <c:pt idx="5352">
                  <c:v>1.4802973661668753E-16</c:v>
                </c:pt>
                <c:pt idx="5353">
                  <c:v>1.4802973661668753E-16</c:v>
                </c:pt>
                <c:pt idx="5354">
                  <c:v>1.4802973661668753E-16</c:v>
                </c:pt>
                <c:pt idx="5355">
                  <c:v>1.4802973661668753E-16</c:v>
                </c:pt>
                <c:pt idx="5356">
                  <c:v>1.4802973661668753E-16</c:v>
                </c:pt>
                <c:pt idx="5357">
                  <c:v>1.4802973661668753E-16</c:v>
                </c:pt>
                <c:pt idx="5358">
                  <c:v>1.4802973661668753E-16</c:v>
                </c:pt>
                <c:pt idx="5359">
                  <c:v>1.4802973661668753E-16</c:v>
                </c:pt>
                <c:pt idx="5360">
                  <c:v>1.4802973661668753E-16</c:v>
                </c:pt>
                <c:pt idx="5361">
                  <c:v>1.4802973661668753E-16</c:v>
                </c:pt>
                <c:pt idx="5362">
                  <c:v>1.4802973661668753E-16</c:v>
                </c:pt>
                <c:pt idx="5363">
                  <c:v>1.4802973661668753E-16</c:v>
                </c:pt>
                <c:pt idx="5364">
                  <c:v>1.4802973661668753E-16</c:v>
                </c:pt>
                <c:pt idx="5365">
                  <c:v>1.4802973661668753E-16</c:v>
                </c:pt>
                <c:pt idx="5366">
                  <c:v>1.4802973661668753E-16</c:v>
                </c:pt>
                <c:pt idx="5367">
                  <c:v>1.4802973661668753E-16</c:v>
                </c:pt>
                <c:pt idx="5368">
                  <c:v>1.4802973661668753E-16</c:v>
                </c:pt>
                <c:pt idx="5369">
                  <c:v>1.4802973661668753E-16</c:v>
                </c:pt>
                <c:pt idx="5370">
                  <c:v>1.4802973661668753E-16</c:v>
                </c:pt>
                <c:pt idx="5371">
                  <c:v>1.4802973661668753E-16</c:v>
                </c:pt>
                <c:pt idx="5372">
                  <c:v>1.4802973661668753E-16</c:v>
                </c:pt>
                <c:pt idx="5373">
                  <c:v>1.4802973661668753E-16</c:v>
                </c:pt>
                <c:pt idx="5374">
                  <c:v>1.4802973661668753E-16</c:v>
                </c:pt>
                <c:pt idx="5375">
                  <c:v>1.4802973661668753E-16</c:v>
                </c:pt>
                <c:pt idx="5376">
                  <c:v>1.4802973661668753E-16</c:v>
                </c:pt>
                <c:pt idx="5377">
                  <c:v>1.4802973661668753E-16</c:v>
                </c:pt>
                <c:pt idx="5378">
                  <c:v>1.4802973661668753E-16</c:v>
                </c:pt>
                <c:pt idx="5379">
                  <c:v>1.4802973661668753E-16</c:v>
                </c:pt>
                <c:pt idx="5380">
                  <c:v>1.4802973661668753E-16</c:v>
                </c:pt>
                <c:pt idx="5381">
                  <c:v>1.4802973661668753E-16</c:v>
                </c:pt>
                <c:pt idx="5382">
                  <c:v>1.4802973661668753E-16</c:v>
                </c:pt>
                <c:pt idx="5383">
                  <c:v>1.4802973661668753E-16</c:v>
                </c:pt>
                <c:pt idx="5384">
                  <c:v>1.4802973661668753E-16</c:v>
                </c:pt>
                <c:pt idx="5385">
                  <c:v>1.4802973661668753E-16</c:v>
                </c:pt>
                <c:pt idx="5386">
                  <c:v>1.4802973661668753E-16</c:v>
                </c:pt>
                <c:pt idx="5387">
                  <c:v>1.4802973661668753E-16</c:v>
                </c:pt>
                <c:pt idx="5388">
                  <c:v>1.4802973661668753E-16</c:v>
                </c:pt>
                <c:pt idx="5389">
                  <c:v>1.4802973661668753E-16</c:v>
                </c:pt>
                <c:pt idx="5390">
                  <c:v>1.4802973661668753E-16</c:v>
                </c:pt>
                <c:pt idx="5391">
                  <c:v>1.4802973661668753E-16</c:v>
                </c:pt>
                <c:pt idx="5392">
                  <c:v>1.4802973661668753E-16</c:v>
                </c:pt>
                <c:pt idx="5393">
                  <c:v>1.4802973661668753E-16</c:v>
                </c:pt>
                <c:pt idx="5394">
                  <c:v>1.4802973661668753E-16</c:v>
                </c:pt>
                <c:pt idx="5395">
                  <c:v>1.4802973661668753E-16</c:v>
                </c:pt>
                <c:pt idx="5396">
                  <c:v>1.4802973661668753E-16</c:v>
                </c:pt>
                <c:pt idx="5397">
                  <c:v>1.4802973661668753E-16</c:v>
                </c:pt>
                <c:pt idx="5398">
                  <c:v>1.4802973661668753E-16</c:v>
                </c:pt>
                <c:pt idx="5399">
                  <c:v>1.4802973661668753E-16</c:v>
                </c:pt>
                <c:pt idx="5400">
                  <c:v>1.4802973661668753E-16</c:v>
                </c:pt>
                <c:pt idx="5401">
                  <c:v>1.4802973661668753E-16</c:v>
                </c:pt>
                <c:pt idx="5402">
                  <c:v>1.4802973661668753E-16</c:v>
                </c:pt>
                <c:pt idx="5403">
                  <c:v>1.4802973661668753E-16</c:v>
                </c:pt>
                <c:pt idx="5404">
                  <c:v>1.4802973661668753E-16</c:v>
                </c:pt>
                <c:pt idx="5405">
                  <c:v>1.4802973661668753E-16</c:v>
                </c:pt>
                <c:pt idx="5406">
                  <c:v>1.4802973661668753E-16</c:v>
                </c:pt>
                <c:pt idx="5407">
                  <c:v>1.4802973661668753E-16</c:v>
                </c:pt>
                <c:pt idx="5408">
                  <c:v>1.4802973661668753E-16</c:v>
                </c:pt>
                <c:pt idx="5409">
                  <c:v>1.4802973661668753E-16</c:v>
                </c:pt>
                <c:pt idx="5410">
                  <c:v>1.4802973661668753E-16</c:v>
                </c:pt>
                <c:pt idx="5411">
                  <c:v>1.4802973661668753E-16</c:v>
                </c:pt>
                <c:pt idx="5412">
                  <c:v>1.4802973661668753E-16</c:v>
                </c:pt>
                <c:pt idx="5413">
                  <c:v>1.4802973661668753E-16</c:v>
                </c:pt>
                <c:pt idx="5414">
                  <c:v>1.4802973661668753E-16</c:v>
                </c:pt>
                <c:pt idx="5415">
                  <c:v>1.4802973661668753E-16</c:v>
                </c:pt>
                <c:pt idx="5416">
                  <c:v>1.4802973661668753E-16</c:v>
                </c:pt>
                <c:pt idx="5417">
                  <c:v>1.4802973661668753E-16</c:v>
                </c:pt>
                <c:pt idx="5418">
                  <c:v>1.4802973661668753E-16</c:v>
                </c:pt>
                <c:pt idx="5419">
                  <c:v>1.4802973661668753E-16</c:v>
                </c:pt>
                <c:pt idx="5420">
                  <c:v>1.4802973661668753E-16</c:v>
                </c:pt>
                <c:pt idx="5421">
                  <c:v>1.4802973661668753E-16</c:v>
                </c:pt>
                <c:pt idx="5422">
                  <c:v>1.4802973661668753E-16</c:v>
                </c:pt>
                <c:pt idx="5423">
                  <c:v>1.4802973661668753E-16</c:v>
                </c:pt>
                <c:pt idx="5424">
                  <c:v>1.4802973661668753E-16</c:v>
                </c:pt>
                <c:pt idx="5425">
                  <c:v>1.4802973661668753E-16</c:v>
                </c:pt>
                <c:pt idx="5426">
                  <c:v>1.4802973661668753E-16</c:v>
                </c:pt>
                <c:pt idx="5427">
                  <c:v>1.4802973661668753E-16</c:v>
                </c:pt>
                <c:pt idx="5428">
                  <c:v>1.4802973661668753E-16</c:v>
                </c:pt>
                <c:pt idx="5429">
                  <c:v>1.4802973661668753E-16</c:v>
                </c:pt>
                <c:pt idx="5430">
                  <c:v>1.4802973661668753E-16</c:v>
                </c:pt>
                <c:pt idx="5431">
                  <c:v>1.4802973661668753E-16</c:v>
                </c:pt>
                <c:pt idx="5432">
                  <c:v>1.4802973661668753E-16</c:v>
                </c:pt>
                <c:pt idx="5433">
                  <c:v>1.4802973661668753E-16</c:v>
                </c:pt>
                <c:pt idx="5434">
                  <c:v>1.4802973661668753E-16</c:v>
                </c:pt>
                <c:pt idx="5435">
                  <c:v>1.4802973661668753E-16</c:v>
                </c:pt>
                <c:pt idx="5436">
                  <c:v>1.4802973661668753E-16</c:v>
                </c:pt>
                <c:pt idx="5437">
                  <c:v>1.4802973661668753E-16</c:v>
                </c:pt>
                <c:pt idx="5438">
                  <c:v>1.4802973661668753E-16</c:v>
                </c:pt>
                <c:pt idx="5439">
                  <c:v>1.4802973661668753E-16</c:v>
                </c:pt>
                <c:pt idx="5440">
                  <c:v>1.4802973661668753E-16</c:v>
                </c:pt>
                <c:pt idx="5441">
                  <c:v>1.4802973661668753E-16</c:v>
                </c:pt>
                <c:pt idx="5442">
                  <c:v>1.4802973661668753E-16</c:v>
                </c:pt>
                <c:pt idx="5443">
                  <c:v>1.4802973661668753E-16</c:v>
                </c:pt>
                <c:pt idx="5444">
                  <c:v>1.4802973661668753E-16</c:v>
                </c:pt>
                <c:pt idx="5445">
                  <c:v>1.4802973661668753E-16</c:v>
                </c:pt>
                <c:pt idx="5446">
                  <c:v>1.4802973661668753E-16</c:v>
                </c:pt>
                <c:pt idx="5447">
                  <c:v>1.4802973661668753E-16</c:v>
                </c:pt>
                <c:pt idx="5448">
                  <c:v>1.4802973661668753E-16</c:v>
                </c:pt>
                <c:pt idx="5449">
                  <c:v>1.4802973661668753E-16</c:v>
                </c:pt>
                <c:pt idx="5450">
                  <c:v>1.4802973661668753E-16</c:v>
                </c:pt>
                <c:pt idx="5451">
                  <c:v>1.4802973661668753E-16</c:v>
                </c:pt>
                <c:pt idx="5452">
                  <c:v>1.4802973661668753E-16</c:v>
                </c:pt>
                <c:pt idx="5453">
                  <c:v>1.4802973661668753E-16</c:v>
                </c:pt>
                <c:pt idx="5454">
                  <c:v>1.4802973661668753E-16</c:v>
                </c:pt>
                <c:pt idx="5455">
                  <c:v>1.4802973661668753E-16</c:v>
                </c:pt>
                <c:pt idx="5456">
                  <c:v>1.4802973661668753E-16</c:v>
                </c:pt>
                <c:pt idx="5457">
                  <c:v>1.4802973661668753E-16</c:v>
                </c:pt>
                <c:pt idx="5458">
                  <c:v>1.4802973661668753E-16</c:v>
                </c:pt>
                <c:pt idx="5459">
                  <c:v>1.4802973661668753E-16</c:v>
                </c:pt>
                <c:pt idx="5460">
                  <c:v>1.4802973661668753E-16</c:v>
                </c:pt>
                <c:pt idx="5461">
                  <c:v>1.4802973661668753E-16</c:v>
                </c:pt>
                <c:pt idx="5462">
                  <c:v>1.4802973661668753E-16</c:v>
                </c:pt>
                <c:pt idx="5463">
                  <c:v>1.4802973661668753E-16</c:v>
                </c:pt>
                <c:pt idx="5464">
                  <c:v>1.4802973661668753E-16</c:v>
                </c:pt>
                <c:pt idx="5465">
                  <c:v>1.4802973661668753E-16</c:v>
                </c:pt>
                <c:pt idx="5466">
                  <c:v>1.4802973661668753E-16</c:v>
                </c:pt>
                <c:pt idx="5467">
                  <c:v>1.4802973661668753E-16</c:v>
                </c:pt>
                <c:pt idx="5468">
                  <c:v>1.4802973661668753E-16</c:v>
                </c:pt>
                <c:pt idx="5469">
                  <c:v>1.4802973661668753E-16</c:v>
                </c:pt>
                <c:pt idx="5470">
                  <c:v>1.4802973661668753E-16</c:v>
                </c:pt>
                <c:pt idx="5471">
                  <c:v>1.4802973661668753E-16</c:v>
                </c:pt>
                <c:pt idx="5472">
                  <c:v>1.4802973661668753E-16</c:v>
                </c:pt>
                <c:pt idx="5473">
                  <c:v>1.4802973661668753E-16</c:v>
                </c:pt>
                <c:pt idx="5474">
                  <c:v>1.4802973661668753E-16</c:v>
                </c:pt>
                <c:pt idx="5475">
                  <c:v>1.4802973661668753E-16</c:v>
                </c:pt>
                <c:pt idx="5476">
                  <c:v>1.4802973661668753E-16</c:v>
                </c:pt>
                <c:pt idx="5477">
                  <c:v>1.4802973661668753E-16</c:v>
                </c:pt>
                <c:pt idx="5478">
                  <c:v>1.4802973661668753E-16</c:v>
                </c:pt>
                <c:pt idx="5479">
                  <c:v>1.4802973661668753E-16</c:v>
                </c:pt>
                <c:pt idx="5480">
                  <c:v>1.4802973661668753E-16</c:v>
                </c:pt>
                <c:pt idx="5481">
                  <c:v>1.4802973661668753E-16</c:v>
                </c:pt>
                <c:pt idx="5482">
                  <c:v>1.4802973661668753E-16</c:v>
                </c:pt>
                <c:pt idx="5483">
                  <c:v>1.4802973661668753E-16</c:v>
                </c:pt>
                <c:pt idx="5484">
                  <c:v>1.4802973661668753E-16</c:v>
                </c:pt>
                <c:pt idx="5485">
                  <c:v>1.4802973661668753E-16</c:v>
                </c:pt>
                <c:pt idx="5486">
                  <c:v>1.4802973661668753E-16</c:v>
                </c:pt>
                <c:pt idx="5487">
                  <c:v>1.4802973661668753E-16</c:v>
                </c:pt>
                <c:pt idx="5488">
                  <c:v>1.4802973661668753E-16</c:v>
                </c:pt>
                <c:pt idx="5489">
                  <c:v>1.4802973661668753E-16</c:v>
                </c:pt>
                <c:pt idx="5490">
                  <c:v>1.4802973661668753E-16</c:v>
                </c:pt>
                <c:pt idx="5491">
                  <c:v>1.4802973661668753E-16</c:v>
                </c:pt>
                <c:pt idx="5492">
                  <c:v>1.4802973661668753E-16</c:v>
                </c:pt>
                <c:pt idx="5493">
                  <c:v>1.4802973661668753E-16</c:v>
                </c:pt>
                <c:pt idx="5494">
                  <c:v>1.4802973661668753E-16</c:v>
                </c:pt>
                <c:pt idx="5495">
                  <c:v>1.4802973661668753E-16</c:v>
                </c:pt>
                <c:pt idx="5496">
                  <c:v>1.4802973661668753E-16</c:v>
                </c:pt>
                <c:pt idx="5497">
                  <c:v>1.4802973661668753E-16</c:v>
                </c:pt>
                <c:pt idx="5498">
                  <c:v>1.4802973661668753E-16</c:v>
                </c:pt>
                <c:pt idx="5499">
                  <c:v>1.4802973661668753E-16</c:v>
                </c:pt>
                <c:pt idx="5500">
                  <c:v>1.4802973661668753E-16</c:v>
                </c:pt>
                <c:pt idx="5501">
                  <c:v>1.4802973661668753E-16</c:v>
                </c:pt>
                <c:pt idx="5502">
                  <c:v>1.4802973661668753E-16</c:v>
                </c:pt>
                <c:pt idx="5503">
                  <c:v>1.4802973661668753E-16</c:v>
                </c:pt>
                <c:pt idx="5504">
                  <c:v>1.4802973661668753E-16</c:v>
                </c:pt>
                <c:pt idx="5505">
                  <c:v>1.4802973661668753E-16</c:v>
                </c:pt>
                <c:pt idx="5506">
                  <c:v>1.4802973661668753E-16</c:v>
                </c:pt>
                <c:pt idx="5507">
                  <c:v>1.4802973661668753E-16</c:v>
                </c:pt>
                <c:pt idx="5508">
                  <c:v>1.4802973661668753E-16</c:v>
                </c:pt>
                <c:pt idx="5509">
                  <c:v>1.4802973661668753E-16</c:v>
                </c:pt>
                <c:pt idx="5510">
                  <c:v>1.4802973661668753E-16</c:v>
                </c:pt>
                <c:pt idx="5511">
                  <c:v>1.4802973661668753E-16</c:v>
                </c:pt>
                <c:pt idx="5512">
                  <c:v>1.4802973661668753E-16</c:v>
                </c:pt>
                <c:pt idx="5513">
                  <c:v>1.4802973661668753E-16</c:v>
                </c:pt>
                <c:pt idx="5514">
                  <c:v>1.4802973661668753E-16</c:v>
                </c:pt>
                <c:pt idx="5515">
                  <c:v>1.4802973661668753E-16</c:v>
                </c:pt>
                <c:pt idx="5516">
                  <c:v>1.4802973661668753E-16</c:v>
                </c:pt>
                <c:pt idx="5517">
                  <c:v>1.4802973661668753E-16</c:v>
                </c:pt>
                <c:pt idx="5518">
                  <c:v>1.4802973661668753E-16</c:v>
                </c:pt>
                <c:pt idx="5519">
                  <c:v>1.4802973661668753E-16</c:v>
                </c:pt>
                <c:pt idx="5520">
                  <c:v>1.4802973661668753E-16</c:v>
                </c:pt>
                <c:pt idx="5521">
                  <c:v>1.4802973661668753E-16</c:v>
                </c:pt>
                <c:pt idx="5522">
                  <c:v>1.4802973661668753E-16</c:v>
                </c:pt>
                <c:pt idx="5523">
                  <c:v>1.4802973661668753E-16</c:v>
                </c:pt>
                <c:pt idx="5524">
                  <c:v>1.4802973661668753E-16</c:v>
                </c:pt>
                <c:pt idx="5525">
                  <c:v>1.4802973661668753E-16</c:v>
                </c:pt>
                <c:pt idx="5526">
                  <c:v>1.4802973661668753E-16</c:v>
                </c:pt>
                <c:pt idx="5527">
                  <c:v>1.4802973661668753E-16</c:v>
                </c:pt>
                <c:pt idx="5528">
                  <c:v>1.4802973661668753E-16</c:v>
                </c:pt>
                <c:pt idx="5529">
                  <c:v>1.4802973661668753E-16</c:v>
                </c:pt>
                <c:pt idx="5530">
                  <c:v>1.4802973661668753E-16</c:v>
                </c:pt>
                <c:pt idx="5531">
                  <c:v>1.4802973661668753E-16</c:v>
                </c:pt>
                <c:pt idx="5532">
                  <c:v>1.4802973661668753E-16</c:v>
                </c:pt>
                <c:pt idx="5533">
                  <c:v>1.4802973661668753E-16</c:v>
                </c:pt>
                <c:pt idx="5534">
                  <c:v>1.4802973661668753E-16</c:v>
                </c:pt>
                <c:pt idx="5535">
                  <c:v>1.4802973661668753E-16</c:v>
                </c:pt>
                <c:pt idx="5536">
                  <c:v>1.4802973661668753E-16</c:v>
                </c:pt>
                <c:pt idx="5537">
                  <c:v>1.4802973661668753E-16</c:v>
                </c:pt>
                <c:pt idx="5538">
                  <c:v>1.4802973661668753E-16</c:v>
                </c:pt>
                <c:pt idx="5539">
                  <c:v>1.4802973661668753E-16</c:v>
                </c:pt>
                <c:pt idx="5540">
                  <c:v>1.4802973661668753E-16</c:v>
                </c:pt>
                <c:pt idx="5541">
                  <c:v>1.4802973661668753E-16</c:v>
                </c:pt>
                <c:pt idx="5542">
                  <c:v>1.4802973661668753E-16</c:v>
                </c:pt>
                <c:pt idx="5543">
                  <c:v>1.4802973661668753E-16</c:v>
                </c:pt>
                <c:pt idx="5544">
                  <c:v>1.4802973661668753E-16</c:v>
                </c:pt>
                <c:pt idx="5545">
                  <c:v>1.4802973661668753E-16</c:v>
                </c:pt>
                <c:pt idx="5546">
                  <c:v>1.4802973661668753E-16</c:v>
                </c:pt>
                <c:pt idx="5547">
                  <c:v>1.4802973661668753E-16</c:v>
                </c:pt>
                <c:pt idx="5548">
                  <c:v>1.4802973661668753E-16</c:v>
                </c:pt>
                <c:pt idx="5549">
                  <c:v>1.4802973661668753E-16</c:v>
                </c:pt>
                <c:pt idx="5550">
                  <c:v>1.4802973661668753E-16</c:v>
                </c:pt>
                <c:pt idx="5551">
                  <c:v>1.4802973661668753E-16</c:v>
                </c:pt>
                <c:pt idx="5552">
                  <c:v>1.4802973661668753E-16</c:v>
                </c:pt>
                <c:pt idx="5553">
                  <c:v>1.4802973661668753E-16</c:v>
                </c:pt>
                <c:pt idx="5554">
                  <c:v>1.4802973661668753E-16</c:v>
                </c:pt>
                <c:pt idx="5555">
                  <c:v>1.4802973661668753E-16</c:v>
                </c:pt>
                <c:pt idx="5556">
                  <c:v>1.4802973661668753E-16</c:v>
                </c:pt>
                <c:pt idx="5557">
                  <c:v>1.4802973661668753E-16</c:v>
                </c:pt>
                <c:pt idx="5558">
                  <c:v>1.4802973661668753E-16</c:v>
                </c:pt>
                <c:pt idx="5559">
                  <c:v>1.4802973661668753E-16</c:v>
                </c:pt>
                <c:pt idx="5560">
                  <c:v>1.4802973661668753E-16</c:v>
                </c:pt>
                <c:pt idx="5561">
                  <c:v>1.4802973661668753E-16</c:v>
                </c:pt>
                <c:pt idx="5562">
                  <c:v>1.4802973661668753E-16</c:v>
                </c:pt>
                <c:pt idx="5563">
                  <c:v>1.4802973661668753E-16</c:v>
                </c:pt>
                <c:pt idx="5564">
                  <c:v>1.4802973661668753E-16</c:v>
                </c:pt>
                <c:pt idx="5565">
                  <c:v>1.4802973661668753E-16</c:v>
                </c:pt>
                <c:pt idx="5566">
                  <c:v>1.4802973661668753E-16</c:v>
                </c:pt>
                <c:pt idx="5567">
                  <c:v>1.4802973661668753E-16</c:v>
                </c:pt>
                <c:pt idx="5568">
                  <c:v>1.4802973661668753E-16</c:v>
                </c:pt>
                <c:pt idx="5569">
                  <c:v>1.4802973661668753E-16</c:v>
                </c:pt>
                <c:pt idx="5570">
                  <c:v>1.4802973661668753E-16</c:v>
                </c:pt>
                <c:pt idx="5571">
                  <c:v>1.4802973661668753E-16</c:v>
                </c:pt>
                <c:pt idx="5572">
                  <c:v>1.4802973661668753E-16</c:v>
                </c:pt>
                <c:pt idx="5573">
                  <c:v>1.4802973661668753E-16</c:v>
                </c:pt>
                <c:pt idx="5574">
                  <c:v>1.4802973661668753E-16</c:v>
                </c:pt>
                <c:pt idx="5575">
                  <c:v>1.4802973661668753E-16</c:v>
                </c:pt>
                <c:pt idx="5576">
                  <c:v>1.4802973661668753E-16</c:v>
                </c:pt>
                <c:pt idx="5577">
                  <c:v>1.4802973661668753E-16</c:v>
                </c:pt>
                <c:pt idx="5578">
                  <c:v>1.4802973661668753E-16</c:v>
                </c:pt>
                <c:pt idx="5579">
                  <c:v>1.4802973661668753E-16</c:v>
                </c:pt>
                <c:pt idx="5580">
                  <c:v>1.4802973661668753E-16</c:v>
                </c:pt>
                <c:pt idx="5581">
                  <c:v>1.4802973661668753E-16</c:v>
                </c:pt>
                <c:pt idx="5582">
                  <c:v>1.4802973661668753E-16</c:v>
                </c:pt>
                <c:pt idx="5583">
                  <c:v>1.4802973661668753E-16</c:v>
                </c:pt>
                <c:pt idx="5584">
                  <c:v>1.4802973661668753E-16</c:v>
                </c:pt>
                <c:pt idx="5585">
                  <c:v>1.4802973661668753E-16</c:v>
                </c:pt>
                <c:pt idx="5586">
                  <c:v>1.4802973661668753E-16</c:v>
                </c:pt>
                <c:pt idx="5587">
                  <c:v>1.4802973661668753E-16</c:v>
                </c:pt>
                <c:pt idx="5588">
                  <c:v>1.4802973661668753E-16</c:v>
                </c:pt>
                <c:pt idx="5589">
                  <c:v>1.4802973661668753E-16</c:v>
                </c:pt>
                <c:pt idx="5590">
                  <c:v>1.4802973661668753E-16</c:v>
                </c:pt>
                <c:pt idx="5591">
                  <c:v>1.4802973661668753E-16</c:v>
                </c:pt>
                <c:pt idx="5592">
                  <c:v>1.4802973661668753E-16</c:v>
                </c:pt>
                <c:pt idx="5593">
                  <c:v>1.4802973661668753E-16</c:v>
                </c:pt>
                <c:pt idx="5594">
                  <c:v>1.4802973661668753E-16</c:v>
                </c:pt>
                <c:pt idx="5595">
                  <c:v>1.4802973661668753E-16</c:v>
                </c:pt>
                <c:pt idx="5596">
                  <c:v>1.4802973661668753E-16</c:v>
                </c:pt>
                <c:pt idx="5597">
                  <c:v>1.4802973661668753E-16</c:v>
                </c:pt>
                <c:pt idx="5598">
                  <c:v>1.4802973661668753E-16</c:v>
                </c:pt>
                <c:pt idx="5599">
                  <c:v>1.4802973661668753E-16</c:v>
                </c:pt>
                <c:pt idx="5600">
                  <c:v>1.4802973661668753E-16</c:v>
                </c:pt>
                <c:pt idx="5601">
                  <c:v>1.4802973661668753E-16</c:v>
                </c:pt>
                <c:pt idx="5602">
                  <c:v>1.4802973661668753E-16</c:v>
                </c:pt>
                <c:pt idx="5603">
                  <c:v>1.4802973661668753E-16</c:v>
                </c:pt>
                <c:pt idx="5604">
                  <c:v>1.4802973661668753E-16</c:v>
                </c:pt>
                <c:pt idx="5605">
                  <c:v>1.4802973661668753E-16</c:v>
                </c:pt>
                <c:pt idx="5606">
                  <c:v>1.4802973661668753E-16</c:v>
                </c:pt>
                <c:pt idx="5607">
                  <c:v>1.4802973661668753E-16</c:v>
                </c:pt>
                <c:pt idx="5608">
                  <c:v>1.4802973661668753E-16</c:v>
                </c:pt>
                <c:pt idx="5609">
                  <c:v>1.4802973661668753E-16</c:v>
                </c:pt>
                <c:pt idx="5610">
                  <c:v>1.4802973661668753E-16</c:v>
                </c:pt>
                <c:pt idx="5611">
                  <c:v>1.4802973661668753E-16</c:v>
                </c:pt>
                <c:pt idx="5612">
                  <c:v>1.4802973661668753E-16</c:v>
                </c:pt>
                <c:pt idx="5613">
                  <c:v>1.4802973661668753E-16</c:v>
                </c:pt>
                <c:pt idx="5614">
                  <c:v>1.4802973661668753E-16</c:v>
                </c:pt>
                <c:pt idx="5615">
                  <c:v>1.4802973661668753E-16</c:v>
                </c:pt>
                <c:pt idx="5616">
                  <c:v>1.4802973661668753E-16</c:v>
                </c:pt>
                <c:pt idx="5617">
                  <c:v>1.4802973661668753E-16</c:v>
                </c:pt>
                <c:pt idx="5618">
                  <c:v>1.4802973661668753E-16</c:v>
                </c:pt>
                <c:pt idx="5619">
                  <c:v>1.4802973661668753E-16</c:v>
                </c:pt>
                <c:pt idx="5620">
                  <c:v>1.4802973661668753E-16</c:v>
                </c:pt>
                <c:pt idx="5621">
                  <c:v>1.4802973661668753E-16</c:v>
                </c:pt>
                <c:pt idx="5622">
                  <c:v>1.4802973661668753E-16</c:v>
                </c:pt>
                <c:pt idx="5623">
                  <c:v>1.4802973661668753E-16</c:v>
                </c:pt>
                <c:pt idx="5624">
                  <c:v>1.4802973661668753E-16</c:v>
                </c:pt>
                <c:pt idx="5625">
                  <c:v>1.4802973661668753E-16</c:v>
                </c:pt>
                <c:pt idx="5626">
                  <c:v>1.4802973661668753E-16</c:v>
                </c:pt>
                <c:pt idx="5627">
                  <c:v>1.4802973661668753E-16</c:v>
                </c:pt>
                <c:pt idx="5628">
                  <c:v>1.4802973661668753E-16</c:v>
                </c:pt>
                <c:pt idx="5629">
                  <c:v>1.4802973661668753E-16</c:v>
                </c:pt>
                <c:pt idx="5630">
                  <c:v>1.4802973661668753E-16</c:v>
                </c:pt>
                <c:pt idx="5631">
                  <c:v>1.4802973661668753E-16</c:v>
                </c:pt>
                <c:pt idx="5632">
                  <c:v>1.4802973661668753E-16</c:v>
                </c:pt>
                <c:pt idx="5633">
                  <c:v>1.4802973661668753E-16</c:v>
                </c:pt>
                <c:pt idx="5634">
                  <c:v>1.4802973661668753E-16</c:v>
                </c:pt>
                <c:pt idx="5635">
                  <c:v>1.4802973661668753E-16</c:v>
                </c:pt>
                <c:pt idx="5636">
                  <c:v>1.4802973661668753E-16</c:v>
                </c:pt>
                <c:pt idx="5637">
                  <c:v>1.4802973661668753E-16</c:v>
                </c:pt>
                <c:pt idx="5638">
                  <c:v>1.4802973661668753E-16</c:v>
                </c:pt>
                <c:pt idx="5639">
                  <c:v>1.4802973661668753E-16</c:v>
                </c:pt>
                <c:pt idx="5640">
                  <c:v>1.4802973661668753E-16</c:v>
                </c:pt>
                <c:pt idx="5641">
                  <c:v>1.4802973661668753E-16</c:v>
                </c:pt>
                <c:pt idx="5642">
                  <c:v>1.4802973661668753E-16</c:v>
                </c:pt>
                <c:pt idx="5643">
                  <c:v>1.4802973661668753E-16</c:v>
                </c:pt>
                <c:pt idx="5644">
                  <c:v>1.4802973661668753E-16</c:v>
                </c:pt>
                <c:pt idx="5645">
                  <c:v>1.4802973661668753E-16</c:v>
                </c:pt>
                <c:pt idx="5646">
                  <c:v>1.4802973661668753E-16</c:v>
                </c:pt>
                <c:pt idx="5647">
                  <c:v>1.4802973661668753E-16</c:v>
                </c:pt>
                <c:pt idx="5648">
                  <c:v>1.4802973661668753E-16</c:v>
                </c:pt>
                <c:pt idx="5649">
                  <c:v>1.4802973661668753E-16</c:v>
                </c:pt>
                <c:pt idx="5650">
                  <c:v>1.4802973661668753E-16</c:v>
                </c:pt>
                <c:pt idx="5651">
                  <c:v>1.4802973661668753E-16</c:v>
                </c:pt>
                <c:pt idx="5652">
                  <c:v>1.4802973661668753E-16</c:v>
                </c:pt>
                <c:pt idx="5653">
                  <c:v>1.4802973661668753E-16</c:v>
                </c:pt>
                <c:pt idx="5654">
                  <c:v>1.4802973661668753E-16</c:v>
                </c:pt>
                <c:pt idx="5655">
                  <c:v>1.4802973661668753E-16</c:v>
                </c:pt>
                <c:pt idx="5656">
                  <c:v>1.4802973661668753E-16</c:v>
                </c:pt>
                <c:pt idx="5657">
                  <c:v>1.4802973661668753E-16</c:v>
                </c:pt>
                <c:pt idx="5658">
                  <c:v>1.4802973661668753E-16</c:v>
                </c:pt>
                <c:pt idx="5659">
                  <c:v>1.4802973661668753E-16</c:v>
                </c:pt>
                <c:pt idx="5660">
                  <c:v>1.4802973661668753E-16</c:v>
                </c:pt>
                <c:pt idx="5661">
                  <c:v>1.4802973661668753E-16</c:v>
                </c:pt>
                <c:pt idx="5662">
                  <c:v>1.4802973661668753E-16</c:v>
                </c:pt>
                <c:pt idx="5663">
                  <c:v>1.4802973661668753E-16</c:v>
                </c:pt>
                <c:pt idx="5664">
                  <c:v>1.4802973661668753E-16</c:v>
                </c:pt>
                <c:pt idx="5665">
                  <c:v>1.4802973661668753E-16</c:v>
                </c:pt>
                <c:pt idx="5666">
                  <c:v>1.4802973661668753E-16</c:v>
                </c:pt>
                <c:pt idx="5667">
                  <c:v>1.4802973661668753E-16</c:v>
                </c:pt>
                <c:pt idx="5668">
                  <c:v>1.4802973661668753E-16</c:v>
                </c:pt>
                <c:pt idx="5669">
                  <c:v>1.4802973661668753E-16</c:v>
                </c:pt>
                <c:pt idx="5670">
                  <c:v>1.4802973661668753E-16</c:v>
                </c:pt>
                <c:pt idx="5671">
                  <c:v>1.4802973661668753E-16</c:v>
                </c:pt>
                <c:pt idx="5672">
                  <c:v>1.4802973661668753E-16</c:v>
                </c:pt>
                <c:pt idx="5673">
                  <c:v>1.4802973661668753E-16</c:v>
                </c:pt>
                <c:pt idx="5674">
                  <c:v>1.4802973661668753E-16</c:v>
                </c:pt>
                <c:pt idx="5675">
                  <c:v>1.4802973661668753E-16</c:v>
                </c:pt>
                <c:pt idx="5676">
                  <c:v>1.4802973661668753E-16</c:v>
                </c:pt>
                <c:pt idx="5677">
                  <c:v>1.4802973661668753E-16</c:v>
                </c:pt>
                <c:pt idx="5678">
                  <c:v>1.4802973661668753E-16</c:v>
                </c:pt>
                <c:pt idx="5679">
                  <c:v>1.4802973661668753E-16</c:v>
                </c:pt>
                <c:pt idx="5680">
                  <c:v>1.4802973661668753E-16</c:v>
                </c:pt>
                <c:pt idx="5681">
                  <c:v>1.4802973661668753E-16</c:v>
                </c:pt>
                <c:pt idx="5682">
                  <c:v>1.4802973661668753E-16</c:v>
                </c:pt>
                <c:pt idx="5683">
                  <c:v>1.4802973661668753E-16</c:v>
                </c:pt>
                <c:pt idx="5684">
                  <c:v>1.4802973661668753E-16</c:v>
                </c:pt>
                <c:pt idx="5685">
                  <c:v>1.4802973661668753E-16</c:v>
                </c:pt>
                <c:pt idx="5686">
                  <c:v>1.4802973661668753E-16</c:v>
                </c:pt>
                <c:pt idx="5687">
                  <c:v>1.4802973661668753E-16</c:v>
                </c:pt>
                <c:pt idx="5688">
                  <c:v>1.4802973661668753E-16</c:v>
                </c:pt>
                <c:pt idx="5689">
                  <c:v>1.4802973661668753E-16</c:v>
                </c:pt>
                <c:pt idx="5690">
                  <c:v>1.4802973661668753E-16</c:v>
                </c:pt>
                <c:pt idx="5691">
                  <c:v>1.4802973661668753E-16</c:v>
                </c:pt>
                <c:pt idx="5692">
                  <c:v>1.4802973661668753E-16</c:v>
                </c:pt>
                <c:pt idx="5693">
                  <c:v>1.4802973661668753E-16</c:v>
                </c:pt>
                <c:pt idx="5694">
                  <c:v>1.4802973661668753E-16</c:v>
                </c:pt>
                <c:pt idx="5695">
                  <c:v>1.4802973661668753E-16</c:v>
                </c:pt>
                <c:pt idx="5696">
                  <c:v>1.4802973661668753E-16</c:v>
                </c:pt>
                <c:pt idx="5697">
                  <c:v>1.4802973661668753E-16</c:v>
                </c:pt>
                <c:pt idx="5698">
                  <c:v>1.4802973661668753E-16</c:v>
                </c:pt>
                <c:pt idx="5699">
                  <c:v>1.4802973661668753E-16</c:v>
                </c:pt>
                <c:pt idx="5700">
                  <c:v>1.4802973661668753E-16</c:v>
                </c:pt>
                <c:pt idx="5701">
                  <c:v>1.4802973661668753E-16</c:v>
                </c:pt>
                <c:pt idx="5702">
                  <c:v>1.4802973661668753E-16</c:v>
                </c:pt>
                <c:pt idx="5703">
                  <c:v>1.4802973661668753E-16</c:v>
                </c:pt>
                <c:pt idx="5704">
                  <c:v>1.4802973661668753E-16</c:v>
                </c:pt>
                <c:pt idx="5705">
                  <c:v>1.4802973661668753E-16</c:v>
                </c:pt>
                <c:pt idx="5706">
                  <c:v>1.4802973661668753E-16</c:v>
                </c:pt>
                <c:pt idx="5707">
                  <c:v>1.4802973661668753E-16</c:v>
                </c:pt>
                <c:pt idx="5708">
                  <c:v>1.4802973661668753E-16</c:v>
                </c:pt>
                <c:pt idx="5709">
                  <c:v>1.4802973661668753E-16</c:v>
                </c:pt>
                <c:pt idx="5710">
                  <c:v>1.4802973661668753E-16</c:v>
                </c:pt>
                <c:pt idx="5711">
                  <c:v>1.4802973661668753E-16</c:v>
                </c:pt>
                <c:pt idx="5712">
                  <c:v>1.4802973661668753E-16</c:v>
                </c:pt>
                <c:pt idx="5713">
                  <c:v>1.4802973661668753E-16</c:v>
                </c:pt>
                <c:pt idx="5714">
                  <c:v>1.4802973661668753E-16</c:v>
                </c:pt>
                <c:pt idx="5715">
                  <c:v>1.4802973661668753E-16</c:v>
                </c:pt>
                <c:pt idx="5716">
                  <c:v>1.4802973661668753E-16</c:v>
                </c:pt>
                <c:pt idx="5717">
                  <c:v>1.4802973661668753E-16</c:v>
                </c:pt>
                <c:pt idx="5718">
                  <c:v>1.4802973661668753E-16</c:v>
                </c:pt>
                <c:pt idx="5719">
                  <c:v>1.4802973661668753E-16</c:v>
                </c:pt>
                <c:pt idx="5720">
                  <c:v>1.4802973661668753E-16</c:v>
                </c:pt>
                <c:pt idx="5721">
                  <c:v>1.4802973661668753E-16</c:v>
                </c:pt>
                <c:pt idx="5722">
                  <c:v>1.4802973661668753E-16</c:v>
                </c:pt>
                <c:pt idx="5723">
                  <c:v>1.4802973661668753E-16</c:v>
                </c:pt>
                <c:pt idx="5724">
                  <c:v>1.4802973661668753E-16</c:v>
                </c:pt>
                <c:pt idx="5725">
                  <c:v>1.4802973661668753E-16</c:v>
                </c:pt>
                <c:pt idx="5726">
                  <c:v>1.4802973661668753E-16</c:v>
                </c:pt>
                <c:pt idx="5727">
                  <c:v>1.4802973661668753E-16</c:v>
                </c:pt>
                <c:pt idx="5728">
                  <c:v>1.4802973661668753E-16</c:v>
                </c:pt>
                <c:pt idx="5729">
                  <c:v>1.4802973661668753E-16</c:v>
                </c:pt>
                <c:pt idx="5730">
                  <c:v>1.4802973661668753E-16</c:v>
                </c:pt>
                <c:pt idx="5731">
                  <c:v>1.4802973661668753E-16</c:v>
                </c:pt>
                <c:pt idx="5732">
                  <c:v>1.4802973661668753E-16</c:v>
                </c:pt>
                <c:pt idx="5733">
                  <c:v>1.4802973661668753E-16</c:v>
                </c:pt>
                <c:pt idx="5734">
                  <c:v>1.4802973661668753E-16</c:v>
                </c:pt>
                <c:pt idx="5735">
                  <c:v>1.4802973661668753E-16</c:v>
                </c:pt>
                <c:pt idx="5736">
                  <c:v>1.4802973661668753E-16</c:v>
                </c:pt>
                <c:pt idx="5737">
                  <c:v>1.4802973661668753E-16</c:v>
                </c:pt>
                <c:pt idx="5738">
                  <c:v>1.4802973661668753E-16</c:v>
                </c:pt>
                <c:pt idx="5739">
                  <c:v>1.4802973661668753E-16</c:v>
                </c:pt>
                <c:pt idx="5740">
                  <c:v>1.4802973661668753E-16</c:v>
                </c:pt>
                <c:pt idx="5741">
                  <c:v>1.4802973661668753E-16</c:v>
                </c:pt>
                <c:pt idx="5742">
                  <c:v>1.4802973661668753E-16</c:v>
                </c:pt>
                <c:pt idx="5743">
                  <c:v>1.4802973661668753E-16</c:v>
                </c:pt>
                <c:pt idx="5744">
                  <c:v>1.4802973661668753E-16</c:v>
                </c:pt>
                <c:pt idx="5745">
                  <c:v>1.4802973661668753E-16</c:v>
                </c:pt>
                <c:pt idx="5746">
                  <c:v>1.4802973661668753E-16</c:v>
                </c:pt>
                <c:pt idx="5747">
                  <c:v>1.4802973661668753E-16</c:v>
                </c:pt>
                <c:pt idx="5748">
                  <c:v>1.4802973661668753E-16</c:v>
                </c:pt>
                <c:pt idx="5749">
                  <c:v>1.4802973661668753E-16</c:v>
                </c:pt>
                <c:pt idx="5750">
                  <c:v>1.4802973661668753E-16</c:v>
                </c:pt>
                <c:pt idx="5751">
                  <c:v>1.4802973661668753E-16</c:v>
                </c:pt>
                <c:pt idx="5752">
                  <c:v>1.4802973661668753E-16</c:v>
                </c:pt>
                <c:pt idx="5753">
                  <c:v>1.4802973661668753E-16</c:v>
                </c:pt>
                <c:pt idx="5754">
                  <c:v>1.4802973661668753E-16</c:v>
                </c:pt>
                <c:pt idx="5755">
                  <c:v>1.4802973661668753E-16</c:v>
                </c:pt>
                <c:pt idx="5756">
                  <c:v>1.4802973661668753E-16</c:v>
                </c:pt>
                <c:pt idx="5757">
                  <c:v>1.4802973661668753E-16</c:v>
                </c:pt>
                <c:pt idx="5758">
                  <c:v>1.4802973661668753E-16</c:v>
                </c:pt>
                <c:pt idx="5759">
                  <c:v>1.4802973661668753E-16</c:v>
                </c:pt>
                <c:pt idx="5760">
                  <c:v>1.4802973661668753E-16</c:v>
                </c:pt>
                <c:pt idx="5761">
                  <c:v>1.4802973661668753E-16</c:v>
                </c:pt>
                <c:pt idx="5762">
                  <c:v>1.4802973661668753E-16</c:v>
                </c:pt>
                <c:pt idx="5763">
                  <c:v>1.4802973661668753E-16</c:v>
                </c:pt>
                <c:pt idx="5764">
                  <c:v>1.4802973661668753E-16</c:v>
                </c:pt>
                <c:pt idx="5765">
                  <c:v>1.4802973661668753E-16</c:v>
                </c:pt>
                <c:pt idx="5766">
                  <c:v>1.4802973661668753E-16</c:v>
                </c:pt>
                <c:pt idx="5767">
                  <c:v>1.4802973661668753E-16</c:v>
                </c:pt>
                <c:pt idx="5768">
                  <c:v>1.4802973661668753E-16</c:v>
                </c:pt>
                <c:pt idx="5769">
                  <c:v>1.4802973661668753E-16</c:v>
                </c:pt>
                <c:pt idx="5770">
                  <c:v>1.4802973661668753E-16</c:v>
                </c:pt>
                <c:pt idx="5771">
                  <c:v>1.4802973661668753E-16</c:v>
                </c:pt>
                <c:pt idx="5772">
                  <c:v>1.4802973661668753E-16</c:v>
                </c:pt>
                <c:pt idx="5773">
                  <c:v>1.4802973661668753E-16</c:v>
                </c:pt>
                <c:pt idx="5774">
                  <c:v>1.4802973661668753E-16</c:v>
                </c:pt>
                <c:pt idx="5775">
                  <c:v>1.4802973661668753E-16</c:v>
                </c:pt>
                <c:pt idx="5776">
                  <c:v>1.4802973661668753E-16</c:v>
                </c:pt>
                <c:pt idx="5777">
                  <c:v>1.4802973661668753E-16</c:v>
                </c:pt>
                <c:pt idx="5778">
                  <c:v>1.4802973661668753E-16</c:v>
                </c:pt>
                <c:pt idx="5779">
                  <c:v>1.4802973661668753E-16</c:v>
                </c:pt>
                <c:pt idx="5780">
                  <c:v>1.4802973661668753E-16</c:v>
                </c:pt>
                <c:pt idx="5781">
                  <c:v>1.4802973661668753E-16</c:v>
                </c:pt>
                <c:pt idx="5782">
                  <c:v>1.4802973661668753E-16</c:v>
                </c:pt>
                <c:pt idx="5783">
                  <c:v>1.4802973661668753E-16</c:v>
                </c:pt>
                <c:pt idx="5784">
                  <c:v>1.4802973661668753E-16</c:v>
                </c:pt>
                <c:pt idx="5785">
                  <c:v>1.4802973661668753E-16</c:v>
                </c:pt>
                <c:pt idx="5786">
                  <c:v>1.4802973661668753E-16</c:v>
                </c:pt>
                <c:pt idx="5787">
                  <c:v>1.4802973661668753E-16</c:v>
                </c:pt>
                <c:pt idx="5788">
                  <c:v>1.4802973661668753E-16</c:v>
                </c:pt>
                <c:pt idx="5789">
                  <c:v>1.4802973661668753E-16</c:v>
                </c:pt>
                <c:pt idx="5790">
                  <c:v>1.4802973661668753E-16</c:v>
                </c:pt>
                <c:pt idx="5791">
                  <c:v>1.4802973661668753E-16</c:v>
                </c:pt>
                <c:pt idx="5792">
                  <c:v>1.4802973661668753E-16</c:v>
                </c:pt>
                <c:pt idx="5793">
                  <c:v>1.4802973661668753E-16</c:v>
                </c:pt>
                <c:pt idx="5794">
                  <c:v>1.4802973661668753E-16</c:v>
                </c:pt>
                <c:pt idx="5795">
                  <c:v>1.4802973661668753E-16</c:v>
                </c:pt>
                <c:pt idx="5796">
                  <c:v>1.4802973661668753E-16</c:v>
                </c:pt>
                <c:pt idx="5797">
                  <c:v>1.4802973661668753E-16</c:v>
                </c:pt>
                <c:pt idx="5798">
                  <c:v>1.4802973661668753E-16</c:v>
                </c:pt>
                <c:pt idx="5799">
                  <c:v>1.4802973661668753E-16</c:v>
                </c:pt>
                <c:pt idx="5800">
                  <c:v>1.4802973661668753E-16</c:v>
                </c:pt>
                <c:pt idx="5801">
                  <c:v>1.4802973661668753E-16</c:v>
                </c:pt>
                <c:pt idx="5802">
                  <c:v>1.4802973661668753E-16</c:v>
                </c:pt>
                <c:pt idx="5803">
                  <c:v>1.4802973661668753E-16</c:v>
                </c:pt>
                <c:pt idx="5804">
                  <c:v>1.4802973661668753E-16</c:v>
                </c:pt>
                <c:pt idx="5805">
                  <c:v>1.4802973661668753E-16</c:v>
                </c:pt>
                <c:pt idx="5806">
                  <c:v>1.4802973661668753E-16</c:v>
                </c:pt>
                <c:pt idx="5807">
                  <c:v>1.4802973661668753E-16</c:v>
                </c:pt>
                <c:pt idx="5808">
                  <c:v>1.4802973661668753E-16</c:v>
                </c:pt>
                <c:pt idx="5809">
                  <c:v>1.4802973661668753E-16</c:v>
                </c:pt>
                <c:pt idx="5810">
                  <c:v>1.4802973661668753E-16</c:v>
                </c:pt>
                <c:pt idx="5811">
                  <c:v>1.4802973661668753E-16</c:v>
                </c:pt>
                <c:pt idx="5812">
                  <c:v>1.4802973661668753E-16</c:v>
                </c:pt>
                <c:pt idx="5813">
                  <c:v>1.4802973661668753E-16</c:v>
                </c:pt>
                <c:pt idx="5814">
                  <c:v>1.4802973661668753E-16</c:v>
                </c:pt>
                <c:pt idx="5815">
                  <c:v>1.4802973661668753E-16</c:v>
                </c:pt>
                <c:pt idx="5816">
                  <c:v>1.4802973661668753E-16</c:v>
                </c:pt>
                <c:pt idx="5817">
                  <c:v>1.4802973661668753E-16</c:v>
                </c:pt>
                <c:pt idx="5818">
                  <c:v>1.4802973661668753E-16</c:v>
                </c:pt>
                <c:pt idx="5819">
                  <c:v>1.4802973661668753E-16</c:v>
                </c:pt>
                <c:pt idx="5820">
                  <c:v>1.4802973661668753E-16</c:v>
                </c:pt>
                <c:pt idx="5821">
                  <c:v>1.4802973661668753E-16</c:v>
                </c:pt>
                <c:pt idx="5822">
                  <c:v>1.4802973661668753E-16</c:v>
                </c:pt>
                <c:pt idx="5823">
                  <c:v>1.4802973661668753E-16</c:v>
                </c:pt>
                <c:pt idx="5824">
                  <c:v>1.4802973661668753E-16</c:v>
                </c:pt>
                <c:pt idx="5825">
                  <c:v>1.4802973661668753E-16</c:v>
                </c:pt>
                <c:pt idx="5826">
                  <c:v>1.4802973661668753E-16</c:v>
                </c:pt>
                <c:pt idx="5827">
                  <c:v>1.4802973661668753E-16</c:v>
                </c:pt>
                <c:pt idx="5828">
                  <c:v>1.4802973661668753E-16</c:v>
                </c:pt>
                <c:pt idx="5829">
                  <c:v>1.4802973661668753E-16</c:v>
                </c:pt>
                <c:pt idx="5830">
                  <c:v>1.4802973661668753E-16</c:v>
                </c:pt>
                <c:pt idx="5831">
                  <c:v>1.4802973661668753E-16</c:v>
                </c:pt>
                <c:pt idx="5832">
                  <c:v>1.4802973661668753E-16</c:v>
                </c:pt>
                <c:pt idx="5833">
                  <c:v>1.4802973661668753E-16</c:v>
                </c:pt>
                <c:pt idx="5834">
                  <c:v>1.4802973661668753E-16</c:v>
                </c:pt>
                <c:pt idx="5835">
                  <c:v>1.4802973661668753E-16</c:v>
                </c:pt>
                <c:pt idx="5836">
                  <c:v>1.4802973661668753E-16</c:v>
                </c:pt>
                <c:pt idx="5837">
                  <c:v>1.4802973661668753E-16</c:v>
                </c:pt>
                <c:pt idx="5838">
                  <c:v>1.4802973661668753E-16</c:v>
                </c:pt>
                <c:pt idx="5839">
                  <c:v>1.4802973661668753E-16</c:v>
                </c:pt>
                <c:pt idx="5840">
                  <c:v>1.4802973661668753E-16</c:v>
                </c:pt>
                <c:pt idx="5841">
                  <c:v>1.4802973661668753E-16</c:v>
                </c:pt>
                <c:pt idx="5842">
                  <c:v>1.4802973661668753E-16</c:v>
                </c:pt>
                <c:pt idx="5843">
                  <c:v>1.4802973661668753E-16</c:v>
                </c:pt>
                <c:pt idx="5844">
                  <c:v>1.4802973661668753E-16</c:v>
                </c:pt>
                <c:pt idx="5845">
                  <c:v>1.4802973661668753E-16</c:v>
                </c:pt>
                <c:pt idx="5846">
                  <c:v>1.4802973661668753E-16</c:v>
                </c:pt>
                <c:pt idx="5847">
                  <c:v>1.4802973661668753E-16</c:v>
                </c:pt>
                <c:pt idx="5848">
                  <c:v>1.4802973661668753E-16</c:v>
                </c:pt>
                <c:pt idx="5849">
                  <c:v>1.4802973661668753E-16</c:v>
                </c:pt>
                <c:pt idx="5850">
                  <c:v>1.4802973661668753E-16</c:v>
                </c:pt>
                <c:pt idx="5851">
                  <c:v>1.4802973661668753E-16</c:v>
                </c:pt>
                <c:pt idx="5852">
                  <c:v>1.4802973661668753E-16</c:v>
                </c:pt>
                <c:pt idx="5853">
                  <c:v>1.4802973661668753E-16</c:v>
                </c:pt>
                <c:pt idx="5854">
                  <c:v>1.4802973661668753E-16</c:v>
                </c:pt>
                <c:pt idx="5855">
                  <c:v>1.4802973661668753E-16</c:v>
                </c:pt>
                <c:pt idx="5856">
                  <c:v>1.4802973661668753E-16</c:v>
                </c:pt>
                <c:pt idx="5857">
                  <c:v>1.4802973661668753E-16</c:v>
                </c:pt>
                <c:pt idx="5858">
                  <c:v>1.4802973661668753E-16</c:v>
                </c:pt>
                <c:pt idx="5859">
                  <c:v>1.4802973661668753E-16</c:v>
                </c:pt>
                <c:pt idx="5860">
                  <c:v>1.4802973661668753E-16</c:v>
                </c:pt>
                <c:pt idx="5861">
                  <c:v>1.4802973661668753E-16</c:v>
                </c:pt>
                <c:pt idx="5862">
                  <c:v>1.4802973661668753E-16</c:v>
                </c:pt>
                <c:pt idx="5863">
                  <c:v>1.4802973661668753E-16</c:v>
                </c:pt>
                <c:pt idx="5864">
                  <c:v>1.4802973661668753E-16</c:v>
                </c:pt>
                <c:pt idx="5865">
                  <c:v>1.4802973661668753E-16</c:v>
                </c:pt>
                <c:pt idx="5866">
                  <c:v>1.4802973661668753E-16</c:v>
                </c:pt>
                <c:pt idx="5867">
                  <c:v>1.4802973661668753E-16</c:v>
                </c:pt>
                <c:pt idx="5868">
                  <c:v>1.4802973661668753E-16</c:v>
                </c:pt>
                <c:pt idx="5869">
                  <c:v>1.4802973661668753E-16</c:v>
                </c:pt>
                <c:pt idx="5870">
                  <c:v>1.4802973661668753E-16</c:v>
                </c:pt>
                <c:pt idx="5871">
                  <c:v>1.4802973661668753E-16</c:v>
                </c:pt>
                <c:pt idx="5872">
                  <c:v>1.4802973661668753E-16</c:v>
                </c:pt>
                <c:pt idx="5873">
                  <c:v>1.4802973661668753E-16</c:v>
                </c:pt>
                <c:pt idx="5874">
                  <c:v>1.4802973661668753E-16</c:v>
                </c:pt>
                <c:pt idx="5875">
                  <c:v>1.4802973661668753E-16</c:v>
                </c:pt>
                <c:pt idx="5876">
                  <c:v>1.4802973661668753E-16</c:v>
                </c:pt>
                <c:pt idx="5877">
                  <c:v>1.4802973661668753E-16</c:v>
                </c:pt>
                <c:pt idx="5878">
                  <c:v>1.4802973661668753E-16</c:v>
                </c:pt>
                <c:pt idx="5879">
                  <c:v>1.4802973661668753E-16</c:v>
                </c:pt>
                <c:pt idx="5880">
                  <c:v>1.4802973661668753E-16</c:v>
                </c:pt>
                <c:pt idx="5881">
                  <c:v>1.4802973661668753E-16</c:v>
                </c:pt>
                <c:pt idx="5882">
                  <c:v>1.4802973661668753E-16</c:v>
                </c:pt>
                <c:pt idx="5883">
                  <c:v>1.4802973661668753E-16</c:v>
                </c:pt>
                <c:pt idx="5884">
                  <c:v>1.4802973661668753E-16</c:v>
                </c:pt>
                <c:pt idx="5885">
                  <c:v>1.4802973661668753E-16</c:v>
                </c:pt>
                <c:pt idx="5886">
                  <c:v>1.4802973661668753E-16</c:v>
                </c:pt>
                <c:pt idx="5887">
                  <c:v>1.4802973661668753E-16</c:v>
                </c:pt>
                <c:pt idx="5888">
                  <c:v>1.4802973661668753E-16</c:v>
                </c:pt>
                <c:pt idx="5889">
                  <c:v>1.4802973661668753E-16</c:v>
                </c:pt>
                <c:pt idx="5890">
                  <c:v>1.4802973661668753E-16</c:v>
                </c:pt>
                <c:pt idx="5891">
                  <c:v>1.4802973661668753E-16</c:v>
                </c:pt>
                <c:pt idx="5892">
                  <c:v>1.4802973661668753E-16</c:v>
                </c:pt>
                <c:pt idx="5893">
                  <c:v>1.4802973661668753E-16</c:v>
                </c:pt>
                <c:pt idx="5894">
                  <c:v>1.4802973661668753E-16</c:v>
                </c:pt>
                <c:pt idx="5895">
                  <c:v>1.4802973661668753E-16</c:v>
                </c:pt>
                <c:pt idx="5896">
                  <c:v>1.4802973661668753E-16</c:v>
                </c:pt>
                <c:pt idx="5897">
                  <c:v>1.4802973661668753E-16</c:v>
                </c:pt>
                <c:pt idx="5898">
                  <c:v>1.4802973661668753E-16</c:v>
                </c:pt>
                <c:pt idx="5899">
                  <c:v>1.4802973661668753E-16</c:v>
                </c:pt>
                <c:pt idx="5900">
                  <c:v>1.4802973661668753E-16</c:v>
                </c:pt>
                <c:pt idx="5901">
                  <c:v>1.4802973661668753E-16</c:v>
                </c:pt>
                <c:pt idx="5902">
                  <c:v>1.4802973661668753E-16</c:v>
                </c:pt>
                <c:pt idx="5903">
                  <c:v>1.4802973661668753E-16</c:v>
                </c:pt>
                <c:pt idx="5904">
                  <c:v>1.4802973661668753E-16</c:v>
                </c:pt>
                <c:pt idx="5905">
                  <c:v>1.4802973661668753E-16</c:v>
                </c:pt>
                <c:pt idx="5906">
                  <c:v>1.4802973661668753E-16</c:v>
                </c:pt>
                <c:pt idx="5907">
                  <c:v>1.4802973661668753E-16</c:v>
                </c:pt>
                <c:pt idx="5908">
                  <c:v>1.4802973661668753E-16</c:v>
                </c:pt>
                <c:pt idx="5909">
                  <c:v>1.4802973661668753E-16</c:v>
                </c:pt>
                <c:pt idx="5910">
                  <c:v>1.4802973661668753E-16</c:v>
                </c:pt>
                <c:pt idx="5911">
                  <c:v>1.4802973661668753E-16</c:v>
                </c:pt>
                <c:pt idx="5912">
                  <c:v>1.4802973661668753E-16</c:v>
                </c:pt>
                <c:pt idx="5913">
                  <c:v>1.4802973661668753E-16</c:v>
                </c:pt>
                <c:pt idx="5914">
                  <c:v>1.4802973661668753E-16</c:v>
                </c:pt>
                <c:pt idx="5915">
                  <c:v>1.4802973661668753E-16</c:v>
                </c:pt>
                <c:pt idx="5916">
                  <c:v>1.4802973661668753E-16</c:v>
                </c:pt>
                <c:pt idx="5917">
                  <c:v>1.4802973661668753E-16</c:v>
                </c:pt>
                <c:pt idx="5918">
                  <c:v>1.4802973661668753E-16</c:v>
                </c:pt>
                <c:pt idx="5919">
                  <c:v>1.4802973661668753E-16</c:v>
                </c:pt>
                <c:pt idx="5920">
                  <c:v>1.4802973661668753E-16</c:v>
                </c:pt>
                <c:pt idx="5921">
                  <c:v>1.4802973661668753E-16</c:v>
                </c:pt>
                <c:pt idx="5922">
                  <c:v>1.4802973661668753E-16</c:v>
                </c:pt>
                <c:pt idx="5923">
                  <c:v>1.4802973661668753E-16</c:v>
                </c:pt>
                <c:pt idx="5924">
                  <c:v>1.4802973661668753E-16</c:v>
                </c:pt>
                <c:pt idx="5925">
                  <c:v>1.4802973661668753E-16</c:v>
                </c:pt>
                <c:pt idx="5926">
                  <c:v>1.4802973661668753E-16</c:v>
                </c:pt>
                <c:pt idx="5927">
                  <c:v>1.4802973661668753E-16</c:v>
                </c:pt>
                <c:pt idx="5928">
                  <c:v>1.4802973661668753E-16</c:v>
                </c:pt>
                <c:pt idx="5929">
                  <c:v>1.4802973661668753E-16</c:v>
                </c:pt>
                <c:pt idx="5930">
                  <c:v>1.4802973661668753E-16</c:v>
                </c:pt>
                <c:pt idx="5931">
                  <c:v>1.4802973661668753E-16</c:v>
                </c:pt>
                <c:pt idx="5932">
                  <c:v>1.4802973661668753E-16</c:v>
                </c:pt>
                <c:pt idx="5933">
                  <c:v>1.4802973661668753E-16</c:v>
                </c:pt>
                <c:pt idx="5934">
                  <c:v>1.4802973661668753E-16</c:v>
                </c:pt>
                <c:pt idx="5935">
                  <c:v>1.4802973661668753E-16</c:v>
                </c:pt>
                <c:pt idx="5936">
                  <c:v>1.4802973661668753E-16</c:v>
                </c:pt>
                <c:pt idx="5937">
                  <c:v>1.4802973661668753E-16</c:v>
                </c:pt>
                <c:pt idx="5938">
                  <c:v>1.4802973661668753E-16</c:v>
                </c:pt>
                <c:pt idx="5939">
                  <c:v>1.4802973661668753E-16</c:v>
                </c:pt>
                <c:pt idx="5940">
                  <c:v>1.4802973661668753E-16</c:v>
                </c:pt>
                <c:pt idx="5941">
                  <c:v>1.4802973661668753E-16</c:v>
                </c:pt>
                <c:pt idx="5942">
                  <c:v>1.4802973661668753E-16</c:v>
                </c:pt>
                <c:pt idx="5943">
                  <c:v>1.4802973661668753E-16</c:v>
                </c:pt>
                <c:pt idx="5944">
                  <c:v>1.4802973661668753E-16</c:v>
                </c:pt>
                <c:pt idx="5945">
                  <c:v>1.4802973661668753E-16</c:v>
                </c:pt>
                <c:pt idx="5946">
                  <c:v>1.4802973661668753E-16</c:v>
                </c:pt>
                <c:pt idx="5947">
                  <c:v>1.4802973661668753E-16</c:v>
                </c:pt>
                <c:pt idx="5948">
                  <c:v>1.4802973661668753E-16</c:v>
                </c:pt>
                <c:pt idx="5949">
                  <c:v>1.4802973661668753E-16</c:v>
                </c:pt>
                <c:pt idx="5950">
                  <c:v>1.4802973661668753E-16</c:v>
                </c:pt>
                <c:pt idx="5951">
                  <c:v>1.4802973661668753E-16</c:v>
                </c:pt>
                <c:pt idx="5952">
                  <c:v>1.4802973661668753E-16</c:v>
                </c:pt>
                <c:pt idx="5953">
                  <c:v>1.4802973661668753E-16</c:v>
                </c:pt>
                <c:pt idx="5954">
                  <c:v>1.4802973661668753E-16</c:v>
                </c:pt>
                <c:pt idx="5955">
                  <c:v>1.4802973661668753E-16</c:v>
                </c:pt>
                <c:pt idx="5956">
                  <c:v>1.4802973661668753E-16</c:v>
                </c:pt>
                <c:pt idx="5957">
                  <c:v>1.4802973661668753E-16</c:v>
                </c:pt>
                <c:pt idx="5958">
                  <c:v>1.4802973661668753E-16</c:v>
                </c:pt>
                <c:pt idx="5959">
                  <c:v>1.4802973661668753E-16</c:v>
                </c:pt>
                <c:pt idx="5960">
                  <c:v>1.4802973661668753E-16</c:v>
                </c:pt>
                <c:pt idx="5961">
                  <c:v>1.4802973661668753E-16</c:v>
                </c:pt>
                <c:pt idx="5962">
                  <c:v>1.4802973661668753E-16</c:v>
                </c:pt>
                <c:pt idx="5963">
                  <c:v>1.4802973661668753E-16</c:v>
                </c:pt>
                <c:pt idx="5964">
                  <c:v>1.4802973661668753E-16</c:v>
                </c:pt>
                <c:pt idx="5965">
                  <c:v>1.4802973661668753E-16</c:v>
                </c:pt>
                <c:pt idx="5966">
                  <c:v>1.4802973661668753E-16</c:v>
                </c:pt>
                <c:pt idx="5967">
                  <c:v>1.4802973661668753E-16</c:v>
                </c:pt>
                <c:pt idx="5968">
                  <c:v>1.4802973661668753E-16</c:v>
                </c:pt>
                <c:pt idx="5969">
                  <c:v>1.4802973661668753E-16</c:v>
                </c:pt>
                <c:pt idx="5970">
                  <c:v>1.4802973661668753E-16</c:v>
                </c:pt>
                <c:pt idx="5971">
                  <c:v>1.4802973661668753E-16</c:v>
                </c:pt>
                <c:pt idx="5972">
                  <c:v>1.4802973661668753E-16</c:v>
                </c:pt>
                <c:pt idx="5973">
                  <c:v>1.4802973661668753E-16</c:v>
                </c:pt>
                <c:pt idx="5974">
                  <c:v>1.4802973661668753E-16</c:v>
                </c:pt>
                <c:pt idx="5975">
                  <c:v>1.4802973661668753E-16</c:v>
                </c:pt>
                <c:pt idx="5976">
                  <c:v>1.4802973661668753E-16</c:v>
                </c:pt>
                <c:pt idx="5977">
                  <c:v>1.4802973661668753E-16</c:v>
                </c:pt>
                <c:pt idx="5978">
                  <c:v>1.4802973661668753E-16</c:v>
                </c:pt>
                <c:pt idx="5979">
                  <c:v>1.4802973661668753E-16</c:v>
                </c:pt>
                <c:pt idx="5980">
                  <c:v>1.4802973661668753E-16</c:v>
                </c:pt>
                <c:pt idx="5981">
                  <c:v>1.4802973661668753E-16</c:v>
                </c:pt>
                <c:pt idx="5982">
                  <c:v>1.4802973661668753E-16</c:v>
                </c:pt>
                <c:pt idx="5983">
                  <c:v>1.4802973661668753E-16</c:v>
                </c:pt>
                <c:pt idx="5984">
                  <c:v>1.4802973661668753E-16</c:v>
                </c:pt>
                <c:pt idx="5985">
                  <c:v>1.4802973661668753E-16</c:v>
                </c:pt>
                <c:pt idx="5986">
                  <c:v>1.4802973661668753E-16</c:v>
                </c:pt>
                <c:pt idx="5987">
                  <c:v>1.4802973661668753E-16</c:v>
                </c:pt>
                <c:pt idx="5988">
                  <c:v>1.4802973661668753E-16</c:v>
                </c:pt>
                <c:pt idx="5989">
                  <c:v>1.4802973661668753E-16</c:v>
                </c:pt>
                <c:pt idx="5990">
                  <c:v>1.4802973661668753E-16</c:v>
                </c:pt>
                <c:pt idx="5991">
                  <c:v>1.4802973661668753E-16</c:v>
                </c:pt>
                <c:pt idx="5992">
                  <c:v>1.4802973661668753E-16</c:v>
                </c:pt>
                <c:pt idx="5993">
                  <c:v>1.4802973661668753E-16</c:v>
                </c:pt>
                <c:pt idx="5994">
                  <c:v>1.4802973661668753E-16</c:v>
                </c:pt>
                <c:pt idx="5995">
                  <c:v>1.4802973661668753E-16</c:v>
                </c:pt>
                <c:pt idx="5996">
                  <c:v>1.4802973661668753E-16</c:v>
                </c:pt>
                <c:pt idx="5997">
                  <c:v>1.4802973661668753E-16</c:v>
                </c:pt>
                <c:pt idx="5998">
                  <c:v>1.4802973661668753E-16</c:v>
                </c:pt>
                <c:pt idx="5999">
                  <c:v>1.4802973661668753E-16</c:v>
                </c:pt>
                <c:pt idx="6000">
                  <c:v>1.4802973661668753E-16</c:v>
                </c:pt>
                <c:pt idx="6001">
                  <c:v>1.4802973661668753E-16</c:v>
                </c:pt>
                <c:pt idx="6002">
                  <c:v>1.4802973661668753E-16</c:v>
                </c:pt>
                <c:pt idx="6003">
                  <c:v>1.4802973661668753E-16</c:v>
                </c:pt>
                <c:pt idx="6004">
                  <c:v>1.4802973661668753E-16</c:v>
                </c:pt>
                <c:pt idx="6005">
                  <c:v>1.4802973661668753E-16</c:v>
                </c:pt>
                <c:pt idx="6006">
                  <c:v>1.4802973661668753E-16</c:v>
                </c:pt>
                <c:pt idx="6007">
                  <c:v>1.4802973661668753E-16</c:v>
                </c:pt>
                <c:pt idx="6008">
                  <c:v>1.4802973661668753E-16</c:v>
                </c:pt>
                <c:pt idx="6009">
                  <c:v>1.4802973661668753E-16</c:v>
                </c:pt>
                <c:pt idx="6010">
                  <c:v>1.4802973661668753E-16</c:v>
                </c:pt>
                <c:pt idx="6011">
                  <c:v>1.4802973661668753E-16</c:v>
                </c:pt>
                <c:pt idx="6012">
                  <c:v>1.4802973661668753E-16</c:v>
                </c:pt>
                <c:pt idx="6013">
                  <c:v>1.4802973661668753E-16</c:v>
                </c:pt>
                <c:pt idx="6014">
                  <c:v>1.4802973661668753E-16</c:v>
                </c:pt>
                <c:pt idx="6015">
                  <c:v>1.4802973661668753E-16</c:v>
                </c:pt>
                <c:pt idx="6016">
                  <c:v>1.4802973661668753E-16</c:v>
                </c:pt>
                <c:pt idx="6017">
                  <c:v>1.4802973661668753E-16</c:v>
                </c:pt>
                <c:pt idx="6018">
                  <c:v>1.4802973661668753E-16</c:v>
                </c:pt>
                <c:pt idx="6019">
                  <c:v>1.4802973661668753E-16</c:v>
                </c:pt>
                <c:pt idx="6020">
                  <c:v>1.4802973661668753E-16</c:v>
                </c:pt>
                <c:pt idx="6021">
                  <c:v>1.4802973661668753E-16</c:v>
                </c:pt>
                <c:pt idx="6022">
                  <c:v>1.4802973661668753E-16</c:v>
                </c:pt>
                <c:pt idx="6023">
                  <c:v>1.4802973661668753E-16</c:v>
                </c:pt>
                <c:pt idx="6024">
                  <c:v>1.4802973661668753E-16</c:v>
                </c:pt>
                <c:pt idx="6025">
                  <c:v>1.4802973661668753E-16</c:v>
                </c:pt>
                <c:pt idx="6026">
                  <c:v>1.4802973661668753E-16</c:v>
                </c:pt>
                <c:pt idx="6027">
                  <c:v>1.4802973661668753E-16</c:v>
                </c:pt>
                <c:pt idx="6028">
                  <c:v>1.4802973661668753E-16</c:v>
                </c:pt>
                <c:pt idx="6029">
                  <c:v>1.4802973661668753E-16</c:v>
                </c:pt>
                <c:pt idx="6030">
                  <c:v>1.4802973661668753E-16</c:v>
                </c:pt>
                <c:pt idx="6031">
                  <c:v>1.4802973661668753E-16</c:v>
                </c:pt>
                <c:pt idx="6032">
                  <c:v>1.4802973661668753E-16</c:v>
                </c:pt>
                <c:pt idx="6033">
                  <c:v>1.4802973661668753E-16</c:v>
                </c:pt>
                <c:pt idx="6034">
                  <c:v>1.4802973661668753E-16</c:v>
                </c:pt>
                <c:pt idx="6035">
                  <c:v>1.4802973661668753E-16</c:v>
                </c:pt>
                <c:pt idx="6036">
                  <c:v>1.4802973661668753E-16</c:v>
                </c:pt>
                <c:pt idx="6037">
                  <c:v>1.4802973661668753E-16</c:v>
                </c:pt>
                <c:pt idx="6038">
                  <c:v>1.4802973661668753E-16</c:v>
                </c:pt>
                <c:pt idx="6039">
                  <c:v>1.4802973661668753E-16</c:v>
                </c:pt>
                <c:pt idx="6040">
                  <c:v>1.4802973661668753E-16</c:v>
                </c:pt>
                <c:pt idx="6041">
                  <c:v>1.4802973661668753E-16</c:v>
                </c:pt>
                <c:pt idx="6042">
                  <c:v>1.4802973661668753E-16</c:v>
                </c:pt>
                <c:pt idx="6043">
                  <c:v>1.4802973661668753E-16</c:v>
                </c:pt>
                <c:pt idx="6044">
                  <c:v>1.4802973661668753E-16</c:v>
                </c:pt>
                <c:pt idx="6045">
                  <c:v>1.4802973661668753E-16</c:v>
                </c:pt>
                <c:pt idx="6046">
                  <c:v>1.4802973661668753E-16</c:v>
                </c:pt>
                <c:pt idx="6047">
                  <c:v>1.4802973661668753E-16</c:v>
                </c:pt>
                <c:pt idx="6048">
                  <c:v>1.4802973661668753E-16</c:v>
                </c:pt>
                <c:pt idx="6049">
                  <c:v>1.4802973661668753E-16</c:v>
                </c:pt>
                <c:pt idx="6050">
                  <c:v>1.4802973661668753E-16</c:v>
                </c:pt>
                <c:pt idx="6051">
                  <c:v>1.4802973661668753E-16</c:v>
                </c:pt>
                <c:pt idx="6052">
                  <c:v>1.4802973661668753E-16</c:v>
                </c:pt>
                <c:pt idx="6053">
                  <c:v>1.4802973661668753E-16</c:v>
                </c:pt>
                <c:pt idx="6054">
                  <c:v>1.4802973661668753E-16</c:v>
                </c:pt>
                <c:pt idx="6055">
                  <c:v>1.4802973661668753E-16</c:v>
                </c:pt>
                <c:pt idx="6056">
                  <c:v>1.4802973661668753E-16</c:v>
                </c:pt>
                <c:pt idx="6057">
                  <c:v>1.4802973661668753E-16</c:v>
                </c:pt>
                <c:pt idx="6058">
                  <c:v>1.4802973661668753E-16</c:v>
                </c:pt>
                <c:pt idx="6059">
                  <c:v>1.4802973661668753E-16</c:v>
                </c:pt>
                <c:pt idx="6060">
                  <c:v>1.4802973661668753E-16</c:v>
                </c:pt>
                <c:pt idx="6061">
                  <c:v>1.4802973661668753E-16</c:v>
                </c:pt>
                <c:pt idx="6062">
                  <c:v>1.4802973661668753E-16</c:v>
                </c:pt>
                <c:pt idx="6063">
                  <c:v>1.4802973661668753E-16</c:v>
                </c:pt>
                <c:pt idx="6064">
                  <c:v>1.4802973661668753E-16</c:v>
                </c:pt>
                <c:pt idx="6065">
                  <c:v>1.4802973661668753E-16</c:v>
                </c:pt>
                <c:pt idx="6066">
                  <c:v>1.4802973661668753E-16</c:v>
                </c:pt>
                <c:pt idx="6067">
                  <c:v>1.4802973661668753E-16</c:v>
                </c:pt>
                <c:pt idx="6068">
                  <c:v>1.4802973661668753E-16</c:v>
                </c:pt>
                <c:pt idx="6069">
                  <c:v>1.4802973661668753E-16</c:v>
                </c:pt>
                <c:pt idx="6070">
                  <c:v>1.4802973661668753E-16</c:v>
                </c:pt>
                <c:pt idx="6071">
                  <c:v>1.4802973661668753E-16</c:v>
                </c:pt>
                <c:pt idx="6072">
                  <c:v>1.4802973661668753E-16</c:v>
                </c:pt>
                <c:pt idx="6073">
                  <c:v>1.4802973661668753E-16</c:v>
                </c:pt>
                <c:pt idx="6074">
                  <c:v>1.4802973661668753E-16</c:v>
                </c:pt>
                <c:pt idx="6075">
                  <c:v>1.4802973661668753E-16</c:v>
                </c:pt>
                <c:pt idx="6076">
                  <c:v>1.4802973661668753E-16</c:v>
                </c:pt>
                <c:pt idx="6077">
                  <c:v>1.4802973661668753E-16</c:v>
                </c:pt>
                <c:pt idx="6078">
                  <c:v>1.4802973661668753E-16</c:v>
                </c:pt>
                <c:pt idx="6079">
                  <c:v>1.4802973661668753E-16</c:v>
                </c:pt>
                <c:pt idx="6080">
                  <c:v>1.4802973661668753E-16</c:v>
                </c:pt>
                <c:pt idx="6081">
                  <c:v>1.4802973661668753E-16</c:v>
                </c:pt>
                <c:pt idx="6082">
                  <c:v>1.4802973661668753E-16</c:v>
                </c:pt>
                <c:pt idx="6083">
                  <c:v>1.4802973661668753E-16</c:v>
                </c:pt>
                <c:pt idx="6084">
                  <c:v>1.4802973661668753E-16</c:v>
                </c:pt>
                <c:pt idx="6085">
                  <c:v>1.4802973661668753E-16</c:v>
                </c:pt>
                <c:pt idx="6086">
                  <c:v>1.4802973661668753E-16</c:v>
                </c:pt>
                <c:pt idx="6087">
                  <c:v>1.4802973661668753E-16</c:v>
                </c:pt>
                <c:pt idx="6088">
                  <c:v>1.4802973661668753E-16</c:v>
                </c:pt>
                <c:pt idx="6089">
                  <c:v>1.4802973661668753E-16</c:v>
                </c:pt>
                <c:pt idx="6090">
                  <c:v>1.4802973661668753E-16</c:v>
                </c:pt>
                <c:pt idx="6091">
                  <c:v>1.4802973661668753E-16</c:v>
                </c:pt>
                <c:pt idx="6092">
                  <c:v>1.4802973661668753E-16</c:v>
                </c:pt>
                <c:pt idx="6093">
                  <c:v>1.4802973661668753E-16</c:v>
                </c:pt>
                <c:pt idx="6094">
                  <c:v>1.4802973661668753E-16</c:v>
                </c:pt>
                <c:pt idx="6095">
                  <c:v>1.4802973661668753E-16</c:v>
                </c:pt>
                <c:pt idx="6096">
                  <c:v>1.4802973661668753E-16</c:v>
                </c:pt>
                <c:pt idx="6097">
                  <c:v>1.4802973661668753E-16</c:v>
                </c:pt>
                <c:pt idx="6098">
                  <c:v>1.4802973661668753E-16</c:v>
                </c:pt>
                <c:pt idx="6099">
                  <c:v>1.4802973661668753E-16</c:v>
                </c:pt>
                <c:pt idx="6100">
                  <c:v>1.4802973661668753E-16</c:v>
                </c:pt>
                <c:pt idx="6101">
                  <c:v>1.4802973661668753E-16</c:v>
                </c:pt>
                <c:pt idx="6102">
                  <c:v>1.4802973661668753E-16</c:v>
                </c:pt>
                <c:pt idx="6103">
                  <c:v>1.4802973661668753E-16</c:v>
                </c:pt>
                <c:pt idx="6104">
                  <c:v>1.4802973661668753E-16</c:v>
                </c:pt>
                <c:pt idx="6105">
                  <c:v>1.4802973661668753E-16</c:v>
                </c:pt>
                <c:pt idx="6106">
                  <c:v>1.4802973661668753E-16</c:v>
                </c:pt>
                <c:pt idx="6107">
                  <c:v>1.4802973661668753E-16</c:v>
                </c:pt>
                <c:pt idx="6108">
                  <c:v>1.4802973661668753E-16</c:v>
                </c:pt>
                <c:pt idx="6109">
                  <c:v>1.4802973661668753E-16</c:v>
                </c:pt>
                <c:pt idx="6110">
                  <c:v>1.4802973661668753E-16</c:v>
                </c:pt>
                <c:pt idx="6111">
                  <c:v>1.4802973661668753E-16</c:v>
                </c:pt>
                <c:pt idx="6112">
                  <c:v>1.4802973661668753E-16</c:v>
                </c:pt>
                <c:pt idx="6113">
                  <c:v>1.4802973661668753E-16</c:v>
                </c:pt>
                <c:pt idx="6114">
                  <c:v>1.4802973661668753E-16</c:v>
                </c:pt>
                <c:pt idx="6115">
                  <c:v>1.4802973661668753E-16</c:v>
                </c:pt>
                <c:pt idx="6116">
                  <c:v>1.4802973661668753E-16</c:v>
                </c:pt>
                <c:pt idx="6117">
                  <c:v>1.4802973661668753E-16</c:v>
                </c:pt>
                <c:pt idx="6118">
                  <c:v>1.4802973661668753E-16</c:v>
                </c:pt>
                <c:pt idx="6119">
                  <c:v>1.4802973661668753E-16</c:v>
                </c:pt>
                <c:pt idx="6120">
                  <c:v>1.4802973661668753E-16</c:v>
                </c:pt>
                <c:pt idx="6121">
                  <c:v>1.4802973661668753E-16</c:v>
                </c:pt>
                <c:pt idx="6122">
                  <c:v>1.4802973661668753E-16</c:v>
                </c:pt>
                <c:pt idx="6123">
                  <c:v>1.4802973661668753E-16</c:v>
                </c:pt>
                <c:pt idx="6124">
                  <c:v>1.4802973661668753E-16</c:v>
                </c:pt>
                <c:pt idx="6125">
                  <c:v>1.4802973661668753E-16</c:v>
                </c:pt>
                <c:pt idx="6126">
                  <c:v>1.4802973661668753E-16</c:v>
                </c:pt>
                <c:pt idx="6127">
                  <c:v>1.4802973661668753E-16</c:v>
                </c:pt>
                <c:pt idx="6128">
                  <c:v>1.4802973661668753E-16</c:v>
                </c:pt>
                <c:pt idx="6129">
                  <c:v>1.4802973661668753E-16</c:v>
                </c:pt>
                <c:pt idx="6130">
                  <c:v>1.4802973661668753E-16</c:v>
                </c:pt>
                <c:pt idx="6131">
                  <c:v>1.4802973661668753E-16</c:v>
                </c:pt>
                <c:pt idx="6132">
                  <c:v>1.4802973661668753E-16</c:v>
                </c:pt>
                <c:pt idx="6133">
                  <c:v>1.4802973661668753E-16</c:v>
                </c:pt>
                <c:pt idx="6134">
                  <c:v>1.4802973661668753E-16</c:v>
                </c:pt>
                <c:pt idx="6135">
                  <c:v>1.4802973661668753E-16</c:v>
                </c:pt>
                <c:pt idx="6136">
                  <c:v>1.4802973661668753E-16</c:v>
                </c:pt>
                <c:pt idx="6137">
                  <c:v>1.4802973661668753E-16</c:v>
                </c:pt>
                <c:pt idx="6138">
                  <c:v>1.4802973661668753E-16</c:v>
                </c:pt>
                <c:pt idx="6139">
                  <c:v>1.4802973661668753E-16</c:v>
                </c:pt>
                <c:pt idx="6140">
                  <c:v>1.4802973661668753E-16</c:v>
                </c:pt>
                <c:pt idx="6141">
                  <c:v>1.4802973661668753E-16</c:v>
                </c:pt>
                <c:pt idx="6142">
                  <c:v>1.4802973661668753E-16</c:v>
                </c:pt>
                <c:pt idx="6143">
                  <c:v>1.4802973661668753E-16</c:v>
                </c:pt>
                <c:pt idx="6144">
                  <c:v>1.4802973661668753E-16</c:v>
                </c:pt>
                <c:pt idx="6145">
                  <c:v>1.4802973661668753E-16</c:v>
                </c:pt>
                <c:pt idx="6146">
                  <c:v>1.4802973661668753E-16</c:v>
                </c:pt>
                <c:pt idx="6147">
                  <c:v>1.4802973661668753E-16</c:v>
                </c:pt>
                <c:pt idx="6148">
                  <c:v>1.4802973661668753E-16</c:v>
                </c:pt>
                <c:pt idx="6149">
                  <c:v>1.4802973661668753E-16</c:v>
                </c:pt>
                <c:pt idx="6150">
                  <c:v>1.4802973661668753E-16</c:v>
                </c:pt>
                <c:pt idx="6151">
                  <c:v>1.4802973661668753E-16</c:v>
                </c:pt>
                <c:pt idx="6152">
                  <c:v>1.4802973661668753E-16</c:v>
                </c:pt>
                <c:pt idx="6153">
                  <c:v>1.4802973661668753E-16</c:v>
                </c:pt>
                <c:pt idx="6154">
                  <c:v>1.4802973661668753E-16</c:v>
                </c:pt>
                <c:pt idx="6155">
                  <c:v>1.4802973661668753E-16</c:v>
                </c:pt>
                <c:pt idx="6156">
                  <c:v>1.4802973661668753E-16</c:v>
                </c:pt>
                <c:pt idx="6157">
                  <c:v>1.4802973661668753E-16</c:v>
                </c:pt>
                <c:pt idx="6158">
                  <c:v>1.4802973661668753E-16</c:v>
                </c:pt>
                <c:pt idx="6159">
                  <c:v>1.4802973661668753E-16</c:v>
                </c:pt>
                <c:pt idx="6160">
                  <c:v>1.4802973661668753E-16</c:v>
                </c:pt>
                <c:pt idx="6161">
                  <c:v>1.4802973661668753E-16</c:v>
                </c:pt>
                <c:pt idx="6162">
                  <c:v>1.4802973661668753E-16</c:v>
                </c:pt>
                <c:pt idx="6163">
                  <c:v>1.4802973661668753E-16</c:v>
                </c:pt>
                <c:pt idx="6164">
                  <c:v>1.4802973661668753E-16</c:v>
                </c:pt>
                <c:pt idx="6165">
                  <c:v>1.4802973661668753E-16</c:v>
                </c:pt>
                <c:pt idx="6166">
                  <c:v>1.4802973661668753E-16</c:v>
                </c:pt>
                <c:pt idx="6167">
                  <c:v>1.4802973661668753E-16</c:v>
                </c:pt>
                <c:pt idx="6168">
                  <c:v>1.4802973661668753E-16</c:v>
                </c:pt>
                <c:pt idx="6169">
                  <c:v>1.4802973661668753E-16</c:v>
                </c:pt>
                <c:pt idx="6170">
                  <c:v>1.4802973661668753E-16</c:v>
                </c:pt>
                <c:pt idx="6171">
                  <c:v>1.4802973661668753E-16</c:v>
                </c:pt>
                <c:pt idx="6172">
                  <c:v>1.4802973661668753E-16</c:v>
                </c:pt>
                <c:pt idx="6173">
                  <c:v>1.4802973661668753E-16</c:v>
                </c:pt>
                <c:pt idx="6174">
                  <c:v>1.4802973661668753E-16</c:v>
                </c:pt>
                <c:pt idx="6175">
                  <c:v>1.4802973661668753E-16</c:v>
                </c:pt>
                <c:pt idx="6176">
                  <c:v>1.4802973661668753E-16</c:v>
                </c:pt>
                <c:pt idx="6177">
                  <c:v>1.4802973661668753E-16</c:v>
                </c:pt>
                <c:pt idx="6178">
                  <c:v>1.4802973661668753E-16</c:v>
                </c:pt>
                <c:pt idx="6179">
                  <c:v>1.4802973661668753E-16</c:v>
                </c:pt>
                <c:pt idx="6180">
                  <c:v>1.4802973661668753E-16</c:v>
                </c:pt>
                <c:pt idx="6181">
                  <c:v>1.4802973661668753E-16</c:v>
                </c:pt>
                <c:pt idx="6182">
                  <c:v>1.4802973661668753E-16</c:v>
                </c:pt>
                <c:pt idx="6183">
                  <c:v>1.4802973661668753E-16</c:v>
                </c:pt>
                <c:pt idx="6184">
                  <c:v>1.4802973661668753E-16</c:v>
                </c:pt>
                <c:pt idx="6185">
                  <c:v>1.4802973661668753E-16</c:v>
                </c:pt>
                <c:pt idx="6186">
                  <c:v>1.4802973661668753E-16</c:v>
                </c:pt>
                <c:pt idx="6187">
                  <c:v>1.4802973661668753E-16</c:v>
                </c:pt>
                <c:pt idx="6188">
                  <c:v>1.4802973661668753E-16</c:v>
                </c:pt>
                <c:pt idx="6189">
                  <c:v>1.4802973661668753E-16</c:v>
                </c:pt>
                <c:pt idx="6190">
                  <c:v>1.4802973661668753E-16</c:v>
                </c:pt>
                <c:pt idx="6191">
                  <c:v>1.4802973661668753E-16</c:v>
                </c:pt>
                <c:pt idx="6192">
                  <c:v>1.4802973661668753E-16</c:v>
                </c:pt>
                <c:pt idx="6193">
                  <c:v>1.4802973661668753E-16</c:v>
                </c:pt>
                <c:pt idx="6194">
                  <c:v>1.4802973661668753E-16</c:v>
                </c:pt>
                <c:pt idx="6195">
                  <c:v>1.4802973661668753E-16</c:v>
                </c:pt>
                <c:pt idx="6196">
                  <c:v>1.4802973661668753E-16</c:v>
                </c:pt>
                <c:pt idx="6197">
                  <c:v>1.4802973661668753E-16</c:v>
                </c:pt>
                <c:pt idx="6198">
                  <c:v>1.4802973661668753E-16</c:v>
                </c:pt>
                <c:pt idx="6199">
                  <c:v>1.4802973661668753E-16</c:v>
                </c:pt>
                <c:pt idx="6200">
                  <c:v>1.4802973661668753E-16</c:v>
                </c:pt>
                <c:pt idx="6201">
                  <c:v>1.4802973661668753E-16</c:v>
                </c:pt>
                <c:pt idx="6202">
                  <c:v>1.4802973661668753E-16</c:v>
                </c:pt>
                <c:pt idx="6203">
                  <c:v>1.4802973661668753E-16</c:v>
                </c:pt>
                <c:pt idx="6204">
                  <c:v>1.4802973661668753E-16</c:v>
                </c:pt>
                <c:pt idx="6205">
                  <c:v>1.4802973661668753E-16</c:v>
                </c:pt>
                <c:pt idx="6206">
                  <c:v>1.4802973661668753E-16</c:v>
                </c:pt>
                <c:pt idx="6207">
                  <c:v>1.4802973661668753E-16</c:v>
                </c:pt>
                <c:pt idx="6208">
                  <c:v>1.4802973661668753E-16</c:v>
                </c:pt>
                <c:pt idx="6209">
                  <c:v>1.4802973661668753E-16</c:v>
                </c:pt>
                <c:pt idx="6210">
                  <c:v>1.4802973661668753E-16</c:v>
                </c:pt>
                <c:pt idx="6211">
                  <c:v>1.4802973661668753E-16</c:v>
                </c:pt>
                <c:pt idx="6212">
                  <c:v>1.4802973661668753E-16</c:v>
                </c:pt>
                <c:pt idx="6213">
                  <c:v>1.4802973661668753E-16</c:v>
                </c:pt>
                <c:pt idx="6214">
                  <c:v>1.4802973661668753E-16</c:v>
                </c:pt>
                <c:pt idx="6215">
                  <c:v>1.4802973661668753E-16</c:v>
                </c:pt>
                <c:pt idx="6216">
                  <c:v>1.4802973661668753E-16</c:v>
                </c:pt>
                <c:pt idx="6217">
                  <c:v>1.4802973661668753E-16</c:v>
                </c:pt>
                <c:pt idx="6218">
                  <c:v>1.4802973661668753E-16</c:v>
                </c:pt>
                <c:pt idx="6219">
                  <c:v>1.4802973661668753E-16</c:v>
                </c:pt>
                <c:pt idx="6220">
                  <c:v>1.4802973661668753E-16</c:v>
                </c:pt>
                <c:pt idx="6221">
                  <c:v>1.4802973661668753E-16</c:v>
                </c:pt>
                <c:pt idx="6222">
                  <c:v>1.4802973661668753E-16</c:v>
                </c:pt>
                <c:pt idx="6223">
                  <c:v>1.4802973661668753E-16</c:v>
                </c:pt>
                <c:pt idx="6224">
                  <c:v>1.4802973661668753E-16</c:v>
                </c:pt>
                <c:pt idx="6225">
                  <c:v>1.4802973661668753E-16</c:v>
                </c:pt>
                <c:pt idx="6226">
                  <c:v>1.4802973661668753E-16</c:v>
                </c:pt>
                <c:pt idx="6227">
                  <c:v>1.4802973661668753E-16</c:v>
                </c:pt>
                <c:pt idx="6228">
                  <c:v>1.4802973661668753E-16</c:v>
                </c:pt>
                <c:pt idx="6229">
                  <c:v>1.4802973661668753E-16</c:v>
                </c:pt>
                <c:pt idx="6230">
                  <c:v>1.4802973661668753E-16</c:v>
                </c:pt>
                <c:pt idx="6231">
                  <c:v>1.4802973661668753E-16</c:v>
                </c:pt>
                <c:pt idx="6232">
                  <c:v>1.4802973661668753E-16</c:v>
                </c:pt>
                <c:pt idx="6233">
                  <c:v>1.4802973661668753E-16</c:v>
                </c:pt>
                <c:pt idx="6234">
                  <c:v>1.4802973661668753E-16</c:v>
                </c:pt>
                <c:pt idx="6235">
                  <c:v>1.4802973661668753E-16</c:v>
                </c:pt>
                <c:pt idx="6236">
                  <c:v>1.4802973661668753E-16</c:v>
                </c:pt>
                <c:pt idx="6237">
                  <c:v>1.4802973661668753E-16</c:v>
                </c:pt>
                <c:pt idx="6238">
                  <c:v>1.4802973661668753E-16</c:v>
                </c:pt>
                <c:pt idx="6239">
                  <c:v>1.4802973661668753E-16</c:v>
                </c:pt>
                <c:pt idx="6240">
                  <c:v>1.4802973661668753E-16</c:v>
                </c:pt>
                <c:pt idx="6241">
                  <c:v>1.4802973661668753E-16</c:v>
                </c:pt>
                <c:pt idx="6242">
                  <c:v>1.4802973661668753E-16</c:v>
                </c:pt>
                <c:pt idx="6243">
                  <c:v>1.4802973661668753E-16</c:v>
                </c:pt>
                <c:pt idx="6244">
                  <c:v>1.4802973661668753E-16</c:v>
                </c:pt>
                <c:pt idx="6245">
                  <c:v>1.4802973661668753E-16</c:v>
                </c:pt>
                <c:pt idx="6246">
                  <c:v>1.4802973661668753E-16</c:v>
                </c:pt>
                <c:pt idx="6247">
                  <c:v>1.4802973661668753E-16</c:v>
                </c:pt>
                <c:pt idx="6248">
                  <c:v>1.4802973661668753E-16</c:v>
                </c:pt>
                <c:pt idx="6249">
                  <c:v>1.4802973661668753E-16</c:v>
                </c:pt>
                <c:pt idx="6250">
                  <c:v>1.4802973661668753E-16</c:v>
                </c:pt>
                <c:pt idx="6251">
                  <c:v>1.4802973661668753E-16</c:v>
                </c:pt>
                <c:pt idx="6252">
                  <c:v>1.4802973661668753E-16</c:v>
                </c:pt>
                <c:pt idx="6253">
                  <c:v>1.4802973661668753E-16</c:v>
                </c:pt>
                <c:pt idx="6254">
                  <c:v>1.4802973661668753E-16</c:v>
                </c:pt>
                <c:pt idx="6255">
                  <c:v>1.4802973661668753E-16</c:v>
                </c:pt>
                <c:pt idx="6256">
                  <c:v>1.4802973661668753E-16</c:v>
                </c:pt>
                <c:pt idx="6257">
                  <c:v>1.4802973661668753E-16</c:v>
                </c:pt>
                <c:pt idx="6258">
                  <c:v>1.4802973661668753E-16</c:v>
                </c:pt>
                <c:pt idx="6259">
                  <c:v>1.4802973661668753E-16</c:v>
                </c:pt>
                <c:pt idx="6260">
                  <c:v>1.4802973661668753E-16</c:v>
                </c:pt>
                <c:pt idx="6261">
                  <c:v>1.4802973661668753E-16</c:v>
                </c:pt>
                <c:pt idx="6262">
                  <c:v>1.4802973661668753E-16</c:v>
                </c:pt>
                <c:pt idx="6263">
                  <c:v>1.4802973661668753E-16</c:v>
                </c:pt>
                <c:pt idx="6264">
                  <c:v>1.4802973661668753E-16</c:v>
                </c:pt>
                <c:pt idx="6265">
                  <c:v>1.4802973661668753E-16</c:v>
                </c:pt>
                <c:pt idx="6266">
                  <c:v>1.4802973661668753E-16</c:v>
                </c:pt>
                <c:pt idx="6267">
                  <c:v>1.4802973661668753E-16</c:v>
                </c:pt>
                <c:pt idx="6268">
                  <c:v>1.4802973661668753E-16</c:v>
                </c:pt>
                <c:pt idx="6269">
                  <c:v>1.4802973661668753E-16</c:v>
                </c:pt>
                <c:pt idx="6270">
                  <c:v>1.4802973661668753E-16</c:v>
                </c:pt>
                <c:pt idx="6271">
                  <c:v>1.4802973661668753E-16</c:v>
                </c:pt>
                <c:pt idx="6272">
                  <c:v>1.4802973661668753E-16</c:v>
                </c:pt>
                <c:pt idx="6273">
                  <c:v>1.4802973661668753E-16</c:v>
                </c:pt>
                <c:pt idx="6274">
                  <c:v>1.4802973661668753E-16</c:v>
                </c:pt>
                <c:pt idx="6275">
                  <c:v>1.4802973661668753E-16</c:v>
                </c:pt>
                <c:pt idx="6276">
                  <c:v>1.4802973661668753E-16</c:v>
                </c:pt>
                <c:pt idx="6277">
                  <c:v>1.4802973661668753E-16</c:v>
                </c:pt>
                <c:pt idx="6278">
                  <c:v>1.4802973661668753E-16</c:v>
                </c:pt>
                <c:pt idx="6279">
                  <c:v>1.4802973661668753E-16</c:v>
                </c:pt>
                <c:pt idx="6280">
                  <c:v>1.4802973661668753E-16</c:v>
                </c:pt>
                <c:pt idx="6281">
                  <c:v>1.4802973661668753E-16</c:v>
                </c:pt>
                <c:pt idx="6282">
                  <c:v>1.4802973661668753E-16</c:v>
                </c:pt>
                <c:pt idx="6283">
                  <c:v>1.4802973661668753E-16</c:v>
                </c:pt>
                <c:pt idx="6284">
                  <c:v>1.4802973661668753E-16</c:v>
                </c:pt>
                <c:pt idx="6285">
                  <c:v>1.4802973661668753E-16</c:v>
                </c:pt>
                <c:pt idx="6286">
                  <c:v>1.4802973661668753E-16</c:v>
                </c:pt>
                <c:pt idx="6287">
                  <c:v>1.4802973661668753E-16</c:v>
                </c:pt>
                <c:pt idx="6288">
                  <c:v>1.4802973661668753E-16</c:v>
                </c:pt>
                <c:pt idx="6289">
                  <c:v>1.4802973661668753E-16</c:v>
                </c:pt>
                <c:pt idx="6290">
                  <c:v>1.4802973661668753E-16</c:v>
                </c:pt>
                <c:pt idx="6291">
                  <c:v>1.4802973661668753E-16</c:v>
                </c:pt>
                <c:pt idx="6292">
                  <c:v>1.4802973661668753E-16</c:v>
                </c:pt>
                <c:pt idx="6293">
                  <c:v>1.4802973661668753E-16</c:v>
                </c:pt>
                <c:pt idx="6294">
                  <c:v>1.4802973661668753E-16</c:v>
                </c:pt>
                <c:pt idx="6295">
                  <c:v>1.4802973661668753E-16</c:v>
                </c:pt>
                <c:pt idx="6296">
                  <c:v>1.4802973661668753E-16</c:v>
                </c:pt>
                <c:pt idx="6297">
                  <c:v>1.4802973661668753E-16</c:v>
                </c:pt>
                <c:pt idx="6298">
                  <c:v>1.4802973661668753E-16</c:v>
                </c:pt>
                <c:pt idx="6299">
                  <c:v>1.4802973661668753E-16</c:v>
                </c:pt>
                <c:pt idx="6300">
                  <c:v>1.4802973661668753E-16</c:v>
                </c:pt>
                <c:pt idx="6301">
                  <c:v>1.4802973661668753E-16</c:v>
                </c:pt>
                <c:pt idx="6302">
                  <c:v>1.4802973661668753E-16</c:v>
                </c:pt>
                <c:pt idx="6303">
                  <c:v>1.4802973661668753E-16</c:v>
                </c:pt>
                <c:pt idx="6304">
                  <c:v>1.4802973661668753E-16</c:v>
                </c:pt>
                <c:pt idx="6305">
                  <c:v>1.4802973661668753E-16</c:v>
                </c:pt>
                <c:pt idx="6306">
                  <c:v>1.4802973661668753E-16</c:v>
                </c:pt>
                <c:pt idx="6307">
                  <c:v>1.4802973661668753E-16</c:v>
                </c:pt>
                <c:pt idx="6308">
                  <c:v>1.4802973661668753E-16</c:v>
                </c:pt>
                <c:pt idx="6309">
                  <c:v>1.4802973661668753E-16</c:v>
                </c:pt>
                <c:pt idx="6310">
                  <c:v>1.4802973661668753E-16</c:v>
                </c:pt>
                <c:pt idx="6311">
                  <c:v>1.4802973661668753E-16</c:v>
                </c:pt>
                <c:pt idx="6312">
                  <c:v>1.4802973661668753E-16</c:v>
                </c:pt>
                <c:pt idx="6313">
                  <c:v>1.4802973661668753E-16</c:v>
                </c:pt>
                <c:pt idx="6314">
                  <c:v>1.4802973661668753E-16</c:v>
                </c:pt>
                <c:pt idx="6315">
                  <c:v>1.4802973661668753E-16</c:v>
                </c:pt>
                <c:pt idx="6316">
                  <c:v>1.4802973661668753E-16</c:v>
                </c:pt>
                <c:pt idx="6317">
                  <c:v>1.4802973661668753E-16</c:v>
                </c:pt>
                <c:pt idx="6318">
                  <c:v>1.4802973661668753E-16</c:v>
                </c:pt>
                <c:pt idx="6319">
                  <c:v>1.4802973661668753E-16</c:v>
                </c:pt>
                <c:pt idx="6320">
                  <c:v>1.4802973661668753E-16</c:v>
                </c:pt>
                <c:pt idx="6321">
                  <c:v>1.4802973661668753E-16</c:v>
                </c:pt>
                <c:pt idx="6322">
                  <c:v>1.4802973661668753E-16</c:v>
                </c:pt>
                <c:pt idx="6323">
                  <c:v>1.4802973661668753E-16</c:v>
                </c:pt>
                <c:pt idx="6324">
                  <c:v>1.4802973661668753E-16</c:v>
                </c:pt>
                <c:pt idx="6325">
                  <c:v>1.4802973661668753E-16</c:v>
                </c:pt>
                <c:pt idx="6326">
                  <c:v>1.4802973661668753E-16</c:v>
                </c:pt>
                <c:pt idx="6327">
                  <c:v>1.4802973661668753E-16</c:v>
                </c:pt>
                <c:pt idx="6328">
                  <c:v>1.4802973661668753E-16</c:v>
                </c:pt>
                <c:pt idx="6329">
                  <c:v>1.4802973661668753E-16</c:v>
                </c:pt>
                <c:pt idx="6330">
                  <c:v>1.4802973661668753E-16</c:v>
                </c:pt>
                <c:pt idx="6331">
                  <c:v>1.4802973661668753E-16</c:v>
                </c:pt>
                <c:pt idx="6332">
                  <c:v>1.4802973661668753E-16</c:v>
                </c:pt>
                <c:pt idx="6333">
                  <c:v>1.4802973661668753E-16</c:v>
                </c:pt>
                <c:pt idx="6334">
                  <c:v>1.4802973661668753E-16</c:v>
                </c:pt>
                <c:pt idx="6335">
                  <c:v>1.4802973661668753E-16</c:v>
                </c:pt>
                <c:pt idx="6336">
                  <c:v>1.4802973661668753E-16</c:v>
                </c:pt>
                <c:pt idx="6337">
                  <c:v>1.4802973661668753E-16</c:v>
                </c:pt>
                <c:pt idx="6338">
                  <c:v>1.4802973661668753E-16</c:v>
                </c:pt>
                <c:pt idx="6339">
                  <c:v>1.4802973661668753E-16</c:v>
                </c:pt>
                <c:pt idx="6340">
                  <c:v>1.4802973661668753E-16</c:v>
                </c:pt>
                <c:pt idx="6341">
                  <c:v>1.4802973661668753E-16</c:v>
                </c:pt>
                <c:pt idx="6342">
                  <c:v>1.4802973661668753E-16</c:v>
                </c:pt>
                <c:pt idx="6343">
                  <c:v>1.4802973661668753E-16</c:v>
                </c:pt>
                <c:pt idx="6344">
                  <c:v>1.4802973661668753E-16</c:v>
                </c:pt>
                <c:pt idx="6345">
                  <c:v>1.4802973661668753E-16</c:v>
                </c:pt>
                <c:pt idx="6346">
                  <c:v>1.4802973661668753E-16</c:v>
                </c:pt>
                <c:pt idx="6347">
                  <c:v>1.4802973661668753E-16</c:v>
                </c:pt>
                <c:pt idx="6348">
                  <c:v>1.4802973661668753E-16</c:v>
                </c:pt>
                <c:pt idx="6349">
                  <c:v>1.4802973661668753E-16</c:v>
                </c:pt>
                <c:pt idx="6350">
                  <c:v>1.4802973661668753E-16</c:v>
                </c:pt>
                <c:pt idx="6351">
                  <c:v>1.4802973661668753E-16</c:v>
                </c:pt>
                <c:pt idx="6352">
                  <c:v>1.4802973661668753E-16</c:v>
                </c:pt>
                <c:pt idx="6353">
                  <c:v>1.4802973661668753E-16</c:v>
                </c:pt>
                <c:pt idx="6354">
                  <c:v>1.4802973661668753E-16</c:v>
                </c:pt>
                <c:pt idx="6355">
                  <c:v>1.4802973661668753E-16</c:v>
                </c:pt>
                <c:pt idx="6356">
                  <c:v>1.4802973661668753E-16</c:v>
                </c:pt>
                <c:pt idx="6357">
                  <c:v>1.4802973661668753E-16</c:v>
                </c:pt>
                <c:pt idx="6358">
                  <c:v>1.4802973661668753E-16</c:v>
                </c:pt>
                <c:pt idx="6359">
                  <c:v>1.4802973661668753E-16</c:v>
                </c:pt>
                <c:pt idx="6360">
                  <c:v>1.4802973661668753E-16</c:v>
                </c:pt>
                <c:pt idx="6361">
                  <c:v>1.4802973661668753E-16</c:v>
                </c:pt>
                <c:pt idx="6362">
                  <c:v>1.4802973661668753E-16</c:v>
                </c:pt>
                <c:pt idx="6363">
                  <c:v>1.4802973661668753E-16</c:v>
                </c:pt>
                <c:pt idx="6364">
                  <c:v>1.4802973661668753E-16</c:v>
                </c:pt>
                <c:pt idx="6365">
                  <c:v>1.4802973661668753E-16</c:v>
                </c:pt>
                <c:pt idx="6366">
                  <c:v>1.4802973661668753E-16</c:v>
                </c:pt>
                <c:pt idx="6367">
                  <c:v>1.4802973661668753E-16</c:v>
                </c:pt>
                <c:pt idx="6368">
                  <c:v>1.4802973661668753E-16</c:v>
                </c:pt>
                <c:pt idx="6369">
                  <c:v>1.4802973661668753E-16</c:v>
                </c:pt>
                <c:pt idx="6370">
                  <c:v>1.4802973661668753E-16</c:v>
                </c:pt>
                <c:pt idx="6371">
                  <c:v>1.4802973661668753E-16</c:v>
                </c:pt>
                <c:pt idx="6372">
                  <c:v>1.4802973661668753E-16</c:v>
                </c:pt>
                <c:pt idx="6373">
                  <c:v>1.4802973661668753E-16</c:v>
                </c:pt>
                <c:pt idx="6374">
                  <c:v>1.4802973661668753E-16</c:v>
                </c:pt>
                <c:pt idx="6375">
                  <c:v>1.4802973661668753E-16</c:v>
                </c:pt>
                <c:pt idx="6376">
                  <c:v>1.4802973661668753E-16</c:v>
                </c:pt>
                <c:pt idx="6377">
                  <c:v>1.4802973661668753E-16</c:v>
                </c:pt>
                <c:pt idx="6378">
                  <c:v>1.4802973661668753E-16</c:v>
                </c:pt>
                <c:pt idx="6379">
                  <c:v>1.4802973661668753E-16</c:v>
                </c:pt>
                <c:pt idx="6380">
                  <c:v>1.4802973661668753E-16</c:v>
                </c:pt>
                <c:pt idx="6381">
                  <c:v>1.4802973661668753E-16</c:v>
                </c:pt>
                <c:pt idx="6382">
                  <c:v>1.4802973661668753E-16</c:v>
                </c:pt>
                <c:pt idx="6383">
                  <c:v>1.4802973661668753E-16</c:v>
                </c:pt>
                <c:pt idx="6384">
                  <c:v>1.4802973661668753E-16</c:v>
                </c:pt>
                <c:pt idx="6385">
                  <c:v>1.4802973661668753E-16</c:v>
                </c:pt>
                <c:pt idx="6386">
                  <c:v>1.4802973661668753E-16</c:v>
                </c:pt>
                <c:pt idx="6387">
                  <c:v>1.4802973661668753E-16</c:v>
                </c:pt>
                <c:pt idx="6388">
                  <c:v>1.4802973661668753E-16</c:v>
                </c:pt>
                <c:pt idx="6389">
                  <c:v>1.4802973661668753E-16</c:v>
                </c:pt>
                <c:pt idx="6390">
                  <c:v>1.4802973661668753E-16</c:v>
                </c:pt>
                <c:pt idx="6391">
                  <c:v>1.4802973661668753E-16</c:v>
                </c:pt>
                <c:pt idx="6392">
                  <c:v>1.4802973661668753E-16</c:v>
                </c:pt>
                <c:pt idx="6393">
                  <c:v>1.4802973661668753E-16</c:v>
                </c:pt>
                <c:pt idx="6394">
                  <c:v>1.4802973661668753E-16</c:v>
                </c:pt>
                <c:pt idx="6395">
                  <c:v>1.4802973661668753E-16</c:v>
                </c:pt>
                <c:pt idx="6396">
                  <c:v>1.4802973661668753E-16</c:v>
                </c:pt>
                <c:pt idx="6397">
                  <c:v>1.4802973661668753E-16</c:v>
                </c:pt>
                <c:pt idx="6398">
                  <c:v>1.4802973661668753E-16</c:v>
                </c:pt>
                <c:pt idx="6399">
                  <c:v>1.4802973661668753E-16</c:v>
                </c:pt>
                <c:pt idx="6400">
                  <c:v>1.4802973661668753E-16</c:v>
                </c:pt>
                <c:pt idx="6401">
                  <c:v>1.4802973661668753E-16</c:v>
                </c:pt>
                <c:pt idx="6402">
                  <c:v>1.4802973661668753E-16</c:v>
                </c:pt>
                <c:pt idx="6403">
                  <c:v>1.4802973661668753E-16</c:v>
                </c:pt>
                <c:pt idx="6404">
                  <c:v>1.4802973661668753E-16</c:v>
                </c:pt>
                <c:pt idx="6405">
                  <c:v>1.4802973661668753E-16</c:v>
                </c:pt>
                <c:pt idx="6406">
                  <c:v>1.4802973661668753E-16</c:v>
                </c:pt>
                <c:pt idx="6407">
                  <c:v>1.4802973661668753E-16</c:v>
                </c:pt>
                <c:pt idx="6408">
                  <c:v>1.4802973661668753E-16</c:v>
                </c:pt>
                <c:pt idx="6409">
                  <c:v>1.4802973661668753E-16</c:v>
                </c:pt>
                <c:pt idx="6410">
                  <c:v>1.4802973661668753E-16</c:v>
                </c:pt>
                <c:pt idx="6411">
                  <c:v>1.4802973661668753E-16</c:v>
                </c:pt>
                <c:pt idx="6412">
                  <c:v>1.4802973661668753E-16</c:v>
                </c:pt>
                <c:pt idx="6413">
                  <c:v>1.4802973661668753E-16</c:v>
                </c:pt>
                <c:pt idx="6414">
                  <c:v>1.4802973661668753E-16</c:v>
                </c:pt>
                <c:pt idx="6415">
                  <c:v>1.4802973661668753E-16</c:v>
                </c:pt>
                <c:pt idx="6416">
                  <c:v>1.4802973661668753E-16</c:v>
                </c:pt>
                <c:pt idx="6417">
                  <c:v>1.4802973661668753E-16</c:v>
                </c:pt>
                <c:pt idx="6418">
                  <c:v>1.4802973661668753E-16</c:v>
                </c:pt>
                <c:pt idx="6419">
                  <c:v>1.4802973661668753E-16</c:v>
                </c:pt>
                <c:pt idx="6420">
                  <c:v>1.4802973661668753E-16</c:v>
                </c:pt>
                <c:pt idx="6421">
                  <c:v>1.4802973661668753E-16</c:v>
                </c:pt>
                <c:pt idx="6422">
                  <c:v>1.4802973661668753E-16</c:v>
                </c:pt>
                <c:pt idx="6423">
                  <c:v>1.4802973661668753E-16</c:v>
                </c:pt>
                <c:pt idx="6424">
                  <c:v>1.4802973661668753E-16</c:v>
                </c:pt>
                <c:pt idx="6425">
                  <c:v>1.4802973661668753E-16</c:v>
                </c:pt>
                <c:pt idx="6426">
                  <c:v>1.4802973661668753E-16</c:v>
                </c:pt>
                <c:pt idx="6427">
                  <c:v>1.4802973661668753E-16</c:v>
                </c:pt>
                <c:pt idx="6428">
                  <c:v>1.4802973661668753E-16</c:v>
                </c:pt>
                <c:pt idx="6429">
                  <c:v>1.4802973661668753E-16</c:v>
                </c:pt>
                <c:pt idx="6430">
                  <c:v>1.4802973661668753E-16</c:v>
                </c:pt>
                <c:pt idx="6431">
                  <c:v>1.4802973661668753E-16</c:v>
                </c:pt>
                <c:pt idx="6432">
                  <c:v>1.4802973661668753E-16</c:v>
                </c:pt>
                <c:pt idx="6433">
                  <c:v>1.4802973661668753E-16</c:v>
                </c:pt>
                <c:pt idx="6434">
                  <c:v>1.4802973661668753E-16</c:v>
                </c:pt>
                <c:pt idx="6435">
                  <c:v>1.4802973661668753E-16</c:v>
                </c:pt>
                <c:pt idx="6436">
                  <c:v>1.4802973661668753E-16</c:v>
                </c:pt>
                <c:pt idx="6437">
                  <c:v>1.4802973661668753E-16</c:v>
                </c:pt>
                <c:pt idx="6438">
                  <c:v>1.4802973661668753E-16</c:v>
                </c:pt>
                <c:pt idx="6439">
                  <c:v>1.4802973661668753E-16</c:v>
                </c:pt>
                <c:pt idx="6440">
                  <c:v>1.4802973661668753E-16</c:v>
                </c:pt>
                <c:pt idx="6441">
                  <c:v>1.4802973661668753E-16</c:v>
                </c:pt>
                <c:pt idx="6442">
                  <c:v>1.4802973661668753E-16</c:v>
                </c:pt>
                <c:pt idx="6443">
                  <c:v>1.4802973661668753E-16</c:v>
                </c:pt>
                <c:pt idx="6444">
                  <c:v>1.4802973661668753E-16</c:v>
                </c:pt>
                <c:pt idx="6445">
                  <c:v>1.4802973661668753E-16</c:v>
                </c:pt>
                <c:pt idx="6446">
                  <c:v>1.4802973661668753E-16</c:v>
                </c:pt>
                <c:pt idx="6447">
                  <c:v>1.4802973661668753E-16</c:v>
                </c:pt>
                <c:pt idx="6448">
                  <c:v>1.4802973661668753E-16</c:v>
                </c:pt>
                <c:pt idx="6449">
                  <c:v>1.4802973661668753E-16</c:v>
                </c:pt>
                <c:pt idx="6450">
                  <c:v>1.4802973661668753E-16</c:v>
                </c:pt>
                <c:pt idx="6451">
                  <c:v>1.4802973661668753E-16</c:v>
                </c:pt>
                <c:pt idx="6452">
                  <c:v>1.4802973661668753E-16</c:v>
                </c:pt>
                <c:pt idx="6453">
                  <c:v>1.4802973661668753E-16</c:v>
                </c:pt>
                <c:pt idx="6454">
                  <c:v>1.4802973661668753E-16</c:v>
                </c:pt>
                <c:pt idx="6455">
                  <c:v>1.4802973661668753E-16</c:v>
                </c:pt>
                <c:pt idx="6456">
                  <c:v>1.4802973661668753E-16</c:v>
                </c:pt>
                <c:pt idx="6457">
                  <c:v>1.4802973661668753E-16</c:v>
                </c:pt>
                <c:pt idx="6458">
                  <c:v>1.4802973661668753E-16</c:v>
                </c:pt>
                <c:pt idx="6459">
                  <c:v>1.4802973661668753E-16</c:v>
                </c:pt>
                <c:pt idx="6460">
                  <c:v>1.4802973661668753E-16</c:v>
                </c:pt>
                <c:pt idx="6461">
                  <c:v>1.4802973661668753E-16</c:v>
                </c:pt>
                <c:pt idx="6462">
                  <c:v>1.4802973661668753E-16</c:v>
                </c:pt>
                <c:pt idx="6463">
                  <c:v>1.4802973661668753E-16</c:v>
                </c:pt>
                <c:pt idx="6464">
                  <c:v>1.4802973661668753E-16</c:v>
                </c:pt>
                <c:pt idx="6465">
                  <c:v>1.4802973661668753E-16</c:v>
                </c:pt>
                <c:pt idx="6466">
                  <c:v>1.4802973661668753E-16</c:v>
                </c:pt>
                <c:pt idx="6467">
                  <c:v>1.4802973661668753E-16</c:v>
                </c:pt>
                <c:pt idx="6468">
                  <c:v>1.4802973661668753E-16</c:v>
                </c:pt>
                <c:pt idx="6469">
                  <c:v>1.4802973661668753E-16</c:v>
                </c:pt>
                <c:pt idx="6470">
                  <c:v>1.4802973661668753E-16</c:v>
                </c:pt>
                <c:pt idx="6471">
                  <c:v>1.4802973661668753E-16</c:v>
                </c:pt>
                <c:pt idx="6472">
                  <c:v>1.4802973661668753E-16</c:v>
                </c:pt>
                <c:pt idx="6473">
                  <c:v>1.4802973661668753E-16</c:v>
                </c:pt>
                <c:pt idx="6474">
                  <c:v>1.4802973661668753E-16</c:v>
                </c:pt>
                <c:pt idx="6475">
                  <c:v>1.4802973661668753E-16</c:v>
                </c:pt>
                <c:pt idx="6476">
                  <c:v>1.4802973661668753E-16</c:v>
                </c:pt>
                <c:pt idx="6477">
                  <c:v>1.4802973661668753E-16</c:v>
                </c:pt>
                <c:pt idx="6478">
                  <c:v>1.4802973661668753E-16</c:v>
                </c:pt>
                <c:pt idx="6479">
                  <c:v>1.4802973661668753E-16</c:v>
                </c:pt>
                <c:pt idx="6480">
                  <c:v>1.4802973661668753E-16</c:v>
                </c:pt>
                <c:pt idx="6481">
                  <c:v>1.4802973661668753E-16</c:v>
                </c:pt>
                <c:pt idx="6482">
                  <c:v>1.4802973661668753E-16</c:v>
                </c:pt>
                <c:pt idx="6483">
                  <c:v>1.4802973661668753E-16</c:v>
                </c:pt>
                <c:pt idx="6484">
                  <c:v>1.4802973661668753E-16</c:v>
                </c:pt>
                <c:pt idx="6485">
                  <c:v>1.4802973661668753E-16</c:v>
                </c:pt>
                <c:pt idx="6486">
                  <c:v>1.4802973661668753E-16</c:v>
                </c:pt>
                <c:pt idx="6487">
                  <c:v>1.4802973661668753E-16</c:v>
                </c:pt>
                <c:pt idx="6488">
                  <c:v>1.4802973661668753E-16</c:v>
                </c:pt>
                <c:pt idx="6489">
                  <c:v>1.4802973661668753E-16</c:v>
                </c:pt>
                <c:pt idx="6490">
                  <c:v>1.4802973661668753E-16</c:v>
                </c:pt>
                <c:pt idx="6491">
                  <c:v>1.4802973661668753E-16</c:v>
                </c:pt>
                <c:pt idx="6492">
                  <c:v>1.4802973661668753E-16</c:v>
                </c:pt>
                <c:pt idx="6493">
                  <c:v>1.4802973661668753E-16</c:v>
                </c:pt>
                <c:pt idx="6494">
                  <c:v>1.4802973661668753E-16</c:v>
                </c:pt>
                <c:pt idx="6495">
                  <c:v>1.4802973661668753E-16</c:v>
                </c:pt>
                <c:pt idx="6496">
                  <c:v>1.4802973661668753E-16</c:v>
                </c:pt>
                <c:pt idx="6497">
                  <c:v>1.4802973661668753E-16</c:v>
                </c:pt>
                <c:pt idx="6498">
                  <c:v>1.4802973661668753E-16</c:v>
                </c:pt>
                <c:pt idx="6499">
                  <c:v>1.4802973661668753E-16</c:v>
                </c:pt>
                <c:pt idx="6500">
                  <c:v>1.4802973661668753E-16</c:v>
                </c:pt>
                <c:pt idx="6501">
                  <c:v>1.4802973661668753E-16</c:v>
                </c:pt>
                <c:pt idx="6502">
                  <c:v>1.4802973661668753E-16</c:v>
                </c:pt>
                <c:pt idx="6503">
                  <c:v>1.4802973661668753E-16</c:v>
                </c:pt>
                <c:pt idx="6504">
                  <c:v>1.4802973661668753E-16</c:v>
                </c:pt>
                <c:pt idx="6505">
                  <c:v>1.4802973661668753E-16</c:v>
                </c:pt>
                <c:pt idx="6506">
                  <c:v>1.4802973661668753E-16</c:v>
                </c:pt>
                <c:pt idx="6507">
                  <c:v>1.4802973661668753E-16</c:v>
                </c:pt>
                <c:pt idx="6508">
                  <c:v>1.4802973661668753E-16</c:v>
                </c:pt>
                <c:pt idx="6509">
                  <c:v>1.4802973661668753E-16</c:v>
                </c:pt>
                <c:pt idx="6510">
                  <c:v>1.4802973661668753E-16</c:v>
                </c:pt>
                <c:pt idx="6511">
                  <c:v>1.4802973661668753E-16</c:v>
                </c:pt>
                <c:pt idx="6512">
                  <c:v>1.4802973661668753E-16</c:v>
                </c:pt>
                <c:pt idx="6513">
                  <c:v>1.4802973661668753E-16</c:v>
                </c:pt>
                <c:pt idx="6514">
                  <c:v>1.4802973661668753E-16</c:v>
                </c:pt>
                <c:pt idx="6515">
                  <c:v>1.4802973661668753E-16</c:v>
                </c:pt>
                <c:pt idx="6516">
                  <c:v>1.4802973661668753E-16</c:v>
                </c:pt>
                <c:pt idx="6517">
                  <c:v>1.4802973661668753E-16</c:v>
                </c:pt>
                <c:pt idx="6518">
                  <c:v>1.4802973661668753E-16</c:v>
                </c:pt>
                <c:pt idx="6519">
                  <c:v>1.4802973661668753E-16</c:v>
                </c:pt>
                <c:pt idx="6520">
                  <c:v>1.4802973661668753E-16</c:v>
                </c:pt>
                <c:pt idx="6521">
                  <c:v>1.4802973661668753E-16</c:v>
                </c:pt>
                <c:pt idx="6522">
                  <c:v>1.4802973661668753E-16</c:v>
                </c:pt>
                <c:pt idx="6523">
                  <c:v>1.4802973661668753E-16</c:v>
                </c:pt>
                <c:pt idx="6524">
                  <c:v>1.4802973661668753E-16</c:v>
                </c:pt>
                <c:pt idx="6525">
                  <c:v>1.4802973661668753E-16</c:v>
                </c:pt>
                <c:pt idx="6526">
                  <c:v>1.4802973661668753E-16</c:v>
                </c:pt>
                <c:pt idx="6527">
                  <c:v>1.4802973661668753E-16</c:v>
                </c:pt>
                <c:pt idx="6528">
                  <c:v>1.4802973661668753E-16</c:v>
                </c:pt>
                <c:pt idx="6529">
                  <c:v>1.4802973661668753E-16</c:v>
                </c:pt>
                <c:pt idx="6530">
                  <c:v>1.4802973661668753E-16</c:v>
                </c:pt>
                <c:pt idx="6531">
                  <c:v>1.4802973661668753E-16</c:v>
                </c:pt>
                <c:pt idx="6532">
                  <c:v>1.4802973661668753E-16</c:v>
                </c:pt>
                <c:pt idx="6533">
                  <c:v>1.4802973661668753E-16</c:v>
                </c:pt>
                <c:pt idx="6534">
                  <c:v>1.4802973661668753E-16</c:v>
                </c:pt>
                <c:pt idx="6535">
                  <c:v>1.4802973661668753E-16</c:v>
                </c:pt>
                <c:pt idx="6536">
                  <c:v>1.4802973661668753E-16</c:v>
                </c:pt>
                <c:pt idx="6537">
                  <c:v>1.4802973661668753E-16</c:v>
                </c:pt>
                <c:pt idx="6538">
                  <c:v>1.4802973661668753E-16</c:v>
                </c:pt>
                <c:pt idx="6539">
                  <c:v>1.4802973661668753E-16</c:v>
                </c:pt>
                <c:pt idx="6540">
                  <c:v>1.4802973661668753E-16</c:v>
                </c:pt>
                <c:pt idx="6541">
                  <c:v>1.4802973661668753E-16</c:v>
                </c:pt>
                <c:pt idx="6542">
                  <c:v>1.4802973661668753E-16</c:v>
                </c:pt>
                <c:pt idx="6543">
                  <c:v>1.4802973661668753E-16</c:v>
                </c:pt>
                <c:pt idx="6544">
                  <c:v>1.4802973661668753E-16</c:v>
                </c:pt>
                <c:pt idx="6545">
                  <c:v>1.4802973661668753E-16</c:v>
                </c:pt>
                <c:pt idx="6546">
                  <c:v>1.4802973661668753E-16</c:v>
                </c:pt>
                <c:pt idx="6547">
                  <c:v>1.4802973661668753E-16</c:v>
                </c:pt>
                <c:pt idx="6548">
                  <c:v>1.4802973661668753E-16</c:v>
                </c:pt>
                <c:pt idx="6549">
                  <c:v>1.4802973661668753E-16</c:v>
                </c:pt>
                <c:pt idx="6550">
                  <c:v>1.4802973661668753E-16</c:v>
                </c:pt>
                <c:pt idx="6551">
                  <c:v>1.4802973661668753E-16</c:v>
                </c:pt>
                <c:pt idx="6552">
                  <c:v>1.4802973661668753E-16</c:v>
                </c:pt>
                <c:pt idx="6553">
                  <c:v>1.4802973661668753E-16</c:v>
                </c:pt>
                <c:pt idx="6554">
                  <c:v>1.4802973661668753E-16</c:v>
                </c:pt>
                <c:pt idx="6555">
                  <c:v>1.4802973661668753E-16</c:v>
                </c:pt>
                <c:pt idx="6556">
                  <c:v>1.4802973661668753E-16</c:v>
                </c:pt>
                <c:pt idx="6557">
                  <c:v>1.4802973661668753E-16</c:v>
                </c:pt>
                <c:pt idx="6558">
                  <c:v>1.4802973661668753E-16</c:v>
                </c:pt>
                <c:pt idx="6559">
                  <c:v>1.4802973661668753E-16</c:v>
                </c:pt>
                <c:pt idx="6560">
                  <c:v>1.4802973661668753E-16</c:v>
                </c:pt>
                <c:pt idx="6561">
                  <c:v>1.4802973661668753E-16</c:v>
                </c:pt>
                <c:pt idx="6562">
                  <c:v>1.4802973661668753E-16</c:v>
                </c:pt>
                <c:pt idx="6563">
                  <c:v>1.4802973661668753E-16</c:v>
                </c:pt>
                <c:pt idx="6564">
                  <c:v>1.4802973661668753E-16</c:v>
                </c:pt>
                <c:pt idx="6565">
                  <c:v>1.4802973661668753E-16</c:v>
                </c:pt>
                <c:pt idx="6566">
                  <c:v>1.4802973661668753E-16</c:v>
                </c:pt>
                <c:pt idx="6567">
                  <c:v>1.4802973661668753E-16</c:v>
                </c:pt>
                <c:pt idx="6568">
                  <c:v>1.4802973661668753E-16</c:v>
                </c:pt>
                <c:pt idx="6569">
                  <c:v>1.4802973661668753E-16</c:v>
                </c:pt>
                <c:pt idx="6570">
                  <c:v>1.4802973661668753E-16</c:v>
                </c:pt>
                <c:pt idx="6571">
                  <c:v>1.4802973661668753E-16</c:v>
                </c:pt>
                <c:pt idx="6572">
                  <c:v>1.4802973661668753E-16</c:v>
                </c:pt>
                <c:pt idx="6573">
                  <c:v>1.4802973661668753E-16</c:v>
                </c:pt>
                <c:pt idx="6574">
                  <c:v>1.4802973661668753E-16</c:v>
                </c:pt>
                <c:pt idx="6575">
                  <c:v>1.4802973661668753E-16</c:v>
                </c:pt>
                <c:pt idx="6576">
                  <c:v>1.4802973661668753E-16</c:v>
                </c:pt>
                <c:pt idx="6577">
                  <c:v>1.4802973661668753E-16</c:v>
                </c:pt>
                <c:pt idx="6578">
                  <c:v>1.4802973661668753E-16</c:v>
                </c:pt>
                <c:pt idx="6579">
                  <c:v>1.4802973661668753E-16</c:v>
                </c:pt>
                <c:pt idx="6580">
                  <c:v>1.4802973661668753E-16</c:v>
                </c:pt>
                <c:pt idx="6581">
                  <c:v>1.4802973661668753E-16</c:v>
                </c:pt>
                <c:pt idx="6582">
                  <c:v>1.4802973661668753E-16</c:v>
                </c:pt>
                <c:pt idx="6583">
                  <c:v>1.4802973661668753E-16</c:v>
                </c:pt>
                <c:pt idx="6584">
                  <c:v>1.4802973661668753E-16</c:v>
                </c:pt>
                <c:pt idx="6585">
                  <c:v>1.4802973661668753E-16</c:v>
                </c:pt>
                <c:pt idx="6586">
                  <c:v>1.4802973661668753E-16</c:v>
                </c:pt>
                <c:pt idx="6587">
                  <c:v>1.4802973661668753E-16</c:v>
                </c:pt>
                <c:pt idx="6588">
                  <c:v>1.4802973661668753E-16</c:v>
                </c:pt>
                <c:pt idx="6589">
                  <c:v>1.4802973661668753E-16</c:v>
                </c:pt>
                <c:pt idx="6590">
                  <c:v>1.4802973661668753E-16</c:v>
                </c:pt>
                <c:pt idx="6591">
                  <c:v>1.4802973661668753E-16</c:v>
                </c:pt>
                <c:pt idx="6592">
                  <c:v>1.4802973661668753E-16</c:v>
                </c:pt>
                <c:pt idx="6593">
                  <c:v>1.4802973661668753E-16</c:v>
                </c:pt>
                <c:pt idx="6594">
                  <c:v>1.4802973661668753E-16</c:v>
                </c:pt>
                <c:pt idx="6595">
                  <c:v>1.4802973661668753E-16</c:v>
                </c:pt>
                <c:pt idx="6596">
                  <c:v>1.4802973661668753E-16</c:v>
                </c:pt>
                <c:pt idx="6597">
                  <c:v>1.4802973661668753E-16</c:v>
                </c:pt>
                <c:pt idx="6598">
                  <c:v>1.4802973661668753E-16</c:v>
                </c:pt>
                <c:pt idx="6599">
                  <c:v>1.4802973661668753E-16</c:v>
                </c:pt>
                <c:pt idx="6600">
                  <c:v>1.4802973661668753E-16</c:v>
                </c:pt>
                <c:pt idx="6601">
                  <c:v>1.4802973661668753E-16</c:v>
                </c:pt>
                <c:pt idx="6602">
                  <c:v>1.4802973661668753E-16</c:v>
                </c:pt>
                <c:pt idx="6603">
                  <c:v>1.4802973661668753E-16</c:v>
                </c:pt>
                <c:pt idx="6604">
                  <c:v>1.4802973661668753E-16</c:v>
                </c:pt>
                <c:pt idx="6605">
                  <c:v>1.4802973661668753E-16</c:v>
                </c:pt>
                <c:pt idx="6606">
                  <c:v>1.4802973661668753E-16</c:v>
                </c:pt>
                <c:pt idx="6607">
                  <c:v>1.4802973661668753E-16</c:v>
                </c:pt>
                <c:pt idx="6608">
                  <c:v>1.4802973661668753E-16</c:v>
                </c:pt>
                <c:pt idx="6609">
                  <c:v>1.4802973661668753E-16</c:v>
                </c:pt>
                <c:pt idx="6610">
                  <c:v>1.4802973661668753E-16</c:v>
                </c:pt>
                <c:pt idx="6611">
                  <c:v>1.4802973661668753E-16</c:v>
                </c:pt>
                <c:pt idx="6612">
                  <c:v>1.4802973661668753E-16</c:v>
                </c:pt>
                <c:pt idx="6613">
                  <c:v>1.4802973661668753E-16</c:v>
                </c:pt>
                <c:pt idx="6614">
                  <c:v>1.4802973661668753E-16</c:v>
                </c:pt>
                <c:pt idx="6615">
                  <c:v>1.4802973661668753E-16</c:v>
                </c:pt>
                <c:pt idx="6616">
                  <c:v>1.4802973661668753E-16</c:v>
                </c:pt>
                <c:pt idx="6617">
                  <c:v>1.4802973661668753E-16</c:v>
                </c:pt>
                <c:pt idx="6618">
                  <c:v>1.4802973661668753E-16</c:v>
                </c:pt>
                <c:pt idx="6619">
                  <c:v>1.4802973661668753E-16</c:v>
                </c:pt>
                <c:pt idx="6620">
                  <c:v>1.4802973661668753E-16</c:v>
                </c:pt>
                <c:pt idx="6621">
                  <c:v>1.4802973661668753E-16</c:v>
                </c:pt>
                <c:pt idx="6622">
                  <c:v>1.4802973661668753E-16</c:v>
                </c:pt>
                <c:pt idx="6623">
                  <c:v>1.4802973661668753E-16</c:v>
                </c:pt>
                <c:pt idx="6624">
                  <c:v>1.4802973661668753E-16</c:v>
                </c:pt>
                <c:pt idx="6625">
                  <c:v>1.4802973661668753E-16</c:v>
                </c:pt>
                <c:pt idx="6626">
                  <c:v>1.4802973661668753E-16</c:v>
                </c:pt>
                <c:pt idx="6627">
                  <c:v>1.4802973661668753E-16</c:v>
                </c:pt>
                <c:pt idx="6628">
                  <c:v>1.4802973661668753E-16</c:v>
                </c:pt>
                <c:pt idx="6629">
                  <c:v>1.4802973661668753E-16</c:v>
                </c:pt>
                <c:pt idx="6630">
                  <c:v>1.4802973661668753E-16</c:v>
                </c:pt>
                <c:pt idx="6631">
                  <c:v>1.4802973661668753E-16</c:v>
                </c:pt>
                <c:pt idx="6632">
                  <c:v>1.4802973661668753E-16</c:v>
                </c:pt>
                <c:pt idx="6633">
                  <c:v>1.4802973661668753E-16</c:v>
                </c:pt>
                <c:pt idx="6634">
                  <c:v>1.4802973661668753E-16</c:v>
                </c:pt>
                <c:pt idx="6635">
                  <c:v>1.4802973661668753E-16</c:v>
                </c:pt>
                <c:pt idx="6636">
                  <c:v>1.4802973661668753E-16</c:v>
                </c:pt>
                <c:pt idx="6637">
                  <c:v>1.4802973661668753E-16</c:v>
                </c:pt>
                <c:pt idx="6638">
                  <c:v>1.4802973661668753E-16</c:v>
                </c:pt>
                <c:pt idx="6639">
                  <c:v>1.4802973661668753E-16</c:v>
                </c:pt>
                <c:pt idx="6640">
                  <c:v>1.4802973661668753E-16</c:v>
                </c:pt>
                <c:pt idx="6641">
                  <c:v>1.4802973661668753E-16</c:v>
                </c:pt>
                <c:pt idx="6642">
                  <c:v>1.4802973661668753E-16</c:v>
                </c:pt>
                <c:pt idx="6643">
                  <c:v>1.4802973661668753E-16</c:v>
                </c:pt>
                <c:pt idx="6644">
                  <c:v>1.4802973661668753E-16</c:v>
                </c:pt>
                <c:pt idx="6645">
                  <c:v>1.4802973661668753E-16</c:v>
                </c:pt>
                <c:pt idx="6646">
                  <c:v>1.4802973661668753E-16</c:v>
                </c:pt>
                <c:pt idx="6647">
                  <c:v>1.4802973661668753E-16</c:v>
                </c:pt>
                <c:pt idx="6648">
                  <c:v>1.4802973661668753E-16</c:v>
                </c:pt>
                <c:pt idx="6649">
                  <c:v>1.4802973661668753E-16</c:v>
                </c:pt>
                <c:pt idx="6650">
                  <c:v>1.4802973661668753E-16</c:v>
                </c:pt>
                <c:pt idx="6651">
                  <c:v>1.4802973661668753E-16</c:v>
                </c:pt>
                <c:pt idx="6652">
                  <c:v>1.4802973661668753E-16</c:v>
                </c:pt>
                <c:pt idx="6653">
                  <c:v>1.4802973661668753E-16</c:v>
                </c:pt>
                <c:pt idx="6654">
                  <c:v>1.4802973661668753E-16</c:v>
                </c:pt>
                <c:pt idx="6655">
                  <c:v>1.4802973661668753E-16</c:v>
                </c:pt>
                <c:pt idx="6656">
                  <c:v>1.4802973661668753E-16</c:v>
                </c:pt>
                <c:pt idx="6657">
                  <c:v>1.4802973661668753E-16</c:v>
                </c:pt>
                <c:pt idx="6658">
                  <c:v>1.4802973661668753E-16</c:v>
                </c:pt>
                <c:pt idx="6659">
                  <c:v>1.4802973661668753E-16</c:v>
                </c:pt>
                <c:pt idx="6660">
                  <c:v>1.4802973661668753E-16</c:v>
                </c:pt>
                <c:pt idx="6661">
                  <c:v>1.4802973661668753E-16</c:v>
                </c:pt>
                <c:pt idx="6662">
                  <c:v>1.4802973661668753E-16</c:v>
                </c:pt>
                <c:pt idx="6663">
                  <c:v>1.4802973661668753E-16</c:v>
                </c:pt>
                <c:pt idx="6664">
                  <c:v>1.4802973661668753E-16</c:v>
                </c:pt>
                <c:pt idx="6665">
                  <c:v>1.4802973661668753E-16</c:v>
                </c:pt>
                <c:pt idx="6666">
                  <c:v>1.4802973661668753E-16</c:v>
                </c:pt>
                <c:pt idx="6667">
                  <c:v>1.4802973661668753E-16</c:v>
                </c:pt>
                <c:pt idx="6668">
                  <c:v>1.4802973661668753E-16</c:v>
                </c:pt>
                <c:pt idx="6669">
                  <c:v>1.4802973661668753E-16</c:v>
                </c:pt>
                <c:pt idx="6670">
                  <c:v>1.4802973661668753E-16</c:v>
                </c:pt>
                <c:pt idx="6671">
                  <c:v>1.4802973661668753E-16</c:v>
                </c:pt>
                <c:pt idx="6672">
                  <c:v>1.4802973661668753E-16</c:v>
                </c:pt>
                <c:pt idx="6673">
                  <c:v>1.4802973661668753E-16</c:v>
                </c:pt>
                <c:pt idx="6674">
                  <c:v>1.4802973661668753E-16</c:v>
                </c:pt>
                <c:pt idx="6675">
                  <c:v>1.4802973661668753E-16</c:v>
                </c:pt>
                <c:pt idx="6676">
                  <c:v>1.4802973661668753E-16</c:v>
                </c:pt>
                <c:pt idx="6677">
                  <c:v>1.4802973661668753E-16</c:v>
                </c:pt>
                <c:pt idx="6678">
                  <c:v>1.4802973661668753E-16</c:v>
                </c:pt>
                <c:pt idx="6679">
                  <c:v>1.4802973661668753E-16</c:v>
                </c:pt>
                <c:pt idx="6680">
                  <c:v>1.4802973661668753E-16</c:v>
                </c:pt>
                <c:pt idx="6681">
                  <c:v>1.4802973661668753E-16</c:v>
                </c:pt>
                <c:pt idx="6682">
                  <c:v>1.4802973661668753E-16</c:v>
                </c:pt>
                <c:pt idx="6683">
                  <c:v>1.4802973661668753E-16</c:v>
                </c:pt>
                <c:pt idx="6684">
                  <c:v>1.4802973661668753E-16</c:v>
                </c:pt>
                <c:pt idx="6685">
                  <c:v>1.4802973661668753E-16</c:v>
                </c:pt>
                <c:pt idx="6686">
                  <c:v>1.4802973661668753E-16</c:v>
                </c:pt>
                <c:pt idx="6687">
                  <c:v>1.4802973661668753E-16</c:v>
                </c:pt>
                <c:pt idx="6688">
                  <c:v>1.4802973661668753E-16</c:v>
                </c:pt>
                <c:pt idx="6689">
                  <c:v>1.4802973661668753E-16</c:v>
                </c:pt>
                <c:pt idx="6690">
                  <c:v>1.4802973661668753E-16</c:v>
                </c:pt>
                <c:pt idx="6691">
                  <c:v>1.4802973661668753E-16</c:v>
                </c:pt>
                <c:pt idx="6692">
                  <c:v>1.4802973661668753E-16</c:v>
                </c:pt>
                <c:pt idx="6693">
                  <c:v>1.4802973661668753E-16</c:v>
                </c:pt>
                <c:pt idx="6694">
                  <c:v>1.4802973661668753E-16</c:v>
                </c:pt>
                <c:pt idx="6695">
                  <c:v>1.4802973661668753E-16</c:v>
                </c:pt>
                <c:pt idx="6696">
                  <c:v>1.4802973661668753E-16</c:v>
                </c:pt>
                <c:pt idx="6697">
                  <c:v>1.4802973661668753E-16</c:v>
                </c:pt>
                <c:pt idx="6698">
                  <c:v>1.4802973661668753E-16</c:v>
                </c:pt>
                <c:pt idx="6699">
                  <c:v>1.4802973661668753E-16</c:v>
                </c:pt>
                <c:pt idx="6700">
                  <c:v>1.4802973661668753E-16</c:v>
                </c:pt>
                <c:pt idx="6701">
                  <c:v>1.4802973661668753E-16</c:v>
                </c:pt>
                <c:pt idx="6702">
                  <c:v>1.4802973661668753E-16</c:v>
                </c:pt>
                <c:pt idx="6703">
                  <c:v>1.4802973661668753E-16</c:v>
                </c:pt>
                <c:pt idx="6704">
                  <c:v>1.4802973661668753E-16</c:v>
                </c:pt>
                <c:pt idx="6705">
                  <c:v>1.4802973661668753E-16</c:v>
                </c:pt>
                <c:pt idx="6706">
                  <c:v>1.4802973661668753E-16</c:v>
                </c:pt>
                <c:pt idx="6707">
                  <c:v>1.4802973661668753E-16</c:v>
                </c:pt>
                <c:pt idx="6708">
                  <c:v>1.4802973661668753E-16</c:v>
                </c:pt>
                <c:pt idx="6709">
                  <c:v>1.4802973661668753E-16</c:v>
                </c:pt>
                <c:pt idx="6710">
                  <c:v>1.4802973661668753E-16</c:v>
                </c:pt>
                <c:pt idx="6711">
                  <c:v>1.4802973661668753E-16</c:v>
                </c:pt>
                <c:pt idx="6712">
                  <c:v>1.4802973661668753E-16</c:v>
                </c:pt>
                <c:pt idx="6713">
                  <c:v>1.4802973661668753E-16</c:v>
                </c:pt>
                <c:pt idx="6714">
                  <c:v>1.4802973661668753E-16</c:v>
                </c:pt>
                <c:pt idx="6715">
                  <c:v>1.4802973661668753E-16</c:v>
                </c:pt>
                <c:pt idx="6716">
                  <c:v>1.4802973661668753E-16</c:v>
                </c:pt>
                <c:pt idx="6717">
                  <c:v>1.4802973661668753E-16</c:v>
                </c:pt>
                <c:pt idx="6718">
                  <c:v>1.4802973661668753E-16</c:v>
                </c:pt>
                <c:pt idx="6719">
                  <c:v>1.4802973661668753E-16</c:v>
                </c:pt>
                <c:pt idx="6720">
                  <c:v>1.4802973661668753E-16</c:v>
                </c:pt>
                <c:pt idx="6721">
                  <c:v>1.4802973661668753E-16</c:v>
                </c:pt>
                <c:pt idx="6722">
                  <c:v>1.4802973661668753E-16</c:v>
                </c:pt>
                <c:pt idx="6723">
                  <c:v>1.4802973661668753E-16</c:v>
                </c:pt>
                <c:pt idx="6724">
                  <c:v>1.4802973661668753E-16</c:v>
                </c:pt>
                <c:pt idx="6725">
                  <c:v>1.4802973661668753E-16</c:v>
                </c:pt>
                <c:pt idx="6726">
                  <c:v>1.4802973661668753E-16</c:v>
                </c:pt>
                <c:pt idx="6727">
                  <c:v>1.4802973661668753E-16</c:v>
                </c:pt>
                <c:pt idx="6728">
                  <c:v>1.4802973661668753E-16</c:v>
                </c:pt>
                <c:pt idx="6729">
                  <c:v>1.4802973661668753E-16</c:v>
                </c:pt>
                <c:pt idx="6730">
                  <c:v>1.4802973661668753E-16</c:v>
                </c:pt>
                <c:pt idx="6731">
                  <c:v>1.4802973661668753E-16</c:v>
                </c:pt>
                <c:pt idx="6732">
                  <c:v>1.4802973661668753E-16</c:v>
                </c:pt>
                <c:pt idx="6733">
                  <c:v>1.4802973661668753E-16</c:v>
                </c:pt>
                <c:pt idx="6734">
                  <c:v>1.4802973661668753E-16</c:v>
                </c:pt>
                <c:pt idx="6735">
                  <c:v>1.4802973661668753E-16</c:v>
                </c:pt>
                <c:pt idx="6736">
                  <c:v>1.4802973661668753E-16</c:v>
                </c:pt>
                <c:pt idx="6737">
                  <c:v>1.4802973661668753E-16</c:v>
                </c:pt>
                <c:pt idx="6738">
                  <c:v>1.4802973661668753E-16</c:v>
                </c:pt>
                <c:pt idx="6739">
                  <c:v>1.4802973661668753E-16</c:v>
                </c:pt>
                <c:pt idx="6740">
                  <c:v>1.4802973661668753E-16</c:v>
                </c:pt>
                <c:pt idx="6741">
                  <c:v>1.4802973661668753E-16</c:v>
                </c:pt>
                <c:pt idx="6742">
                  <c:v>1.4802973661668753E-16</c:v>
                </c:pt>
                <c:pt idx="6743">
                  <c:v>1.4802973661668753E-16</c:v>
                </c:pt>
                <c:pt idx="6744">
                  <c:v>1.4802973661668753E-16</c:v>
                </c:pt>
                <c:pt idx="6745">
                  <c:v>1.4802973661668753E-16</c:v>
                </c:pt>
                <c:pt idx="6746">
                  <c:v>1.4802973661668753E-16</c:v>
                </c:pt>
                <c:pt idx="6747">
                  <c:v>1.4802973661668753E-16</c:v>
                </c:pt>
                <c:pt idx="6748">
                  <c:v>1.4802973661668753E-16</c:v>
                </c:pt>
                <c:pt idx="6749">
                  <c:v>1.4802973661668753E-16</c:v>
                </c:pt>
                <c:pt idx="6750">
                  <c:v>1.4802973661668753E-16</c:v>
                </c:pt>
                <c:pt idx="6751">
                  <c:v>1.4802973661668753E-16</c:v>
                </c:pt>
                <c:pt idx="6752">
                  <c:v>1.4802973661668753E-16</c:v>
                </c:pt>
                <c:pt idx="6753">
                  <c:v>1.4802973661668753E-16</c:v>
                </c:pt>
                <c:pt idx="6754">
                  <c:v>1.4802973661668753E-16</c:v>
                </c:pt>
                <c:pt idx="6755">
                  <c:v>1.4802973661668753E-16</c:v>
                </c:pt>
                <c:pt idx="6756">
                  <c:v>1.4802973661668753E-16</c:v>
                </c:pt>
                <c:pt idx="6757">
                  <c:v>1.4802973661668753E-16</c:v>
                </c:pt>
                <c:pt idx="6758">
                  <c:v>1.4802973661668753E-16</c:v>
                </c:pt>
                <c:pt idx="6759">
                  <c:v>1.4802973661668753E-16</c:v>
                </c:pt>
                <c:pt idx="6760">
                  <c:v>1.4802973661668753E-16</c:v>
                </c:pt>
                <c:pt idx="6761">
                  <c:v>1.4802973661668753E-16</c:v>
                </c:pt>
                <c:pt idx="6762">
                  <c:v>1.4802973661668753E-16</c:v>
                </c:pt>
                <c:pt idx="6763">
                  <c:v>1.4802973661668753E-16</c:v>
                </c:pt>
                <c:pt idx="6764">
                  <c:v>1.4802973661668753E-16</c:v>
                </c:pt>
                <c:pt idx="6765">
                  <c:v>1.4802973661668753E-16</c:v>
                </c:pt>
                <c:pt idx="6766">
                  <c:v>1.4802973661668753E-16</c:v>
                </c:pt>
                <c:pt idx="6767">
                  <c:v>1.4802973661668753E-16</c:v>
                </c:pt>
                <c:pt idx="6768">
                  <c:v>1.4802973661668753E-16</c:v>
                </c:pt>
                <c:pt idx="6769">
                  <c:v>1.4802973661668753E-16</c:v>
                </c:pt>
                <c:pt idx="6770">
                  <c:v>1.4802973661668753E-16</c:v>
                </c:pt>
                <c:pt idx="6771">
                  <c:v>1.4802973661668753E-16</c:v>
                </c:pt>
                <c:pt idx="6772">
                  <c:v>1.4802973661668753E-16</c:v>
                </c:pt>
                <c:pt idx="6773">
                  <c:v>1.4802973661668753E-16</c:v>
                </c:pt>
                <c:pt idx="6774">
                  <c:v>1.4802973661668753E-16</c:v>
                </c:pt>
                <c:pt idx="6775">
                  <c:v>1.4802973661668753E-16</c:v>
                </c:pt>
                <c:pt idx="6776">
                  <c:v>1.4802973661668753E-16</c:v>
                </c:pt>
                <c:pt idx="6777">
                  <c:v>1.4802973661668753E-16</c:v>
                </c:pt>
                <c:pt idx="6778">
                  <c:v>1.4802973661668753E-16</c:v>
                </c:pt>
                <c:pt idx="6779">
                  <c:v>1.4802973661668753E-16</c:v>
                </c:pt>
                <c:pt idx="6780">
                  <c:v>1.4802973661668753E-16</c:v>
                </c:pt>
                <c:pt idx="6781">
                  <c:v>1.4802973661668753E-16</c:v>
                </c:pt>
                <c:pt idx="6782">
                  <c:v>1.4802973661668753E-16</c:v>
                </c:pt>
                <c:pt idx="6783">
                  <c:v>1.4802973661668753E-16</c:v>
                </c:pt>
                <c:pt idx="6784">
                  <c:v>1.4802973661668753E-16</c:v>
                </c:pt>
                <c:pt idx="6785">
                  <c:v>1.4802973661668753E-16</c:v>
                </c:pt>
                <c:pt idx="6786">
                  <c:v>1.4802973661668753E-16</c:v>
                </c:pt>
                <c:pt idx="6787">
                  <c:v>1.4802973661668753E-16</c:v>
                </c:pt>
                <c:pt idx="6788">
                  <c:v>1.4802973661668753E-16</c:v>
                </c:pt>
                <c:pt idx="6789">
                  <c:v>1.4802973661668753E-16</c:v>
                </c:pt>
                <c:pt idx="6790">
                  <c:v>1.4802973661668753E-16</c:v>
                </c:pt>
                <c:pt idx="6791">
                  <c:v>1.4802973661668753E-16</c:v>
                </c:pt>
                <c:pt idx="6792">
                  <c:v>1.4802973661668753E-16</c:v>
                </c:pt>
                <c:pt idx="6793">
                  <c:v>1.4802973661668753E-16</c:v>
                </c:pt>
                <c:pt idx="6794">
                  <c:v>1.4802973661668753E-16</c:v>
                </c:pt>
                <c:pt idx="6795">
                  <c:v>1.4802973661668753E-16</c:v>
                </c:pt>
                <c:pt idx="6796">
                  <c:v>1.4802973661668753E-16</c:v>
                </c:pt>
                <c:pt idx="6797">
                  <c:v>1.4802973661668753E-16</c:v>
                </c:pt>
                <c:pt idx="6798">
                  <c:v>1.4802973661668753E-16</c:v>
                </c:pt>
                <c:pt idx="6799">
                  <c:v>1.4802973661668753E-16</c:v>
                </c:pt>
                <c:pt idx="6800">
                  <c:v>1.4802973661668753E-16</c:v>
                </c:pt>
                <c:pt idx="6801">
                  <c:v>1.4802973661668753E-16</c:v>
                </c:pt>
                <c:pt idx="6802">
                  <c:v>1.4802973661668753E-16</c:v>
                </c:pt>
                <c:pt idx="6803">
                  <c:v>1.4802973661668753E-16</c:v>
                </c:pt>
                <c:pt idx="6804">
                  <c:v>1.4802973661668753E-16</c:v>
                </c:pt>
                <c:pt idx="6805">
                  <c:v>1.4802973661668753E-16</c:v>
                </c:pt>
                <c:pt idx="6806">
                  <c:v>1.4802973661668753E-16</c:v>
                </c:pt>
                <c:pt idx="6807">
                  <c:v>1.4802973661668753E-16</c:v>
                </c:pt>
                <c:pt idx="6808">
                  <c:v>1.4802973661668753E-16</c:v>
                </c:pt>
                <c:pt idx="6809">
                  <c:v>1.4802973661668753E-16</c:v>
                </c:pt>
                <c:pt idx="6810">
                  <c:v>1.4802973661668753E-16</c:v>
                </c:pt>
                <c:pt idx="6811">
                  <c:v>1.4802973661668753E-16</c:v>
                </c:pt>
                <c:pt idx="6812">
                  <c:v>1.4802973661668753E-16</c:v>
                </c:pt>
                <c:pt idx="6813">
                  <c:v>1.4802973661668753E-16</c:v>
                </c:pt>
                <c:pt idx="6814">
                  <c:v>1.4802973661668753E-16</c:v>
                </c:pt>
                <c:pt idx="6815">
                  <c:v>1.4802973661668753E-16</c:v>
                </c:pt>
                <c:pt idx="6816">
                  <c:v>1.4802973661668753E-16</c:v>
                </c:pt>
                <c:pt idx="6817">
                  <c:v>1.4802973661668753E-16</c:v>
                </c:pt>
                <c:pt idx="6818">
                  <c:v>1.4802973661668753E-16</c:v>
                </c:pt>
                <c:pt idx="6819">
                  <c:v>1.4802973661668753E-16</c:v>
                </c:pt>
                <c:pt idx="6820">
                  <c:v>1.4802973661668753E-16</c:v>
                </c:pt>
                <c:pt idx="6821">
                  <c:v>1.4802973661668753E-16</c:v>
                </c:pt>
                <c:pt idx="6822">
                  <c:v>1.4802973661668753E-16</c:v>
                </c:pt>
                <c:pt idx="6823">
                  <c:v>1.4802973661668753E-16</c:v>
                </c:pt>
                <c:pt idx="6824">
                  <c:v>1.4802973661668753E-16</c:v>
                </c:pt>
                <c:pt idx="6825">
                  <c:v>1.4802973661668753E-16</c:v>
                </c:pt>
                <c:pt idx="6826">
                  <c:v>1.4802973661668753E-16</c:v>
                </c:pt>
                <c:pt idx="6827">
                  <c:v>1.4802973661668753E-16</c:v>
                </c:pt>
                <c:pt idx="6828">
                  <c:v>1.4802973661668753E-16</c:v>
                </c:pt>
                <c:pt idx="6829">
                  <c:v>1.4802973661668753E-16</c:v>
                </c:pt>
                <c:pt idx="6830">
                  <c:v>1.4802973661668753E-16</c:v>
                </c:pt>
                <c:pt idx="6831">
                  <c:v>1.4802973661668753E-16</c:v>
                </c:pt>
                <c:pt idx="6832">
                  <c:v>1.4802973661668753E-16</c:v>
                </c:pt>
                <c:pt idx="6833">
                  <c:v>1.4802973661668753E-16</c:v>
                </c:pt>
                <c:pt idx="6834">
                  <c:v>1.4802973661668753E-16</c:v>
                </c:pt>
                <c:pt idx="6835">
                  <c:v>1.4802973661668753E-16</c:v>
                </c:pt>
                <c:pt idx="6836">
                  <c:v>1.4802973661668753E-16</c:v>
                </c:pt>
                <c:pt idx="6837">
                  <c:v>1.4802973661668753E-16</c:v>
                </c:pt>
                <c:pt idx="6838">
                  <c:v>1.4802973661668753E-16</c:v>
                </c:pt>
                <c:pt idx="6839">
                  <c:v>1.4802973661668753E-16</c:v>
                </c:pt>
                <c:pt idx="6840">
                  <c:v>1.4802973661668753E-16</c:v>
                </c:pt>
                <c:pt idx="6841">
                  <c:v>1.4802973661668753E-16</c:v>
                </c:pt>
                <c:pt idx="6842">
                  <c:v>1.4802973661668753E-16</c:v>
                </c:pt>
                <c:pt idx="6843">
                  <c:v>1.4802973661668753E-16</c:v>
                </c:pt>
                <c:pt idx="6844">
                  <c:v>1.4802973661668753E-16</c:v>
                </c:pt>
                <c:pt idx="6845">
                  <c:v>1.4802973661668753E-16</c:v>
                </c:pt>
                <c:pt idx="6846">
                  <c:v>1.4802973661668753E-16</c:v>
                </c:pt>
                <c:pt idx="6847">
                  <c:v>1.4802973661668753E-16</c:v>
                </c:pt>
                <c:pt idx="6848">
                  <c:v>1.4802973661668753E-16</c:v>
                </c:pt>
                <c:pt idx="6849">
                  <c:v>1.4802973661668753E-16</c:v>
                </c:pt>
                <c:pt idx="6850">
                  <c:v>1.4802973661668753E-16</c:v>
                </c:pt>
                <c:pt idx="6851">
                  <c:v>1.4802973661668753E-16</c:v>
                </c:pt>
                <c:pt idx="6852">
                  <c:v>1.4802973661668753E-16</c:v>
                </c:pt>
                <c:pt idx="6853">
                  <c:v>1.4802973661668753E-16</c:v>
                </c:pt>
                <c:pt idx="6854">
                  <c:v>1.4802973661668753E-16</c:v>
                </c:pt>
                <c:pt idx="6855">
                  <c:v>1.4802973661668753E-16</c:v>
                </c:pt>
                <c:pt idx="6856">
                  <c:v>1.4802973661668753E-16</c:v>
                </c:pt>
                <c:pt idx="6857">
                  <c:v>1.4802973661668753E-16</c:v>
                </c:pt>
                <c:pt idx="6858">
                  <c:v>1.4802973661668753E-16</c:v>
                </c:pt>
                <c:pt idx="6859">
                  <c:v>1.4802973661668753E-16</c:v>
                </c:pt>
                <c:pt idx="6860">
                  <c:v>1.4802973661668753E-16</c:v>
                </c:pt>
                <c:pt idx="6861">
                  <c:v>1.4802973661668753E-16</c:v>
                </c:pt>
                <c:pt idx="6862">
                  <c:v>1.4802973661668753E-16</c:v>
                </c:pt>
                <c:pt idx="6863">
                  <c:v>1.4802973661668753E-16</c:v>
                </c:pt>
                <c:pt idx="6864">
                  <c:v>1.4802973661668753E-16</c:v>
                </c:pt>
                <c:pt idx="6865">
                  <c:v>1.4802973661668753E-16</c:v>
                </c:pt>
                <c:pt idx="6866">
                  <c:v>1.4802973661668753E-16</c:v>
                </c:pt>
                <c:pt idx="6867">
                  <c:v>1.4802973661668753E-16</c:v>
                </c:pt>
                <c:pt idx="6868">
                  <c:v>1.4802973661668753E-16</c:v>
                </c:pt>
                <c:pt idx="6869">
                  <c:v>1.4802973661668753E-16</c:v>
                </c:pt>
                <c:pt idx="6870">
                  <c:v>1.4802973661668753E-16</c:v>
                </c:pt>
                <c:pt idx="6871">
                  <c:v>1.4802973661668753E-16</c:v>
                </c:pt>
                <c:pt idx="6872">
                  <c:v>1.4802973661668753E-16</c:v>
                </c:pt>
                <c:pt idx="6873">
                  <c:v>1.4802973661668753E-16</c:v>
                </c:pt>
                <c:pt idx="6874">
                  <c:v>1.4802973661668753E-16</c:v>
                </c:pt>
                <c:pt idx="6875">
                  <c:v>1.4802973661668753E-16</c:v>
                </c:pt>
                <c:pt idx="6876">
                  <c:v>1.4802973661668753E-16</c:v>
                </c:pt>
                <c:pt idx="6877">
                  <c:v>1.4802973661668753E-16</c:v>
                </c:pt>
                <c:pt idx="6878">
                  <c:v>1.4802973661668753E-16</c:v>
                </c:pt>
                <c:pt idx="6879">
                  <c:v>1.4802973661668753E-16</c:v>
                </c:pt>
                <c:pt idx="6880">
                  <c:v>1.4802973661668753E-16</c:v>
                </c:pt>
                <c:pt idx="6881">
                  <c:v>1.4802973661668753E-16</c:v>
                </c:pt>
                <c:pt idx="6882">
                  <c:v>1.4802973661668753E-16</c:v>
                </c:pt>
                <c:pt idx="6883">
                  <c:v>1.4802973661668753E-16</c:v>
                </c:pt>
                <c:pt idx="6884">
                  <c:v>1.4802973661668753E-16</c:v>
                </c:pt>
                <c:pt idx="6885">
                  <c:v>1.4802973661668753E-16</c:v>
                </c:pt>
                <c:pt idx="6886">
                  <c:v>1.4802973661668753E-16</c:v>
                </c:pt>
                <c:pt idx="6887">
                  <c:v>1.4802973661668753E-16</c:v>
                </c:pt>
                <c:pt idx="6888">
                  <c:v>1.4802973661668753E-16</c:v>
                </c:pt>
                <c:pt idx="6889">
                  <c:v>1.4802973661668753E-16</c:v>
                </c:pt>
                <c:pt idx="6890">
                  <c:v>1.4802973661668753E-16</c:v>
                </c:pt>
                <c:pt idx="6891">
                  <c:v>1.4802973661668753E-16</c:v>
                </c:pt>
                <c:pt idx="6892">
                  <c:v>1.4802973661668753E-16</c:v>
                </c:pt>
                <c:pt idx="6893">
                  <c:v>1.4802973661668753E-16</c:v>
                </c:pt>
                <c:pt idx="6894">
                  <c:v>1.4802973661668753E-16</c:v>
                </c:pt>
                <c:pt idx="6895">
                  <c:v>1.4802973661668753E-16</c:v>
                </c:pt>
                <c:pt idx="6896">
                  <c:v>1.4802973661668753E-16</c:v>
                </c:pt>
                <c:pt idx="6897">
                  <c:v>1.4802973661668753E-16</c:v>
                </c:pt>
                <c:pt idx="6898">
                  <c:v>1.4802973661668753E-16</c:v>
                </c:pt>
                <c:pt idx="6899">
                  <c:v>1.4802973661668753E-16</c:v>
                </c:pt>
                <c:pt idx="6900">
                  <c:v>1.4802973661668753E-16</c:v>
                </c:pt>
                <c:pt idx="6901">
                  <c:v>1.4802973661668753E-16</c:v>
                </c:pt>
                <c:pt idx="6902">
                  <c:v>1.4802973661668753E-16</c:v>
                </c:pt>
                <c:pt idx="6903">
                  <c:v>1.4802973661668753E-16</c:v>
                </c:pt>
                <c:pt idx="6904">
                  <c:v>1.4802973661668753E-16</c:v>
                </c:pt>
                <c:pt idx="6905">
                  <c:v>1.4802973661668753E-16</c:v>
                </c:pt>
                <c:pt idx="6906">
                  <c:v>1.4802973661668753E-16</c:v>
                </c:pt>
                <c:pt idx="6907">
                  <c:v>1.4802973661668753E-16</c:v>
                </c:pt>
                <c:pt idx="6908">
                  <c:v>1.4802973661668753E-16</c:v>
                </c:pt>
                <c:pt idx="6909">
                  <c:v>1.4802973661668753E-16</c:v>
                </c:pt>
                <c:pt idx="6910">
                  <c:v>1.4802973661668753E-16</c:v>
                </c:pt>
                <c:pt idx="6911">
                  <c:v>1.4802973661668753E-16</c:v>
                </c:pt>
                <c:pt idx="6912">
                  <c:v>1.4802973661668753E-16</c:v>
                </c:pt>
                <c:pt idx="6913">
                  <c:v>1.4802973661668753E-16</c:v>
                </c:pt>
                <c:pt idx="6914">
                  <c:v>1.4802973661668753E-16</c:v>
                </c:pt>
                <c:pt idx="6915">
                  <c:v>1.4802973661668753E-16</c:v>
                </c:pt>
                <c:pt idx="6916">
                  <c:v>1.4802973661668753E-16</c:v>
                </c:pt>
                <c:pt idx="6917">
                  <c:v>1.4802973661668753E-16</c:v>
                </c:pt>
                <c:pt idx="6918">
                  <c:v>1.4802973661668753E-16</c:v>
                </c:pt>
                <c:pt idx="6919">
                  <c:v>1.4802973661668753E-16</c:v>
                </c:pt>
                <c:pt idx="6920">
                  <c:v>1.4802973661668753E-16</c:v>
                </c:pt>
                <c:pt idx="6921">
                  <c:v>1.4802973661668753E-16</c:v>
                </c:pt>
                <c:pt idx="6922">
                  <c:v>1.4802973661668753E-16</c:v>
                </c:pt>
                <c:pt idx="6923">
                  <c:v>1.4802973661668753E-16</c:v>
                </c:pt>
                <c:pt idx="6924">
                  <c:v>1.4802973661668753E-16</c:v>
                </c:pt>
                <c:pt idx="6925">
                  <c:v>1.4802973661668753E-16</c:v>
                </c:pt>
                <c:pt idx="6926">
                  <c:v>1.4802973661668753E-16</c:v>
                </c:pt>
                <c:pt idx="6927">
                  <c:v>1.4802973661668753E-16</c:v>
                </c:pt>
                <c:pt idx="6928">
                  <c:v>1.4802973661668753E-16</c:v>
                </c:pt>
                <c:pt idx="6929">
                  <c:v>1.4802973661668753E-16</c:v>
                </c:pt>
                <c:pt idx="6930">
                  <c:v>1.4802973661668753E-16</c:v>
                </c:pt>
                <c:pt idx="6931">
                  <c:v>1.4802973661668753E-16</c:v>
                </c:pt>
                <c:pt idx="6932">
                  <c:v>1.4802973661668753E-16</c:v>
                </c:pt>
                <c:pt idx="6933">
                  <c:v>1.4802973661668753E-16</c:v>
                </c:pt>
                <c:pt idx="6934">
                  <c:v>1.4802973661668753E-16</c:v>
                </c:pt>
                <c:pt idx="6935">
                  <c:v>1.4802973661668753E-16</c:v>
                </c:pt>
                <c:pt idx="6936">
                  <c:v>1.4802973661668753E-16</c:v>
                </c:pt>
                <c:pt idx="6937">
                  <c:v>1.4802973661668753E-16</c:v>
                </c:pt>
                <c:pt idx="6938">
                  <c:v>1.4802973661668753E-16</c:v>
                </c:pt>
                <c:pt idx="6939">
                  <c:v>1.4802973661668753E-16</c:v>
                </c:pt>
                <c:pt idx="6940">
                  <c:v>1.4802973661668753E-16</c:v>
                </c:pt>
                <c:pt idx="6941">
                  <c:v>1.4802973661668753E-16</c:v>
                </c:pt>
                <c:pt idx="6942">
                  <c:v>1.4802973661668753E-16</c:v>
                </c:pt>
                <c:pt idx="6943">
                  <c:v>1.4802973661668753E-16</c:v>
                </c:pt>
                <c:pt idx="6944">
                  <c:v>1.4802973661668753E-16</c:v>
                </c:pt>
                <c:pt idx="6945">
                  <c:v>1.4802973661668753E-16</c:v>
                </c:pt>
                <c:pt idx="6946">
                  <c:v>1.4802973661668753E-16</c:v>
                </c:pt>
                <c:pt idx="6947">
                  <c:v>1.4802973661668753E-16</c:v>
                </c:pt>
                <c:pt idx="6948">
                  <c:v>1.4802973661668753E-16</c:v>
                </c:pt>
                <c:pt idx="6949">
                  <c:v>1.4802973661668753E-16</c:v>
                </c:pt>
                <c:pt idx="6950">
                  <c:v>1.4802973661668753E-16</c:v>
                </c:pt>
                <c:pt idx="6951">
                  <c:v>1.4802973661668753E-16</c:v>
                </c:pt>
                <c:pt idx="6952">
                  <c:v>1.4802973661668753E-16</c:v>
                </c:pt>
                <c:pt idx="6953">
                  <c:v>1.4802973661668753E-16</c:v>
                </c:pt>
                <c:pt idx="6954">
                  <c:v>1.4802973661668753E-16</c:v>
                </c:pt>
                <c:pt idx="6955">
                  <c:v>1.4802973661668753E-16</c:v>
                </c:pt>
                <c:pt idx="6956">
                  <c:v>1.4802973661668753E-16</c:v>
                </c:pt>
                <c:pt idx="6957">
                  <c:v>1.4802973661668753E-16</c:v>
                </c:pt>
                <c:pt idx="6958">
                  <c:v>1.4802973661668753E-16</c:v>
                </c:pt>
                <c:pt idx="6959">
                  <c:v>1.4802973661668753E-16</c:v>
                </c:pt>
                <c:pt idx="6960">
                  <c:v>1.4802973661668753E-16</c:v>
                </c:pt>
                <c:pt idx="6961">
                  <c:v>1.4802973661668753E-16</c:v>
                </c:pt>
                <c:pt idx="6962">
                  <c:v>1.4802973661668753E-16</c:v>
                </c:pt>
                <c:pt idx="6963">
                  <c:v>1.4802973661668753E-16</c:v>
                </c:pt>
                <c:pt idx="6964">
                  <c:v>1.4802973661668753E-16</c:v>
                </c:pt>
                <c:pt idx="6965">
                  <c:v>1.4802973661668753E-16</c:v>
                </c:pt>
                <c:pt idx="6966">
                  <c:v>1.4802973661668753E-16</c:v>
                </c:pt>
                <c:pt idx="6967">
                  <c:v>1.4802973661668753E-16</c:v>
                </c:pt>
                <c:pt idx="6968">
                  <c:v>1.4802973661668753E-16</c:v>
                </c:pt>
                <c:pt idx="6969">
                  <c:v>1.4802973661668753E-16</c:v>
                </c:pt>
                <c:pt idx="6970">
                  <c:v>1.4802973661668753E-16</c:v>
                </c:pt>
                <c:pt idx="6971">
                  <c:v>1.4802973661668753E-16</c:v>
                </c:pt>
                <c:pt idx="6972">
                  <c:v>1.4802973661668753E-16</c:v>
                </c:pt>
                <c:pt idx="6973">
                  <c:v>1.4802973661668753E-16</c:v>
                </c:pt>
                <c:pt idx="6974">
                  <c:v>1.4802973661668753E-16</c:v>
                </c:pt>
                <c:pt idx="6975">
                  <c:v>1.4802973661668753E-16</c:v>
                </c:pt>
                <c:pt idx="6976">
                  <c:v>1.4802973661668753E-16</c:v>
                </c:pt>
                <c:pt idx="6977">
                  <c:v>1.4802973661668753E-16</c:v>
                </c:pt>
                <c:pt idx="6978">
                  <c:v>1.4802973661668753E-16</c:v>
                </c:pt>
                <c:pt idx="6979">
                  <c:v>1.4802973661668753E-16</c:v>
                </c:pt>
                <c:pt idx="6980">
                  <c:v>1.4802973661668753E-16</c:v>
                </c:pt>
                <c:pt idx="6981">
                  <c:v>1.4802973661668753E-16</c:v>
                </c:pt>
                <c:pt idx="6982">
                  <c:v>1.4802973661668753E-16</c:v>
                </c:pt>
                <c:pt idx="6983">
                  <c:v>1.4802973661668753E-16</c:v>
                </c:pt>
                <c:pt idx="6984">
                  <c:v>1.4802973661668753E-16</c:v>
                </c:pt>
                <c:pt idx="6985">
                  <c:v>1.4802973661668753E-16</c:v>
                </c:pt>
                <c:pt idx="6986">
                  <c:v>1.4802973661668753E-16</c:v>
                </c:pt>
                <c:pt idx="6987">
                  <c:v>1.4802973661668753E-16</c:v>
                </c:pt>
                <c:pt idx="6988">
                  <c:v>1.4802973661668753E-16</c:v>
                </c:pt>
                <c:pt idx="6989">
                  <c:v>1.4802973661668753E-16</c:v>
                </c:pt>
                <c:pt idx="6990">
                  <c:v>1.4802973661668753E-16</c:v>
                </c:pt>
                <c:pt idx="6991">
                  <c:v>1.4802973661668753E-16</c:v>
                </c:pt>
                <c:pt idx="6992">
                  <c:v>1.4802973661668753E-16</c:v>
                </c:pt>
                <c:pt idx="6993">
                  <c:v>1.4802973661668753E-16</c:v>
                </c:pt>
                <c:pt idx="6994">
                  <c:v>1.4802973661668753E-16</c:v>
                </c:pt>
                <c:pt idx="6995">
                  <c:v>1.4802973661668753E-16</c:v>
                </c:pt>
                <c:pt idx="6996">
                  <c:v>1.4802973661668753E-16</c:v>
                </c:pt>
                <c:pt idx="6997">
                  <c:v>1.4802973661668753E-16</c:v>
                </c:pt>
                <c:pt idx="6998">
                  <c:v>1.4802973661668753E-16</c:v>
                </c:pt>
                <c:pt idx="6999">
                  <c:v>1.4802973661668753E-16</c:v>
                </c:pt>
                <c:pt idx="7000">
                  <c:v>1.4802973661668753E-16</c:v>
                </c:pt>
                <c:pt idx="7001">
                  <c:v>1.4802973661668753E-16</c:v>
                </c:pt>
                <c:pt idx="7002">
                  <c:v>1.4802973661668753E-16</c:v>
                </c:pt>
                <c:pt idx="7003">
                  <c:v>1.4802973661668753E-16</c:v>
                </c:pt>
                <c:pt idx="7004">
                  <c:v>1.4802973661668753E-16</c:v>
                </c:pt>
                <c:pt idx="7005">
                  <c:v>1.4802973661668753E-16</c:v>
                </c:pt>
                <c:pt idx="7006">
                  <c:v>1.4802973661668753E-16</c:v>
                </c:pt>
                <c:pt idx="7007">
                  <c:v>1.4802973661668753E-16</c:v>
                </c:pt>
                <c:pt idx="7008">
                  <c:v>1.4802973661668753E-16</c:v>
                </c:pt>
                <c:pt idx="7009">
                  <c:v>1.4802973661668753E-16</c:v>
                </c:pt>
                <c:pt idx="7010">
                  <c:v>1.4802973661668753E-16</c:v>
                </c:pt>
                <c:pt idx="7011">
                  <c:v>1.4802973661668753E-16</c:v>
                </c:pt>
                <c:pt idx="7012">
                  <c:v>1.4802973661668753E-16</c:v>
                </c:pt>
                <c:pt idx="7013">
                  <c:v>1.4802973661668753E-16</c:v>
                </c:pt>
                <c:pt idx="7014">
                  <c:v>1.4802973661668753E-16</c:v>
                </c:pt>
                <c:pt idx="7015">
                  <c:v>1.4802973661668753E-16</c:v>
                </c:pt>
                <c:pt idx="7016">
                  <c:v>1.4802973661668753E-16</c:v>
                </c:pt>
                <c:pt idx="7017">
                  <c:v>1.4802973661668753E-16</c:v>
                </c:pt>
                <c:pt idx="7018">
                  <c:v>1.4802973661668753E-16</c:v>
                </c:pt>
                <c:pt idx="7019">
                  <c:v>1.4802973661668753E-16</c:v>
                </c:pt>
                <c:pt idx="7020">
                  <c:v>1.4802973661668753E-16</c:v>
                </c:pt>
                <c:pt idx="7021">
                  <c:v>1.4802973661668753E-16</c:v>
                </c:pt>
                <c:pt idx="7022">
                  <c:v>1.4802973661668753E-16</c:v>
                </c:pt>
                <c:pt idx="7023">
                  <c:v>1.4802973661668753E-16</c:v>
                </c:pt>
                <c:pt idx="7024">
                  <c:v>1.4802973661668753E-16</c:v>
                </c:pt>
                <c:pt idx="7025">
                  <c:v>1.4802973661668753E-16</c:v>
                </c:pt>
                <c:pt idx="7026">
                  <c:v>1.4802973661668753E-16</c:v>
                </c:pt>
                <c:pt idx="7027">
                  <c:v>1.4802973661668753E-16</c:v>
                </c:pt>
                <c:pt idx="7028">
                  <c:v>1.4802973661668753E-16</c:v>
                </c:pt>
                <c:pt idx="7029">
                  <c:v>1.4802973661668753E-16</c:v>
                </c:pt>
                <c:pt idx="7030">
                  <c:v>1.4802973661668753E-16</c:v>
                </c:pt>
                <c:pt idx="7031">
                  <c:v>1.4802973661668753E-16</c:v>
                </c:pt>
                <c:pt idx="7032">
                  <c:v>1.4802973661668753E-16</c:v>
                </c:pt>
                <c:pt idx="7033">
                  <c:v>1.4802973661668753E-16</c:v>
                </c:pt>
                <c:pt idx="7034">
                  <c:v>1.4802973661668753E-16</c:v>
                </c:pt>
                <c:pt idx="7035">
                  <c:v>1.4802973661668753E-16</c:v>
                </c:pt>
                <c:pt idx="7036">
                  <c:v>1.4802973661668753E-16</c:v>
                </c:pt>
                <c:pt idx="7037">
                  <c:v>1.4802973661668753E-16</c:v>
                </c:pt>
                <c:pt idx="7038">
                  <c:v>1.4802973661668753E-16</c:v>
                </c:pt>
                <c:pt idx="7039">
                  <c:v>1.4802973661668753E-16</c:v>
                </c:pt>
                <c:pt idx="7040">
                  <c:v>1.4802973661668753E-16</c:v>
                </c:pt>
                <c:pt idx="7041">
                  <c:v>1.4802973661668753E-16</c:v>
                </c:pt>
                <c:pt idx="7042">
                  <c:v>1.4802973661668753E-16</c:v>
                </c:pt>
                <c:pt idx="7043">
                  <c:v>1.4802973661668753E-16</c:v>
                </c:pt>
                <c:pt idx="7044">
                  <c:v>1.4802973661668753E-16</c:v>
                </c:pt>
                <c:pt idx="7045">
                  <c:v>1.4802973661668753E-16</c:v>
                </c:pt>
                <c:pt idx="7046">
                  <c:v>1.4802973661668753E-16</c:v>
                </c:pt>
                <c:pt idx="7047">
                  <c:v>1.4802973661668753E-16</c:v>
                </c:pt>
                <c:pt idx="7048">
                  <c:v>1.4802973661668753E-16</c:v>
                </c:pt>
                <c:pt idx="7049">
                  <c:v>1.4802973661668753E-16</c:v>
                </c:pt>
                <c:pt idx="7050">
                  <c:v>1.4802973661668753E-16</c:v>
                </c:pt>
                <c:pt idx="7051">
                  <c:v>1.4802973661668753E-16</c:v>
                </c:pt>
                <c:pt idx="7052">
                  <c:v>1.4802973661668753E-16</c:v>
                </c:pt>
                <c:pt idx="7053">
                  <c:v>1.4802973661668753E-16</c:v>
                </c:pt>
                <c:pt idx="7054">
                  <c:v>1.4802973661668753E-16</c:v>
                </c:pt>
                <c:pt idx="7055">
                  <c:v>1.4802973661668753E-16</c:v>
                </c:pt>
                <c:pt idx="7056">
                  <c:v>1.4802973661668753E-16</c:v>
                </c:pt>
                <c:pt idx="7057">
                  <c:v>1.4802973661668753E-16</c:v>
                </c:pt>
                <c:pt idx="7058">
                  <c:v>1.4802973661668753E-16</c:v>
                </c:pt>
                <c:pt idx="7059">
                  <c:v>1.4802973661668753E-16</c:v>
                </c:pt>
                <c:pt idx="7060">
                  <c:v>1.4802973661668753E-16</c:v>
                </c:pt>
                <c:pt idx="7061">
                  <c:v>1.4802973661668753E-16</c:v>
                </c:pt>
                <c:pt idx="7062">
                  <c:v>1.4802973661668753E-16</c:v>
                </c:pt>
                <c:pt idx="7063">
                  <c:v>1.4802973661668753E-16</c:v>
                </c:pt>
                <c:pt idx="7064">
                  <c:v>1.4802973661668753E-16</c:v>
                </c:pt>
                <c:pt idx="7065">
                  <c:v>1.4802973661668753E-16</c:v>
                </c:pt>
                <c:pt idx="7066">
                  <c:v>1.4802973661668753E-16</c:v>
                </c:pt>
                <c:pt idx="7067">
                  <c:v>1.4802973661668753E-16</c:v>
                </c:pt>
                <c:pt idx="7068">
                  <c:v>1.4802973661668753E-16</c:v>
                </c:pt>
                <c:pt idx="7069">
                  <c:v>1.4802973661668753E-16</c:v>
                </c:pt>
                <c:pt idx="7070">
                  <c:v>1.4802973661668753E-16</c:v>
                </c:pt>
                <c:pt idx="7071">
                  <c:v>1.4802973661668753E-16</c:v>
                </c:pt>
                <c:pt idx="7072">
                  <c:v>1.4802973661668753E-16</c:v>
                </c:pt>
                <c:pt idx="7073">
                  <c:v>1.4802973661668753E-16</c:v>
                </c:pt>
                <c:pt idx="7074">
                  <c:v>1.4802973661668753E-16</c:v>
                </c:pt>
                <c:pt idx="7075">
                  <c:v>1.4802973661668753E-16</c:v>
                </c:pt>
                <c:pt idx="7076">
                  <c:v>1.4802973661668753E-16</c:v>
                </c:pt>
                <c:pt idx="7077">
                  <c:v>1.4802973661668753E-16</c:v>
                </c:pt>
                <c:pt idx="7078">
                  <c:v>1.4802973661668753E-16</c:v>
                </c:pt>
                <c:pt idx="7079">
                  <c:v>1.4802973661668753E-16</c:v>
                </c:pt>
                <c:pt idx="7080">
                  <c:v>1.4802973661668753E-16</c:v>
                </c:pt>
                <c:pt idx="7081">
                  <c:v>1.4802973661668753E-16</c:v>
                </c:pt>
                <c:pt idx="7082">
                  <c:v>1.4802973661668753E-16</c:v>
                </c:pt>
                <c:pt idx="7083">
                  <c:v>1.4802973661668753E-16</c:v>
                </c:pt>
                <c:pt idx="7084">
                  <c:v>1.4802973661668753E-16</c:v>
                </c:pt>
                <c:pt idx="7085">
                  <c:v>1.4802973661668753E-16</c:v>
                </c:pt>
                <c:pt idx="7086">
                  <c:v>1.4802973661668753E-16</c:v>
                </c:pt>
                <c:pt idx="7087">
                  <c:v>1.4802973661668753E-16</c:v>
                </c:pt>
                <c:pt idx="7088">
                  <c:v>1.4802973661668753E-16</c:v>
                </c:pt>
                <c:pt idx="7089">
                  <c:v>1.4802973661668753E-16</c:v>
                </c:pt>
                <c:pt idx="7090">
                  <c:v>1.4802973661668753E-16</c:v>
                </c:pt>
                <c:pt idx="7091">
                  <c:v>1.4802973661668753E-16</c:v>
                </c:pt>
                <c:pt idx="7092">
                  <c:v>1.4802973661668753E-16</c:v>
                </c:pt>
                <c:pt idx="7093">
                  <c:v>1.4802973661668753E-16</c:v>
                </c:pt>
                <c:pt idx="7094">
                  <c:v>1.4802973661668753E-16</c:v>
                </c:pt>
                <c:pt idx="7095">
                  <c:v>1.4802973661668753E-16</c:v>
                </c:pt>
                <c:pt idx="7096">
                  <c:v>1.4802973661668753E-16</c:v>
                </c:pt>
                <c:pt idx="7097">
                  <c:v>1.4802973661668753E-16</c:v>
                </c:pt>
                <c:pt idx="7098">
                  <c:v>1.4802973661668753E-16</c:v>
                </c:pt>
                <c:pt idx="7099">
                  <c:v>1.4802973661668753E-16</c:v>
                </c:pt>
                <c:pt idx="7100">
                  <c:v>1.4802973661668753E-16</c:v>
                </c:pt>
                <c:pt idx="7101">
                  <c:v>1.4802973661668753E-16</c:v>
                </c:pt>
                <c:pt idx="7102">
                  <c:v>1.4802973661668753E-16</c:v>
                </c:pt>
                <c:pt idx="7103">
                  <c:v>1.4802973661668753E-16</c:v>
                </c:pt>
                <c:pt idx="7104">
                  <c:v>1.4802973661668753E-16</c:v>
                </c:pt>
                <c:pt idx="7105">
                  <c:v>1.4802973661668753E-16</c:v>
                </c:pt>
                <c:pt idx="7106">
                  <c:v>1.4802973661668753E-16</c:v>
                </c:pt>
                <c:pt idx="7107">
                  <c:v>1.4802973661668753E-16</c:v>
                </c:pt>
                <c:pt idx="7108">
                  <c:v>1.4802973661668753E-16</c:v>
                </c:pt>
                <c:pt idx="7109">
                  <c:v>1.4802973661668753E-16</c:v>
                </c:pt>
                <c:pt idx="7110">
                  <c:v>1.4802973661668753E-16</c:v>
                </c:pt>
                <c:pt idx="7111">
                  <c:v>1.4802973661668753E-16</c:v>
                </c:pt>
                <c:pt idx="7112">
                  <c:v>1.4802973661668753E-16</c:v>
                </c:pt>
                <c:pt idx="7113">
                  <c:v>1.4802973661668753E-16</c:v>
                </c:pt>
                <c:pt idx="7114">
                  <c:v>1.4802973661668753E-16</c:v>
                </c:pt>
                <c:pt idx="7115">
                  <c:v>1.4802973661668753E-16</c:v>
                </c:pt>
                <c:pt idx="7116">
                  <c:v>1.4802973661668753E-16</c:v>
                </c:pt>
                <c:pt idx="7117">
                  <c:v>1.4802973661668753E-16</c:v>
                </c:pt>
                <c:pt idx="7118">
                  <c:v>1.4802973661668753E-16</c:v>
                </c:pt>
                <c:pt idx="7119">
                  <c:v>1.4802973661668753E-16</c:v>
                </c:pt>
                <c:pt idx="7120">
                  <c:v>1.4802973661668753E-16</c:v>
                </c:pt>
                <c:pt idx="7121">
                  <c:v>1.4802973661668753E-16</c:v>
                </c:pt>
                <c:pt idx="7122">
                  <c:v>1.4802973661668753E-16</c:v>
                </c:pt>
                <c:pt idx="7123">
                  <c:v>1.4802973661668753E-16</c:v>
                </c:pt>
                <c:pt idx="7124">
                  <c:v>1.4802973661668753E-16</c:v>
                </c:pt>
                <c:pt idx="7125">
                  <c:v>1.4802973661668753E-16</c:v>
                </c:pt>
                <c:pt idx="7126">
                  <c:v>1.4802973661668753E-16</c:v>
                </c:pt>
                <c:pt idx="7127">
                  <c:v>1.4802973661668753E-16</c:v>
                </c:pt>
                <c:pt idx="7128">
                  <c:v>1.4802973661668753E-16</c:v>
                </c:pt>
                <c:pt idx="7129">
                  <c:v>1.4802973661668753E-16</c:v>
                </c:pt>
                <c:pt idx="7130">
                  <c:v>1.4802973661668753E-16</c:v>
                </c:pt>
                <c:pt idx="7131">
                  <c:v>1.4802973661668753E-16</c:v>
                </c:pt>
                <c:pt idx="7132">
                  <c:v>1.4802973661668753E-16</c:v>
                </c:pt>
                <c:pt idx="7133">
                  <c:v>1.4802973661668753E-16</c:v>
                </c:pt>
                <c:pt idx="7134">
                  <c:v>1.4802973661668753E-16</c:v>
                </c:pt>
                <c:pt idx="7135">
                  <c:v>1.4802973661668753E-16</c:v>
                </c:pt>
                <c:pt idx="7136">
                  <c:v>1.4802973661668753E-16</c:v>
                </c:pt>
                <c:pt idx="7137">
                  <c:v>1.4802973661668753E-16</c:v>
                </c:pt>
                <c:pt idx="7138">
                  <c:v>1.4802973661668753E-16</c:v>
                </c:pt>
                <c:pt idx="7139">
                  <c:v>1.4802973661668753E-16</c:v>
                </c:pt>
                <c:pt idx="7140">
                  <c:v>1.4802973661668753E-16</c:v>
                </c:pt>
                <c:pt idx="7141">
                  <c:v>1.4802973661668753E-16</c:v>
                </c:pt>
                <c:pt idx="7142">
                  <c:v>1.4802973661668753E-16</c:v>
                </c:pt>
                <c:pt idx="7143">
                  <c:v>1.4802973661668753E-16</c:v>
                </c:pt>
                <c:pt idx="7144">
                  <c:v>1.4802973661668753E-16</c:v>
                </c:pt>
                <c:pt idx="7145">
                  <c:v>1.4802973661668753E-16</c:v>
                </c:pt>
                <c:pt idx="7146">
                  <c:v>1.4802973661668753E-16</c:v>
                </c:pt>
                <c:pt idx="7147">
                  <c:v>1.4802973661668753E-16</c:v>
                </c:pt>
                <c:pt idx="7148">
                  <c:v>1.4802973661668753E-16</c:v>
                </c:pt>
                <c:pt idx="7149">
                  <c:v>1.4802973661668753E-16</c:v>
                </c:pt>
                <c:pt idx="7150">
                  <c:v>1.4802973661668753E-16</c:v>
                </c:pt>
                <c:pt idx="7151">
                  <c:v>1.4802973661668753E-16</c:v>
                </c:pt>
                <c:pt idx="7152">
                  <c:v>1.4802973661668753E-16</c:v>
                </c:pt>
                <c:pt idx="7153">
                  <c:v>1.4802973661668753E-16</c:v>
                </c:pt>
                <c:pt idx="7154">
                  <c:v>1.4802973661668753E-16</c:v>
                </c:pt>
                <c:pt idx="7155">
                  <c:v>1.4802973661668753E-16</c:v>
                </c:pt>
                <c:pt idx="7156">
                  <c:v>1.4802973661668753E-16</c:v>
                </c:pt>
                <c:pt idx="7157">
                  <c:v>1.4802973661668753E-16</c:v>
                </c:pt>
                <c:pt idx="7158">
                  <c:v>1.4802973661668753E-16</c:v>
                </c:pt>
                <c:pt idx="7159">
                  <c:v>1.4802973661668753E-16</c:v>
                </c:pt>
                <c:pt idx="7160">
                  <c:v>1.4802973661668753E-16</c:v>
                </c:pt>
                <c:pt idx="7161">
                  <c:v>1.4802973661668753E-16</c:v>
                </c:pt>
                <c:pt idx="7162">
                  <c:v>1.4802973661668753E-16</c:v>
                </c:pt>
                <c:pt idx="7163">
                  <c:v>1.4802973661668753E-16</c:v>
                </c:pt>
                <c:pt idx="7164">
                  <c:v>1.4802973661668753E-16</c:v>
                </c:pt>
                <c:pt idx="7165">
                  <c:v>1.4802973661668753E-16</c:v>
                </c:pt>
                <c:pt idx="7166">
                  <c:v>1.4802973661668753E-16</c:v>
                </c:pt>
                <c:pt idx="7167">
                  <c:v>1.4802973661668753E-16</c:v>
                </c:pt>
                <c:pt idx="7168">
                  <c:v>1.4802973661668753E-16</c:v>
                </c:pt>
                <c:pt idx="7169">
                  <c:v>1.4802973661668753E-16</c:v>
                </c:pt>
                <c:pt idx="7170">
                  <c:v>1.4802973661668753E-16</c:v>
                </c:pt>
                <c:pt idx="7171">
                  <c:v>1.4802973661668753E-16</c:v>
                </c:pt>
                <c:pt idx="7172">
                  <c:v>1.4802973661668753E-16</c:v>
                </c:pt>
                <c:pt idx="7173">
                  <c:v>1.4802973661668753E-16</c:v>
                </c:pt>
                <c:pt idx="7174">
                  <c:v>1.4802973661668753E-16</c:v>
                </c:pt>
                <c:pt idx="7175">
                  <c:v>1.4802973661668753E-16</c:v>
                </c:pt>
                <c:pt idx="7176">
                  <c:v>1.4802973661668753E-16</c:v>
                </c:pt>
                <c:pt idx="7177">
                  <c:v>1.4802973661668753E-16</c:v>
                </c:pt>
                <c:pt idx="7178">
                  <c:v>1.4802973661668753E-16</c:v>
                </c:pt>
                <c:pt idx="7179">
                  <c:v>1.4802973661668753E-16</c:v>
                </c:pt>
                <c:pt idx="7180">
                  <c:v>1.4802973661668753E-16</c:v>
                </c:pt>
                <c:pt idx="7181">
                  <c:v>1.4802973661668753E-16</c:v>
                </c:pt>
                <c:pt idx="7182">
                  <c:v>1.4802973661668753E-16</c:v>
                </c:pt>
                <c:pt idx="7183">
                  <c:v>1.4802973661668753E-16</c:v>
                </c:pt>
                <c:pt idx="7184">
                  <c:v>1.4802973661668753E-16</c:v>
                </c:pt>
                <c:pt idx="7185">
                  <c:v>1.4802973661668753E-16</c:v>
                </c:pt>
                <c:pt idx="7186">
                  <c:v>1.4802973661668753E-16</c:v>
                </c:pt>
                <c:pt idx="7187">
                  <c:v>1.4802973661668753E-16</c:v>
                </c:pt>
                <c:pt idx="7188">
                  <c:v>1.4802973661668753E-16</c:v>
                </c:pt>
                <c:pt idx="7189">
                  <c:v>1.4802973661668753E-16</c:v>
                </c:pt>
                <c:pt idx="7190">
                  <c:v>1.4802973661668753E-16</c:v>
                </c:pt>
                <c:pt idx="7191">
                  <c:v>1.4802973661668753E-16</c:v>
                </c:pt>
                <c:pt idx="7192">
                  <c:v>1.4802973661668753E-16</c:v>
                </c:pt>
                <c:pt idx="7193">
                  <c:v>1.4802973661668753E-16</c:v>
                </c:pt>
                <c:pt idx="7194">
                  <c:v>1.4802973661668753E-16</c:v>
                </c:pt>
                <c:pt idx="7195">
                  <c:v>1.4802973661668753E-16</c:v>
                </c:pt>
                <c:pt idx="7196">
                  <c:v>1.4802973661668753E-16</c:v>
                </c:pt>
                <c:pt idx="7197">
                  <c:v>1.4802973661668753E-16</c:v>
                </c:pt>
                <c:pt idx="7198">
                  <c:v>1.4802973661668753E-16</c:v>
                </c:pt>
                <c:pt idx="7199">
                  <c:v>1.4802973661668753E-16</c:v>
                </c:pt>
                <c:pt idx="7200">
                  <c:v>1.4802973661668753E-16</c:v>
                </c:pt>
                <c:pt idx="7201">
                  <c:v>1.4802973661668753E-16</c:v>
                </c:pt>
                <c:pt idx="7202">
                  <c:v>1.4802973661668753E-16</c:v>
                </c:pt>
                <c:pt idx="7203">
                  <c:v>1.4802973661668753E-16</c:v>
                </c:pt>
                <c:pt idx="7204">
                  <c:v>1.4802973661668753E-16</c:v>
                </c:pt>
                <c:pt idx="7205">
                  <c:v>1.4802973661668753E-16</c:v>
                </c:pt>
                <c:pt idx="7206">
                  <c:v>1.4802973661668753E-16</c:v>
                </c:pt>
                <c:pt idx="7207">
                  <c:v>1.4802973661668753E-16</c:v>
                </c:pt>
                <c:pt idx="7208">
                  <c:v>1.4802973661668753E-16</c:v>
                </c:pt>
                <c:pt idx="7209">
                  <c:v>1.4802973661668753E-16</c:v>
                </c:pt>
                <c:pt idx="7210">
                  <c:v>1.4802973661668753E-16</c:v>
                </c:pt>
                <c:pt idx="7211">
                  <c:v>1.4802973661668753E-16</c:v>
                </c:pt>
                <c:pt idx="7212">
                  <c:v>1.4802973661668753E-16</c:v>
                </c:pt>
                <c:pt idx="7213">
                  <c:v>1.4802973661668753E-16</c:v>
                </c:pt>
                <c:pt idx="7214">
                  <c:v>1.4802973661668753E-16</c:v>
                </c:pt>
                <c:pt idx="7215">
                  <c:v>1.4802973661668753E-16</c:v>
                </c:pt>
                <c:pt idx="7216">
                  <c:v>1.4802973661668753E-16</c:v>
                </c:pt>
                <c:pt idx="7217">
                  <c:v>1.4802973661668753E-16</c:v>
                </c:pt>
                <c:pt idx="7218">
                  <c:v>1.4802973661668753E-16</c:v>
                </c:pt>
                <c:pt idx="7219">
                  <c:v>1.4802973661668753E-16</c:v>
                </c:pt>
                <c:pt idx="7220">
                  <c:v>1.4802973661668753E-16</c:v>
                </c:pt>
                <c:pt idx="7221">
                  <c:v>1.4802973661668753E-16</c:v>
                </c:pt>
                <c:pt idx="7222">
                  <c:v>1.4802973661668753E-16</c:v>
                </c:pt>
                <c:pt idx="7223">
                  <c:v>1.4802973661668753E-16</c:v>
                </c:pt>
                <c:pt idx="7224">
                  <c:v>1.4802973661668753E-16</c:v>
                </c:pt>
                <c:pt idx="7225">
                  <c:v>1.4802973661668753E-16</c:v>
                </c:pt>
                <c:pt idx="7226">
                  <c:v>1.4802973661668753E-16</c:v>
                </c:pt>
                <c:pt idx="7227">
                  <c:v>1.4802973661668753E-16</c:v>
                </c:pt>
                <c:pt idx="7228">
                  <c:v>1.4802973661668753E-16</c:v>
                </c:pt>
                <c:pt idx="7229">
                  <c:v>1.4802973661668753E-16</c:v>
                </c:pt>
                <c:pt idx="7230">
                  <c:v>1.4802973661668753E-16</c:v>
                </c:pt>
                <c:pt idx="7231">
                  <c:v>1.4802973661668753E-16</c:v>
                </c:pt>
                <c:pt idx="7232">
                  <c:v>1.4802973661668753E-16</c:v>
                </c:pt>
                <c:pt idx="7233">
                  <c:v>1.4802973661668753E-16</c:v>
                </c:pt>
                <c:pt idx="7234">
                  <c:v>1.4802973661668753E-16</c:v>
                </c:pt>
                <c:pt idx="7235">
                  <c:v>1.4802973661668753E-16</c:v>
                </c:pt>
                <c:pt idx="7236">
                  <c:v>1.4802973661668753E-16</c:v>
                </c:pt>
                <c:pt idx="7237">
                  <c:v>1.4802973661668753E-16</c:v>
                </c:pt>
                <c:pt idx="7238">
                  <c:v>1.4802973661668753E-16</c:v>
                </c:pt>
                <c:pt idx="7239">
                  <c:v>1.4802973661668753E-16</c:v>
                </c:pt>
                <c:pt idx="7240">
                  <c:v>1.4802973661668753E-16</c:v>
                </c:pt>
                <c:pt idx="7241">
                  <c:v>1.4802973661668753E-16</c:v>
                </c:pt>
                <c:pt idx="7242">
                  <c:v>1.4802973661668753E-16</c:v>
                </c:pt>
                <c:pt idx="7243">
                  <c:v>1.4802973661668753E-16</c:v>
                </c:pt>
                <c:pt idx="7244">
                  <c:v>1.4802973661668753E-16</c:v>
                </c:pt>
                <c:pt idx="7245">
                  <c:v>1.4802973661668753E-16</c:v>
                </c:pt>
                <c:pt idx="7246">
                  <c:v>1.4802973661668753E-16</c:v>
                </c:pt>
                <c:pt idx="7247">
                  <c:v>1.4802973661668753E-16</c:v>
                </c:pt>
                <c:pt idx="7248">
                  <c:v>1.4802973661668753E-16</c:v>
                </c:pt>
                <c:pt idx="7249">
                  <c:v>1.4802973661668753E-16</c:v>
                </c:pt>
                <c:pt idx="7250">
                  <c:v>1.4802973661668753E-16</c:v>
                </c:pt>
                <c:pt idx="7251">
                  <c:v>1.4802973661668753E-16</c:v>
                </c:pt>
                <c:pt idx="7252">
                  <c:v>1.4802973661668753E-16</c:v>
                </c:pt>
                <c:pt idx="7253">
                  <c:v>1.4802973661668753E-16</c:v>
                </c:pt>
                <c:pt idx="7254">
                  <c:v>1.4802973661668753E-16</c:v>
                </c:pt>
                <c:pt idx="7255">
                  <c:v>1.4802973661668753E-16</c:v>
                </c:pt>
                <c:pt idx="7256">
                  <c:v>1.4802973661668753E-16</c:v>
                </c:pt>
                <c:pt idx="7257">
                  <c:v>1.4802973661668753E-16</c:v>
                </c:pt>
                <c:pt idx="7258">
                  <c:v>1.4802973661668753E-16</c:v>
                </c:pt>
                <c:pt idx="7259">
                  <c:v>1.4802973661668753E-16</c:v>
                </c:pt>
                <c:pt idx="7260">
                  <c:v>1.4802973661668753E-16</c:v>
                </c:pt>
                <c:pt idx="7261">
                  <c:v>1.4802973661668753E-16</c:v>
                </c:pt>
                <c:pt idx="7262">
                  <c:v>1.4802973661668753E-16</c:v>
                </c:pt>
                <c:pt idx="7263">
                  <c:v>1.4802973661668753E-16</c:v>
                </c:pt>
                <c:pt idx="7264">
                  <c:v>1.4802973661668753E-16</c:v>
                </c:pt>
                <c:pt idx="7265">
                  <c:v>1.4802973661668753E-16</c:v>
                </c:pt>
                <c:pt idx="7266">
                  <c:v>1.4802973661668753E-16</c:v>
                </c:pt>
                <c:pt idx="7267">
                  <c:v>1.4802973661668753E-16</c:v>
                </c:pt>
                <c:pt idx="7268">
                  <c:v>1.4802973661668753E-16</c:v>
                </c:pt>
                <c:pt idx="7269">
                  <c:v>1.4802973661668753E-16</c:v>
                </c:pt>
                <c:pt idx="7270">
                  <c:v>1.4802973661668753E-16</c:v>
                </c:pt>
                <c:pt idx="7271">
                  <c:v>1.4802973661668753E-16</c:v>
                </c:pt>
                <c:pt idx="7272">
                  <c:v>1.4802973661668753E-16</c:v>
                </c:pt>
                <c:pt idx="7273">
                  <c:v>1.4802973661668753E-16</c:v>
                </c:pt>
                <c:pt idx="7274">
                  <c:v>1.4802973661668753E-16</c:v>
                </c:pt>
                <c:pt idx="7275">
                  <c:v>1.4802973661668753E-16</c:v>
                </c:pt>
                <c:pt idx="7276">
                  <c:v>1.4802973661668753E-16</c:v>
                </c:pt>
                <c:pt idx="7277">
                  <c:v>1.4802973661668753E-16</c:v>
                </c:pt>
                <c:pt idx="7278">
                  <c:v>1.4802973661668753E-16</c:v>
                </c:pt>
                <c:pt idx="7279">
                  <c:v>1.4802973661668753E-16</c:v>
                </c:pt>
                <c:pt idx="7280">
                  <c:v>1.4802973661668753E-16</c:v>
                </c:pt>
                <c:pt idx="7281">
                  <c:v>1.4802973661668753E-16</c:v>
                </c:pt>
                <c:pt idx="7282">
                  <c:v>1.4802973661668753E-16</c:v>
                </c:pt>
                <c:pt idx="7283">
                  <c:v>1.4802973661668753E-16</c:v>
                </c:pt>
                <c:pt idx="7284">
                  <c:v>1.4802973661668753E-16</c:v>
                </c:pt>
                <c:pt idx="7285">
                  <c:v>1.4802973661668753E-16</c:v>
                </c:pt>
                <c:pt idx="7286">
                  <c:v>1.4802973661668753E-16</c:v>
                </c:pt>
                <c:pt idx="7287">
                  <c:v>1.4802973661668753E-16</c:v>
                </c:pt>
                <c:pt idx="7288">
                  <c:v>1.4802973661668753E-16</c:v>
                </c:pt>
                <c:pt idx="7289">
                  <c:v>1.4802973661668753E-16</c:v>
                </c:pt>
                <c:pt idx="7290">
                  <c:v>1.4802973661668753E-16</c:v>
                </c:pt>
                <c:pt idx="7291">
                  <c:v>1.4802973661668753E-16</c:v>
                </c:pt>
                <c:pt idx="7292">
                  <c:v>1.4802973661668753E-16</c:v>
                </c:pt>
                <c:pt idx="7293">
                  <c:v>1.4802973661668753E-16</c:v>
                </c:pt>
                <c:pt idx="7294">
                  <c:v>1.4802973661668753E-16</c:v>
                </c:pt>
                <c:pt idx="7295">
                  <c:v>1.4802973661668753E-16</c:v>
                </c:pt>
                <c:pt idx="7296">
                  <c:v>1.4802973661668753E-16</c:v>
                </c:pt>
                <c:pt idx="7297">
                  <c:v>1.4802973661668753E-16</c:v>
                </c:pt>
                <c:pt idx="7298">
                  <c:v>1.4802973661668753E-16</c:v>
                </c:pt>
                <c:pt idx="7299">
                  <c:v>1.4802973661668753E-16</c:v>
                </c:pt>
                <c:pt idx="7300">
                  <c:v>1.4802973661668753E-16</c:v>
                </c:pt>
                <c:pt idx="7301">
                  <c:v>1.4802973661668753E-16</c:v>
                </c:pt>
                <c:pt idx="7302">
                  <c:v>1.4802973661668753E-16</c:v>
                </c:pt>
                <c:pt idx="7303">
                  <c:v>1.4802973661668753E-16</c:v>
                </c:pt>
                <c:pt idx="7304">
                  <c:v>1.4802973661668753E-16</c:v>
                </c:pt>
                <c:pt idx="7305">
                  <c:v>1.4802973661668753E-16</c:v>
                </c:pt>
                <c:pt idx="7306">
                  <c:v>1.4802973661668753E-16</c:v>
                </c:pt>
                <c:pt idx="7307">
                  <c:v>1.4802973661668753E-16</c:v>
                </c:pt>
                <c:pt idx="7308">
                  <c:v>1.4802973661668753E-16</c:v>
                </c:pt>
                <c:pt idx="7309">
                  <c:v>1.4802973661668753E-16</c:v>
                </c:pt>
                <c:pt idx="7310">
                  <c:v>1.4802973661668753E-16</c:v>
                </c:pt>
                <c:pt idx="7311">
                  <c:v>1.4802973661668753E-16</c:v>
                </c:pt>
                <c:pt idx="7312">
                  <c:v>1.4802973661668753E-16</c:v>
                </c:pt>
                <c:pt idx="7313">
                  <c:v>1.4802973661668753E-16</c:v>
                </c:pt>
                <c:pt idx="7314">
                  <c:v>1.4802973661668753E-16</c:v>
                </c:pt>
                <c:pt idx="7315">
                  <c:v>1.4802973661668753E-16</c:v>
                </c:pt>
                <c:pt idx="7316">
                  <c:v>1.4802973661668753E-16</c:v>
                </c:pt>
                <c:pt idx="7317">
                  <c:v>1.4802973661668753E-16</c:v>
                </c:pt>
                <c:pt idx="7318">
                  <c:v>1.4802973661668753E-16</c:v>
                </c:pt>
                <c:pt idx="7319">
                  <c:v>1.4802973661668753E-16</c:v>
                </c:pt>
                <c:pt idx="7320">
                  <c:v>1.4802973661668753E-16</c:v>
                </c:pt>
                <c:pt idx="7321">
                  <c:v>1.4802973661668753E-16</c:v>
                </c:pt>
                <c:pt idx="7322">
                  <c:v>1.4802973661668753E-16</c:v>
                </c:pt>
                <c:pt idx="7323">
                  <c:v>1.4802973661668753E-16</c:v>
                </c:pt>
                <c:pt idx="7324">
                  <c:v>1.4802973661668753E-16</c:v>
                </c:pt>
                <c:pt idx="7325">
                  <c:v>1.4802973661668753E-16</c:v>
                </c:pt>
                <c:pt idx="7326">
                  <c:v>1.4802973661668753E-16</c:v>
                </c:pt>
                <c:pt idx="7327">
                  <c:v>1.4802973661668753E-16</c:v>
                </c:pt>
                <c:pt idx="7328">
                  <c:v>1.4802973661668753E-16</c:v>
                </c:pt>
                <c:pt idx="7329">
                  <c:v>1.4802973661668753E-16</c:v>
                </c:pt>
                <c:pt idx="7330">
                  <c:v>1.4802973661668753E-16</c:v>
                </c:pt>
                <c:pt idx="7331">
                  <c:v>1.4802973661668753E-16</c:v>
                </c:pt>
                <c:pt idx="7332">
                  <c:v>1.4802973661668753E-16</c:v>
                </c:pt>
                <c:pt idx="7333">
                  <c:v>1.4802973661668753E-16</c:v>
                </c:pt>
                <c:pt idx="7334">
                  <c:v>1.4802973661668753E-16</c:v>
                </c:pt>
                <c:pt idx="7335">
                  <c:v>1.4802973661668753E-16</c:v>
                </c:pt>
                <c:pt idx="7336">
                  <c:v>1.4802973661668753E-16</c:v>
                </c:pt>
                <c:pt idx="7337">
                  <c:v>1.4802973661668753E-16</c:v>
                </c:pt>
                <c:pt idx="7338">
                  <c:v>1.4802973661668753E-16</c:v>
                </c:pt>
                <c:pt idx="7339">
                  <c:v>1.4802973661668753E-16</c:v>
                </c:pt>
                <c:pt idx="7340">
                  <c:v>1.4802973661668753E-16</c:v>
                </c:pt>
                <c:pt idx="7341">
                  <c:v>1.4802973661668753E-16</c:v>
                </c:pt>
                <c:pt idx="7342">
                  <c:v>1.4802973661668753E-16</c:v>
                </c:pt>
                <c:pt idx="7343">
                  <c:v>1.4802973661668753E-16</c:v>
                </c:pt>
                <c:pt idx="7344">
                  <c:v>1.4802973661668753E-16</c:v>
                </c:pt>
                <c:pt idx="7345">
                  <c:v>1.4802973661668753E-16</c:v>
                </c:pt>
                <c:pt idx="7346">
                  <c:v>1.4802973661668753E-16</c:v>
                </c:pt>
                <c:pt idx="7347">
                  <c:v>1.4802973661668753E-16</c:v>
                </c:pt>
                <c:pt idx="7348">
                  <c:v>1.4802973661668753E-16</c:v>
                </c:pt>
                <c:pt idx="7349">
                  <c:v>1.4802973661668753E-16</c:v>
                </c:pt>
                <c:pt idx="7350">
                  <c:v>1.4802973661668753E-16</c:v>
                </c:pt>
                <c:pt idx="7351">
                  <c:v>1.4802973661668753E-16</c:v>
                </c:pt>
                <c:pt idx="7352">
                  <c:v>1.4802973661668753E-16</c:v>
                </c:pt>
                <c:pt idx="7353">
                  <c:v>1.4802973661668753E-16</c:v>
                </c:pt>
                <c:pt idx="7354">
                  <c:v>1.4802973661668753E-16</c:v>
                </c:pt>
                <c:pt idx="7355">
                  <c:v>1.4802973661668753E-16</c:v>
                </c:pt>
                <c:pt idx="7356">
                  <c:v>1.4802973661668753E-16</c:v>
                </c:pt>
                <c:pt idx="7357">
                  <c:v>1.4802973661668753E-16</c:v>
                </c:pt>
                <c:pt idx="7358">
                  <c:v>1.4802973661668753E-16</c:v>
                </c:pt>
                <c:pt idx="7359">
                  <c:v>1.4802973661668753E-16</c:v>
                </c:pt>
                <c:pt idx="7360">
                  <c:v>1.4802973661668753E-16</c:v>
                </c:pt>
                <c:pt idx="7361">
                  <c:v>1.4802973661668753E-16</c:v>
                </c:pt>
                <c:pt idx="7362">
                  <c:v>1.4802973661668753E-16</c:v>
                </c:pt>
                <c:pt idx="7363">
                  <c:v>1.4802973661668753E-16</c:v>
                </c:pt>
                <c:pt idx="7364">
                  <c:v>1.4802973661668753E-16</c:v>
                </c:pt>
                <c:pt idx="7365">
                  <c:v>1.4802973661668753E-16</c:v>
                </c:pt>
                <c:pt idx="7366">
                  <c:v>1.4802973661668753E-16</c:v>
                </c:pt>
                <c:pt idx="7367">
                  <c:v>1.4802973661668753E-16</c:v>
                </c:pt>
                <c:pt idx="7368">
                  <c:v>1.4802973661668753E-16</c:v>
                </c:pt>
                <c:pt idx="7369">
                  <c:v>1.4802973661668753E-16</c:v>
                </c:pt>
                <c:pt idx="7370">
                  <c:v>1.4802973661668753E-16</c:v>
                </c:pt>
                <c:pt idx="7371">
                  <c:v>1.4802973661668753E-16</c:v>
                </c:pt>
                <c:pt idx="7372">
                  <c:v>1.4802973661668753E-16</c:v>
                </c:pt>
                <c:pt idx="7373">
                  <c:v>1.4802973661668753E-16</c:v>
                </c:pt>
                <c:pt idx="7374">
                  <c:v>1.4802973661668753E-16</c:v>
                </c:pt>
                <c:pt idx="7375">
                  <c:v>1.4802973661668753E-16</c:v>
                </c:pt>
                <c:pt idx="7376">
                  <c:v>1.4802973661668753E-16</c:v>
                </c:pt>
                <c:pt idx="7377">
                  <c:v>1.4802973661668753E-16</c:v>
                </c:pt>
                <c:pt idx="7378">
                  <c:v>1.4802973661668753E-16</c:v>
                </c:pt>
                <c:pt idx="7379">
                  <c:v>1.4802973661668753E-16</c:v>
                </c:pt>
                <c:pt idx="7380">
                  <c:v>1.4802973661668753E-16</c:v>
                </c:pt>
                <c:pt idx="7381">
                  <c:v>1.4802973661668753E-16</c:v>
                </c:pt>
                <c:pt idx="7382">
                  <c:v>1.4802973661668753E-16</c:v>
                </c:pt>
                <c:pt idx="7383">
                  <c:v>1.4802973661668753E-16</c:v>
                </c:pt>
                <c:pt idx="7384">
                  <c:v>1.4802973661668753E-16</c:v>
                </c:pt>
                <c:pt idx="7385">
                  <c:v>1.4802973661668753E-16</c:v>
                </c:pt>
                <c:pt idx="7386">
                  <c:v>1.4802973661668753E-16</c:v>
                </c:pt>
                <c:pt idx="7387">
                  <c:v>1.4802973661668753E-16</c:v>
                </c:pt>
                <c:pt idx="7388">
                  <c:v>1.4802973661668753E-16</c:v>
                </c:pt>
                <c:pt idx="7389">
                  <c:v>1.4802973661668753E-16</c:v>
                </c:pt>
                <c:pt idx="7390">
                  <c:v>1.4802973661668753E-16</c:v>
                </c:pt>
                <c:pt idx="7391">
                  <c:v>1.4802973661668753E-16</c:v>
                </c:pt>
                <c:pt idx="7392">
                  <c:v>1.4802973661668753E-16</c:v>
                </c:pt>
                <c:pt idx="7393">
                  <c:v>1.4802973661668753E-16</c:v>
                </c:pt>
                <c:pt idx="7394">
                  <c:v>1.4802973661668753E-16</c:v>
                </c:pt>
                <c:pt idx="7395">
                  <c:v>1.4802973661668753E-16</c:v>
                </c:pt>
                <c:pt idx="7396">
                  <c:v>1.4802973661668753E-16</c:v>
                </c:pt>
                <c:pt idx="7397">
                  <c:v>1.4802973661668753E-16</c:v>
                </c:pt>
                <c:pt idx="7398">
                  <c:v>1.4802973661668753E-16</c:v>
                </c:pt>
                <c:pt idx="7399">
                  <c:v>1.4802973661668753E-16</c:v>
                </c:pt>
                <c:pt idx="7400">
                  <c:v>1.4802973661668753E-16</c:v>
                </c:pt>
                <c:pt idx="7401">
                  <c:v>1.4802973661668753E-16</c:v>
                </c:pt>
                <c:pt idx="7402">
                  <c:v>1.4802973661668753E-16</c:v>
                </c:pt>
                <c:pt idx="7403">
                  <c:v>1.4802973661668753E-16</c:v>
                </c:pt>
                <c:pt idx="7404">
                  <c:v>1.4802973661668753E-16</c:v>
                </c:pt>
                <c:pt idx="7405">
                  <c:v>1.4802973661668753E-16</c:v>
                </c:pt>
                <c:pt idx="7406">
                  <c:v>1.4802973661668753E-16</c:v>
                </c:pt>
                <c:pt idx="7407">
                  <c:v>1.4802973661668753E-16</c:v>
                </c:pt>
                <c:pt idx="7408">
                  <c:v>1.4802973661668753E-16</c:v>
                </c:pt>
                <c:pt idx="7409">
                  <c:v>1.4802973661668753E-16</c:v>
                </c:pt>
                <c:pt idx="7410">
                  <c:v>1.4802973661668753E-16</c:v>
                </c:pt>
                <c:pt idx="7411">
                  <c:v>1.4802973661668753E-16</c:v>
                </c:pt>
                <c:pt idx="7412">
                  <c:v>1.4802973661668753E-16</c:v>
                </c:pt>
                <c:pt idx="7413">
                  <c:v>1.4802973661668753E-16</c:v>
                </c:pt>
                <c:pt idx="7414">
                  <c:v>1.4802973661668753E-16</c:v>
                </c:pt>
                <c:pt idx="7415">
                  <c:v>1.4802973661668753E-16</c:v>
                </c:pt>
                <c:pt idx="7416">
                  <c:v>1.4802973661668753E-16</c:v>
                </c:pt>
                <c:pt idx="7417">
                  <c:v>1.4802973661668753E-16</c:v>
                </c:pt>
                <c:pt idx="7418">
                  <c:v>1.4802973661668753E-16</c:v>
                </c:pt>
                <c:pt idx="7419">
                  <c:v>1.4802973661668753E-16</c:v>
                </c:pt>
                <c:pt idx="7420">
                  <c:v>1.4802973661668753E-16</c:v>
                </c:pt>
                <c:pt idx="7421">
                  <c:v>1.4802973661668753E-16</c:v>
                </c:pt>
                <c:pt idx="7422">
                  <c:v>1.4802973661668753E-16</c:v>
                </c:pt>
                <c:pt idx="7423">
                  <c:v>1.4802973661668753E-16</c:v>
                </c:pt>
                <c:pt idx="7424">
                  <c:v>1.4802973661668753E-16</c:v>
                </c:pt>
                <c:pt idx="7425">
                  <c:v>1.4802973661668753E-16</c:v>
                </c:pt>
                <c:pt idx="7426">
                  <c:v>1.4802973661668753E-16</c:v>
                </c:pt>
                <c:pt idx="7427">
                  <c:v>1.4802973661668753E-16</c:v>
                </c:pt>
                <c:pt idx="7428">
                  <c:v>1.4802973661668753E-16</c:v>
                </c:pt>
                <c:pt idx="7429">
                  <c:v>1.4802973661668753E-16</c:v>
                </c:pt>
                <c:pt idx="7430">
                  <c:v>1.4802973661668753E-16</c:v>
                </c:pt>
                <c:pt idx="7431">
                  <c:v>1.4802973661668753E-16</c:v>
                </c:pt>
                <c:pt idx="7432">
                  <c:v>1.4802973661668753E-16</c:v>
                </c:pt>
                <c:pt idx="7433">
                  <c:v>1.4802973661668753E-16</c:v>
                </c:pt>
                <c:pt idx="7434">
                  <c:v>1.4802973661668753E-16</c:v>
                </c:pt>
                <c:pt idx="7435">
                  <c:v>1.4802973661668753E-16</c:v>
                </c:pt>
                <c:pt idx="7436">
                  <c:v>1.4802973661668753E-16</c:v>
                </c:pt>
                <c:pt idx="7437">
                  <c:v>1.4802973661668753E-16</c:v>
                </c:pt>
                <c:pt idx="7438">
                  <c:v>1.4802973661668753E-16</c:v>
                </c:pt>
                <c:pt idx="7439">
                  <c:v>1.4802973661668753E-16</c:v>
                </c:pt>
                <c:pt idx="7440">
                  <c:v>1.4802973661668753E-16</c:v>
                </c:pt>
                <c:pt idx="7441">
                  <c:v>1.4802973661668753E-16</c:v>
                </c:pt>
                <c:pt idx="7442">
                  <c:v>1.4802973661668753E-16</c:v>
                </c:pt>
                <c:pt idx="7443">
                  <c:v>1.4802973661668753E-16</c:v>
                </c:pt>
                <c:pt idx="7444">
                  <c:v>1.4802973661668753E-16</c:v>
                </c:pt>
                <c:pt idx="7445">
                  <c:v>1.4802973661668753E-16</c:v>
                </c:pt>
                <c:pt idx="7446">
                  <c:v>1.4802973661668753E-16</c:v>
                </c:pt>
                <c:pt idx="7447">
                  <c:v>1.4802973661668753E-16</c:v>
                </c:pt>
                <c:pt idx="7448">
                  <c:v>1.4802973661668753E-16</c:v>
                </c:pt>
                <c:pt idx="7449">
                  <c:v>1.4802973661668753E-16</c:v>
                </c:pt>
                <c:pt idx="7450">
                  <c:v>1.4802973661668753E-16</c:v>
                </c:pt>
                <c:pt idx="7451">
                  <c:v>1.4802973661668753E-16</c:v>
                </c:pt>
                <c:pt idx="7452">
                  <c:v>1.4802973661668753E-16</c:v>
                </c:pt>
                <c:pt idx="7453">
                  <c:v>1.4802973661668753E-16</c:v>
                </c:pt>
                <c:pt idx="7454">
                  <c:v>1.4802973661668753E-16</c:v>
                </c:pt>
                <c:pt idx="7455">
                  <c:v>1.4802973661668753E-16</c:v>
                </c:pt>
                <c:pt idx="7456">
                  <c:v>1.4802973661668753E-16</c:v>
                </c:pt>
                <c:pt idx="7457">
                  <c:v>1.4802973661668753E-16</c:v>
                </c:pt>
                <c:pt idx="7458">
                  <c:v>1.4802973661668753E-16</c:v>
                </c:pt>
                <c:pt idx="7459">
                  <c:v>1.4802973661668753E-16</c:v>
                </c:pt>
                <c:pt idx="7460">
                  <c:v>1.4802973661668753E-16</c:v>
                </c:pt>
                <c:pt idx="7461">
                  <c:v>1.4802973661668753E-16</c:v>
                </c:pt>
                <c:pt idx="7462">
                  <c:v>1.4802973661668753E-16</c:v>
                </c:pt>
                <c:pt idx="7463">
                  <c:v>1.4802973661668753E-16</c:v>
                </c:pt>
                <c:pt idx="7464">
                  <c:v>1.4802973661668753E-16</c:v>
                </c:pt>
                <c:pt idx="7465">
                  <c:v>1.4802973661668753E-16</c:v>
                </c:pt>
                <c:pt idx="7466">
                  <c:v>1.4802973661668753E-16</c:v>
                </c:pt>
                <c:pt idx="7467">
                  <c:v>1.4802973661668753E-16</c:v>
                </c:pt>
                <c:pt idx="7468">
                  <c:v>1.4802973661668753E-16</c:v>
                </c:pt>
                <c:pt idx="7469">
                  <c:v>1.4802973661668753E-16</c:v>
                </c:pt>
                <c:pt idx="7470">
                  <c:v>1.4802973661668753E-16</c:v>
                </c:pt>
                <c:pt idx="7471">
                  <c:v>1.4802973661668753E-16</c:v>
                </c:pt>
                <c:pt idx="7472">
                  <c:v>1.4802973661668753E-16</c:v>
                </c:pt>
                <c:pt idx="7473">
                  <c:v>1.4802973661668753E-16</c:v>
                </c:pt>
                <c:pt idx="7474">
                  <c:v>1.4802973661668753E-16</c:v>
                </c:pt>
                <c:pt idx="7475">
                  <c:v>1.4802973661668753E-16</c:v>
                </c:pt>
                <c:pt idx="7476">
                  <c:v>1.4802973661668753E-16</c:v>
                </c:pt>
                <c:pt idx="7477">
                  <c:v>1.4802973661668753E-16</c:v>
                </c:pt>
                <c:pt idx="7478">
                  <c:v>1.4802973661668753E-16</c:v>
                </c:pt>
                <c:pt idx="7479">
                  <c:v>1.4802973661668753E-16</c:v>
                </c:pt>
                <c:pt idx="7480">
                  <c:v>1.4802973661668753E-16</c:v>
                </c:pt>
                <c:pt idx="7481">
                  <c:v>1.4802973661668753E-16</c:v>
                </c:pt>
                <c:pt idx="7482">
                  <c:v>1.4802973661668753E-16</c:v>
                </c:pt>
                <c:pt idx="7483">
                  <c:v>1.4802973661668753E-16</c:v>
                </c:pt>
                <c:pt idx="7484">
                  <c:v>1.4802973661668753E-16</c:v>
                </c:pt>
                <c:pt idx="7485">
                  <c:v>1.4802973661668753E-16</c:v>
                </c:pt>
                <c:pt idx="7486">
                  <c:v>1.4802973661668753E-16</c:v>
                </c:pt>
                <c:pt idx="7487">
                  <c:v>1.4802973661668753E-16</c:v>
                </c:pt>
                <c:pt idx="7488">
                  <c:v>1.4802973661668753E-16</c:v>
                </c:pt>
                <c:pt idx="7489">
                  <c:v>1.4802973661668753E-16</c:v>
                </c:pt>
                <c:pt idx="7490">
                  <c:v>1.4802973661668753E-16</c:v>
                </c:pt>
                <c:pt idx="7491">
                  <c:v>1.4802973661668753E-16</c:v>
                </c:pt>
                <c:pt idx="7492">
                  <c:v>1.4802973661668753E-16</c:v>
                </c:pt>
                <c:pt idx="7493">
                  <c:v>1.4802973661668753E-16</c:v>
                </c:pt>
                <c:pt idx="7494">
                  <c:v>1.4802973661668753E-16</c:v>
                </c:pt>
                <c:pt idx="7495">
                  <c:v>1.4802973661668753E-16</c:v>
                </c:pt>
                <c:pt idx="7496">
                  <c:v>1.4802973661668753E-16</c:v>
                </c:pt>
                <c:pt idx="7497">
                  <c:v>1.4802973661668753E-16</c:v>
                </c:pt>
                <c:pt idx="7498">
                  <c:v>1.4802973661668753E-16</c:v>
                </c:pt>
                <c:pt idx="7499">
                  <c:v>1.4802973661668753E-16</c:v>
                </c:pt>
                <c:pt idx="7500">
                  <c:v>1.4802973661668753E-16</c:v>
                </c:pt>
                <c:pt idx="7501">
                  <c:v>1.4802973661668753E-16</c:v>
                </c:pt>
                <c:pt idx="7502">
                  <c:v>1.4802973661668753E-16</c:v>
                </c:pt>
                <c:pt idx="7503">
                  <c:v>1.4802973661668753E-16</c:v>
                </c:pt>
                <c:pt idx="7504">
                  <c:v>1.4802973661668753E-16</c:v>
                </c:pt>
                <c:pt idx="7505">
                  <c:v>1.4802973661668753E-16</c:v>
                </c:pt>
                <c:pt idx="7506">
                  <c:v>1.4802973661668753E-16</c:v>
                </c:pt>
                <c:pt idx="7507">
                  <c:v>1.4802973661668753E-16</c:v>
                </c:pt>
                <c:pt idx="7508">
                  <c:v>1.4802973661668753E-16</c:v>
                </c:pt>
                <c:pt idx="7509">
                  <c:v>1.4802973661668753E-16</c:v>
                </c:pt>
                <c:pt idx="7510">
                  <c:v>1.4802973661668753E-16</c:v>
                </c:pt>
                <c:pt idx="7511">
                  <c:v>1.4802973661668753E-16</c:v>
                </c:pt>
                <c:pt idx="7512">
                  <c:v>1.4802973661668753E-16</c:v>
                </c:pt>
                <c:pt idx="7513">
                  <c:v>1.4802973661668753E-16</c:v>
                </c:pt>
                <c:pt idx="7514">
                  <c:v>1.4802973661668753E-16</c:v>
                </c:pt>
                <c:pt idx="7515">
                  <c:v>1.4802973661668753E-16</c:v>
                </c:pt>
                <c:pt idx="7516">
                  <c:v>1.4802973661668753E-16</c:v>
                </c:pt>
                <c:pt idx="7517">
                  <c:v>1.4802973661668753E-16</c:v>
                </c:pt>
                <c:pt idx="7518">
                  <c:v>1.4802973661668753E-16</c:v>
                </c:pt>
                <c:pt idx="7519">
                  <c:v>1.4802973661668753E-16</c:v>
                </c:pt>
                <c:pt idx="7520">
                  <c:v>1.4802973661668753E-16</c:v>
                </c:pt>
                <c:pt idx="7521">
                  <c:v>1.4802973661668753E-16</c:v>
                </c:pt>
                <c:pt idx="7522">
                  <c:v>1.4802973661668753E-16</c:v>
                </c:pt>
                <c:pt idx="7523">
                  <c:v>1.4802973661668753E-16</c:v>
                </c:pt>
                <c:pt idx="7524">
                  <c:v>1.4802973661668753E-16</c:v>
                </c:pt>
                <c:pt idx="7525">
                  <c:v>1.4802973661668753E-16</c:v>
                </c:pt>
                <c:pt idx="7526">
                  <c:v>1.4802973661668753E-16</c:v>
                </c:pt>
                <c:pt idx="7527">
                  <c:v>1.4802973661668753E-16</c:v>
                </c:pt>
                <c:pt idx="7528">
                  <c:v>1.4802973661668753E-16</c:v>
                </c:pt>
                <c:pt idx="7529">
                  <c:v>1.4802973661668753E-16</c:v>
                </c:pt>
                <c:pt idx="7530">
                  <c:v>1.4802973661668753E-16</c:v>
                </c:pt>
                <c:pt idx="7531">
                  <c:v>1.4802973661668753E-16</c:v>
                </c:pt>
                <c:pt idx="7532">
                  <c:v>1.4802973661668753E-16</c:v>
                </c:pt>
                <c:pt idx="7533">
                  <c:v>1.4802973661668753E-16</c:v>
                </c:pt>
                <c:pt idx="7534">
                  <c:v>1.4802973661668753E-16</c:v>
                </c:pt>
                <c:pt idx="7535">
                  <c:v>1.4802973661668753E-16</c:v>
                </c:pt>
                <c:pt idx="7536">
                  <c:v>1.4802973661668753E-16</c:v>
                </c:pt>
                <c:pt idx="7537">
                  <c:v>1.4802973661668753E-16</c:v>
                </c:pt>
                <c:pt idx="7538">
                  <c:v>1.4802973661668753E-16</c:v>
                </c:pt>
                <c:pt idx="7539">
                  <c:v>1.4802973661668753E-16</c:v>
                </c:pt>
                <c:pt idx="7540">
                  <c:v>1.4802973661668753E-16</c:v>
                </c:pt>
                <c:pt idx="7541">
                  <c:v>1.4802973661668753E-16</c:v>
                </c:pt>
                <c:pt idx="7542">
                  <c:v>1.4802973661668753E-16</c:v>
                </c:pt>
                <c:pt idx="7543">
                  <c:v>1.4802973661668753E-16</c:v>
                </c:pt>
                <c:pt idx="7544">
                  <c:v>1.4802973661668753E-16</c:v>
                </c:pt>
                <c:pt idx="7545">
                  <c:v>1.4802973661668753E-16</c:v>
                </c:pt>
                <c:pt idx="7546">
                  <c:v>1.4802973661668753E-16</c:v>
                </c:pt>
                <c:pt idx="7547">
                  <c:v>1.4802973661668753E-16</c:v>
                </c:pt>
                <c:pt idx="7548">
                  <c:v>1.4802973661668753E-16</c:v>
                </c:pt>
                <c:pt idx="7549">
                  <c:v>1.4802973661668753E-16</c:v>
                </c:pt>
                <c:pt idx="7550">
                  <c:v>1.4802973661668753E-16</c:v>
                </c:pt>
                <c:pt idx="7551">
                  <c:v>1.4802973661668753E-16</c:v>
                </c:pt>
                <c:pt idx="7552">
                  <c:v>1.4802973661668753E-16</c:v>
                </c:pt>
                <c:pt idx="7553">
                  <c:v>1.4802973661668753E-16</c:v>
                </c:pt>
                <c:pt idx="7554">
                  <c:v>1.4802973661668753E-16</c:v>
                </c:pt>
                <c:pt idx="7555">
                  <c:v>1.4802973661668753E-16</c:v>
                </c:pt>
                <c:pt idx="7556">
                  <c:v>1.4802973661668753E-16</c:v>
                </c:pt>
                <c:pt idx="7557">
                  <c:v>1.4802973661668753E-16</c:v>
                </c:pt>
                <c:pt idx="7558">
                  <c:v>1.4802973661668753E-16</c:v>
                </c:pt>
                <c:pt idx="7559">
                  <c:v>1.4802973661668753E-16</c:v>
                </c:pt>
                <c:pt idx="7560">
                  <c:v>1.4802973661668753E-16</c:v>
                </c:pt>
                <c:pt idx="7561">
                  <c:v>1.4802973661668753E-16</c:v>
                </c:pt>
                <c:pt idx="7562">
                  <c:v>1.4802973661668753E-16</c:v>
                </c:pt>
                <c:pt idx="7563">
                  <c:v>1.4802973661668753E-16</c:v>
                </c:pt>
                <c:pt idx="7564">
                  <c:v>1.4802973661668753E-16</c:v>
                </c:pt>
                <c:pt idx="7565">
                  <c:v>1.4802973661668753E-16</c:v>
                </c:pt>
                <c:pt idx="7566">
                  <c:v>1.4802973661668753E-16</c:v>
                </c:pt>
                <c:pt idx="7567">
                  <c:v>1.4802973661668753E-16</c:v>
                </c:pt>
                <c:pt idx="7568">
                  <c:v>1.4802973661668753E-16</c:v>
                </c:pt>
                <c:pt idx="7569">
                  <c:v>1.4802973661668753E-16</c:v>
                </c:pt>
                <c:pt idx="7570">
                  <c:v>1.4802973661668753E-16</c:v>
                </c:pt>
                <c:pt idx="7571">
                  <c:v>1.4802973661668753E-16</c:v>
                </c:pt>
                <c:pt idx="7572">
                  <c:v>1.4802973661668753E-16</c:v>
                </c:pt>
                <c:pt idx="7573">
                  <c:v>1.4802973661668753E-16</c:v>
                </c:pt>
                <c:pt idx="7574">
                  <c:v>1.4802973661668753E-16</c:v>
                </c:pt>
                <c:pt idx="7575">
                  <c:v>1.4802973661668753E-16</c:v>
                </c:pt>
                <c:pt idx="7576">
                  <c:v>1.4802973661668753E-16</c:v>
                </c:pt>
                <c:pt idx="7577">
                  <c:v>1.4802973661668753E-16</c:v>
                </c:pt>
                <c:pt idx="7578">
                  <c:v>1.4802973661668753E-16</c:v>
                </c:pt>
                <c:pt idx="7579">
                  <c:v>1.4802973661668753E-16</c:v>
                </c:pt>
                <c:pt idx="7580">
                  <c:v>1.4802973661668753E-16</c:v>
                </c:pt>
                <c:pt idx="7581">
                  <c:v>1.4802973661668753E-16</c:v>
                </c:pt>
                <c:pt idx="7582">
                  <c:v>1.4802973661668753E-16</c:v>
                </c:pt>
                <c:pt idx="7583">
                  <c:v>1.4802973661668753E-16</c:v>
                </c:pt>
                <c:pt idx="7584">
                  <c:v>1.4802973661668753E-16</c:v>
                </c:pt>
                <c:pt idx="7585">
                  <c:v>1.4802973661668753E-16</c:v>
                </c:pt>
                <c:pt idx="7586">
                  <c:v>1.4802973661668753E-16</c:v>
                </c:pt>
                <c:pt idx="7587">
                  <c:v>1.4802973661668753E-16</c:v>
                </c:pt>
                <c:pt idx="7588">
                  <c:v>1.4802973661668753E-16</c:v>
                </c:pt>
                <c:pt idx="7589">
                  <c:v>1.4802973661668753E-16</c:v>
                </c:pt>
                <c:pt idx="7590">
                  <c:v>1.4802973661668753E-16</c:v>
                </c:pt>
                <c:pt idx="7591">
                  <c:v>1.4802973661668753E-16</c:v>
                </c:pt>
                <c:pt idx="7592">
                  <c:v>1.4802973661668753E-16</c:v>
                </c:pt>
                <c:pt idx="7593">
                  <c:v>1.4802973661668753E-16</c:v>
                </c:pt>
                <c:pt idx="7594">
                  <c:v>1.4802973661668753E-16</c:v>
                </c:pt>
                <c:pt idx="7595">
                  <c:v>1.4802973661668753E-16</c:v>
                </c:pt>
                <c:pt idx="7596">
                  <c:v>1.4802973661668753E-16</c:v>
                </c:pt>
                <c:pt idx="7597">
                  <c:v>1.4802973661668753E-16</c:v>
                </c:pt>
                <c:pt idx="7598">
                  <c:v>1.4802973661668753E-16</c:v>
                </c:pt>
                <c:pt idx="7599">
                  <c:v>1.4802973661668753E-16</c:v>
                </c:pt>
                <c:pt idx="7600">
                  <c:v>1.4802973661668753E-16</c:v>
                </c:pt>
                <c:pt idx="7601">
                  <c:v>1.4802973661668753E-16</c:v>
                </c:pt>
                <c:pt idx="7602">
                  <c:v>1.4802973661668753E-16</c:v>
                </c:pt>
                <c:pt idx="7603">
                  <c:v>1.4802973661668753E-16</c:v>
                </c:pt>
                <c:pt idx="7604">
                  <c:v>1.4802973661668753E-16</c:v>
                </c:pt>
                <c:pt idx="7605">
                  <c:v>1.4802973661668753E-16</c:v>
                </c:pt>
                <c:pt idx="7606">
                  <c:v>1.4802973661668753E-16</c:v>
                </c:pt>
                <c:pt idx="7607">
                  <c:v>1.4802973661668753E-16</c:v>
                </c:pt>
                <c:pt idx="7608">
                  <c:v>1.4802973661668753E-16</c:v>
                </c:pt>
                <c:pt idx="7609">
                  <c:v>1.4802973661668753E-16</c:v>
                </c:pt>
                <c:pt idx="7610">
                  <c:v>1.4802973661668753E-16</c:v>
                </c:pt>
                <c:pt idx="7611">
                  <c:v>1.4802973661668753E-16</c:v>
                </c:pt>
                <c:pt idx="7612">
                  <c:v>1.4802973661668753E-16</c:v>
                </c:pt>
                <c:pt idx="7613">
                  <c:v>1.4802973661668753E-16</c:v>
                </c:pt>
                <c:pt idx="7614">
                  <c:v>1.4802973661668753E-16</c:v>
                </c:pt>
                <c:pt idx="7615">
                  <c:v>1.4802973661668753E-16</c:v>
                </c:pt>
                <c:pt idx="7616">
                  <c:v>1.4802973661668753E-16</c:v>
                </c:pt>
                <c:pt idx="7617">
                  <c:v>1.4802973661668753E-16</c:v>
                </c:pt>
                <c:pt idx="7618">
                  <c:v>1.4802973661668753E-16</c:v>
                </c:pt>
                <c:pt idx="7619">
                  <c:v>1.4802973661668753E-16</c:v>
                </c:pt>
                <c:pt idx="7620">
                  <c:v>1.4802973661668753E-16</c:v>
                </c:pt>
                <c:pt idx="7621">
                  <c:v>1.4802973661668753E-16</c:v>
                </c:pt>
                <c:pt idx="7622">
                  <c:v>1.4802973661668753E-16</c:v>
                </c:pt>
                <c:pt idx="7623">
                  <c:v>1.4802973661668753E-16</c:v>
                </c:pt>
                <c:pt idx="7624">
                  <c:v>1.4802973661668753E-16</c:v>
                </c:pt>
                <c:pt idx="7625">
                  <c:v>1.4802973661668753E-16</c:v>
                </c:pt>
                <c:pt idx="7626">
                  <c:v>1.4802973661668753E-16</c:v>
                </c:pt>
                <c:pt idx="7627">
                  <c:v>1.4802973661668753E-16</c:v>
                </c:pt>
                <c:pt idx="7628">
                  <c:v>1.4802973661668753E-16</c:v>
                </c:pt>
                <c:pt idx="7629">
                  <c:v>1.4802973661668753E-16</c:v>
                </c:pt>
                <c:pt idx="7630">
                  <c:v>1.4802973661668753E-16</c:v>
                </c:pt>
                <c:pt idx="7631">
                  <c:v>1.4802973661668753E-16</c:v>
                </c:pt>
                <c:pt idx="7632">
                  <c:v>1.4802973661668753E-16</c:v>
                </c:pt>
                <c:pt idx="7633">
                  <c:v>1.4802973661668753E-16</c:v>
                </c:pt>
                <c:pt idx="7634">
                  <c:v>1.4802973661668753E-16</c:v>
                </c:pt>
                <c:pt idx="7635">
                  <c:v>1.4802973661668753E-16</c:v>
                </c:pt>
                <c:pt idx="7636">
                  <c:v>1.4802973661668753E-16</c:v>
                </c:pt>
                <c:pt idx="7637">
                  <c:v>1.4802973661668753E-16</c:v>
                </c:pt>
                <c:pt idx="7638">
                  <c:v>1.4802973661668753E-16</c:v>
                </c:pt>
                <c:pt idx="7639">
                  <c:v>1.4802973661668753E-16</c:v>
                </c:pt>
                <c:pt idx="7640">
                  <c:v>1.4802973661668753E-16</c:v>
                </c:pt>
                <c:pt idx="7641">
                  <c:v>1.4802973661668753E-16</c:v>
                </c:pt>
                <c:pt idx="7642">
                  <c:v>1.4802973661668753E-16</c:v>
                </c:pt>
                <c:pt idx="7643">
                  <c:v>1.4802973661668753E-16</c:v>
                </c:pt>
                <c:pt idx="7644">
                  <c:v>1.4802973661668753E-16</c:v>
                </c:pt>
                <c:pt idx="7645">
                  <c:v>1.4802973661668753E-16</c:v>
                </c:pt>
                <c:pt idx="7646">
                  <c:v>1.4802973661668753E-16</c:v>
                </c:pt>
                <c:pt idx="7647">
                  <c:v>1.4802973661668753E-16</c:v>
                </c:pt>
                <c:pt idx="7648">
                  <c:v>1.4802973661668753E-16</c:v>
                </c:pt>
                <c:pt idx="7649">
                  <c:v>1.4802973661668753E-16</c:v>
                </c:pt>
                <c:pt idx="7650">
                  <c:v>1.4802973661668753E-16</c:v>
                </c:pt>
                <c:pt idx="7651">
                  <c:v>1.4802973661668753E-16</c:v>
                </c:pt>
                <c:pt idx="7652">
                  <c:v>1.4802973661668753E-16</c:v>
                </c:pt>
                <c:pt idx="7653">
                  <c:v>1.4802973661668753E-16</c:v>
                </c:pt>
                <c:pt idx="7654">
                  <c:v>1.4802973661668753E-16</c:v>
                </c:pt>
                <c:pt idx="7655">
                  <c:v>1.4802973661668753E-16</c:v>
                </c:pt>
                <c:pt idx="7656">
                  <c:v>1.4802973661668753E-16</c:v>
                </c:pt>
                <c:pt idx="7657">
                  <c:v>1.4802973661668753E-16</c:v>
                </c:pt>
                <c:pt idx="7658">
                  <c:v>1.4802973661668753E-16</c:v>
                </c:pt>
                <c:pt idx="7659">
                  <c:v>1.4802973661668753E-16</c:v>
                </c:pt>
                <c:pt idx="7660">
                  <c:v>1.4802973661668753E-16</c:v>
                </c:pt>
                <c:pt idx="7661">
                  <c:v>1.4802973661668753E-16</c:v>
                </c:pt>
                <c:pt idx="7662">
                  <c:v>1.4802973661668753E-16</c:v>
                </c:pt>
                <c:pt idx="7663">
                  <c:v>1.4802973661668753E-16</c:v>
                </c:pt>
                <c:pt idx="7664">
                  <c:v>1.4802973661668753E-16</c:v>
                </c:pt>
                <c:pt idx="7665">
                  <c:v>1.4802973661668753E-16</c:v>
                </c:pt>
                <c:pt idx="7666">
                  <c:v>1.4802973661668753E-16</c:v>
                </c:pt>
                <c:pt idx="7667">
                  <c:v>1.4802973661668753E-16</c:v>
                </c:pt>
                <c:pt idx="7668">
                  <c:v>1.4802973661668753E-16</c:v>
                </c:pt>
                <c:pt idx="7669">
                  <c:v>1.4802973661668753E-16</c:v>
                </c:pt>
                <c:pt idx="7670">
                  <c:v>1.4802973661668753E-16</c:v>
                </c:pt>
                <c:pt idx="7671">
                  <c:v>1.4802973661668753E-16</c:v>
                </c:pt>
                <c:pt idx="7672">
                  <c:v>1.4802973661668753E-16</c:v>
                </c:pt>
                <c:pt idx="7673">
                  <c:v>1.4802973661668753E-16</c:v>
                </c:pt>
                <c:pt idx="7674">
                  <c:v>1.4802973661668753E-16</c:v>
                </c:pt>
                <c:pt idx="7675">
                  <c:v>1.4802973661668753E-16</c:v>
                </c:pt>
                <c:pt idx="7676">
                  <c:v>1.4802973661668753E-16</c:v>
                </c:pt>
                <c:pt idx="7677">
                  <c:v>1.4802973661668753E-16</c:v>
                </c:pt>
                <c:pt idx="7678">
                  <c:v>1.4802973661668753E-16</c:v>
                </c:pt>
                <c:pt idx="7679">
                  <c:v>1.4802973661668753E-16</c:v>
                </c:pt>
                <c:pt idx="7680">
                  <c:v>1.4802973661668753E-16</c:v>
                </c:pt>
                <c:pt idx="7681">
                  <c:v>1.4802973661668753E-16</c:v>
                </c:pt>
                <c:pt idx="7682">
                  <c:v>1.4802973661668753E-16</c:v>
                </c:pt>
                <c:pt idx="7683">
                  <c:v>1.4802973661668753E-16</c:v>
                </c:pt>
                <c:pt idx="7684">
                  <c:v>1.4802973661668753E-16</c:v>
                </c:pt>
                <c:pt idx="7685">
                  <c:v>1.4802973661668753E-16</c:v>
                </c:pt>
                <c:pt idx="7686">
                  <c:v>1.4802973661668753E-16</c:v>
                </c:pt>
                <c:pt idx="7687">
                  <c:v>1.4802973661668753E-16</c:v>
                </c:pt>
                <c:pt idx="7688">
                  <c:v>1.4802973661668753E-16</c:v>
                </c:pt>
                <c:pt idx="7689">
                  <c:v>1.4802973661668753E-16</c:v>
                </c:pt>
                <c:pt idx="7690">
                  <c:v>1.4802973661668753E-16</c:v>
                </c:pt>
                <c:pt idx="7691">
                  <c:v>1.4802973661668753E-16</c:v>
                </c:pt>
                <c:pt idx="7692">
                  <c:v>1.4802973661668753E-16</c:v>
                </c:pt>
                <c:pt idx="7693">
                  <c:v>1.4802973661668753E-16</c:v>
                </c:pt>
                <c:pt idx="7694">
                  <c:v>1.4802973661668753E-16</c:v>
                </c:pt>
                <c:pt idx="7695">
                  <c:v>1.4802973661668753E-16</c:v>
                </c:pt>
                <c:pt idx="7696">
                  <c:v>1.4802973661668753E-16</c:v>
                </c:pt>
                <c:pt idx="7697">
                  <c:v>1.4802973661668753E-16</c:v>
                </c:pt>
                <c:pt idx="7698">
                  <c:v>1.4802973661668753E-16</c:v>
                </c:pt>
                <c:pt idx="7699">
                  <c:v>1.4802973661668753E-16</c:v>
                </c:pt>
                <c:pt idx="7700">
                  <c:v>1.4802973661668753E-16</c:v>
                </c:pt>
                <c:pt idx="7701">
                  <c:v>1.4802973661668753E-16</c:v>
                </c:pt>
                <c:pt idx="7702">
                  <c:v>1.4802973661668753E-16</c:v>
                </c:pt>
                <c:pt idx="7703">
                  <c:v>1.4802973661668753E-16</c:v>
                </c:pt>
                <c:pt idx="7704">
                  <c:v>1.4802973661668753E-16</c:v>
                </c:pt>
                <c:pt idx="7705">
                  <c:v>1.4802973661668753E-16</c:v>
                </c:pt>
                <c:pt idx="7706">
                  <c:v>1.4802973661668753E-16</c:v>
                </c:pt>
                <c:pt idx="7707">
                  <c:v>1.4802973661668753E-16</c:v>
                </c:pt>
                <c:pt idx="7708">
                  <c:v>1.4802973661668753E-16</c:v>
                </c:pt>
                <c:pt idx="7709">
                  <c:v>1.4802973661668753E-16</c:v>
                </c:pt>
                <c:pt idx="7710">
                  <c:v>1.4802973661668753E-16</c:v>
                </c:pt>
                <c:pt idx="7711">
                  <c:v>1.4802973661668753E-16</c:v>
                </c:pt>
                <c:pt idx="7712">
                  <c:v>1.4802973661668753E-16</c:v>
                </c:pt>
                <c:pt idx="7713">
                  <c:v>1.4802973661668753E-16</c:v>
                </c:pt>
                <c:pt idx="7714">
                  <c:v>1.4802973661668753E-16</c:v>
                </c:pt>
                <c:pt idx="7715">
                  <c:v>1.4802973661668753E-16</c:v>
                </c:pt>
                <c:pt idx="7716">
                  <c:v>1.4802973661668753E-16</c:v>
                </c:pt>
                <c:pt idx="7717">
                  <c:v>1.4802973661668753E-16</c:v>
                </c:pt>
                <c:pt idx="7718">
                  <c:v>1.4802973661668753E-16</c:v>
                </c:pt>
                <c:pt idx="7719">
                  <c:v>1.4802973661668753E-16</c:v>
                </c:pt>
                <c:pt idx="7720">
                  <c:v>1.4802973661668753E-16</c:v>
                </c:pt>
                <c:pt idx="7721">
                  <c:v>1.4802973661668753E-16</c:v>
                </c:pt>
                <c:pt idx="7722">
                  <c:v>1.4802973661668753E-16</c:v>
                </c:pt>
                <c:pt idx="7723">
                  <c:v>1.4802973661668753E-16</c:v>
                </c:pt>
                <c:pt idx="7724">
                  <c:v>1.4802973661668753E-16</c:v>
                </c:pt>
                <c:pt idx="7725">
                  <c:v>1.4802973661668753E-16</c:v>
                </c:pt>
                <c:pt idx="7726">
                  <c:v>1.4802973661668753E-16</c:v>
                </c:pt>
                <c:pt idx="7727">
                  <c:v>1.4802973661668753E-16</c:v>
                </c:pt>
                <c:pt idx="7728">
                  <c:v>1.4802973661668753E-16</c:v>
                </c:pt>
                <c:pt idx="7729">
                  <c:v>1.4802973661668753E-16</c:v>
                </c:pt>
                <c:pt idx="7730">
                  <c:v>1.4802973661668753E-16</c:v>
                </c:pt>
                <c:pt idx="7731">
                  <c:v>1.4802973661668753E-16</c:v>
                </c:pt>
                <c:pt idx="7732">
                  <c:v>1.4802973661668753E-16</c:v>
                </c:pt>
                <c:pt idx="7733">
                  <c:v>1.4802973661668753E-16</c:v>
                </c:pt>
                <c:pt idx="7734">
                  <c:v>1.4802973661668753E-16</c:v>
                </c:pt>
                <c:pt idx="7735">
                  <c:v>1.4802973661668753E-16</c:v>
                </c:pt>
                <c:pt idx="7736">
                  <c:v>1.4802973661668753E-16</c:v>
                </c:pt>
                <c:pt idx="7737">
                  <c:v>1.4802973661668753E-16</c:v>
                </c:pt>
                <c:pt idx="7738">
                  <c:v>1.4802973661668753E-16</c:v>
                </c:pt>
                <c:pt idx="7739">
                  <c:v>1.4802973661668753E-16</c:v>
                </c:pt>
                <c:pt idx="7740">
                  <c:v>1.4802973661668753E-16</c:v>
                </c:pt>
                <c:pt idx="7741">
                  <c:v>1.4802973661668753E-16</c:v>
                </c:pt>
                <c:pt idx="7742">
                  <c:v>1.4802973661668753E-16</c:v>
                </c:pt>
                <c:pt idx="7743">
                  <c:v>1.4802973661668753E-16</c:v>
                </c:pt>
                <c:pt idx="7744">
                  <c:v>1.4802973661668753E-16</c:v>
                </c:pt>
                <c:pt idx="7745">
                  <c:v>1.4802973661668753E-16</c:v>
                </c:pt>
                <c:pt idx="7746">
                  <c:v>1.4802973661668753E-16</c:v>
                </c:pt>
                <c:pt idx="7747">
                  <c:v>1.4802973661668753E-16</c:v>
                </c:pt>
                <c:pt idx="7748">
                  <c:v>1.4802973661668753E-16</c:v>
                </c:pt>
                <c:pt idx="7749">
                  <c:v>1.4802973661668753E-16</c:v>
                </c:pt>
                <c:pt idx="7750">
                  <c:v>1.4802973661668753E-16</c:v>
                </c:pt>
                <c:pt idx="7751">
                  <c:v>1.4802973661668753E-16</c:v>
                </c:pt>
                <c:pt idx="7752">
                  <c:v>1.4802973661668753E-16</c:v>
                </c:pt>
                <c:pt idx="7753">
                  <c:v>1.4802973661668753E-16</c:v>
                </c:pt>
                <c:pt idx="7754">
                  <c:v>1.4802973661668753E-16</c:v>
                </c:pt>
                <c:pt idx="7755">
                  <c:v>1.4802973661668753E-16</c:v>
                </c:pt>
                <c:pt idx="7756">
                  <c:v>1.4802973661668753E-16</c:v>
                </c:pt>
                <c:pt idx="7757">
                  <c:v>1.4802973661668753E-16</c:v>
                </c:pt>
                <c:pt idx="7758">
                  <c:v>1.4802973661668753E-16</c:v>
                </c:pt>
                <c:pt idx="7759">
                  <c:v>1.4802973661668753E-16</c:v>
                </c:pt>
                <c:pt idx="7760">
                  <c:v>1.4802973661668753E-16</c:v>
                </c:pt>
                <c:pt idx="7761">
                  <c:v>1.4802973661668753E-16</c:v>
                </c:pt>
                <c:pt idx="7762">
                  <c:v>1.4802973661668753E-16</c:v>
                </c:pt>
                <c:pt idx="7763">
                  <c:v>1.4802973661668753E-16</c:v>
                </c:pt>
                <c:pt idx="7764">
                  <c:v>1.4802973661668753E-16</c:v>
                </c:pt>
                <c:pt idx="7765">
                  <c:v>1.4802973661668753E-16</c:v>
                </c:pt>
                <c:pt idx="7766">
                  <c:v>1.4802973661668753E-16</c:v>
                </c:pt>
                <c:pt idx="7767">
                  <c:v>1.4802973661668753E-16</c:v>
                </c:pt>
                <c:pt idx="7768">
                  <c:v>1.4802973661668753E-16</c:v>
                </c:pt>
                <c:pt idx="7769">
                  <c:v>1.4802973661668753E-16</c:v>
                </c:pt>
                <c:pt idx="7770">
                  <c:v>1.4802973661668753E-16</c:v>
                </c:pt>
                <c:pt idx="7771">
                  <c:v>1.4802973661668753E-16</c:v>
                </c:pt>
                <c:pt idx="7772">
                  <c:v>1.4802973661668753E-16</c:v>
                </c:pt>
                <c:pt idx="7773">
                  <c:v>1.4802973661668753E-16</c:v>
                </c:pt>
                <c:pt idx="7774">
                  <c:v>1.4802973661668753E-16</c:v>
                </c:pt>
                <c:pt idx="7775">
                  <c:v>1.4802973661668753E-16</c:v>
                </c:pt>
                <c:pt idx="7776">
                  <c:v>1.4802973661668753E-16</c:v>
                </c:pt>
                <c:pt idx="7777">
                  <c:v>1.4802973661668753E-16</c:v>
                </c:pt>
                <c:pt idx="7778">
                  <c:v>1.4802973661668753E-16</c:v>
                </c:pt>
                <c:pt idx="7779">
                  <c:v>1.4802973661668753E-16</c:v>
                </c:pt>
                <c:pt idx="7780">
                  <c:v>1.4802973661668753E-16</c:v>
                </c:pt>
                <c:pt idx="7781">
                  <c:v>1.4802973661668753E-16</c:v>
                </c:pt>
                <c:pt idx="7782">
                  <c:v>1.4802973661668753E-16</c:v>
                </c:pt>
                <c:pt idx="7783">
                  <c:v>1.4802973661668753E-16</c:v>
                </c:pt>
                <c:pt idx="7784">
                  <c:v>1.4802973661668753E-16</c:v>
                </c:pt>
                <c:pt idx="7785">
                  <c:v>1.4802973661668753E-16</c:v>
                </c:pt>
                <c:pt idx="7786">
                  <c:v>1.4802973661668753E-16</c:v>
                </c:pt>
                <c:pt idx="7787">
                  <c:v>1.4802973661668753E-16</c:v>
                </c:pt>
                <c:pt idx="7788">
                  <c:v>1.4802973661668753E-16</c:v>
                </c:pt>
                <c:pt idx="7789">
                  <c:v>1.4802973661668753E-16</c:v>
                </c:pt>
                <c:pt idx="7790">
                  <c:v>1.4802973661668753E-16</c:v>
                </c:pt>
                <c:pt idx="7791">
                  <c:v>1.4802973661668753E-16</c:v>
                </c:pt>
                <c:pt idx="7792">
                  <c:v>1.4802973661668753E-16</c:v>
                </c:pt>
                <c:pt idx="7793">
                  <c:v>1.4802973661668753E-16</c:v>
                </c:pt>
                <c:pt idx="7794">
                  <c:v>1.4802973661668753E-16</c:v>
                </c:pt>
                <c:pt idx="7795">
                  <c:v>1.4802973661668753E-16</c:v>
                </c:pt>
                <c:pt idx="7796">
                  <c:v>1.4802973661668753E-16</c:v>
                </c:pt>
                <c:pt idx="7797">
                  <c:v>1.4802973661668753E-16</c:v>
                </c:pt>
                <c:pt idx="7798">
                  <c:v>1.4802973661668753E-16</c:v>
                </c:pt>
                <c:pt idx="7799">
                  <c:v>1.4802973661668753E-16</c:v>
                </c:pt>
                <c:pt idx="7800">
                  <c:v>1.4802973661668753E-16</c:v>
                </c:pt>
                <c:pt idx="7801">
                  <c:v>1.4802973661668753E-16</c:v>
                </c:pt>
                <c:pt idx="7802">
                  <c:v>1.4802973661668753E-16</c:v>
                </c:pt>
                <c:pt idx="7803">
                  <c:v>1.4802973661668753E-16</c:v>
                </c:pt>
                <c:pt idx="7804">
                  <c:v>1.4802973661668753E-16</c:v>
                </c:pt>
                <c:pt idx="7805">
                  <c:v>1.4802973661668753E-16</c:v>
                </c:pt>
                <c:pt idx="7806">
                  <c:v>1.4802973661668753E-16</c:v>
                </c:pt>
                <c:pt idx="7807">
                  <c:v>1.4802973661668753E-16</c:v>
                </c:pt>
                <c:pt idx="7808">
                  <c:v>1.4802973661668753E-16</c:v>
                </c:pt>
                <c:pt idx="7809">
                  <c:v>1.4802973661668753E-16</c:v>
                </c:pt>
                <c:pt idx="7810">
                  <c:v>1.4802973661668753E-16</c:v>
                </c:pt>
                <c:pt idx="7811">
                  <c:v>1.4802973661668753E-16</c:v>
                </c:pt>
                <c:pt idx="7812">
                  <c:v>1.4802973661668753E-16</c:v>
                </c:pt>
                <c:pt idx="7813">
                  <c:v>1.4802973661668753E-16</c:v>
                </c:pt>
                <c:pt idx="7814">
                  <c:v>1.4802973661668753E-16</c:v>
                </c:pt>
                <c:pt idx="7815">
                  <c:v>1.4802973661668753E-16</c:v>
                </c:pt>
                <c:pt idx="7816">
                  <c:v>1.4802973661668753E-16</c:v>
                </c:pt>
                <c:pt idx="7817">
                  <c:v>1.4802973661668753E-16</c:v>
                </c:pt>
                <c:pt idx="7818">
                  <c:v>1.4802973661668753E-16</c:v>
                </c:pt>
                <c:pt idx="7819">
                  <c:v>1.4802973661668753E-16</c:v>
                </c:pt>
                <c:pt idx="7820">
                  <c:v>1.4802973661668753E-16</c:v>
                </c:pt>
                <c:pt idx="7821">
                  <c:v>1.4802973661668753E-16</c:v>
                </c:pt>
                <c:pt idx="7822">
                  <c:v>1.4802973661668753E-16</c:v>
                </c:pt>
                <c:pt idx="7823">
                  <c:v>1.4802973661668753E-16</c:v>
                </c:pt>
                <c:pt idx="7824">
                  <c:v>1.4802973661668753E-16</c:v>
                </c:pt>
                <c:pt idx="7825">
                  <c:v>1.4802973661668753E-16</c:v>
                </c:pt>
                <c:pt idx="7826">
                  <c:v>1.4802973661668753E-16</c:v>
                </c:pt>
                <c:pt idx="7827">
                  <c:v>1.4802973661668753E-16</c:v>
                </c:pt>
                <c:pt idx="7828">
                  <c:v>1.4802973661668753E-16</c:v>
                </c:pt>
                <c:pt idx="7829">
                  <c:v>1.4802973661668753E-16</c:v>
                </c:pt>
                <c:pt idx="7830">
                  <c:v>1.4802973661668753E-16</c:v>
                </c:pt>
                <c:pt idx="7831">
                  <c:v>1.4802973661668753E-16</c:v>
                </c:pt>
                <c:pt idx="7832">
                  <c:v>1.4802973661668753E-16</c:v>
                </c:pt>
                <c:pt idx="7833">
                  <c:v>1.4802973661668753E-16</c:v>
                </c:pt>
                <c:pt idx="7834">
                  <c:v>1.4802973661668753E-16</c:v>
                </c:pt>
                <c:pt idx="7835">
                  <c:v>1.4802973661668753E-16</c:v>
                </c:pt>
                <c:pt idx="7836">
                  <c:v>1.4802973661668753E-16</c:v>
                </c:pt>
                <c:pt idx="7837">
                  <c:v>1.4802973661668753E-16</c:v>
                </c:pt>
                <c:pt idx="7838">
                  <c:v>1.4802973661668753E-16</c:v>
                </c:pt>
                <c:pt idx="7839">
                  <c:v>1.4802973661668753E-16</c:v>
                </c:pt>
                <c:pt idx="7840">
                  <c:v>1.4802973661668753E-16</c:v>
                </c:pt>
                <c:pt idx="7841">
                  <c:v>1.4802973661668753E-16</c:v>
                </c:pt>
                <c:pt idx="7842">
                  <c:v>1.4802973661668753E-16</c:v>
                </c:pt>
                <c:pt idx="7843">
                  <c:v>1.4802973661668753E-16</c:v>
                </c:pt>
                <c:pt idx="7844">
                  <c:v>1.4802973661668753E-16</c:v>
                </c:pt>
                <c:pt idx="7845">
                  <c:v>1.4802973661668753E-16</c:v>
                </c:pt>
                <c:pt idx="7846">
                  <c:v>1.4802973661668753E-16</c:v>
                </c:pt>
                <c:pt idx="7847">
                  <c:v>1.4802973661668753E-16</c:v>
                </c:pt>
                <c:pt idx="7848">
                  <c:v>1.4802973661668753E-16</c:v>
                </c:pt>
                <c:pt idx="7849">
                  <c:v>1.4802973661668753E-16</c:v>
                </c:pt>
                <c:pt idx="7850">
                  <c:v>1.4802973661668753E-16</c:v>
                </c:pt>
                <c:pt idx="7851">
                  <c:v>1.4802973661668753E-16</c:v>
                </c:pt>
                <c:pt idx="7852">
                  <c:v>1.4802973661668753E-16</c:v>
                </c:pt>
                <c:pt idx="7853">
                  <c:v>1.4802973661668753E-16</c:v>
                </c:pt>
                <c:pt idx="7854">
                  <c:v>1.4802973661668753E-16</c:v>
                </c:pt>
                <c:pt idx="7855">
                  <c:v>1.4802973661668753E-16</c:v>
                </c:pt>
                <c:pt idx="7856">
                  <c:v>1.4802973661668753E-16</c:v>
                </c:pt>
                <c:pt idx="7857">
                  <c:v>1.4802973661668753E-16</c:v>
                </c:pt>
                <c:pt idx="7858">
                  <c:v>1.4802973661668753E-16</c:v>
                </c:pt>
                <c:pt idx="7859">
                  <c:v>1.4802973661668753E-16</c:v>
                </c:pt>
                <c:pt idx="7860">
                  <c:v>1.4802973661668753E-16</c:v>
                </c:pt>
                <c:pt idx="7861">
                  <c:v>1.4802973661668753E-16</c:v>
                </c:pt>
                <c:pt idx="7862">
                  <c:v>1.4802973661668753E-16</c:v>
                </c:pt>
                <c:pt idx="7863">
                  <c:v>1.4802973661668753E-16</c:v>
                </c:pt>
                <c:pt idx="7864">
                  <c:v>1.4802973661668753E-16</c:v>
                </c:pt>
                <c:pt idx="7865">
                  <c:v>1.4802973661668753E-16</c:v>
                </c:pt>
                <c:pt idx="7866">
                  <c:v>1.4802973661668753E-16</c:v>
                </c:pt>
                <c:pt idx="7867">
                  <c:v>1.4802973661668753E-16</c:v>
                </c:pt>
                <c:pt idx="7868">
                  <c:v>1.4802973661668753E-16</c:v>
                </c:pt>
                <c:pt idx="7869">
                  <c:v>1.4802973661668753E-16</c:v>
                </c:pt>
                <c:pt idx="7870">
                  <c:v>1.4802973661668753E-16</c:v>
                </c:pt>
                <c:pt idx="7871">
                  <c:v>1.4802973661668753E-16</c:v>
                </c:pt>
                <c:pt idx="7872">
                  <c:v>1.4802973661668753E-16</c:v>
                </c:pt>
                <c:pt idx="7873">
                  <c:v>1.4802973661668753E-16</c:v>
                </c:pt>
                <c:pt idx="7874">
                  <c:v>1.4802973661668753E-16</c:v>
                </c:pt>
                <c:pt idx="7875">
                  <c:v>1.4802973661668753E-16</c:v>
                </c:pt>
                <c:pt idx="7876">
                  <c:v>1.4802973661668753E-16</c:v>
                </c:pt>
                <c:pt idx="7877">
                  <c:v>1.4802973661668753E-16</c:v>
                </c:pt>
                <c:pt idx="7878">
                  <c:v>1.4802973661668753E-16</c:v>
                </c:pt>
                <c:pt idx="7879">
                  <c:v>1.4802973661668753E-16</c:v>
                </c:pt>
                <c:pt idx="7880">
                  <c:v>1.4802973661668753E-16</c:v>
                </c:pt>
                <c:pt idx="7881">
                  <c:v>1.4802973661668753E-16</c:v>
                </c:pt>
                <c:pt idx="7882">
                  <c:v>1.4802973661668753E-16</c:v>
                </c:pt>
                <c:pt idx="7883">
                  <c:v>1.4802973661668753E-16</c:v>
                </c:pt>
                <c:pt idx="7884">
                  <c:v>1.4802973661668753E-16</c:v>
                </c:pt>
                <c:pt idx="7885">
                  <c:v>1.4802973661668753E-16</c:v>
                </c:pt>
                <c:pt idx="7886">
                  <c:v>1.4802973661668753E-16</c:v>
                </c:pt>
                <c:pt idx="7887">
                  <c:v>1.4802973661668753E-16</c:v>
                </c:pt>
                <c:pt idx="7888">
                  <c:v>1.4802973661668753E-16</c:v>
                </c:pt>
                <c:pt idx="7889">
                  <c:v>1.4802973661668753E-16</c:v>
                </c:pt>
                <c:pt idx="7890">
                  <c:v>1.4802973661668753E-16</c:v>
                </c:pt>
                <c:pt idx="7891">
                  <c:v>1.4802973661668753E-16</c:v>
                </c:pt>
                <c:pt idx="7892">
                  <c:v>1.4802973661668753E-16</c:v>
                </c:pt>
                <c:pt idx="7893">
                  <c:v>1.4802973661668753E-16</c:v>
                </c:pt>
                <c:pt idx="7894">
                  <c:v>1.4802973661668753E-16</c:v>
                </c:pt>
                <c:pt idx="7895">
                  <c:v>1.4802973661668753E-16</c:v>
                </c:pt>
                <c:pt idx="7896">
                  <c:v>1.4802973661668753E-16</c:v>
                </c:pt>
                <c:pt idx="7897">
                  <c:v>1.4802973661668753E-16</c:v>
                </c:pt>
                <c:pt idx="7898">
                  <c:v>1.4802973661668753E-16</c:v>
                </c:pt>
                <c:pt idx="7899">
                  <c:v>1.4802973661668753E-16</c:v>
                </c:pt>
                <c:pt idx="7900">
                  <c:v>1.4802973661668753E-16</c:v>
                </c:pt>
                <c:pt idx="7901">
                  <c:v>1.4802973661668753E-16</c:v>
                </c:pt>
                <c:pt idx="7902">
                  <c:v>1.4802973661668753E-16</c:v>
                </c:pt>
                <c:pt idx="7903">
                  <c:v>1.4802973661668753E-16</c:v>
                </c:pt>
                <c:pt idx="7904">
                  <c:v>1.4802973661668753E-16</c:v>
                </c:pt>
                <c:pt idx="7905">
                  <c:v>1.4802973661668753E-16</c:v>
                </c:pt>
                <c:pt idx="7906">
                  <c:v>1.4802973661668753E-16</c:v>
                </c:pt>
                <c:pt idx="7907">
                  <c:v>1.4802973661668753E-16</c:v>
                </c:pt>
                <c:pt idx="7908">
                  <c:v>1.4802973661668753E-16</c:v>
                </c:pt>
                <c:pt idx="7909">
                  <c:v>1.4802973661668753E-16</c:v>
                </c:pt>
                <c:pt idx="7910">
                  <c:v>1.4802973661668753E-16</c:v>
                </c:pt>
                <c:pt idx="7911">
                  <c:v>1.4802973661668753E-16</c:v>
                </c:pt>
                <c:pt idx="7912">
                  <c:v>1.4802973661668753E-16</c:v>
                </c:pt>
                <c:pt idx="7913">
                  <c:v>1.4802973661668753E-16</c:v>
                </c:pt>
                <c:pt idx="7914">
                  <c:v>1.4802973661668753E-16</c:v>
                </c:pt>
                <c:pt idx="7915">
                  <c:v>1.4802973661668753E-16</c:v>
                </c:pt>
                <c:pt idx="7916">
                  <c:v>1.4802973661668753E-16</c:v>
                </c:pt>
                <c:pt idx="7917">
                  <c:v>1.4802973661668753E-16</c:v>
                </c:pt>
                <c:pt idx="7918">
                  <c:v>1.4802973661668753E-16</c:v>
                </c:pt>
                <c:pt idx="7919">
                  <c:v>1.4802973661668753E-16</c:v>
                </c:pt>
                <c:pt idx="7920">
                  <c:v>1.4802973661668753E-16</c:v>
                </c:pt>
                <c:pt idx="7921">
                  <c:v>1.4802973661668753E-16</c:v>
                </c:pt>
                <c:pt idx="7922">
                  <c:v>1.4802973661668753E-16</c:v>
                </c:pt>
                <c:pt idx="7923">
                  <c:v>1.4802973661668753E-16</c:v>
                </c:pt>
                <c:pt idx="7924">
                  <c:v>1.4802973661668753E-16</c:v>
                </c:pt>
                <c:pt idx="7925">
                  <c:v>1.4802973661668753E-16</c:v>
                </c:pt>
                <c:pt idx="7926">
                  <c:v>1.4802973661668753E-16</c:v>
                </c:pt>
                <c:pt idx="7927">
                  <c:v>1.4802973661668753E-16</c:v>
                </c:pt>
                <c:pt idx="7928">
                  <c:v>1.4802973661668753E-16</c:v>
                </c:pt>
                <c:pt idx="7929">
                  <c:v>1.4802973661668753E-16</c:v>
                </c:pt>
                <c:pt idx="7930">
                  <c:v>1.4802973661668753E-16</c:v>
                </c:pt>
                <c:pt idx="7931">
                  <c:v>1.4802973661668753E-16</c:v>
                </c:pt>
                <c:pt idx="7932">
                  <c:v>1.4802973661668753E-16</c:v>
                </c:pt>
                <c:pt idx="7933">
                  <c:v>1.4802973661668753E-16</c:v>
                </c:pt>
                <c:pt idx="7934">
                  <c:v>1.4802973661668753E-16</c:v>
                </c:pt>
                <c:pt idx="7935">
                  <c:v>1.4802973661668753E-16</c:v>
                </c:pt>
                <c:pt idx="7936">
                  <c:v>1.4802973661668753E-16</c:v>
                </c:pt>
                <c:pt idx="7937">
                  <c:v>1.4802973661668753E-16</c:v>
                </c:pt>
                <c:pt idx="7938">
                  <c:v>1.4802973661668753E-16</c:v>
                </c:pt>
                <c:pt idx="7939">
                  <c:v>1.4802973661668753E-16</c:v>
                </c:pt>
                <c:pt idx="7940">
                  <c:v>1.4802973661668753E-16</c:v>
                </c:pt>
                <c:pt idx="7941">
                  <c:v>1.4802973661668753E-16</c:v>
                </c:pt>
                <c:pt idx="7942">
                  <c:v>1.4802973661668753E-16</c:v>
                </c:pt>
                <c:pt idx="7943">
                  <c:v>1.4802973661668753E-16</c:v>
                </c:pt>
                <c:pt idx="7944">
                  <c:v>1.4802973661668753E-16</c:v>
                </c:pt>
                <c:pt idx="7945">
                  <c:v>1.4802973661668753E-16</c:v>
                </c:pt>
                <c:pt idx="7946">
                  <c:v>1.4802973661668753E-16</c:v>
                </c:pt>
                <c:pt idx="7947">
                  <c:v>1.4802973661668753E-16</c:v>
                </c:pt>
                <c:pt idx="7948">
                  <c:v>1.4802973661668753E-16</c:v>
                </c:pt>
                <c:pt idx="7949">
                  <c:v>1.4802973661668753E-16</c:v>
                </c:pt>
                <c:pt idx="7950">
                  <c:v>1.4802973661668753E-16</c:v>
                </c:pt>
                <c:pt idx="7951">
                  <c:v>1.4802973661668753E-16</c:v>
                </c:pt>
                <c:pt idx="7952">
                  <c:v>1.4802973661668753E-16</c:v>
                </c:pt>
                <c:pt idx="7953">
                  <c:v>1.4802973661668753E-16</c:v>
                </c:pt>
                <c:pt idx="7954">
                  <c:v>1.4802973661668753E-16</c:v>
                </c:pt>
                <c:pt idx="7955">
                  <c:v>1.4802973661668753E-16</c:v>
                </c:pt>
                <c:pt idx="7956">
                  <c:v>1.4802973661668753E-16</c:v>
                </c:pt>
                <c:pt idx="7957">
                  <c:v>1.4802973661668753E-16</c:v>
                </c:pt>
                <c:pt idx="7958">
                  <c:v>1.4802973661668753E-16</c:v>
                </c:pt>
                <c:pt idx="7959">
                  <c:v>1.4802973661668753E-16</c:v>
                </c:pt>
                <c:pt idx="7960">
                  <c:v>1.4802973661668753E-16</c:v>
                </c:pt>
                <c:pt idx="7961">
                  <c:v>1.4802973661668753E-16</c:v>
                </c:pt>
                <c:pt idx="7962">
                  <c:v>1.4802973661668753E-16</c:v>
                </c:pt>
                <c:pt idx="7963">
                  <c:v>1.4802973661668753E-16</c:v>
                </c:pt>
                <c:pt idx="7964">
                  <c:v>1.4802973661668753E-16</c:v>
                </c:pt>
                <c:pt idx="7965">
                  <c:v>1.4802973661668753E-16</c:v>
                </c:pt>
                <c:pt idx="7966">
                  <c:v>1.4802973661668753E-16</c:v>
                </c:pt>
                <c:pt idx="7967">
                  <c:v>1.4802973661668753E-16</c:v>
                </c:pt>
                <c:pt idx="7968">
                  <c:v>1.4802973661668753E-16</c:v>
                </c:pt>
                <c:pt idx="7969">
                  <c:v>1.4802973661668753E-16</c:v>
                </c:pt>
                <c:pt idx="7970">
                  <c:v>1.4802973661668753E-16</c:v>
                </c:pt>
                <c:pt idx="7971">
                  <c:v>1.4802973661668753E-16</c:v>
                </c:pt>
                <c:pt idx="7972">
                  <c:v>1.4802973661668753E-16</c:v>
                </c:pt>
                <c:pt idx="7973">
                  <c:v>1.4802973661668753E-16</c:v>
                </c:pt>
                <c:pt idx="7974">
                  <c:v>1.4802973661668753E-16</c:v>
                </c:pt>
                <c:pt idx="7975">
                  <c:v>1.4802973661668753E-16</c:v>
                </c:pt>
                <c:pt idx="7976">
                  <c:v>1.4802973661668753E-16</c:v>
                </c:pt>
                <c:pt idx="7977">
                  <c:v>1.4802973661668753E-16</c:v>
                </c:pt>
                <c:pt idx="7978">
                  <c:v>1.4802973661668753E-16</c:v>
                </c:pt>
                <c:pt idx="7979">
                  <c:v>1.4802973661668753E-16</c:v>
                </c:pt>
                <c:pt idx="7980">
                  <c:v>1.4802973661668753E-16</c:v>
                </c:pt>
                <c:pt idx="7981">
                  <c:v>1.4802973661668753E-16</c:v>
                </c:pt>
                <c:pt idx="7982">
                  <c:v>1.4802973661668753E-16</c:v>
                </c:pt>
                <c:pt idx="7983">
                  <c:v>1.4802973661668753E-16</c:v>
                </c:pt>
                <c:pt idx="7984">
                  <c:v>1.4802973661668753E-16</c:v>
                </c:pt>
                <c:pt idx="7985">
                  <c:v>1.4802973661668753E-16</c:v>
                </c:pt>
                <c:pt idx="7986">
                  <c:v>1.4802973661668753E-16</c:v>
                </c:pt>
                <c:pt idx="7987">
                  <c:v>1.4802973661668753E-16</c:v>
                </c:pt>
                <c:pt idx="7988">
                  <c:v>1.4802973661668753E-16</c:v>
                </c:pt>
                <c:pt idx="7989">
                  <c:v>1.4802973661668753E-16</c:v>
                </c:pt>
                <c:pt idx="7990">
                  <c:v>1.4802973661668753E-16</c:v>
                </c:pt>
                <c:pt idx="7991">
                  <c:v>1.4802973661668753E-16</c:v>
                </c:pt>
                <c:pt idx="7992">
                  <c:v>1.4802973661668753E-16</c:v>
                </c:pt>
                <c:pt idx="7993">
                  <c:v>1.4802973661668753E-16</c:v>
                </c:pt>
                <c:pt idx="7994">
                  <c:v>1.4802973661668753E-16</c:v>
                </c:pt>
                <c:pt idx="7995">
                  <c:v>1.4802973661668753E-16</c:v>
                </c:pt>
                <c:pt idx="7996">
                  <c:v>1.4802973661668753E-16</c:v>
                </c:pt>
                <c:pt idx="7997">
                  <c:v>1.4802973661668753E-16</c:v>
                </c:pt>
                <c:pt idx="7998">
                  <c:v>1.4802973661668753E-16</c:v>
                </c:pt>
                <c:pt idx="7999">
                  <c:v>1.4802973661668753E-16</c:v>
                </c:pt>
                <c:pt idx="8000">
                  <c:v>1.4802973661668753E-16</c:v>
                </c:pt>
                <c:pt idx="8001">
                  <c:v>1.4802973661668753E-16</c:v>
                </c:pt>
                <c:pt idx="8002">
                  <c:v>1.4802973661668753E-16</c:v>
                </c:pt>
                <c:pt idx="8003">
                  <c:v>1.4802973661668753E-16</c:v>
                </c:pt>
                <c:pt idx="8004">
                  <c:v>1.4802973661668753E-16</c:v>
                </c:pt>
                <c:pt idx="8005">
                  <c:v>1.4802973661668753E-16</c:v>
                </c:pt>
                <c:pt idx="8006">
                  <c:v>1.4802973661668753E-16</c:v>
                </c:pt>
                <c:pt idx="8007">
                  <c:v>1.4802973661668753E-16</c:v>
                </c:pt>
                <c:pt idx="8008">
                  <c:v>1.4802973661668753E-16</c:v>
                </c:pt>
                <c:pt idx="8009">
                  <c:v>1.4802973661668753E-16</c:v>
                </c:pt>
                <c:pt idx="8010">
                  <c:v>1.4802973661668753E-16</c:v>
                </c:pt>
                <c:pt idx="8011">
                  <c:v>1.4802973661668753E-16</c:v>
                </c:pt>
                <c:pt idx="8012">
                  <c:v>1.4802973661668753E-16</c:v>
                </c:pt>
                <c:pt idx="8013">
                  <c:v>1.4802973661668753E-16</c:v>
                </c:pt>
                <c:pt idx="8014">
                  <c:v>1.4802973661668753E-16</c:v>
                </c:pt>
                <c:pt idx="8015">
                  <c:v>1.4802973661668753E-16</c:v>
                </c:pt>
                <c:pt idx="8016">
                  <c:v>1.4802973661668753E-16</c:v>
                </c:pt>
                <c:pt idx="8017">
                  <c:v>1.4802973661668753E-16</c:v>
                </c:pt>
                <c:pt idx="8018">
                  <c:v>1.4802973661668753E-16</c:v>
                </c:pt>
                <c:pt idx="8019">
                  <c:v>1.4802973661668753E-16</c:v>
                </c:pt>
                <c:pt idx="8020">
                  <c:v>1.4802973661668753E-16</c:v>
                </c:pt>
                <c:pt idx="8021">
                  <c:v>1.4802973661668753E-16</c:v>
                </c:pt>
                <c:pt idx="8022">
                  <c:v>1.4802973661668753E-16</c:v>
                </c:pt>
                <c:pt idx="8023">
                  <c:v>1.4802973661668753E-16</c:v>
                </c:pt>
                <c:pt idx="8024">
                  <c:v>1.4802973661668753E-16</c:v>
                </c:pt>
                <c:pt idx="8025">
                  <c:v>1.4802973661668753E-16</c:v>
                </c:pt>
                <c:pt idx="8026">
                  <c:v>1.4802973661668753E-16</c:v>
                </c:pt>
                <c:pt idx="8027">
                  <c:v>1.4802973661668753E-16</c:v>
                </c:pt>
                <c:pt idx="8028">
                  <c:v>1.4802973661668753E-16</c:v>
                </c:pt>
                <c:pt idx="8029">
                  <c:v>1.4802973661668753E-16</c:v>
                </c:pt>
                <c:pt idx="8030">
                  <c:v>1.4802973661668753E-16</c:v>
                </c:pt>
                <c:pt idx="8031">
                  <c:v>1.4802973661668753E-16</c:v>
                </c:pt>
                <c:pt idx="8032">
                  <c:v>1.4802973661668753E-16</c:v>
                </c:pt>
                <c:pt idx="8033">
                  <c:v>1.4802973661668753E-16</c:v>
                </c:pt>
                <c:pt idx="8034">
                  <c:v>1.4802973661668753E-16</c:v>
                </c:pt>
                <c:pt idx="8035">
                  <c:v>1.4802973661668753E-16</c:v>
                </c:pt>
                <c:pt idx="8036">
                  <c:v>1.4802973661668753E-16</c:v>
                </c:pt>
                <c:pt idx="8037">
                  <c:v>1.4802973661668753E-16</c:v>
                </c:pt>
                <c:pt idx="8038">
                  <c:v>1.4802973661668753E-16</c:v>
                </c:pt>
                <c:pt idx="8039">
                  <c:v>1.4802973661668753E-16</c:v>
                </c:pt>
                <c:pt idx="8040">
                  <c:v>1.4802973661668753E-16</c:v>
                </c:pt>
                <c:pt idx="8041">
                  <c:v>1.4802973661668753E-16</c:v>
                </c:pt>
                <c:pt idx="8042">
                  <c:v>1.4802973661668753E-16</c:v>
                </c:pt>
                <c:pt idx="8043">
                  <c:v>1.4802973661668753E-16</c:v>
                </c:pt>
                <c:pt idx="8044">
                  <c:v>1.4802973661668753E-16</c:v>
                </c:pt>
                <c:pt idx="8045">
                  <c:v>1.4802973661668753E-16</c:v>
                </c:pt>
                <c:pt idx="8046">
                  <c:v>1.4802973661668753E-16</c:v>
                </c:pt>
                <c:pt idx="8047">
                  <c:v>1.4802973661668753E-16</c:v>
                </c:pt>
                <c:pt idx="8048">
                  <c:v>1.4802973661668753E-16</c:v>
                </c:pt>
                <c:pt idx="8049">
                  <c:v>1.4802973661668753E-16</c:v>
                </c:pt>
                <c:pt idx="8050">
                  <c:v>1.4802973661668753E-16</c:v>
                </c:pt>
                <c:pt idx="8051">
                  <c:v>1.4802973661668753E-16</c:v>
                </c:pt>
                <c:pt idx="8052">
                  <c:v>1.4802973661668753E-16</c:v>
                </c:pt>
                <c:pt idx="8053">
                  <c:v>1.4802973661668753E-16</c:v>
                </c:pt>
                <c:pt idx="8054">
                  <c:v>1.4802973661668753E-16</c:v>
                </c:pt>
                <c:pt idx="8055">
                  <c:v>1.4802973661668753E-16</c:v>
                </c:pt>
                <c:pt idx="8056">
                  <c:v>1.4802973661668753E-16</c:v>
                </c:pt>
                <c:pt idx="8057">
                  <c:v>1.4802973661668753E-16</c:v>
                </c:pt>
                <c:pt idx="8058">
                  <c:v>1.4802973661668753E-16</c:v>
                </c:pt>
                <c:pt idx="8059">
                  <c:v>1.4802973661668753E-16</c:v>
                </c:pt>
                <c:pt idx="8060">
                  <c:v>1.4802973661668753E-16</c:v>
                </c:pt>
                <c:pt idx="8061">
                  <c:v>1.4802973661668753E-16</c:v>
                </c:pt>
                <c:pt idx="8062">
                  <c:v>1.4802973661668753E-16</c:v>
                </c:pt>
                <c:pt idx="8063">
                  <c:v>1.4802973661668753E-16</c:v>
                </c:pt>
                <c:pt idx="8064">
                  <c:v>1.4802973661668753E-16</c:v>
                </c:pt>
                <c:pt idx="8065">
                  <c:v>1.4802973661668753E-16</c:v>
                </c:pt>
                <c:pt idx="8066">
                  <c:v>1.4802973661668753E-16</c:v>
                </c:pt>
                <c:pt idx="8067">
                  <c:v>1.4802973661668753E-16</c:v>
                </c:pt>
                <c:pt idx="8068">
                  <c:v>1.4802973661668753E-16</c:v>
                </c:pt>
                <c:pt idx="8069">
                  <c:v>1.4802973661668753E-16</c:v>
                </c:pt>
                <c:pt idx="8070">
                  <c:v>1.4802973661668753E-16</c:v>
                </c:pt>
                <c:pt idx="8071">
                  <c:v>1.4802973661668753E-16</c:v>
                </c:pt>
                <c:pt idx="8072">
                  <c:v>1.4802973661668753E-16</c:v>
                </c:pt>
                <c:pt idx="8073">
                  <c:v>1.4802973661668753E-16</c:v>
                </c:pt>
                <c:pt idx="8074">
                  <c:v>1.4802973661668753E-16</c:v>
                </c:pt>
                <c:pt idx="8075">
                  <c:v>1.4802973661668753E-16</c:v>
                </c:pt>
                <c:pt idx="8076">
                  <c:v>1.4802973661668753E-16</c:v>
                </c:pt>
                <c:pt idx="8077">
                  <c:v>1.4802973661668753E-16</c:v>
                </c:pt>
                <c:pt idx="8078">
                  <c:v>1.4802973661668753E-16</c:v>
                </c:pt>
                <c:pt idx="8079">
                  <c:v>1.4802973661668753E-16</c:v>
                </c:pt>
                <c:pt idx="8080">
                  <c:v>1.4802973661668753E-16</c:v>
                </c:pt>
                <c:pt idx="8081">
                  <c:v>1.4802973661668753E-16</c:v>
                </c:pt>
                <c:pt idx="8082">
                  <c:v>1.4802973661668753E-16</c:v>
                </c:pt>
                <c:pt idx="8083">
                  <c:v>1.4802973661668753E-16</c:v>
                </c:pt>
                <c:pt idx="8084">
                  <c:v>1.4802973661668753E-16</c:v>
                </c:pt>
                <c:pt idx="8085">
                  <c:v>1.4802973661668753E-16</c:v>
                </c:pt>
                <c:pt idx="8086">
                  <c:v>1.4802973661668753E-16</c:v>
                </c:pt>
                <c:pt idx="8087">
                  <c:v>1.4802973661668753E-16</c:v>
                </c:pt>
                <c:pt idx="8088">
                  <c:v>1.4802973661668753E-16</c:v>
                </c:pt>
                <c:pt idx="8089">
                  <c:v>1.4802973661668753E-16</c:v>
                </c:pt>
                <c:pt idx="8090">
                  <c:v>1.4802973661668753E-16</c:v>
                </c:pt>
                <c:pt idx="8091">
                  <c:v>1.4802973661668753E-16</c:v>
                </c:pt>
                <c:pt idx="8092">
                  <c:v>1.4802973661668753E-16</c:v>
                </c:pt>
                <c:pt idx="8093">
                  <c:v>1.4802973661668753E-16</c:v>
                </c:pt>
                <c:pt idx="8094">
                  <c:v>1.4802973661668753E-16</c:v>
                </c:pt>
                <c:pt idx="8095">
                  <c:v>1.4802973661668753E-16</c:v>
                </c:pt>
                <c:pt idx="8096">
                  <c:v>1.4802973661668753E-16</c:v>
                </c:pt>
                <c:pt idx="8097">
                  <c:v>1.4802973661668753E-16</c:v>
                </c:pt>
                <c:pt idx="8098">
                  <c:v>1.4802973661668753E-16</c:v>
                </c:pt>
                <c:pt idx="8099">
                  <c:v>1.4802973661668753E-16</c:v>
                </c:pt>
                <c:pt idx="8100">
                  <c:v>1.4802973661668753E-16</c:v>
                </c:pt>
                <c:pt idx="8101">
                  <c:v>1.4802973661668753E-16</c:v>
                </c:pt>
                <c:pt idx="8102">
                  <c:v>1.4802973661668753E-16</c:v>
                </c:pt>
                <c:pt idx="8103">
                  <c:v>1.4802973661668753E-16</c:v>
                </c:pt>
                <c:pt idx="8104">
                  <c:v>1.4802973661668753E-16</c:v>
                </c:pt>
                <c:pt idx="8105">
                  <c:v>1.4802973661668753E-16</c:v>
                </c:pt>
                <c:pt idx="8106">
                  <c:v>1.4802973661668753E-16</c:v>
                </c:pt>
                <c:pt idx="8107">
                  <c:v>1.4802973661668753E-16</c:v>
                </c:pt>
                <c:pt idx="8108">
                  <c:v>1.4802973661668753E-16</c:v>
                </c:pt>
                <c:pt idx="8109">
                  <c:v>1.4802973661668753E-16</c:v>
                </c:pt>
                <c:pt idx="8110">
                  <c:v>1.4802973661668753E-16</c:v>
                </c:pt>
                <c:pt idx="8111">
                  <c:v>1.4802973661668753E-16</c:v>
                </c:pt>
                <c:pt idx="8112">
                  <c:v>1.4802973661668753E-16</c:v>
                </c:pt>
                <c:pt idx="8113">
                  <c:v>1.4802973661668753E-16</c:v>
                </c:pt>
                <c:pt idx="8114">
                  <c:v>1.4802973661668753E-16</c:v>
                </c:pt>
                <c:pt idx="8115">
                  <c:v>1.4802973661668753E-16</c:v>
                </c:pt>
                <c:pt idx="8116">
                  <c:v>1.4802973661668753E-16</c:v>
                </c:pt>
                <c:pt idx="8117">
                  <c:v>1.4802973661668753E-16</c:v>
                </c:pt>
                <c:pt idx="8118">
                  <c:v>1.4802973661668753E-16</c:v>
                </c:pt>
                <c:pt idx="8119">
                  <c:v>1.4802973661668753E-16</c:v>
                </c:pt>
                <c:pt idx="8120">
                  <c:v>1.4802973661668753E-16</c:v>
                </c:pt>
                <c:pt idx="8121">
                  <c:v>1.4802973661668753E-16</c:v>
                </c:pt>
                <c:pt idx="8122">
                  <c:v>1.4802973661668753E-16</c:v>
                </c:pt>
                <c:pt idx="8123">
                  <c:v>1.4802973661668753E-16</c:v>
                </c:pt>
                <c:pt idx="8124">
                  <c:v>1.4802973661668753E-16</c:v>
                </c:pt>
                <c:pt idx="8125">
                  <c:v>1.4802973661668753E-16</c:v>
                </c:pt>
                <c:pt idx="8126">
                  <c:v>1.4802973661668753E-16</c:v>
                </c:pt>
                <c:pt idx="8127">
                  <c:v>1.4802973661668753E-16</c:v>
                </c:pt>
                <c:pt idx="8128">
                  <c:v>1.4802973661668753E-16</c:v>
                </c:pt>
                <c:pt idx="8129">
                  <c:v>1.4802973661668753E-16</c:v>
                </c:pt>
                <c:pt idx="8130">
                  <c:v>1.4802973661668753E-16</c:v>
                </c:pt>
                <c:pt idx="8131">
                  <c:v>1.4802973661668753E-16</c:v>
                </c:pt>
                <c:pt idx="8132">
                  <c:v>1.4802973661668753E-16</c:v>
                </c:pt>
                <c:pt idx="8133">
                  <c:v>1.4802973661668753E-16</c:v>
                </c:pt>
                <c:pt idx="8134">
                  <c:v>1.4802973661668753E-16</c:v>
                </c:pt>
                <c:pt idx="8135">
                  <c:v>1.4802973661668753E-16</c:v>
                </c:pt>
                <c:pt idx="8136">
                  <c:v>1.4802973661668753E-16</c:v>
                </c:pt>
                <c:pt idx="8137">
                  <c:v>1.4802973661668753E-16</c:v>
                </c:pt>
                <c:pt idx="8138">
                  <c:v>1.4802973661668753E-16</c:v>
                </c:pt>
                <c:pt idx="8139">
                  <c:v>1.4802973661668753E-16</c:v>
                </c:pt>
                <c:pt idx="8140">
                  <c:v>1.4802973661668753E-16</c:v>
                </c:pt>
                <c:pt idx="8141">
                  <c:v>1.4802973661668753E-16</c:v>
                </c:pt>
                <c:pt idx="8142">
                  <c:v>1.4802973661668753E-16</c:v>
                </c:pt>
                <c:pt idx="8143">
                  <c:v>1.4802973661668753E-16</c:v>
                </c:pt>
                <c:pt idx="8144">
                  <c:v>1.4802973661668753E-16</c:v>
                </c:pt>
                <c:pt idx="8145">
                  <c:v>1.4802973661668753E-16</c:v>
                </c:pt>
                <c:pt idx="8146">
                  <c:v>1.4802973661668753E-16</c:v>
                </c:pt>
                <c:pt idx="8147">
                  <c:v>1.4802973661668753E-16</c:v>
                </c:pt>
                <c:pt idx="8148">
                  <c:v>1.4802973661668753E-16</c:v>
                </c:pt>
                <c:pt idx="8149">
                  <c:v>1.4802973661668753E-16</c:v>
                </c:pt>
                <c:pt idx="8150">
                  <c:v>1.4802973661668753E-16</c:v>
                </c:pt>
                <c:pt idx="8151">
                  <c:v>1.4802973661668753E-16</c:v>
                </c:pt>
                <c:pt idx="8152">
                  <c:v>1.4802973661668753E-16</c:v>
                </c:pt>
                <c:pt idx="8153">
                  <c:v>1.4802973661668753E-16</c:v>
                </c:pt>
                <c:pt idx="8154">
                  <c:v>1.4802973661668753E-16</c:v>
                </c:pt>
                <c:pt idx="8155">
                  <c:v>1.4802973661668753E-16</c:v>
                </c:pt>
                <c:pt idx="8156">
                  <c:v>1.4802973661668753E-16</c:v>
                </c:pt>
                <c:pt idx="8157">
                  <c:v>1.4802973661668753E-16</c:v>
                </c:pt>
                <c:pt idx="8158">
                  <c:v>1.4802973661668753E-16</c:v>
                </c:pt>
                <c:pt idx="8159">
                  <c:v>1.4802973661668753E-16</c:v>
                </c:pt>
                <c:pt idx="8160">
                  <c:v>1.4802973661668753E-16</c:v>
                </c:pt>
                <c:pt idx="8161">
                  <c:v>1.4802973661668753E-16</c:v>
                </c:pt>
                <c:pt idx="8162">
                  <c:v>1.4802973661668753E-16</c:v>
                </c:pt>
                <c:pt idx="8163">
                  <c:v>1.4802973661668753E-16</c:v>
                </c:pt>
                <c:pt idx="8164">
                  <c:v>1.4802973661668753E-16</c:v>
                </c:pt>
                <c:pt idx="8165">
                  <c:v>1.4802973661668753E-16</c:v>
                </c:pt>
                <c:pt idx="8166">
                  <c:v>1.4802973661668753E-16</c:v>
                </c:pt>
                <c:pt idx="8167">
                  <c:v>1.4802973661668753E-16</c:v>
                </c:pt>
                <c:pt idx="8168">
                  <c:v>1.4802973661668753E-16</c:v>
                </c:pt>
                <c:pt idx="8169">
                  <c:v>1.4802973661668753E-16</c:v>
                </c:pt>
                <c:pt idx="8170">
                  <c:v>1.4802973661668753E-16</c:v>
                </c:pt>
                <c:pt idx="8171">
                  <c:v>1.4802973661668753E-16</c:v>
                </c:pt>
                <c:pt idx="8172">
                  <c:v>1.4802973661668753E-16</c:v>
                </c:pt>
                <c:pt idx="8173">
                  <c:v>1.4802973661668753E-16</c:v>
                </c:pt>
                <c:pt idx="8174">
                  <c:v>1.4802973661668753E-16</c:v>
                </c:pt>
                <c:pt idx="8175">
                  <c:v>1.4802973661668753E-16</c:v>
                </c:pt>
                <c:pt idx="8176">
                  <c:v>1.4802973661668753E-16</c:v>
                </c:pt>
                <c:pt idx="8177">
                  <c:v>1.4802973661668753E-16</c:v>
                </c:pt>
                <c:pt idx="8178">
                  <c:v>1.4802973661668753E-16</c:v>
                </c:pt>
                <c:pt idx="8179">
                  <c:v>1.4802973661668753E-16</c:v>
                </c:pt>
                <c:pt idx="8180">
                  <c:v>1.4802973661668753E-16</c:v>
                </c:pt>
                <c:pt idx="8181">
                  <c:v>1.4802973661668753E-16</c:v>
                </c:pt>
                <c:pt idx="8182">
                  <c:v>1.4802973661668753E-16</c:v>
                </c:pt>
                <c:pt idx="8183">
                  <c:v>1.4802973661668753E-16</c:v>
                </c:pt>
                <c:pt idx="8184">
                  <c:v>1.4802973661668753E-16</c:v>
                </c:pt>
                <c:pt idx="8185">
                  <c:v>1.4802973661668753E-16</c:v>
                </c:pt>
                <c:pt idx="8186">
                  <c:v>1.4802973661668753E-16</c:v>
                </c:pt>
                <c:pt idx="8187">
                  <c:v>1.4802973661668753E-16</c:v>
                </c:pt>
                <c:pt idx="8188">
                  <c:v>1.4802973661668753E-16</c:v>
                </c:pt>
                <c:pt idx="8189">
                  <c:v>1.4802973661668753E-16</c:v>
                </c:pt>
                <c:pt idx="8190">
                  <c:v>1.4802973661668753E-16</c:v>
                </c:pt>
                <c:pt idx="8191">
                  <c:v>1.4802973661668753E-16</c:v>
                </c:pt>
                <c:pt idx="8192">
                  <c:v>1.4802973661668753E-16</c:v>
                </c:pt>
                <c:pt idx="8193">
                  <c:v>1.4802973661668753E-16</c:v>
                </c:pt>
                <c:pt idx="8194">
                  <c:v>1.4802973661668753E-16</c:v>
                </c:pt>
                <c:pt idx="8195">
                  <c:v>1.4802973661668753E-16</c:v>
                </c:pt>
                <c:pt idx="8196">
                  <c:v>1.4802973661668753E-16</c:v>
                </c:pt>
                <c:pt idx="8197">
                  <c:v>1.4802973661668753E-16</c:v>
                </c:pt>
                <c:pt idx="8198">
                  <c:v>1.4802973661668753E-16</c:v>
                </c:pt>
                <c:pt idx="8199">
                  <c:v>1.4802973661668753E-16</c:v>
                </c:pt>
                <c:pt idx="8200">
                  <c:v>1.4802973661668753E-16</c:v>
                </c:pt>
                <c:pt idx="8201">
                  <c:v>1.4802973661668753E-16</c:v>
                </c:pt>
                <c:pt idx="8202">
                  <c:v>1.4802973661668753E-16</c:v>
                </c:pt>
                <c:pt idx="8203">
                  <c:v>1.4802973661668753E-16</c:v>
                </c:pt>
                <c:pt idx="8204">
                  <c:v>1.4802973661668753E-16</c:v>
                </c:pt>
                <c:pt idx="8205">
                  <c:v>1.4802973661668753E-16</c:v>
                </c:pt>
                <c:pt idx="8206">
                  <c:v>1.4802973661668753E-16</c:v>
                </c:pt>
                <c:pt idx="8207">
                  <c:v>1.4802973661668753E-16</c:v>
                </c:pt>
                <c:pt idx="8208">
                  <c:v>1.4802973661668753E-16</c:v>
                </c:pt>
                <c:pt idx="8209">
                  <c:v>1.4802973661668753E-16</c:v>
                </c:pt>
                <c:pt idx="8210">
                  <c:v>1.4802973661668753E-16</c:v>
                </c:pt>
                <c:pt idx="8211">
                  <c:v>1.4802973661668753E-16</c:v>
                </c:pt>
                <c:pt idx="8212">
                  <c:v>1.4802973661668753E-16</c:v>
                </c:pt>
                <c:pt idx="8213">
                  <c:v>1.4802973661668753E-16</c:v>
                </c:pt>
                <c:pt idx="8214">
                  <c:v>1.4802973661668753E-16</c:v>
                </c:pt>
                <c:pt idx="8215">
                  <c:v>1.4802973661668753E-16</c:v>
                </c:pt>
                <c:pt idx="8216">
                  <c:v>1.4802973661668753E-16</c:v>
                </c:pt>
                <c:pt idx="8217">
                  <c:v>1.4802973661668753E-16</c:v>
                </c:pt>
                <c:pt idx="8218">
                  <c:v>1.4802973661668753E-16</c:v>
                </c:pt>
                <c:pt idx="8219">
                  <c:v>1.4802973661668753E-16</c:v>
                </c:pt>
                <c:pt idx="8220">
                  <c:v>1.4802973661668753E-16</c:v>
                </c:pt>
                <c:pt idx="8221">
                  <c:v>1.4802973661668753E-16</c:v>
                </c:pt>
                <c:pt idx="8222">
                  <c:v>1.4802973661668753E-16</c:v>
                </c:pt>
                <c:pt idx="8223">
                  <c:v>1.4802973661668753E-16</c:v>
                </c:pt>
                <c:pt idx="8224">
                  <c:v>1.4802973661668753E-16</c:v>
                </c:pt>
                <c:pt idx="8225">
                  <c:v>1.4802973661668753E-16</c:v>
                </c:pt>
                <c:pt idx="8226">
                  <c:v>1.4802973661668753E-16</c:v>
                </c:pt>
                <c:pt idx="8227">
                  <c:v>1.4802973661668753E-16</c:v>
                </c:pt>
                <c:pt idx="8228">
                  <c:v>1.4802973661668753E-16</c:v>
                </c:pt>
                <c:pt idx="8229">
                  <c:v>1.4802973661668753E-16</c:v>
                </c:pt>
                <c:pt idx="8230">
                  <c:v>1.4802973661668753E-16</c:v>
                </c:pt>
                <c:pt idx="8231">
                  <c:v>1.4802973661668753E-16</c:v>
                </c:pt>
                <c:pt idx="8232">
                  <c:v>1.4802973661668753E-16</c:v>
                </c:pt>
                <c:pt idx="8233">
                  <c:v>1.4802973661668753E-16</c:v>
                </c:pt>
                <c:pt idx="8234">
                  <c:v>1.4802973661668753E-16</c:v>
                </c:pt>
                <c:pt idx="8235">
                  <c:v>1.4802973661668753E-16</c:v>
                </c:pt>
                <c:pt idx="8236">
                  <c:v>1.4802973661668753E-16</c:v>
                </c:pt>
                <c:pt idx="8237">
                  <c:v>1.4802973661668753E-16</c:v>
                </c:pt>
                <c:pt idx="8238">
                  <c:v>1.4802973661668753E-16</c:v>
                </c:pt>
                <c:pt idx="8239">
                  <c:v>1.4802973661668753E-16</c:v>
                </c:pt>
                <c:pt idx="8240">
                  <c:v>1.4802973661668753E-16</c:v>
                </c:pt>
                <c:pt idx="8241">
                  <c:v>1.4802973661668753E-16</c:v>
                </c:pt>
                <c:pt idx="8242">
                  <c:v>1.4802973661668753E-16</c:v>
                </c:pt>
                <c:pt idx="8243">
                  <c:v>1.4802973661668753E-16</c:v>
                </c:pt>
                <c:pt idx="8244">
                  <c:v>1.4802973661668753E-16</c:v>
                </c:pt>
                <c:pt idx="8245">
                  <c:v>1.4802973661668753E-16</c:v>
                </c:pt>
                <c:pt idx="8246">
                  <c:v>1.4802973661668753E-16</c:v>
                </c:pt>
                <c:pt idx="8247">
                  <c:v>1.4802973661668753E-16</c:v>
                </c:pt>
                <c:pt idx="8248">
                  <c:v>1.4802973661668753E-16</c:v>
                </c:pt>
                <c:pt idx="8249">
                  <c:v>1.4802973661668753E-16</c:v>
                </c:pt>
                <c:pt idx="8250">
                  <c:v>1.4802973661668753E-16</c:v>
                </c:pt>
                <c:pt idx="8251">
                  <c:v>1.4802973661668753E-16</c:v>
                </c:pt>
                <c:pt idx="8252">
                  <c:v>1.4802973661668753E-16</c:v>
                </c:pt>
                <c:pt idx="8253">
                  <c:v>1.4802973661668753E-16</c:v>
                </c:pt>
                <c:pt idx="8254">
                  <c:v>1.4802973661668753E-16</c:v>
                </c:pt>
                <c:pt idx="8255">
                  <c:v>1.4802973661668753E-16</c:v>
                </c:pt>
                <c:pt idx="8256">
                  <c:v>1.4802973661668753E-16</c:v>
                </c:pt>
                <c:pt idx="8257">
                  <c:v>1.4802973661668753E-16</c:v>
                </c:pt>
                <c:pt idx="8258">
                  <c:v>1.4802973661668753E-16</c:v>
                </c:pt>
                <c:pt idx="8259">
                  <c:v>1.4802973661668753E-16</c:v>
                </c:pt>
                <c:pt idx="8260">
                  <c:v>1.4802973661668753E-16</c:v>
                </c:pt>
                <c:pt idx="8261">
                  <c:v>1.4802973661668753E-16</c:v>
                </c:pt>
                <c:pt idx="8262">
                  <c:v>1.4802973661668753E-16</c:v>
                </c:pt>
                <c:pt idx="8263">
                  <c:v>1.4802973661668753E-16</c:v>
                </c:pt>
                <c:pt idx="8264">
                  <c:v>1.4802973661668753E-16</c:v>
                </c:pt>
                <c:pt idx="8265">
                  <c:v>1.4802973661668753E-16</c:v>
                </c:pt>
                <c:pt idx="8266">
                  <c:v>1.4802973661668753E-16</c:v>
                </c:pt>
                <c:pt idx="8267">
                  <c:v>1.4802973661668753E-16</c:v>
                </c:pt>
                <c:pt idx="8268">
                  <c:v>1.4802973661668753E-16</c:v>
                </c:pt>
                <c:pt idx="8269">
                  <c:v>1.4802973661668753E-16</c:v>
                </c:pt>
                <c:pt idx="8270">
                  <c:v>1.4802973661668753E-16</c:v>
                </c:pt>
                <c:pt idx="8271">
                  <c:v>1.4802973661668753E-16</c:v>
                </c:pt>
                <c:pt idx="8272">
                  <c:v>1.4802973661668753E-16</c:v>
                </c:pt>
                <c:pt idx="8273">
                  <c:v>1.4802973661668753E-16</c:v>
                </c:pt>
                <c:pt idx="8274">
                  <c:v>1.4802973661668753E-16</c:v>
                </c:pt>
                <c:pt idx="8275">
                  <c:v>1.4802973661668753E-16</c:v>
                </c:pt>
                <c:pt idx="8276">
                  <c:v>1.4802973661668753E-16</c:v>
                </c:pt>
                <c:pt idx="8277">
                  <c:v>1.4802973661668753E-16</c:v>
                </c:pt>
                <c:pt idx="8278">
                  <c:v>1.4802973661668753E-16</c:v>
                </c:pt>
                <c:pt idx="8279">
                  <c:v>1.4802973661668753E-16</c:v>
                </c:pt>
                <c:pt idx="8280">
                  <c:v>1.4802973661668753E-16</c:v>
                </c:pt>
                <c:pt idx="8281">
                  <c:v>1.4802973661668753E-16</c:v>
                </c:pt>
                <c:pt idx="8282">
                  <c:v>1.4802973661668753E-16</c:v>
                </c:pt>
                <c:pt idx="8283">
                  <c:v>1.4802973661668753E-16</c:v>
                </c:pt>
                <c:pt idx="8284">
                  <c:v>1.4802973661668753E-16</c:v>
                </c:pt>
                <c:pt idx="8285">
                  <c:v>1.4802973661668753E-16</c:v>
                </c:pt>
                <c:pt idx="8286">
                  <c:v>1.4802973661668753E-16</c:v>
                </c:pt>
                <c:pt idx="8287">
                  <c:v>1.4802973661668753E-16</c:v>
                </c:pt>
                <c:pt idx="8288">
                  <c:v>1.4802973661668753E-16</c:v>
                </c:pt>
                <c:pt idx="8289">
                  <c:v>1.4802973661668753E-16</c:v>
                </c:pt>
                <c:pt idx="8290">
                  <c:v>1.4802973661668753E-16</c:v>
                </c:pt>
                <c:pt idx="8291">
                  <c:v>1.4802973661668753E-16</c:v>
                </c:pt>
                <c:pt idx="8292">
                  <c:v>1.4802973661668753E-16</c:v>
                </c:pt>
                <c:pt idx="8293">
                  <c:v>1.4802973661668753E-16</c:v>
                </c:pt>
                <c:pt idx="8294">
                  <c:v>1.4802973661668753E-16</c:v>
                </c:pt>
                <c:pt idx="8295">
                  <c:v>1.4802973661668753E-16</c:v>
                </c:pt>
                <c:pt idx="8296">
                  <c:v>1.4802973661668753E-16</c:v>
                </c:pt>
                <c:pt idx="8297">
                  <c:v>1.4802973661668753E-16</c:v>
                </c:pt>
                <c:pt idx="8298">
                  <c:v>1.4802973661668753E-16</c:v>
                </c:pt>
                <c:pt idx="8299">
                  <c:v>1.4802973661668753E-16</c:v>
                </c:pt>
                <c:pt idx="8300">
                  <c:v>1.4802973661668753E-16</c:v>
                </c:pt>
                <c:pt idx="8301">
                  <c:v>1.4802973661668753E-16</c:v>
                </c:pt>
                <c:pt idx="8302">
                  <c:v>1.4802973661668753E-16</c:v>
                </c:pt>
                <c:pt idx="8303">
                  <c:v>1.4802973661668753E-16</c:v>
                </c:pt>
                <c:pt idx="8304">
                  <c:v>1.4802973661668753E-16</c:v>
                </c:pt>
                <c:pt idx="8305">
                  <c:v>1.4802973661668753E-16</c:v>
                </c:pt>
                <c:pt idx="8306">
                  <c:v>1.4802973661668753E-16</c:v>
                </c:pt>
                <c:pt idx="8307">
                  <c:v>1.4802973661668753E-16</c:v>
                </c:pt>
                <c:pt idx="8308">
                  <c:v>1.4802973661668753E-16</c:v>
                </c:pt>
                <c:pt idx="8309">
                  <c:v>1.4802973661668753E-16</c:v>
                </c:pt>
                <c:pt idx="8310">
                  <c:v>1.4802973661668753E-16</c:v>
                </c:pt>
                <c:pt idx="8311">
                  <c:v>1.4802973661668753E-16</c:v>
                </c:pt>
                <c:pt idx="8312">
                  <c:v>1.4802973661668753E-16</c:v>
                </c:pt>
                <c:pt idx="8313">
                  <c:v>1.4802973661668753E-16</c:v>
                </c:pt>
                <c:pt idx="8314">
                  <c:v>1.4802973661668753E-16</c:v>
                </c:pt>
                <c:pt idx="8315">
                  <c:v>1.4802973661668753E-16</c:v>
                </c:pt>
                <c:pt idx="8316">
                  <c:v>1.4802973661668753E-16</c:v>
                </c:pt>
                <c:pt idx="8317">
                  <c:v>1.4802973661668753E-16</c:v>
                </c:pt>
                <c:pt idx="8318">
                  <c:v>1.4802973661668753E-16</c:v>
                </c:pt>
                <c:pt idx="8319">
                  <c:v>1.4802973661668753E-16</c:v>
                </c:pt>
                <c:pt idx="8320">
                  <c:v>1.4802973661668753E-16</c:v>
                </c:pt>
                <c:pt idx="8321">
                  <c:v>1.4802973661668753E-16</c:v>
                </c:pt>
                <c:pt idx="8322">
                  <c:v>1.4802973661668753E-16</c:v>
                </c:pt>
                <c:pt idx="8323">
                  <c:v>1.4802973661668753E-16</c:v>
                </c:pt>
                <c:pt idx="8324">
                  <c:v>1.4802973661668753E-16</c:v>
                </c:pt>
                <c:pt idx="8325">
                  <c:v>1.4802973661668753E-16</c:v>
                </c:pt>
                <c:pt idx="8326">
                  <c:v>1.4802973661668753E-16</c:v>
                </c:pt>
                <c:pt idx="8327">
                  <c:v>1.4802973661668753E-16</c:v>
                </c:pt>
                <c:pt idx="8328">
                  <c:v>1.4802973661668753E-16</c:v>
                </c:pt>
                <c:pt idx="8329">
                  <c:v>1.4802973661668753E-16</c:v>
                </c:pt>
                <c:pt idx="8330">
                  <c:v>1.4802973661668753E-16</c:v>
                </c:pt>
                <c:pt idx="8331">
                  <c:v>1.4802973661668753E-16</c:v>
                </c:pt>
                <c:pt idx="8332">
                  <c:v>1.4802973661668753E-16</c:v>
                </c:pt>
                <c:pt idx="8333">
                  <c:v>1.4802973661668753E-16</c:v>
                </c:pt>
                <c:pt idx="8334">
                  <c:v>1.4802973661668753E-16</c:v>
                </c:pt>
                <c:pt idx="8335">
                  <c:v>1.4802973661668753E-16</c:v>
                </c:pt>
                <c:pt idx="8336">
                  <c:v>1.4802973661668753E-16</c:v>
                </c:pt>
                <c:pt idx="8337">
                  <c:v>1.4802973661668753E-16</c:v>
                </c:pt>
                <c:pt idx="8338">
                  <c:v>1.4802973661668753E-16</c:v>
                </c:pt>
                <c:pt idx="8339">
                  <c:v>1.4802973661668753E-16</c:v>
                </c:pt>
                <c:pt idx="8340">
                  <c:v>1.4802973661668753E-16</c:v>
                </c:pt>
                <c:pt idx="8341">
                  <c:v>1.4802973661668753E-16</c:v>
                </c:pt>
                <c:pt idx="8342">
                  <c:v>1.4802973661668753E-16</c:v>
                </c:pt>
                <c:pt idx="8343">
                  <c:v>1.4802973661668753E-16</c:v>
                </c:pt>
                <c:pt idx="8344">
                  <c:v>1.4802973661668753E-16</c:v>
                </c:pt>
                <c:pt idx="8345">
                  <c:v>1.4802973661668753E-16</c:v>
                </c:pt>
                <c:pt idx="8346">
                  <c:v>1.4802973661668753E-16</c:v>
                </c:pt>
                <c:pt idx="8347">
                  <c:v>1.4802973661668753E-16</c:v>
                </c:pt>
                <c:pt idx="8348">
                  <c:v>1.4802973661668753E-16</c:v>
                </c:pt>
                <c:pt idx="8349">
                  <c:v>1.4802973661668753E-16</c:v>
                </c:pt>
                <c:pt idx="8350">
                  <c:v>1.4802973661668753E-16</c:v>
                </c:pt>
                <c:pt idx="8351">
                  <c:v>1.4802973661668753E-16</c:v>
                </c:pt>
                <c:pt idx="8352">
                  <c:v>1.4802973661668753E-16</c:v>
                </c:pt>
                <c:pt idx="8353">
                  <c:v>1.4802973661668753E-16</c:v>
                </c:pt>
                <c:pt idx="8354">
                  <c:v>1.4802973661668753E-16</c:v>
                </c:pt>
                <c:pt idx="8355">
                  <c:v>1.4802973661668753E-16</c:v>
                </c:pt>
                <c:pt idx="8356">
                  <c:v>1.4802973661668753E-16</c:v>
                </c:pt>
                <c:pt idx="8357">
                  <c:v>1.4802973661668753E-16</c:v>
                </c:pt>
                <c:pt idx="8358">
                  <c:v>1.4802973661668753E-16</c:v>
                </c:pt>
                <c:pt idx="8359">
                  <c:v>1.4802973661668753E-16</c:v>
                </c:pt>
                <c:pt idx="8360">
                  <c:v>1.4802973661668753E-16</c:v>
                </c:pt>
                <c:pt idx="8361">
                  <c:v>1.4802973661668753E-16</c:v>
                </c:pt>
                <c:pt idx="8362">
                  <c:v>1.4802973661668753E-16</c:v>
                </c:pt>
                <c:pt idx="8363">
                  <c:v>1.4802973661668753E-16</c:v>
                </c:pt>
                <c:pt idx="8364">
                  <c:v>1.4802973661668753E-16</c:v>
                </c:pt>
                <c:pt idx="8365">
                  <c:v>1.4802973661668753E-16</c:v>
                </c:pt>
                <c:pt idx="8366">
                  <c:v>1.4802973661668753E-16</c:v>
                </c:pt>
                <c:pt idx="8367">
                  <c:v>1.4802973661668753E-16</c:v>
                </c:pt>
                <c:pt idx="8368">
                  <c:v>1.4802973661668753E-16</c:v>
                </c:pt>
                <c:pt idx="8369">
                  <c:v>1.4802973661668753E-16</c:v>
                </c:pt>
                <c:pt idx="8370">
                  <c:v>1.4802973661668753E-16</c:v>
                </c:pt>
                <c:pt idx="8371">
                  <c:v>1.4802973661668753E-16</c:v>
                </c:pt>
                <c:pt idx="8372">
                  <c:v>1.4802973661668753E-16</c:v>
                </c:pt>
                <c:pt idx="8373">
                  <c:v>1.4802973661668753E-16</c:v>
                </c:pt>
                <c:pt idx="8374">
                  <c:v>1.4802973661668753E-16</c:v>
                </c:pt>
                <c:pt idx="8375">
                  <c:v>1.4802973661668753E-16</c:v>
                </c:pt>
                <c:pt idx="8376">
                  <c:v>1.4802973661668753E-16</c:v>
                </c:pt>
                <c:pt idx="8377">
                  <c:v>1.4802973661668753E-16</c:v>
                </c:pt>
                <c:pt idx="8378">
                  <c:v>1.4802973661668753E-16</c:v>
                </c:pt>
                <c:pt idx="8379">
                  <c:v>1.4802973661668753E-16</c:v>
                </c:pt>
                <c:pt idx="8380">
                  <c:v>1.4802973661668753E-16</c:v>
                </c:pt>
                <c:pt idx="8381">
                  <c:v>1.4802973661668753E-16</c:v>
                </c:pt>
                <c:pt idx="8382">
                  <c:v>1.4802973661668753E-16</c:v>
                </c:pt>
                <c:pt idx="8383">
                  <c:v>1.4802973661668753E-16</c:v>
                </c:pt>
                <c:pt idx="8384">
                  <c:v>1.4802973661668753E-16</c:v>
                </c:pt>
                <c:pt idx="8385">
                  <c:v>1.4802973661668753E-16</c:v>
                </c:pt>
                <c:pt idx="8386">
                  <c:v>1.4802973661668753E-16</c:v>
                </c:pt>
                <c:pt idx="8387">
                  <c:v>1.4802973661668753E-16</c:v>
                </c:pt>
                <c:pt idx="8388">
                  <c:v>1.4802973661668753E-16</c:v>
                </c:pt>
                <c:pt idx="8389">
                  <c:v>1.4802973661668753E-16</c:v>
                </c:pt>
                <c:pt idx="8390">
                  <c:v>1.4802973661668753E-16</c:v>
                </c:pt>
                <c:pt idx="8391">
                  <c:v>1.4802973661668753E-16</c:v>
                </c:pt>
                <c:pt idx="8392">
                  <c:v>1.4802973661668753E-16</c:v>
                </c:pt>
                <c:pt idx="8393">
                  <c:v>1.4802973661668753E-16</c:v>
                </c:pt>
                <c:pt idx="8394">
                  <c:v>1.4802973661668753E-16</c:v>
                </c:pt>
                <c:pt idx="8395">
                  <c:v>1.4802973661668753E-16</c:v>
                </c:pt>
                <c:pt idx="8396">
                  <c:v>1.4802973661668753E-16</c:v>
                </c:pt>
                <c:pt idx="8397">
                  <c:v>1.4802973661668753E-16</c:v>
                </c:pt>
                <c:pt idx="8398">
                  <c:v>1.4802973661668753E-16</c:v>
                </c:pt>
                <c:pt idx="8399">
                  <c:v>1.4802973661668753E-16</c:v>
                </c:pt>
                <c:pt idx="8400">
                  <c:v>1.4802973661668753E-16</c:v>
                </c:pt>
                <c:pt idx="8401">
                  <c:v>1.4802973661668753E-16</c:v>
                </c:pt>
                <c:pt idx="8402">
                  <c:v>1.4802973661668753E-16</c:v>
                </c:pt>
                <c:pt idx="8403">
                  <c:v>1.4802973661668753E-16</c:v>
                </c:pt>
                <c:pt idx="8404">
                  <c:v>1.4802973661668753E-16</c:v>
                </c:pt>
                <c:pt idx="8405">
                  <c:v>1.4802973661668753E-16</c:v>
                </c:pt>
                <c:pt idx="8406">
                  <c:v>1.4802973661668753E-16</c:v>
                </c:pt>
                <c:pt idx="8407">
                  <c:v>1.4802973661668753E-16</c:v>
                </c:pt>
                <c:pt idx="8408">
                  <c:v>1.4802973661668753E-16</c:v>
                </c:pt>
                <c:pt idx="8409">
                  <c:v>1.4802973661668753E-16</c:v>
                </c:pt>
                <c:pt idx="8410">
                  <c:v>1.4802973661668753E-16</c:v>
                </c:pt>
                <c:pt idx="8411">
                  <c:v>1.4802973661668753E-16</c:v>
                </c:pt>
                <c:pt idx="8412">
                  <c:v>1.4802973661668753E-16</c:v>
                </c:pt>
                <c:pt idx="8413">
                  <c:v>1.4802973661668753E-16</c:v>
                </c:pt>
                <c:pt idx="8414">
                  <c:v>1.4802973661668753E-16</c:v>
                </c:pt>
                <c:pt idx="8415">
                  <c:v>1.4802973661668753E-16</c:v>
                </c:pt>
                <c:pt idx="8416">
                  <c:v>1.4802973661668753E-16</c:v>
                </c:pt>
                <c:pt idx="8417">
                  <c:v>1.4802973661668753E-16</c:v>
                </c:pt>
                <c:pt idx="8418">
                  <c:v>1.4802973661668753E-16</c:v>
                </c:pt>
                <c:pt idx="8419">
                  <c:v>1.4802973661668753E-16</c:v>
                </c:pt>
                <c:pt idx="8420">
                  <c:v>1.4802973661668753E-16</c:v>
                </c:pt>
                <c:pt idx="8421">
                  <c:v>1.4802973661668753E-16</c:v>
                </c:pt>
                <c:pt idx="8422">
                  <c:v>1.4802973661668753E-16</c:v>
                </c:pt>
                <c:pt idx="8423">
                  <c:v>1.4802973661668753E-16</c:v>
                </c:pt>
                <c:pt idx="8424">
                  <c:v>1.4802973661668753E-16</c:v>
                </c:pt>
                <c:pt idx="8425">
                  <c:v>1.4802973661668753E-16</c:v>
                </c:pt>
                <c:pt idx="8426">
                  <c:v>1.4802973661668753E-16</c:v>
                </c:pt>
                <c:pt idx="8427">
                  <c:v>1.4802973661668753E-16</c:v>
                </c:pt>
                <c:pt idx="8428">
                  <c:v>1.4802973661668753E-16</c:v>
                </c:pt>
                <c:pt idx="8429">
                  <c:v>1.4802973661668753E-16</c:v>
                </c:pt>
                <c:pt idx="8430">
                  <c:v>1.4802973661668753E-16</c:v>
                </c:pt>
                <c:pt idx="8431">
                  <c:v>1.4802973661668753E-16</c:v>
                </c:pt>
                <c:pt idx="8432">
                  <c:v>1.4802973661668753E-16</c:v>
                </c:pt>
                <c:pt idx="8433">
                  <c:v>1.4802973661668753E-16</c:v>
                </c:pt>
                <c:pt idx="8434">
                  <c:v>1.4802973661668753E-16</c:v>
                </c:pt>
                <c:pt idx="8435">
                  <c:v>1.4802973661668753E-16</c:v>
                </c:pt>
                <c:pt idx="8436">
                  <c:v>1.4802973661668753E-16</c:v>
                </c:pt>
                <c:pt idx="8437">
                  <c:v>1.4802973661668753E-16</c:v>
                </c:pt>
                <c:pt idx="8438">
                  <c:v>1.4802973661668753E-16</c:v>
                </c:pt>
                <c:pt idx="8439">
                  <c:v>1.4802973661668753E-16</c:v>
                </c:pt>
                <c:pt idx="8440">
                  <c:v>1.4802973661668753E-16</c:v>
                </c:pt>
                <c:pt idx="8441">
                  <c:v>1.4802973661668753E-16</c:v>
                </c:pt>
                <c:pt idx="8442">
                  <c:v>1.4802973661668753E-16</c:v>
                </c:pt>
                <c:pt idx="8443">
                  <c:v>1.4802973661668753E-16</c:v>
                </c:pt>
                <c:pt idx="8444">
                  <c:v>1.4802973661668753E-16</c:v>
                </c:pt>
                <c:pt idx="8445">
                  <c:v>1.4802973661668753E-16</c:v>
                </c:pt>
                <c:pt idx="8446">
                  <c:v>1.4802973661668753E-16</c:v>
                </c:pt>
                <c:pt idx="8447">
                  <c:v>1.4802973661668753E-16</c:v>
                </c:pt>
                <c:pt idx="8448">
                  <c:v>1.4802973661668753E-16</c:v>
                </c:pt>
                <c:pt idx="8449">
                  <c:v>1.4802973661668753E-16</c:v>
                </c:pt>
                <c:pt idx="8450">
                  <c:v>1.4802973661668753E-16</c:v>
                </c:pt>
                <c:pt idx="8451">
                  <c:v>1.4802973661668753E-16</c:v>
                </c:pt>
                <c:pt idx="8452">
                  <c:v>1.4802973661668753E-16</c:v>
                </c:pt>
                <c:pt idx="8453">
                  <c:v>1.4802973661668753E-16</c:v>
                </c:pt>
                <c:pt idx="8454">
                  <c:v>1.4802973661668753E-16</c:v>
                </c:pt>
                <c:pt idx="8455">
                  <c:v>1.4802973661668753E-16</c:v>
                </c:pt>
                <c:pt idx="8456">
                  <c:v>1.4802973661668753E-16</c:v>
                </c:pt>
                <c:pt idx="8457">
                  <c:v>1.4802973661668753E-16</c:v>
                </c:pt>
                <c:pt idx="8458">
                  <c:v>1.4802973661668753E-16</c:v>
                </c:pt>
                <c:pt idx="8459">
                  <c:v>1.4802973661668753E-16</c:v>
                </c:pt>
                <c:pt idx="8460">
                  <c:v>1.4802973661668753E-16</c:v>
                </c:pt>
                <c:pt idx="8461">
                  <c:v>1.4802973661668753E-16</c:v>
                </c:pt>
                <c:pt idx="8462">
                  <c:v>1.4802973661668753E-16</c:v>
                </c:pt>
                <c:pt idx="8463">
                  <c:v>1.4802973661668753E-16</c:v>
                </c:pt>
                <c:pt idx="8464">
                  <c:v>1.4802973661668753E-16</c:v>
                </c:pt>
                <c:pt idx="8465">
                  <c:v>1.4802973661668753E-16</c:v>
                </c:pt>
                <c:pt idx="8466">
                  <c:v>1.4802973661668753E-16</c:v>
                </c:pt>
                <c:pt idx="8467">
                  <c:v>1.4802973661668753E-16</c:v>
                </c:pt>
                <c:pt idx="8468">
                  <c:v>1.4802973661668753E-16</c:v>
                </c:pt>
                <c:pt idx="8469">
                  <c:v>1.4802973661668753E-16</c:v>
                </c:pt>
                <c:pt idx="8470">
                  <c:v>1.4802973661668753E-16</c:v>
                </c:pt>
                <c:pt idx="8471">
                  <c:v>1.4802973661668753E-16</c:v>
                </c:pt>
                <c:pt idx="8472">
                  <c:v>1.4802973661668753E-16</c:v>
                </c:pt>
                <c:pt idx="8473">
                  <c:v>1.4802973661668753E-16</c:v>
                </c:pt>
                <c:pt idx="8474">
                  <c:v>1.4802973661668753E-16</c:v>
                </c:pt>
                <c:pt idx="8475">
                  <c:v>1.4802973661668753E-16</c:v>
                </c:pt>
                <c:pt idx="8476">
                  <c:v>1.4802973661668753E-16</c:v>
                </c:pt>
                <c:pt idx="8477">
                  <c:v>1.4802973661668753E-16</c:v>
                </c:pt>
                <c:pt idx="8478">
                  <c:v>1.4802973661668753E-16</c:v>
                </c:pt>
                <c:pt idx="8479">
                  <c:v>1.4802973661668753E-16</c:v>
                </c:pt>
                <c:pt idx="8480">
                  <c:v>1.4802973661668753E-16</c:v>
                </c:pt>
                <c:pt idx="8481">
                  <c:v>1.4802973661668753E-16</c:v>
                </c:pt>
                <c:pt idx="8482">
                  <c:v>1.4802973661668753E-16</c:v>
                </c:pt>
                <c:pt idx="8483">
                  <c:v>1.4802973661668753E-16</c:v>
                </c:pt>
                <c:pt idx="8484">
                  <c:v>1.4802973661668753E-16</c:v>
                </c:pt>
                <c:pt idx="8485">
                  <c:v>1.4802973661668753E-16</c:v>
                </c:pt>
                <c:pt idx="8486">
                  <c:v>1.4802973661668753E-16</c:v>
                </c:pt>
                <c:pt idx="8487">
                  <c:v>1.4802973661668753E-16</c:v>
                </c:pt>
                <c:pt idx="8488">
                  <c:v>1.4802973661668753E-16</c:v>
                </c:pt>
                <c:pt idx="8489">
                  <c:v>1.4802973661668753E-16</c:v>
                </c:pt>
                <c:pt idx="8490">
                  <c:v>1.4802973661668753E-16</c:v>
                </c:pt>
                <c:pt idx="8491">
                  <c:v>1.4802973661668753E-16</c:v>
                </c:pt>
                <c:pt idx="8492">
                  <c:v>1.4802973661668753E-16</c:v>
                </c:pt>
                <c:pt idx="8493">
                  <c:v>1.4802973661668753E-16</c:v>
                </c:pt>
                <c:pt idx="8494">
                  <c:v>1.4802973661668753E-16</c:v>
                </c:pt>
                <c:pt idx="8495">
                  <c:v>1.4802973661668753E-16</c:v>
                </c:pt>
                <c:pt idx="8496">
                  <c:v>1.4802973661668753E-16</c:v>
                </c:pt>
                <c:pt idx="8497">
                  <c:v>1.4802973661668753E-16</c:v>
                </c:pt>
                <c:pt idx="8498">
                  <c:v>1.4802973661668753E-16</c:v>
                </c:pt>
                <c:pt idx="8499">
                  <c:v>1.4802973661668753E-16</c:v>
                </c:pt>
                <c:pt idx="8500">
                  <c:v>1.4802973661668753E-16</c:v>
                </c:pt>
                <c:pt idx="8501">
                  <c:v>1.4802973661668753E-16</c:v>
                </c:pt>
                <c:pt idx="8502">
                  <c:v>1.4802973661668753E-16</c:v>
                </c:pt>
                <c:pt idx="8503">
                  <c:v>1.4802973661668753E-16</c:v>
                </c:pt>
                <c:pt idx="8504">
                  <c:v>1.4802973661668753E-16</c:v>
                </c:pt>
                <c:pt idx="8505">
                  <c:v>1.4802973661668753E-16</c:v>
                </c:pt>
                <c:pt idx="8506">
                  <c:v>1.4802973661668753E-16</c:v>
                </c:pt>
                <c:pt idx="8507">
                  <c:v>1.4802973661668753E-16</c:v>
                </c:pt>
                <c:pt idx="8508">
                  <c:v>1.4802973661668753E-16</c:v>
                </c:pt>
                <c:pt idx="8509">
                  <c:v>1.4802973661668753E-16</c:v>
                </c:pt>
                <c:pt idx="8510">
                  <c:v>1.4802973661668753E-16</c:v>
                </c:pt>
                <c:pt idx="8511">
                  <c:v>1.4802973661668753E-16</c:v>
                </c:pt>
                <c:pt idx="8512">
                  <c:v>1.4802973661668753E-16</c:v>
                </c:pt>
                <c:pt idx="8513">
                  <c:v>1.4802973661668753E-16</c:v>
                </c:pt>
                <c:pt idx="8514">
                  <c:v>1.4802973661668753E-16</c:v>
                </c:pt>
                <c:pt idx="8515">
                  <c:v>1.4802973661668753E-16</c:v>
                </c:pt>
                <c:pt idx="8516">
                  <c:v>1.4802973661668753E-16</c:v>
                </c:pt>
                <c:pt idx="8517">
                  <c:v>1.4802973661668753E-16</c:v>
                </c:pt>
                <c:pt idx="8518">
                  <c:v>1.4802973661668753E-16</c:v>
                </c:pt>
                <c:pt idx="8519">
                  <c:v>1.4802973661668753E-16</c:v>
                </c:pt>
                <c:pt idx="8520">
                  <c:v>1.4802973661668753E-16</c:v>
                </c:pt>
                <c:pt idx="8521">
                  <c:v>1.4802973661668753E-16</c:v>
                </c:pt>
                <c:pt idx="8522">
                  <c:v>1.4802973661668753E-16</c:v>
                </c:pt>
                <c:pt idx="8523">
                  <c:v>1.4802973661668753E-16</c:v>
                </c:pt>
                <c:pt idx="8524">
                  <c:v>1.4802973661668753E-16</c:v>
                </c:pt>
                <c:pt idx="8525">
                  <c:v>1.4802973661668753E-16</c:v>
                </c:pt>
                <c:pt idx="8526">
                  <c:v>1.4802973661668753E-16</c:v>
                </c:pt>
                <c:pt idx="8527">
                  <c:v>1.4802973661668753E-16</c:v>
                </c:pt>
                <c:pt idx="8528">
                  <c:v>1.4802973661668753E-16</c:v>
                </c:pt>
                <c:pt idx="8529">
                  <c:v>1.4802973661668753E-16</c:v>
                </c:pt>
                <c:pt idx="8530">
                  <c:v>1.4802973661668753E-16</c:v>
                </c:pt>
                <c:pt idx="8531">
                  <c:v>1.4802973661668753E-16</c:v>
                </c:pt>
                <c:pt idx="8532">
                  <c:v>1.4802973661668753E-16</c:v>
                </c:pt>
                <c:pt idx="8533">
                  <c:v>1.4802973661668753E-16</c:v>
                </c:pt>
                <c:pt idx="8534">
                  <c:v>1.4802973661668753E-16</c:v>
                </c:pt>
                <c:pt idx="8535">
                  <c:v>1.4802973661668753E-16</c:v>
                </c:pt>
                <c:pt idx="8536">
                  <c:v>1.4802973661668753E-16</c:v>
                </c:pt>
                <c:pt idx="8537">
                  <c:v>1.4802973661668753E-16</c:v>
                </c:pt>
                <c:pt idx="8538">
                  <c:v>1.4802973661668753E-16</c:v>
                </c:pt>
                <c:pt idx="8539">
                  <c:v>1.4802973661668753E-16</c:v>
                </c:pt>
                <c:pt idx="8540">
                  <c:v>1.4802973661668753E-16</c:v>
                </c:pt>
                <c:pt idx="8541">
                  <c:v>1.4802973661668753E-16</c:v>
                </c:pt>
                <c:pt idx="8542">
                  <c:v>1.4802973661668753E-16</c:v>
                </c:pt>
                <c:pt idx="8543">
                  <c:v>1.4802973661668753E-16</c:v>
                </c:pt>
                <c:pt idx="8544">
                  <c:v>1.4802973661668753E-16</c:v>
                </c:pt>
                <c:pt idx="8545">
                  <c:v>1.4802973661668753E-16</c:v>
                </c:pt>
                <c:pt idx="8546">
                  <c:v>1.4802973661668753E-16</c:v>
                </c:pt>
                <c:pt idx="8547">
                  <c:v>1.4802973661668753E-16</c:v>
                </c:pt>
                <c:pt idx="8548">
                  <c:v>1.4802973661668753E-16</c:v>
                </c:pt>
                <c:pt idx="8549">
                  <c:v>1.4802973661668753E-16</c:v>
                </c:pt>
                <c:pt idx="8550">
                  <c:v>1.4802973661668753E-16</c:v>
                </c:pt>
                <c:pt idx="8551">
                  <c:v>1.4802973661668753E-16</c:v>
                </c:pt>
                <c:pt idx="8552">
                  <c:v>1.4802973661668753E-16</c:v>
                </c:pt>
                <c:pt idx="8553">
                  <c:v>1.4802973661668753E-16</c:v>
                </c:pt>
                <c:pt idx="8554">
                  <c:v>1.4802973661668753E-16</c:v>
                </c:pt>
                <c:pt idx="8555">
                  <c:v>1.4802973661668753E-16</c:v>
                </c:pt>
                <c:pt idx="8556">
                  <c:v>1.4802973661668753E-16</c:v>
                </c:pt>
                <c:pt idx="8557">
                  <c:v>1.4802973661668753E-16</c:v>
                </c:pt>
                <c:pt idx="8558">
                  <c:v>1.4802973661668753E-16</c:v>
                </c:pt>
                <c:pt idx="8559">
                  <c:v>1.4802973661668753E-16</c:v>
                </c:pt>
                <c:pt idx="8560">
                  <c:v>1.4802973661668753E-16</c:v>
                </c:pt>
                <c:pt idx="8561">
                  <c:v>1.4802973661668753E-16</c:v>
                </c:pt>
                <c:pt idx="8562">
                  <c:v>1.4802973661668753E-16</c:v>
                </c:pt>
                <c:pt idx="8563">
                  <c:v>1.4802973661668753E-16</c:v>
                </c:pt>
                <c:pt idx="8564">
                  <c:v>1.4802973661668753E-16</c:v>
                </c:pt>
                <c:pt idx="8565">
                  <c:v>1.4802973661668753E-16</c:v>
                </c:pt>
                <c:pt idx="8566">
                  <c:v>1.4802973661668753E-16</c:v>
                </c:pt>
                <c:pt idx="8567">
                  <c:v>1.4802973661668753E-16</c:v>
                </c:pt>
                <c:pt idx="8568">
                  <c:v>1.4802973661668753E-16</c:v>
                </c:pt>
                <c:pt idx="8569">
                  <c:v>1.4802973661668753E-16</c:v>
                </c:pt>
                <c:pt idx="8570">
                  <c:v>1.4802973661668753E-16</c:v>
                </c:pt>
                <c:pt idx="8571">
                  <c:v>1.4802973661668753E-16</c:v>
                </c:pt>
                <c:pt idx="8572">
                  <c:v>1.4802973661668753E-16</c:v>
                </c:pt>
                <c:pt idx="8573">
                  <c:v>1.4802973661668753E-16</c:v>
                </c:pt>
                <c:pt idx="8574">
                  <c:v>1.4802973661668753E-16</c:v>
                </c:pt>
                <c:pt idx="8575">
                  <c:v>1.4802973661668753E-16</c:v>
                </c:pt>
                <c:pt idx="8576">
                  <c:v>1.4802973661668753E-16</c:v>
                </c:pt>
                <c:pt idx="8577">
                  <c:v>1.4802973661668753E-16</c:v>
                </c:pt>
                <c:pt idx="8578">
                  <c:v>1.4802973661668753E-16</c:v>
                </c:pt>
                <c:pt idx="8579">
                  <c:v>1.4802973661668753E-16</c:v>
                </c:pt>
                <c:pt idx="8580">
                  <c:v>1.4802973661668753E-16</c:v>
                </c:pt>
                <c:pt idx="8581">
                  <c:v>1.4802973661668753E-16</c:v>
                </c:pt>
                <c:pt idx="8582">
                  <c:v>1.4802973661668753E-16</c:v>
                </c:pt>
                <c:pt idx="8583">
                  <c:v>1.4802973661668753E-16</c:v>
                </c:pt>
                <c:pt idx="8584">
                  <c:v>1.4802973661668753E-16</c:v>
                </c:pt>
                <c:pt idx="8585">
                  <c:v>1.4802973661668753E-16</c:v>
                </c:pt>
                <c:pt idx="8586">
                  <c:v>1.4802973661668753E-16</c:v>
                </c:pt>
                <c:pt idx="8587">
                  <c:v>1.4802973661668753E-16</c:v>
                </c:pt>
                <c:pt idx="8588">
                  <c:v>1.4802973661668753E-16</c:v>
                </c:pt>
                <c:pt idx="8589">
                  <c:v>1.4802973661668753E-16</c:v>
                </c:pt>
                <c:pt idx="8590">
                  <c:v>1.4802973661668753E-16</c:v>
                </c:pt>
                <c:pt idx="8591">
                  <c:v>1.4802973661668753E-16</c:v>
                </c:pt>
                <c:pt idx="8592">
                  <c:v>1.4802973661668753E-16</c:v>
                </c:pt>
                <c:pt idx="8593">
                  <c:v>1.4802973661668753E-16</c:v>
                </c:pt>
                <c:pt idx="8594">
                  <c:v>1.4802973661668753E-16</c:v>
                </c:pt>
                <c:pt idx="8595">
                  <c:v>1.4802973661668753E-16</c:v>
                </c:pt>
                <c:pt idx="8596">
                  <c:v>1.4802973661668753E-16</c:v>
                </c:pt>
                <c:pt idx="8597">
                  <c:v>1.4802973661668753E-16</c:v>
                </c:pt>
                <c:pt idx="8598">
                  <c:v>1.4802973661668753E-16</c:v>
                </c:pt>
                <c:pt idx="8599">
                  <c:v>1.4802973661668753E-16</c:v>
                </c:pt>
                <c:pt idx="8600">
                  <c:v>1.4802973661668753E-16</c:v>
                </c:pt>
                <c:pt idx="8601">
                  <c:v>1.4802973661668753E-16</c:v>
                </c:pt>
                <c:pt idx="8602">
                  <c:v>1.4802973661668753E-16</c:v>
                </c:pt>
                <c:pt idx="8603">
                  <c:v>1.4802973661668753E-16</c:v>
                </c:pt>
                <c:pt idx="8604">
                  <c:v>1.4802973661668753E-16</c:v>
                </c:pt>
                <c:pt idx="8605">
                  <c:v>1.4802973661668753E-16</c:v>
                </c:pt>
                <c:pt idx="8606">
                  <c:v>1.4802973661668753E-16</c:v>
                </c:pt>
                <c:pt idx="8607">
                  <c:v>1.4802973661668753E-16</c:v>
                </c:pt>
                <c:pt idx="8608">
                  <c:v>1.4802973661668753E-16</c:v>
                </c:pt>
                <c:pt idx="8609">
                  <c:v>1.4802973661668753E-16</c:v>
                </c:pt>
                <c:pt idx="8610">
                  <c:v>1.4802973661668753E-16</c:v>
                </c:pt>
                <c:pt idx="8611">
                  <c:v>1.4802973661668753E-16</c:v>
                </c:pt>
                <c:pt idx="8612">
                  <c:v>1.4802973661668753E-16</c:v>
                </c:pt>
                <c:pt idx="8613">
                  <c:v>1.4802973661668753E-16</c:v>
                </c:pt>
                <c:pt idx="8614">
                  <c:v>1.4802973661668753E-16</c:v>
                </c:pt>
                <c:pt idx="8615">
                  <c:v>1.4802973661668753E-16</c:v>
                </c:pt>
                <c:pt idx="8616">
                  <c:v>1.4802973661668753E-16</c:v>
                </c:pt>
                <c:pt idx="8617">
                  <c:v>1.4802973661668753E-16</c:v>
                </c:pt>
                <c:pt idx="8618">
                  <c:v>1.4802973661668753E-16</c:v>
                </c:pt>
                <c:pt idx="8619">
                  <c:v>1.4802973661668753E-16</c:v>
                </c:pt>
                <c:pt idx="8620">
                  <c:v>1.4802973661668753E-16</c:v>
                </c:pt>
                <c:pt idx="8621">
                  <c:v>1.4802973661668753E-16</c:v>
                </c:pt>
                <c:pt idx="8622">
                  <c:v>1.4802973661668753E-16</c:v>
                </c:pt>
                <c:pt idx="8623">
                  <c:v>1.4802973661668753E-16</c:v>
                </c:pt>
                <c:pt idx="8624">
                  <c:v>1.4802973661668753E-16</c:v>
                </c:pt>
                <c:pt idx="8625">
                  <c:v>1.4802973661668753E-16</c:v>
                </c:pt>
                <c:pt idx="8626">
                  <c:v>1.4802973661668753E-16</c:v>
                </c:pt>
                <c:pt idx="8627">
                  <c:v>1.4802973661668753E-16</c:v>
                </c:pt>
                <c:pt idx="8628">
                  <c:v>1.4802973661668753E-16</c:v>
                </c:pt>
                <c:pt idx="8629">
                  <c:v>1.4802973661668753E-16</c:v>
                </c:pt>
                <c:pt idx="8630">
                  <c:v>1.4802973661668753E-16</c:v>
                </c:pt>
                <c:pt idx="8631">
                  <c:v>1.4802973661668753E-16</c:v>
                </c:pt>
                <c:pt idx="8632">
                  <c:v>1.4802973661668753E-16</c:v>
                </c:pt>
                <c:pt idx="8633">
                  <c:v>1.4802973661668753E-16</c:v>
                </c:pt>
                <c:pt idx="8634">
                  <c:v>1.4802973661668753E-16</c:v>
                </c:pt>
                <c:pt idx="8635">
                  <c:v>1.4802973661668753E-16</c:v>
                </c:pt>
                <c:pt idx="8636">
                  <c:v>1.4802973661668753E-16</c:v>
                </c:pt>
                <c:pt idx="8637">
                  <c:v>1.4802973661668753E-16</c:v>
                </c:pt>
                <c:pt idx="8638">
                  <c:v>1.4802973661668753E-16</c:v>
                </c:pt>
                <c:pt idx="8639">
                  <c:v>1.4802973661668753E-16</c:v>
                </c:pt>
                <c:pt idx="8640">
                  <c:v>1.4802973661668753E-16</c:v>
                </c:pt>
                <c:pt idx="8641">
                  <c:v>1.4802973661668753E-16</c:v>
                </c:pt>
                <c:pt idx="8642">
                  <c:v>1.4802973661668753E-16</c:v>
                </c:pt>
                <c:pt idx="8643">
                  <c:v>1.4802973661668753E-16</c:v>
                </c:pt>
                <c:pt idx="8644">
                  <c:v>1.4802973661668753E-16</c:v>
                </c:pt>
                <c:pt idx="8645">
                  <c:v>1.4802973661668753E-16</c:v>
                </c:pt>
                <c:pt idx="8646">
                  <c:v>1.4802973661668753E-16</c:v>
                </c:pt>
                <c:pt idx="8647">
                  <c:v>1.4802973661668753E-16</c:v>
                </c:pt>
                <c:pt idx="8648">
                  <c:v>1.4802973661668753E-16</c:v>
                </c:pt>
                <c:pt idx="8649">
                  <c:v>1.4802973661668753E-16</c:v>
                </c:pt>
                <c:pt idx="8650">
                  <c:v>1.4802973661668753E-16</c:v>
                </c:pt>
                <c:pt idx="8651">
                  <c:v>1.4802973661668753E-16</c:v>
                </c:pt>
                <c:pt idx="8652">
                  <c:v>1.4802973661668753E-16</c:v>
                </c:pt>
                <c:pt idx="8653">
                  <c:v>1.4802973661668753E-16</c:v>
                </c:pt>
                <c:pt idx="8654">
                  <c:v>1.4802973661668753E-16</c:v>
                </c:pt>
                <c:pt idx="8655">
                  <c:v>1.4802973661668753E-16</c:v>
                </c:pt>
                <c:pt idx="8656">
                  <c:v>1.4802973661668753E-16</c:v>
                </c:pt>
                <c:pt idx="8657">
                  <c:v>1.4802973661668753E-16</c:v>
                </c:pt>
                <c:pt idx="8658">
                  <c:v>1.4802973661668753E-16</c:v>
                </c:pt>
                <c:pt idx="8659">
                  <c:v>1.4802973661668753E-16</c:v>
                </c:pt>
                <c:pt idx="8660">
                  <c:v>1.4802973661668753E-16</c:v>
                </c:pt>
                <c:pt idx="8661">
                  <c:v>1.4802973661668753E-16</c:v>
                </c:pt>
                <c:pt idx="8662">
                  <c:v>1.4802973661668753E-16</c:v>
                </c:pt>
                <c:pt idx="8663">
                  <c:v>1.4802973661668753E-16</c:v>
                </c:pt>
                <c:pt idx="8664">
                  <c:v>1.4802973661668753E-16</c:v>
                </c:pt>
                <c:pt idx="8665">
                  <c:v>1.4802973661668753E-16</c:v>
                </c:pt>
                <c:pt idx="8666">
                  <c:v>1.4802973661668753E-16</c:v>
                </c:pt>
                <c:pt idx="8667">
                  <c:v>1.4802973661668753E-16</c:v>
                </c:pt>
                <c:pt idx="8668">
                  <c:v>1.4802973661668753E-16</c:v>
                </c:pt>
                <c:pt idx="8669">
                  <c:v>1.4802973661668753E-16</c:v>
                </c:pt>
                <c:pt idx="8670">
                  <c:v>1.4802973661668753E-16</c:v>
                </c:pt>
                <c:pt idx="8671">
                  <c:v>1.4802973661668753E-16</c:v>
                </c:pt>
                <c:pt idx="8672">
                  <c:v>1.4802973661668753E-16</c:v>
                </c:pt>
                <c:pt idx="8673">
                  <c:v>1.4802973661668753E-16</c:v>
                </c:pt>
                <c:pt idx="8674">
                  <c:v>1.4802973661668753E-16</c:v>
                </c:pt>
                <c:pt idx="8675">
                  <c:v>1.4802973661668753E-16</c:v>
                </c:pt>
                <c:pt idx="8676">
                  <c:v>1.4802973661668753E-16</c:v>
                </c:pt>
                <c:pt idx="8677">
                  <c:v>1.4802973661668753E-16</c:v>
                </c:pt>
                <c:pt idx="8678">
                  <c:v>1.4802973661668753E-16</c:v>
                </c:pt>
                <c:pt idx="8679">
                  <c:v>1.4802973661668753E-16</c:v>
                </c:pt>
                <c:pt idx="8680">
                  <c:v>1.4802973661668753E-16</c:v>
                </c:pt>
                <c:pt idx="8681">
                  <c:v>1.4802973661668753E-16</c:v>
                </c:pt>
                <c:pt idx="8682">
                  <c:v>1.4802973661668753E-16</c:v>
                </c:pt>
                <c:pt idx="8683">
                  <c:v>1.4802973661668753E-16</c:v>
                </c:pt>
                <c:pt idx="8684">
                  <c:v>1.4802973661668753E-16</c:v>
                </c:pt>
                <c:pt idx="8685">
                  <c:v>1.4802973661668753E-16</c:v>
                </c:pt>
                <c:pt idx="8686">
                  <c:v>1.4802973661668753E-16</c:v>
                </c:pt>
                <c:pt idx="8687">
                  <c:v>1.4802973661668753E-16</c:v>
                </c:pt>
                <c:pt idx="8688">
                  <c:v>1.4802973661668753E-16</c:v>
                </c:pt>
                <c:pt idx="8689">
                  <c:v>1.4802973661668753E-16</c:v>
                </c:pt>
                <c:pt idx="8690">
                  <c:v>1.4802973661668753E-16</c:v>
                </c:pt>
                <c:pt idx="8691">
                  <c:v>1.4802973661668753E-16</c:v>
                </c:pt>
                <c:pt idx="8692">
                  <c:v>1.4802973661668753E-16</c:v>
                </c:pt>
                <c:pt idx="8693">
                  <c:v>1.4802973661668753E-16</c:v>
                </c:pt>
                <c:pt idx="8694">
                  <c:v>1.4802973661668753E-16</c:v>
                </c:pt>
                <c:pt idx="8695">
                  <c:v>1.4802973661668753E-16</c:v>
                </c:pt>
                <c:pt idx="8696">
                  <c:v>1.4802973661668753E-16</c:v>
                </c:pt>
                <c:pt idx="8697">
                  <c:v>1.4802973661668753E-16</c:v>
                </c:pt>
                <c:pt idx="8698">
                  <c:v>1.4802973661668753E-16</c:v>
                </c:pt>
                <c:pt idx="8699">
                  <c:v>1.4802973661668753E-16</c:v>
                </c:pt>
                <c:pt idx="8700">
                  <c:v>1.4802973661668753E-16</c:v>
                </c:pt>
                <c:pt idx="8701">
                  <c:v>1.4802973661668753E-16</c:v>
                </c:pt>
                <c:pt idx="8702">
                  <c:v>1.4802973661668753E-16</c:v>
                </c:pt>
                <c:pt idx="8703">
                  <c:v>1.4802973661668753E-16</c:v>
                </c:pt>
                <c:pt idx="8704">
                  <c:v>1.4802973661668753E-16</c:v>
                </c:pt>
                <c:pt idx="8705">
                  <c:v>1.4802973661668753E-16</c:v>
                </c:pt>
                <c:pt idx="8706">
                  <c:v>1.4802973661668753E-16</c:v>
                </c:pt>
                <c:pt idx="8707">
                  <c:v>1.4802973661668753E-16</c:v>
                </c:pt>
                <c:pt idx="8708">
                  <c:v>1.4802973661668753E-16</c:v>
                </c:pt>
                <c:pt idx="8709">
                  <c:v>1.4802973661668753E-16</c:v>
                </c:pt>
                <c:pt idx="8710">
                  <c:v>1.4802973661668753E-16</c:v>
                </c:pt>
                <c:pt idx="8711">
                  <c:v>1.4802973661668753E-16</c:v>
                </c:pt>
                <c:pt idx="8712">
                  <c:v>1.4802973661668753E-16</c:v>
                </c:pt>
                <c:pt idx="8713">
                  <c:v>1.4802973661668753E-16</c:v>
                </c:pt>
                <c:pt idx="8714">
                  <c:v>1.4802973661668753E-16</c:v>
                </c:pt>
                <c:pt idx="8715">
                  <c:v>1.4802973661668753E-16</c:v>
                </c:pt>
                <c:pt idx="8716">
                  <c:v>1.4802973661668753E-16</c:v>
                </c:pt>
                <c:pt idx="8717">
                  <c:v>1.4802973661668753E-16</c:v>
                </c:pt>
                <c:pt idx="8718">
                  <c:v>1.4802973661668753E-16</c:v>
                </c:pt>
                <c:pt idx="8719">
                  <c:v>1.4802973661668753E-16</c:v>
                </c:pt>
                <c:pt idx="8720">
                  <c:v>1.4802973661668753E-16</c:v>
                </c:pt>
                <c:pt idx="8721">
                  <c:v>1.4802973661668753E-16</c:v>
                </c:pt>
                <c:pt idx="8722">
                  <c:v>1.4802973661668753E-16</c:v>
                </c:pt>
                <c:pt idx="8723">
                  <c:v>1.4802973661668753E-16</c:v>
                </c:pt>
                <c:pt idx="8724">
                  <c:v>1.4802973661668753E-16</c:v>
                </c:pt>
                <c:pt idx="8725">
                  <c:v>1.4802973661668753E-16</c:v>
                </c:pt>
                <c:pt idx="8726">
                  <c:v>1.4802973661668753E-16</c:v>
                </c:pt>
                <c:pt idx="8727">
                  <c:v>1.4802973661668753E-16</c:v>
                </c:pt>
                <c:pt idx="8728">
                  <c:v>1.4802973661668753E-16</c:v>
                </c:pt>
                <c:pt idx="8729">
                  <c:v>1.4802973661668753E-16</c:v>
                </c:pt>
                <c:pt idx="8730">
                  <c:v>1.4802973661668753E-16</c:v>
                </c:pt>
                <c:pt idx="8731">
                  <c:v>1.4802973661668753E-16</c:v>
                </c:pt>
                <c:pt idx="8732">
                  <c:v>1.4802973661668753E-16</c:v>
                </c:pt>
                <c:pt idx="8733">
                  <c:v>1.4802973661668753E-16</c:v>
                </c:pt>
                <c:pt idx="8734">
                  <c:v>1.4802973661668753E-16</c:v>
                </c:pt>
                <c:pt idx="8735">
                  <c:v>1.4802973661668753E-16</c:v>
                </c:pt>
                <c:pt idx="8736">
                  <c:v>1.4802973661668753E-16</c:v>
                </c:pt>
                <c:pt idx="8737">
                  <c:v>1.4802973661668753E-16</c:v>
                </c:pt>
                <c:pt idx="8738">
                  <c:v>1.4802973661668753E-16</c:v>
                </c:pt>
                <c:pt idx="8739">
                  <c:v>1.4802973661668753E-16</c:v>
                </c:pt>
                <c:pt idx="8740">
                  <c:v>1.4802973661668753E-16</c:v>
                </c:pt>
                <c:pt idx="8741">
                  <c:v>1.4802973661668753E-16</c:v>
                </c:pt>
                <c:pt idx="8742">
                  <c:v>1.4802973661668753E-16</c:v>
                </c:pt>
                <c:pt idx="8743">
                  <c:v>1.4802973661668753E-16</c:v>
                </c:pt>
                <c:pt idx="8744">
                  <c:v>1.4802973661668753E-16</c:v>
                </c:pt>
                <c:pt idx="8745">
                  <c:v>1.4802973661668753E-16</c:v>
                </c:pt>
                <c:pt idx="8746">
                  <c:v>1.4802973661668753E-16</c:v>
                </c:pt>
                <c:pt idx="8747">
                  <c:v>1.4802973661668753E-16</c:v>
                </c:pt>
                <c:pt idx="8748">
                  <c:v>1.4802973661668753E-16</c:v>
                </c:pt>
                <c:pt idx="8749">
                  <c:v>1.4802973661668753E-16</c:v>
                </c:pt>
                <c:pt idx="8750">
                  <c:v>1.4802973661668753E-16</c:v>
                </c:pt>
                <c:pt idx="8751">
                  <c:v>1.4802973661668753E-16</c:v>
                </c:pt>
                <c:pt idx="8752">
                  <c:v>1.4802973661668753E-16</c:v>
                </c:pt>
                <c:pt idx="8753">
                  <c:v>1.4802973661668753E-16</c:v>
                </c:pt>
                <c:pt idx="8754">
                  <c:v>1.4802973661668753E-16</c:v>
                </c:pt>
                <c:pt idx="8755">
                  <c:v>1.4802973661668753E-16</c:v>
                </c:pt>
                <c:pt idx="8756">
                  <c:v>1.4802973661668753E-16</c:v>
                </c:pt>
                <c:pt idx="8757">
                  <c:v>1.4802973661668753E-16</c:v>
                </c:pt>
                <c:pt idx="8758">
                  <c:v>1.4802973661668753E-16</c:v>
                </c:pt>
                <c:pt idx="8759">
                  <c:v>1.4802973661668753E-16</c:v>
                </c:pt>
                <c:pt idx="8760">
                  <c:v>1.4802973661668753E-16</c:v>
                </c:pt>
                <c:pt idx="8761">
                  <c:v>1.4802973661668753E-16</c:v>
                </c:pt>
                <c:pt idx="8762">
                  <c:v>1.4802973661668753E-16</c:v>
                </c:pt>
                <c:pt idx="8763">
                  <c:v>1.4802973661668753E-16</c:v>
                </c:pt>
                <c:pt idx="8764">
                  <c:v>1.4802973661668753E-16</c:v>
                </c:pt>
                <c:pt idx="8765">
                  <c:v>1.4802973661668753E-16</c:v>
                </c:pt>
                <c:pt idx="8766">
                  <c:v>1.4802973661668753E-16</c:v>
                </c:pt>
                <c:pt idx="8767">
                  <c:v>1.4802973661668753E-16</c:v>
                </c:pt>
                <c:pt idx="8768">
                  <c:v>1.4802973661668753E-16</c:v>
                </c:pt>
                <c:pt idx="8769">
                  <c:v>1.4802973661668753E-16</c:v>
                </c:pt>
                <c:pt idx="8770">
                  <c:v>1.4802973661668753E-16</c:v>
                </c:pt>
                <c:pt idx="8771">
                  <c:v>1.4802973661668753E-16</c:v>
                </c:pt>
                <c:pt idx="8772">
                  <c:v>1.4802973661668753E-16</c:v>
                </c:pt>
                <c:pt idx="8773">
                  <c:v>1.4802973661668753E-16</c:v>
                </c:pt>
                <c:pt idx="8774">
                  <c:v>1.4802973661668753E-16</c:v>
                </c:pt>
                <c:pt idx="8775">
                  <c:v>1.4802973661668753E-16</c:v>
                </c:pt>
                <c:pt idx="8776">
                  <c:v>1.4802973661668753E-16</c:v>
                </c:pt>
                <c:pt idx="8777">
                  <c:v>1.4802973661668753E-16</c:v>
                </c:pt>
                <c:pt idx="8778">
                  <c:v>1.4802973661668753E-16</c:v>
                </c:pt>
                <c:pt idx="8779">
                  <c:v>1.4802973661668753E-16</c:v>
                </c:pt>
                <c:pt idx="8780">
                  <c:v>1.4802973661668753E-16</c:v>
                </c:pt>
                <c:pt idx="8781">
                  <c:v>1.4802973661668753E-16</c:v>
                </c:pt>
                <c:pt idx="8782">
                  <c:v>1.4802973661668753E-16</c:v>
                </c:pt>
                <c:pt idx="8783">
                  <c:v>1.4802973661668753E-16</c:v>
                </c:pt>
                <c:pt idx="8784">
                  <c:v>1.4802973661668753E-16</c:v>
                </c:pt>
                <c:pt idx="8785">
                  <c:v>1.4802973661668753E-16</c:v>
                </c:pt>
                <c:pt idx="8786">
                  <c:v>1.4802973661668753E-16</c:v>
                </c:pt>
                <c:pt idx="8787">
                  <c:v>1.4802973661668753E-16</c:v>
                </c:pt>
                <c:pt idx="8788">
                  <c:v>1.4802973661668753E-16</c:v>
                </c:pt>
                <c:pt idx="8789">
                  <c:v>1.4802973661668753E-16</c:v>
                </c:pt>
                <c:pt idx="8790">
                  <c:v>1.4802973661668753E-16</c:v>
                </c:pt>
                <c:pt idx="8791">
                  <c:v>1.4802973661668753E-16</c:v>
                </c:pt>
                <c:pt idx="8792">
                  <c:v>1.4802973661668753E-16</c:v>
                </c:pt>
                <c:pt idx="8793">
                  <c:v>1.4802973661668753E-16</c:v>
                </c:pt>
                <c:pt idx="8794">
                  <c:v>1.4802973661668753E-16</c:v>
                </c:pt>
                <c:pt idx="8795">
                  <c:v>1.4802973661668753E-16</c:v>
                </c:pt>
                <c:pt idx="8796">
                  <c:v>1.4802973661668753E-16</c:v>
                </c:pt>
                <c:pt idx="8797">
                  <c:v>1.4802973661668753E-16</c:v>
                </c:pt>
                <c:pt idx="8798">
                  <c:v>1.4802973661668753E-16</c:v>
                </c:pt>
                <c:pt idx="8799">
                  <c:v>1.4802973661668753E-16</c:v>
                </c:pt>
                <c:pt idx="8800">
                  <c:v>1.4802973661668753E-16</c:v>
                </c:pt>
                <c:pt idx="8801">
                  <c:v>1.4802973661668753E-16</c:v>
                </c:pt>
                <c:pt idx="8802">
                  <c:v>1.4802973661668753E-16</c:v>
                </c:pt>
                <c:pt idx="8803">
                  <c:v>1.4802973661668753E-16</c:v>
                </c:pt>
                <c:pt idx="8804">
                  <c:v>1.4802973661668753E-16</c:v>
                </c:pt>
                <c:pt idx="8805">
                  <c:v>1.4802973661668753E-16</c:v>
                </c:pt>
                <c:pt idx="8806">
                  <c:v>1.4802973661668753E-16</c:v>
                </c:pt>
                <c:pt idx="8807">
                  <c:v>1.4802973661668753E-16</c:v>
                </c:pt>
                <c:pt idx="8808">
                  <c:v>1.4802973661668753E-16</c:v>
                </c:pt>
                <c:pt idx="8809">
                  <c:v>1.4802973661668753E-16</c:v>
                </c:pt>
                <c:pt idx="8810">
                  <c:v>1.4802973661668753E-16</c:v>
                </c:pt>
                <c:pt idx="8811">
                  <c:v>1.4802973661668753E-16</c:v>
                </c:pt>
                <c:pt idx="8812">
                  <c:v>1.4802973661668753E-16</c:v>
                </c:pt>
                <c:pt idx="8813">
                  <c:v>1.4802973661668753E-16</c:v>
                </c:pt>
                <c:pt idx="8814">
                  <c:v>1.4802973661668753E-16</c:v>
                </c:pt>
                <c:pt idx="8815">
                  <c:v>1.4802973661668753E-16</c:v>
                </c:pt>
                <c:pt idx="8816">
                  <c:v>1.4802973661668753E-16</c:v>
                </c:pt>
                <c:pt idx="8817">
                  <c:v>1.4802973661668753E-16</c:v>
                </c:pt>
                <c:pt idx="8818">
                  <c:v>1.4802973661668753E-16</c:v>
                </c:pt>
                <c:pt idx="8819">
                  <c:v>1.4802973661668753E-16</c:v>
                </c:pt>
                <c:pt idx="8820">
                  <c:v>1.4802973661668753E-16</c:v>
                </c:pt>
                <c:pt idx="8821">
                  <c:v>1.4802973661668753E-16</c:v>
                </c:pt>
                <c:pt idx="8822">
                  <c:v>1.4802973661668753E-16</c:v>
                </c:pt>
                <c:pt idx="8823">
                  <c:v>1.4802973661668753E-16</c:v>
                </c:pt>
                <c:pt idx="8824">
                  <c:v>1.4802973661668753E-16</c:v>
                </c:pt>
                <c:pt idx="8825">
                  <c:v>1.4802973661668753E-16</c:v>
                </c:pt>
                <c:pt idx="8826">
                  <c:v>1.4802973661668753E-16</c:v>
                </c:pt>
                <c:pt idx="8827">
                  <c:v>1.4802973661668753E-16</c:v>
                </c:pt>
                <c:pt idx="8828">
                  <c:v>1.4802973661668753E-16</c:v>
                </c:pt>
                <c:pt idx="8829">
                  <c:v>1.4802973661668753E-16</c:v>
                </c:pt>
                <c:pt idx="8830">
                  <c:v>1.4802973661668753E-16</c:v>
                </c:pt>
                <c:pt idx="8831">
                  <c:v>1.4802973661668753E-16</c:v>
                </c:pt>
                <c:pt idx="8832">
                  <c:v>1.4802973661668753E-16</c:v>
                </c:pt>
                <c:pt idx="8833">
                  <c:v>1.4802973661668753E-16</c:v>
                </c:pt>
                <c:pt idx="8834">
                  <c:v>1.4802973661668753E-16</c:v>
                </c:pt>
                <c:pt idx="8835">
                  <c:v>1.4802973661668753E-16</c:v>
                </c:pt>
                <c:pt idx="8836">
                  <c:v>1.4802973661668753E-16</c:v>
                </c:pt>
                <c:pt idx="8837">
                  <c:v>1.4802973661668753E-16</c:v>
                </c:pt>
                <c:pt idx="8838">
                  <c:v>1.4802973661668753E-16</c:v>
                </c:pt>
                <c:pt idx="8839">
                  <c:v>1.4802973661668753E-16</c:v>
                </c:pt>
                <c:pt idx="8840">
                  <c:v>1.4802973661668753E-16</c:v>
                </c:pt>
                <c:pt idx="8841">
                  <c:v>1.4802973661668753E-16</c:v>
                </c:pt>
                <c:pt idx="8842">
                  <c:v>1.4802973661668753E-16</c:v>
                </c:pt>
                <c:pt idx="8843">
                  <c:v>1.4802973661668753E-16</c:v>
                </c:pt>
                <c:pt idx="8844">
                  <c:v>1.4802973661668753E-16</c:v>
                </c:pt>
                <c:pt idx="8845">
                  <c:v>1.4802973661668753E-16</c:v>
                </c:pt>
                <c:pt idx="8846">
                  <c:v>1.4802973661668753E-16</c:v>
                </c:pt>
                <c:pt idx="8847">
                  <c:v>1.4802973661668753E-16</c:v>
                </c:pt>
                <c:pt idx="8848">
                  <c:v>1.4802973661668753E-16</c:v>
                </c:pt>
                <c:pt idx="8849">
                  <c:v>1.4802973661668753E-16</c:v>
                </c:pt>
                <c:pt idx="8850">
                  <c:v>1.4802973661668753E-16</c:v>
                </c:pt>
                <c:pt idx="8851">
                  <c:v>1.4802973661668753E-16</c:v>
                </c:pt>
                <c:pt idx="8852">
                  <c:v>1.4802973661668753E-16</c:v>
                </c:pt>
                <c:pt idx="8853">
                  <c:v>1.4802973661668753E-16</c:v>
                </c:pt>
                <c:pt idx="8854">
                  <c:v>1.4802973661668753E-16</c:v>
                </c:pt>
                <c:pt idx="8855">
                  <c:v>1.4802973661668753E-16</c:v>
                </c:pt>
                <c:pt idx="8856">
                  <c:v>1.4802973661668753E-16</c:v>
                </c:pt>
                <c:pt idx="8857">
                  <c:v>1.4802973661668753E-16</c:v>
                </c:pt>
                <c:pt idx="8858">
                  <c:v>1.4802973661668753E-16</c:v>
                </c:pt>
                <c:pt idx="8859">
                  <c:v>1.4802973661668753E-16</c:v>
                </c:pt>
                <c:pt idx="8860">
                  <c:v>1.4802973661668753E-16</c:v>
                </c:pt>
                <c:pt idx="8861">
                  <c:v>1.4802973661668753E-16</c:v>
                </c:pt>
                <c:pt idx="8862">
                  <c:v>1.4802973661668753E-16</c:v>
                </c:pt>
                <c:pt idx="8863">
                  <c:v>1.4802973661668753E-16</c:v>
                </c:pt>
                <c:pt idx="8864">
                  <c:v>1.4802973661668753E-16</c:v>
                </c:pt>
                <c:pt idx="8865">
                  <c:v>1.4802973661668753E-16</c:v>
                </c:pt>
                <c:pt idx="8866">
                  <c:v>1.4802973661668753E-16</c:v>
                </c:pt>
                <c:pt idx="8867">
                  <c:v>1.4802973661668753E-16</c:v>
                </c:pt>
                <c:pt idx="8868">
                  <c:v>1.4802973661668753E-16</c:v>
                </c:pt>
                <c:pt idx="8869">
                  <c:v>1.4802973661668753E-16</c:v>
                </c:pt>
                <c:pt idx="8870">
                  <c:v>1.4802973661668753E-16</c:v>
                </c:pt>
                <c:pt idx="8871">
                  <c:v>1.4802973661668753E-16</c:v>
                </c:pt>
                <c:pt idx="8872">
                  <c:v>1.4802973661668753E-16</c:v>
                </c:pt>
                <c:pt idx="8873">
                  <c:v>1.4802973661668753E-16</c:v>
                </c:pt>
                <c:pt idx="8874">
                  <c:v>1.4802973661668753E-16</c:v>
                </c:pt>
                <c:pt idx="8875">
                  <c:v>1.4802973661668753E-16</c:v>
                </c:pt>
                <c:pt idx="8876">
                  <c:v>1.4802973661668753E-16</c:v>
                </c:pt>
                <c:pt idx="8877">
                  <c:v>1.4802973661668753E-16</c:v>
                </c:pt>
                <c:pt idx="8878">
                  <c:v>1.4802973661668753E-16</c:v>
                </c:pt>
                <c:pt idx="8879">
                  <c:v>1.4802973661668753E-16</c:v>
                </c:pt>
                <c:pt idx="8880">
                  <c:v>1.4802973661668753E-16</c:v>
                </c:pt>
                <c:pt idx="8881">
                  <c:v>1.4802973661668753E-16</c:v>
                </c:pt>
                <c:pt idx="8882">
                  <c:v>1.4802973661668753E-16</c:v>
                </c:pt>
                <c:pt idx="8883">
                  <c:v>1.4802973661668753E-16</c:v>
                </c:pt>
                <c:pt idx="8884">
                  <c:v>1.4802973661668753E-16</c:v>
                </c:pt>
                <c:pt idx="8885">
                  <c:v>1.4802973661668753E-16</c:v>
                </c:pt>
                <c:pt idx="8886">
                  <c:v>1.4802973661668753E-16</c:v>
                </c:pt>
                <c:pt idx="8887">
                  <c:v>1.4802973661668753E-16</c:v>
                </c:pt>
                <c:pt idx="8888">
                  <c:v>1.4802973661668753E-16</c:v>
                </c:pt>
                <c:pt idx="8889">
                  <c:v>1.4802973661668753E-16</c:v>
                </c:pt>
                <c:pt idx="8890">
                  <c:v>1.4802973661668753E-16</c:v>
                </c:pt>
                <c:pt idx="8891">
                  <c:v>1.4802973661668753E-16</c:v>
                </c:pt>
                <c:pt idx="8892">
                  <c:v>1.4802973661668753E-16</c:v>
                </c:pt>
                <c:pt idx="8893">
                  <c:v>1.4802973661668753E-16</c:v>
                </c:pt>
                <c:pt idx="8894">
                  <c:v>1.4802973661668753E-16</c:v>
                </c:pt>
                <c:pt idx="8895">
                  <c:v>1.4802973661668753E-16</c:v>
                </c:pt>
                <c:pt idx="8896">
                  <c:v>1.4802973661668753E-16</c:v>
                </c:pt>
                <c:pt idx="8897">
                  <c:v>1.4802973661668753E-16</c:v>
                </c:pt>
                <c:pt idx="8898">
                  <c:v>1.4802973661668753E-16</c:v>
                </c:pt>
                <c:pt idx="8899">
                  <c:v>1.4802973661668753E-16</c:v>
                </c:pt>
                <c:pt idx="8900">
                  <c:v>1.4802973661668753E-16</c:v>
                </c:pt>
                <c:pt idx="8901">
                  <c:v>1.4802973661668753E-16</c:v>
                </c:pt>
                <c:pt idx="8902">
                  <c:v>1.4802973661668753E-16</c:v>
                </c:pt>
                <c:pt idx="8903">
                  <c:v>1.4802973661668753E-16</c:v>
                </c:pt>
                <c:pt idx="8904">
                  <c:v>1.4802973661668753E-16</c:v>
                </c:pt>
                <c:pt idx="8905">
                  <c:v>1.4802973661668753E-16</c:v>
                </c:pt>
                <c:pt idx="8906">
                  <c:v>1.4802973661668753E-16</c:v>
                </c:pt>
                <c:pt idx="8907">
                  <c:v>1.4802973661668753E-16</c:v>
                </c:pt>
                <c:pt idx="8908">
                  <c:v>1.4802973661668753E-16</c:v>
                </c:pt>
                <c:pt idx="8909">
                  <c:v>1.4802973661668753E-16</c:v>
                </c:pt>
                <c:pt idx="8910">
                  <c:v>1.4802973661668753E-16</c:v>
                </c:pt>
                <c:pt idx="8911">
                  <c:v>1.4802973661668753E-16</c:v>
                </c:pt>
                <c:pt idx="8912">
                  <c:v>1.4802973661668753E-16</c:v>
                </c:pt>
                <c:pt idx="8913">
                  <c:v>1.4802973661668753E-16</c:v>
                </c:pt>
                <c:pt idx="8914">
                  <c:v>1.4802973661668753E-16</c:v>
                </c:pt>
                <c:pt idx="8915">
                  <c:v>1.4802973661668753E-16</c:v>
                </c:pt>
                <c:pt idx="8916">
                  <c:v>1.4802973661668753E-16</c:v>
                </c:pt>
                <c:pt idx="8917">
                  <c:v>1.4802973661668753E-16</c:v>
                </c:pt>
                <c:pt idx="8918">
                  <c:v>1.4802973661668753E-16</c:v>
                </c:pt>
                <c:pt idx="8919">
                  <c:v>1.4802973661668753E-16</c:v>
                </c:pt>
                <c:pt idx="8920">
                  <c:v>1.4802973661668753E-16</c:v>
                </c:pt>
                <c:pt idx="8921">
                  <c:v>1.4802973661668753E-16</c:v>
                </c:pt>
                <c:pt idx="8922">
                  <c:v>1.4802973661668753E-16</c:v>
                </c:pt>
                <c:pt idx="8923">
                  <c:v>1.4802973661668753E-16</c:v>
                </c:pt>
                <c:pt idx="8924">
                  <c:v>1.4802973661668753E-16</c:v>
                </c:pt>
                <c:pt idx="8925">
                  <c:v>1.4802973661668753E-16</c:v>
                </c:pt>
                <c:pt idx="8926">
                  <c:v>1.4802973661668753E-16</c:v>
                </c:pt>
                <c:pt idx="8927">
                  <c:v>1.4802973661668753E-16</c:v>
                </c:pt>
                <c:pt idx="8928">
                  <c:v>1.4802973661668753E-16</c:v>
                </c:pt>
                <c:pt idx="8929">
                  <c:v>1.4802973661668753E-16</c:v>
                </c:pt>
                <c:pt idx="8930">
                  <c:v>1.4802973661668753E-16</c:v>
                </c:pt>
                <c:pt idx="8931">
                  <c:v>1.4802973661668753E-16</c:v>
                </c:pt>
                <c:pt idx="8932">
                  <c:v>1.4802973661668753E-16</c:v>
                </c:pt>
                <c:pt idx="8933">
                  <c:v>1.4802973661668753E-16</c:v>
                </c:pt>
                <c:pt idx="8934">
                  <c:v>1.4802973661668753E-16</c:v>
                </c:pt>
                <c:pt idx="8935">
                  <c:v>1.4802973661668753E-16</c:v>
                </c:pt>
                <c:pt idx="8936">
                  <c:v>1.4802973661668753E-16</c:v>
                </c:pt>
                <c:pt idx="8937">
                  <c:v>1.4802973661668753E-16</c:v>
                </c:pt>
                <c:pt idx="8938">
                  <c:v>1.4802973661668753E-16</c:v>
                </c:pt>
                <c:pt idx="8939">
                  <c:v>1.4802973661668753E-16</c:v>
                </c:pt>
                <c:pt idx="8940">
                  <c:v>1.4802973661668753E-16</c:v>
                </c:pt>
                <c:pt idx="8941">
                  <c:v>1.4802973661668753E-16</c:v>
                </c:pt>
                <c:pt idx="8942">
                  <c:v>1.4802973661668753E-16</c:v>
                </c:pt>
                <c:pt idx="8943">
                  <c:v>1.4802973661668753E-16</c:v>
                </c:pt>
                <c:pt idx="8944">
                  <c:v>1.4802973661668753E-16</c:v>
                </c:pt>
                <c:pt idx="8945">
                  <c:v>1.4802973661668753E-16</c:v>
                </c:pt>
                <c:pt idx="8946">
                  <c:v>1.4802973661668753E-16</c:v>
                </c:pt>
                <c:pt idx="8947">
                  <c:v>1.4802973661668753E-16</c:v>
                </c:pt>
                <c:pt idx="8948">
                  <c:v>1.4802973661668753E-16</c:v>
                </c:pt>
                <c:pt idx="8949">
                  <c:v>1.4802973661668753E-16</c:v>
                </c:pt>
                <c:pt idx="8950">
                  <c:v>1.4802973661668753E-16</c:v>
                </c:pt>
                <c:pt idx="8951">
                  <c:v>1.4802973661668753E-16</c:v>
                </c:pt>
                <c:pt idx="8952">
                  <c:v>1.4802973661668753E-16</c:v>
                </c:pt>
                <c:pt idx="8953">
                  <c:v>1.4802973661668753E-16</c:v>
                </c:pt>
                <c:pt idx="8954">
                  <c:v>1.4802973661668753E-16</c:v>
                </c:pt>
                <c:pt idx="8955">
                  <c:v>1.4802973661668753E-16</c:v>
                </c:pt>
                <c:pt idx="8956">
                  <c:v>1.4802973661668753E-16</c:v>
                </c:pt>
                <c:pt idx="8957">
                  <c:v>1.4802973661668753E-16</c:v>
                </c:pt>
                <c:pt idx="8958">
                  <c:v>1.4802973661668753E-16</c:v>
                </c:pt>
                <c:pt idx="8959">
                  <c:v>1.4802973661668753E-16</c:v>
                </c:pt>
                <c:pt idx="8960">
                  <c:v>1.4802973661668753E-16</c:v>
                </c:pt>
                <c:pt idx="8961">
                  <c:v>1.4802973661668753E-16</c:v>
                </c:pt>
                <c:pt idx="8962">
                  <c:v>1.4802973661668753E-16</c:v>
                </c:pt>
                <c:pt idx="8963">
                  <c:v>1.4802973661668753E-16</c:v>
                </c:pt>
                <c:pt idx="8964">
                  <c:v>1.4802973661668753E-16</c:v>
                </c:pt>
                <c:pt idx="8965">
                  <c:v>1.4802973661668753E-16</c:v>
                </c:pt>
                <c:pt idx="8966">
                  <c:v>1.4802973661668753E-16</c:v>
                </c:pt>
                <c:pt idx="8967">
                  <c:v>1.4802973661668753E-16</c:v>
                </c:pt>
                <c:pt idx="8968">
                  <c:v>1.4802973661668753E-16</c:v>
                </c:pt>
                <c:pt idx="8969">
                  <c:v>1.4802973661668753E-16</c:v>
                </c:pt>
                <c:pt idx="8970">
                  <c:v>1.4802973661668753E-16</c:v>
                </c:pt>
                <c:pt idx="8971">
                  <c:v>1.4802973661668753E-16</c:v>
                </c:pt>
                <c:pt idx="8972">
                  <c:v>1.4802973661668753E-16</c:v>
                </c:pt>
                <c:pt idx="8973">
                  <c:v>1.4802973661668753E-16</c:v>
                </c:pt>
                <c:pt idx="8974">
                  <c:v>1.4802973661668753E-16</c:v>
                </c:pt>
                <c:pt idx="8975">
                  <c:v>1.4802973661668753E-16</c:v>
                </c:pt>
                <c:pt idx="8976">
                  <c:v>1.4802973661668753E-16</c:v>
                </c:pt>
                <c:pt idx="8977">
                  <c:v>1.4802973661668753E-16</c:v>
                </c:pt>
                <c:pt idx="8978">
                  <c:v>1.4802973661668753E-16</c:v>
                </c:pt>
                <c:pt idx="8979">
                  <c:v>1.4802973661668753E-16</c:v>
                </c:pt>
                <c:pt idx="8980">
                  <c:v>1.4802973661668753E-16</c:v>
                </c:pt>
                <c:pt idx="8981">
                  <c:v>1.4802973661668753E-16</c:v>
                </c:pt>
                <c:pt idx="8982">
                  <c:v>1.4802973661668753E-16</c:v>
                </c:pt>
                <c:pt idx="8983">
                  <c:v>1.4802973661668753E-16</c:v>
                </c:pt>
                <c:pt idx="8984">
                  <c:v>1.4802973661668753E-16</c:v>
                </c:pt>
                <c:pt idx="8985">
                  <c:v>1.4802973661668753E-16</c:v>
                </c:pt>
                <c:pt idx="8986">
                  <c:v>1.4802973661668753E-16</c:v>
                </c:pt>
                <c:pt idx="8987">
                  <c:v>1.4802973661668753E-16</c:v>
                </c:pt>
                <c:pt idx="8988">
                  <c:v>1.4802973661668753E-16</c:v>
                </c:pt>
                <c:pt idx="8989">
                  <c:v>1.4802973661668753E-16</c:v>
                </c:pt>
                <c:pt idx="8990">
                  <c:v>1.4802973661668753E-16</c:v>
                </c:pt>
                <c:pt idx="8991">
                  <c:v>1.4802973661668753E-16</c:v>
                </c:pt>
                <c:pt idx="8992">
                  <c:v>1.4802973661668753E-16</c:v>
                </c:pt>
                <c:pt idx="8993">
                  <c:v>1.4802973661668753E-16</c:v>
                </c:pt>
                <c:pt idx="8994">
                  <c:v>1.4802973661668753E-16</c:v>
                </c:pt>
                <c:pt idx="8995">
                  <c:v>1.4802973661668753E-16</c:v>
                </c:pt>
                <c:pt idx="8996">
                  <c:v>1.4802973661668753E-16</c:v>
                </c:pt>
                <c:pt idx="8997">
                  <c:v>1.4802973661668753E-16</c:v>
                </c:pt>
                <c:pt idx="8998">
                  <c:v>1.4802973661668753E-16</c:v>
                </c:pt>
                <c:pt idx="8999">
                  <c:v>1.4802973661668753E-16</c:v>
                </c:pt>
                <c:pt idx="9000">
                  <c:v>1.4802973661668753E-16</c:v>
                </c:pt>
                <c:pt idx="9001">
                  <c:v>1.4802973661668753E-16</c:v>
                </c:pt>
                <c:pt idx="9002">
                  <c:v>1.4802973661668753E-16</c:v>
                </c:pt>
                <c:pt idx="9003">
                  <c:v>1.4802973661668753E-16</c:v>
                </c:pt>
                <c:pt idx="9004">
                  <c:v>1.4802973661668753E-16</c:v>
                </c:pt>
                <c:pt idx="9005">
                  <c:v>1.4802973661668753E-16</c:v>
                </c:pt>
                <c:pt idx="9006">
                  <c:v>1.4802973661668753E-16</c:v>
                </c:pt>
                <c:pt idx="9007">
                  <c:v>1.4802973661668753E-16</c:v>
                </c:pt>
                <c:pt idx="9008">
                  <c:v>1.4802973661668753E-16</c:v>
                </c:pt>
                <c:pt idx="9009">
                  <c:v>1.4802973661668753E-16</c:v>
                </c:pt>
                <c:pt idx="9010">
                  <c:v>1.4802973661668753E-16</c:v>
                </c:pt>
                <c:pt idx="9011">
                  <c:v>1.4802973661668753E-16</c:v>
                </c:pt>
                <c:pt idx="9012">
                  <c:v>1.4802973661668753E-16</c:v>
                </c:pt>
                <c:pt idx="9013">
                  <c:v>1.4802973661668753E-16</c:v>
                </c:pt>
                <c:pt idx="9014">
                  <c:v>1.4802973661668753E-16</c:v>
                </c:pt>
                <c:pt idx="9015">
                  <c:v>1.4802973661668753E-16</c:v>
                </c:pt>
                <c:pt idx="9016">
                  <c:v>1.4802973661668753E-16</c:v>
                </c:pt>
                <c:pt idx="9017">
                  <c:v>1.4802973661668753E-16</c:v>
                </c:pt>
                <c:pt idx="9018">
                  <c:v>1.4802973661668753E-16</c:v>
                </c:pt>
                <c:pt idx="9019">
                  <c:v>1.4802973661668753E-16</c:v>
                </c:pt>
                <c:pt idx="9020">
                  <c:v>1.4802973661668753E-16</c:v>
                </c:pt>
                <c:pt idx="9021">
                  <c:v>1.4802973661668753E-16</c:v>
                </c:pt>
                <c:pt idx="9022">
                  <c:v>1.4802973661668753E-16</c:v>
                </c:pt>
                <c:pt idx="9023">
                  <c:v>1.4802973661668753E-16</c:v>
                </c:pt>
                <c:pt idx="9024">
                  <c:v>1.4802973661668753E-16</c:v>
                </c:pt>
                <c:pt idx="9025">
                  <c:v>1.4802973661668753E-16</c:v>
                </c:pt>
                <c:pt idx="9026">
                  <c:v>1.4802973661668753E-16</c:v>
                </c:pt>
                <c:pt idx="9027">
                  <c:v>1.4802973661668753E-16</c:v>
                </c:pt>
                <c:pt idx="9028">
                  <c:v>1.4802973661668753E-16</c:v>
                </c:pt>
                <c:pt idx="9029">
                  <c:v>1.4802973661668753E-16</c:v>
                </c:pt>
                <c:pt idx="9030">
                  <c:v>1.4802973661668753E-16</c:v>
                </c:pt>
                <c:pt idx="9031">
                  <c:v>1.4802973661668753E-16</c:v>
                </c:pt>
                <c:pt idx="9032">
                  <c:v>1.4802973661668753E-16</c:v>
                </c:pt>
                <c:pt idx="9033">
                  <c:v>1.4802973661668753E-16</c:v>
                </c:pt>
                <c:pt idx="9034">
                  <c:v>1.4802973661668753E-16</c:v>
                </c:pt>
                <c:pt idx="9035">
                  <c:v>1.4802973661668753E-16</c:v>
                </c:pt>
                <c:pt idx="9036">
                  <c:v>1.4802973661668753E-16</c:v>
                </c:pt>
                <c:pt idx="9037">
                  <c:v>1.4802973661668753E-16</c:v>
                </c:pt>
                <c:pt idx="9038">
                  <c:v>1.4802973661668753E-16</c:v>
                </c:pt>
                <c:pt idx="9039">
                  <c:v>1.4802973661668753E-16</c:v>
                </c:pt>
                <c:pt idx="9040">
                  <c:v>1.4802973661668753E-16</c:v>
                </c:pt>
                <c:pt idx="9041">
                  <c:v>1.4802973661668753E-16</c:v>
                </c:pt>
                <c:pt idx="9042">
                  <c:v>1.4802973661668753E-16</c:v>
                </c:pt>
                <c:pt idx="9043">
                  <c:v>1.4802973661668753E-16</c:v>
                </c:pt>
                <c:pt idx="9044">
                  <c:v>1.4802973661668753E-16</c:v>
                </c:pt>
                <c:pt idx="9045">
                  <c:v>1.4802973661668753E-16</c:v>
                </c:pt>
                <c:pt idx="9046">
                  <c:v>1.4802973661668753E-16</c:v>
                </c:pt>
                <c:pt idx="9047">
                  <c:v>1.4802973661668753E-16</c:v>
                </c:pt>
                <c:pt idx="9048">
                  <c:v>1.4802973661668753E-16</c:v>
                </c:pt>
                <c:pt idx="9049">
                  <c:v>1.4802973661668753E-16</c:v>
                </c:pt>
                <c:pt idx="9050">
                  <c:v>1.4802973661668753E-16</c:v>
                </c:pt>
                <c:pt idx="9051">
                  <c:v>1.4802973661668753E-16</c:v>
                </c:pt>
                <c:pt idx="9052">
                  <c:v>1.4802973661668753E-16</c:v>
                </c:pt>
                <c:pt idx="9053">
                  <c:v>1.4802973661668753E-16</c:v>
                </c:pt>
                <c:pt idx="9054">
                  <c:v>1.4802973661668753E-16</c:v>
                </c:pt>
                <c:pt idx="9055">
                  <c:v>1.4802973661668753E-16</c:v>
                </c:pt>
                <c:pt idx="9056">
                  <c:v>1.4802973661668753E-16</c:v>
                </c:pt>
                <c:pt idx="9057">
                  <c:v>1.4802973661668753E-16</c:v>
                </c:pt>
                <c:pt idx="9058">
                  <c:v>1.4802973661668753E-16</c:v>
                </c:pt>
                <c:pt idx="9059">
                  <c:v>1.4802973661668753E-16</c:v>
                </c:pt>
                <c:pt idx="9060">
                  <c:v>1.4802973661668753E-16</c:v>
                </c:pt>
                <c:pt idx="9061">
                  <c:v>1.4802973661668753E-16</c:v>
                </c:pt>
                <c:pt idx="9062">
                  <c:v>1.4802973661668753E-16</c:v>
                </c:pt>
                <c:pt idx="9063">
                  <c:v>1.4802973661668753E-16</c:v>
                </c:pt>
                <c:pt idx="9064">
                  <c:v>1.4802973661668753E-16</c:v>
                </c:pt>
                <c:pt idx="9065">
                  <c:v>1.4802973661668753E-16</c:v>
                </c:pt>
                <c:pt idx="9066">
                  <c:v>1.4802973661668753E-16</c:v>
                </c:pt>
                <c:pt idx="9067">
                  <c:v>1.4802973661668753E-16</c:v>
                </c:pt>
                <c:pt idx="9068">
                  <c:v>1.4802973661668753E-16</c:v>
                </c:pt>
                <c:pt idx="9069">
                  <c:v>1.4802973661668753E-16</c:v>
                </c:pt>
                <c:pt idx="9070">
                  <c:v>1.4802973661668753E-16</c:v>
                </c:pt>
                <c:pt idx="9071">
                  <c:v>1.4802973661668753E-16</c:v>
                </c:pt>
                <c:pt idx="9072">
                  <c:v>1.4802973661668753E-16</c:v>
                </c:pt>
                <c:pt idx="9073">
                  <c:v>1.4802973661668753E-16</c:v>
                </c:pt>
                <c:pt idx="9074">
                  <c:v>1.4802973661668753E-16</c:v>
                </c:pt>
                <c:pt idx="9075">
                  <c:v>1.4802973661668753E-16</c:v>
                </c:pt>
                <c:pt idx="9076">
                  <c:v>1.4802973661668753E-16</c:v>
                </c:pt>
                <c:pt idx="9077">
                  <c:v>1.4802973661668753E-16</c:v>
                </c:pt>
                <c:pt idx="9078">
                  <c:v>1.4802973661668753E-16</c:v>
                </c:pt>
                <c:pt idx="9079">
                  <c:v>1.4802973661668753E-16</c:v>
                </c:pt>
                <c:pt idx="9080">
                  <c:v>1.4802973661668753E-16</c:v>
                </c:pt>
                <c:pt idx="9081">
                  <c:v>1.4802973661668753E-16</c:v>
                </c:pt>
                <c:pt idx="9082">
                  <c:v>1.4802973661668753E-16</c:v>
                </c:pt>
                <c:pt idx="9083">
                  <c:v>1.4802973661668753E-16</c:v>
                </c:pt>
                <c:pt idx="9084">
                  <c:v>1.4802973661668753E-16</c:v>
                </c:pt>
                <c:pt idx="9085">
                  <c:v>1.4802973661668753E-16</c:v>
                </c:pt>
                <c:pt idx="9086">
                  <c:v>1.4802973661668753E-16</c:v>
                </c:pt>
                <c:pt idx="9087">
                  <c:v>1.4802973661668753E-16</c:v>
                </c:pt>
                <c:pt idx="9088">
                  <c:v>1.4802973661668753E-16</c:v>
                </c:pt>
                <c:pt idx="9089">
                  <c:v>1.4802973661668753E-16</c:v>
                </c:pt>
                <c:pt idx="9090">
                  <c:v>1.4802973661668753E-16</c:v>
                </c:pt>
                <c:pt idx="9091">
                  <c:v>1.4802973661668753E-16</c:v>
                </c:pt>
                <c:pt idx="9092">
                  <c:v>1.4802973661668753E-16</c:v>
                </c:pt>
                <c:pt idx="9093">
                  <c:v>1.4802973661668753E-16</c:v>
                </c:pt>
                <c:pt idx="9094">
                  <c:v>1.4802973661668753E-16</c:v>
                </c:pt>
                <c:pt idx="9095">
                  <c:v>1.4802973661668753E-16</c:v>
                </c:pt>
                <c:pt idx="9096">
                  <c:v>1.4802973661668753E-16</c:v>
                </c:pt>
                <c:pt idx="9097">
                  <c:v>1.4802973661668753E-16</c:v>
                </c:pt>
                <c:pt idx="9098">
                  <c:v>1.4802973661668753E-16</c:v>
                </c:pt>
                <c:pt idx="9099">
                  <c:v>1.4802973661668753E-16</c:v>
                </c:pt>
                <c:pt idx="9100">
                  <c:v>1.4802973661668753E-16</c:v>
                </c:pt>
                <c:pt idx="9101">
                  <c:v>1.4802973661668753E-16</c:v>
                </c:pt>
                <c:pt idx="9102">
                  <c:v>1.4802973661668753E-16</c:v>
                </c:pt>
                <c:pt idx="9103">
                  <c:v>1.4802973661668753E-16</c:v>
                </c:pt>
                <c:pt idx="9104">
                  <c:v>1.4802973661668753E-16</c:v>
                </c:pt>
                <c:pt idx="9105">
                  <c:v>1.4802973661668753E-16</c:v>
                </c:pt>
                <c:pt idx="9106">
                  <c:v>1.4802973661668753E-16</c:v>
                </c:pt>
                <c:pt idx="9107">
                  <c:v>1.4802973661668753E-16</c:v>
                </c:pt>
                <c:pt idx="9108">
                  <c:v>1.4802973661668753E-16</c:v>
                </c:pt>
                <c:pt idx="9109">
                  <c:v>1.4802973661668753E-16</c:v>
                </c:pt>
                <c:pt idx="9110">
                  <c:v>1.4802973661668753E-16</c:v>
                </c:pt>
                <c:pt idx="9111">
                  <c:v>1.4802973661668753E-16</c:v>
                </c:pt>
                <c:pt idx="9112">
                  <c:v>1.4802973661668753E-16</c:v>
                </c:pt>
                <c:pt idx="9113">
                  <c:v>1.4802973661668753E-16</c:v>
                </c:pt>
                <c:pt idx="9114">
                  <c:v>1.4802973661668753E-16</c:v>
                </c:pt>
                <c:pt idx="9115">
                  <c:v>1.4802973661668753E-16</c:v>
                </c:pt>
                <c:pt idx="9116">
                  <c:v>1.4802973661668753E-16</c:v>
                </c:pt>
                <c:pt idx="9117">
                  <c:v>1.4802973661668753E-16</c:v>
                </c:pt>
                <c:pt idx="9118">
                  <c:v>1.4802973661668753E-16</c:v>
                </c:pt>
                <c:pt idx="9119">
                  <c:v>1.4802973661668753E-16</c:v>
                </c:pt>
                <c:pt idx="9120">
                  <c:v>1.4802973661668753E-16</c:v>
                </c:pt>
                <c:pt idx="9121">
                  <c:v>1.4802973661668753E-16</c:v>
                </c:pt>
                <c:pt idx="9122">
                  <c:v>1.4802973661668753E-16</c:v>
                </c:pt>
                <c:pt idx="9123">
                  <c:v>1.4802973661668753E-16</c:v>
                </c:pt>
                <c:pt idx="9124">
                  <c:v>1.4802973661668753E-16</c:v>
                </c:pt>
                <c:pt idx="9125">
                  <c:v>1.4802973661668753E-16</c:v>
                </c:pt>
                <c:pt idx="9126">
                  <c:v>1.4802973661668753E-16</c:v>
                </c:pt>
                <c:pt idx="9127">
                  <c:v>1.4802973661668753E-16</c:v>
                </c:pt>
                <c:pt idx="9128">
                  <c:v>1.4802973661668753E-16</c:v>
                </c:pt>
                <c:pt idx="9129">
                  <c:v>1.4802973661668753E-16</c:v>
                </c:pt>
                <c:pt idx="9130">
                  <c:v>1.4802973661668753E-16</c:v>
                </c:pt>
                <c:pt idx="9131">
                  <c:v>1.4802973661668753E-16</c:v>
                </c:pt>
                <c:pt idx="9132">
                  <c:v>1.4802973661668753E-16</c:v>
                </c:pt>
                <c:pt idx="9133">
                  <c:v>1.4802973661668753E-16</c:v>
                </c:pt>
                <c:pt idx="9134">
                  <c:v>1.4802973661668753E-16</c:v>
                </c:pt>
                <c:pt idx="9135">
                  <c:v>1.4802973661668753E-16</c:v>
                </c:pt>
                <c:pt idx="9136">
                  <c:v>1.4802973661668753E-16</c:v>
                </c:pt>
                <c:pt idx="9137">
                  <c:v>1.4802973661668753E-16</c:v>
                </c:pt>
                <c:pt idx="9138">
                  <c:v>1.4802973661668753E-16</c:v>
                </c:pt>
                <c:pt idx="9139">
                  <c:v>1.4802973661668753E-16</c:v>
                </c:pt>
                <c:pt idx="9140">
                  <c:v>1.4802973661668753E-16</c:v>
                </c:pt>
                <c:pt idx="9141">
                  <c:v>1.4802973661668753E-16</c:v>
                </c:pt>
                <c:pt idx="9142">
                  <c:v>1.4802973661668753E-16</c:v>
                </c:pt>
                <c:pt idx="9143">
                  <c:v>1.4802973661668753E-16</c:v>
                </c:pt>
                <c:pt idx="9144">
                  <c:v>1.4802973661668753E-16</c:v>
                </c:pt>
                <c:pt idx="9145">
                  <c:v>1.4802973661668753E-16</c:v>
                </c:pt>
                <c:pt idx="9146">
                  <c:v>1.4802973661668753E-16</c:v>
                </c:pt>
                <c:pt idx="9147">
                  <c:v>1.4802973661668753E-16</c:v>
                </c:pt>
                <c:pt idx="9148">
                  <c:v>1.4802973661668753E-16</c:v>
                </c:pt>
                <c:pt idx="9149">
                  <c:v>1.4802973661668753E-16</c:v>
                </c:pt>
                <c:pt idx="9150">
                  <c:v>1.4802973661668753E-16</c:v>
                </c:pt>
                <c:pt idx="9151">
                  <c:v>1.4802973661668753E-16</c:v>
                </c:pt>
                <c:pt idx="9152">
                  <c:v>1.4802973661668753E-16</c:v>
                </c:pt>
                <c:pt idx="9153">
                  <c:v>1.4802973661668753E-16</c:v>
                </c:pt>
                <c:pt idx="9154">
                  <c:v>1.4802973661668753E-16</c:v>
                </c:pt>
                <c:pt idx="9155">
                  <c:v>1.4802973661668753E-16</c:v>
                </c:pt>
                <c:pt idx="9156">
                  <c:v>1.4802973661668753E-16</c:v>
                </c:pt>
                <c:pt idx="9157">
                  <c:v>1.4802973661668753E-16</c:v>
                </c:pt>
                <c:pt idx="9158">
                  <c:v>1.4802973661668753E-16</c:v>
                </c:pt>
                <c:pt idx="9159">
                  <c:v>1.4802973661668753E-16</c:v>
                </c:pt>
                <c:pt idx="9160">
                  <c:v>1.4802973661668753E-16</c:v>
                </c:pt>
                <c:pt idx="9161">
                  <c:v>1.4802973661668753E-16</c:v>
                </c:pt>
                <c:pt idx="9162">
                  <c:v>1.4802973661668753E-16</c:v>
                </c:pt>
                <c:pt idx="9163">
                  <c:v>1.4802973661668753E-16</c:v>
                </c:pt>
                <c:pt idx="9164">
                  <c:v>1.4802973661668753E-16</c:v>
                </c:pt>
                <c:pt idx="9165">
                  <c:v>1.4802973661668753E-16</c:v>
                </c:pt>
                <c:pt idx="9166">
                  <c:v>1.4802973661668753E-16</c:v>
                </c:pt>
                <c:pt idx="9167">
                  <c:v>1.4802973661668753E-16</c:v>
                </c:pt>
                <c:pt idx="9168">
                  <c:v>1.4802973661668753E-16</c:v>
                </c:pt>
                <c:pt idx="9169">
                  <c:v>1.4802973661668753E-16</c:v>
                </c:pt>
                <c:pt idx="9170">
                  <c:v>1.4802973661668753E-16</c:v>
                </c:pt>
                <c:pt idx="9171">
                  <c:v>1.4802973661668753E-16</c:v>
                </c:pt>
                <c:pt idx="9172">
                  <c:v>1.4802973661668753E-16</c:v>
                </c:pt>
                <c:pt idx="9173">
                  <c:v>1.4802973661668753E-16</c:v>
                </c:pt>
                <c:pt idx="9174">
                  <c:v>1.4802973661668753E-16</c:v>
                </c:pt>
                <c:pt idx="9175">
                  <c:v>1.4802973661668753E-16</c:v>
                </c:pt>
                <c:pt idx="9176">
                  <c:v>1.4802973661668753E-16</c:v>
                </c:pt>
                <c:pt idx="9177">
                  <c:v>1.4802973661668753E-16</c:v>
                </c:pt>
                <c:pt idx="9178">
                  <c:v>1.4802973661668753E-16</c:v>
                </c:pt>
                <c:pt idx="9179">
                  <c:v>1.4802973661668753E-16</c:v>
                </c:pt>
                <c:pt idx="9180">
                  <c:v>1.4802973661668753E-16</c:v>
                </c:pt>
                <c:pt idx="9181">
                  <c:v>1.4802973661668753E-16</c:v>
                </c:pt>
                <c:pt idx="9182">
                  <c:v>1.4802973661668753E-16</c:v>
                </c:pt>
                <c:pt idx="9183">
                  <c:v>1.4802973661668753E-16</c:v>
                </c:pt>
                <c:pt idx="9184">
                  <c:v>1.4802973661668753E-16</c:v>
                </c:pt>
                <c:pt idx="9185">
                  <c:v>1.4802973661668753E-16</c:v>
                </c:pt>
                <c:pt idx="9186">
                  <c:v>1.4802973661668753E-16</c:v>
                </c:pt>
                <c:pt idx="9187">
                  <c:v>1.4802973661668753E-16</c:v>
                </c:pt>
                <c:pt idx="9188">
                  <c:v>1.4802973661668753E-16</c:v>
                </c:pt>
                <c:pt idx="9189">
                  <c:v>1.4802973661668753E-16</c:v>
                </c:pt>
                <c:pt idx="9190">
                  <c:v>1.4802973661668753E-16</c:v>
                </c:pt>
                <c:pt idx="9191">
                  <c:v>1.4802973661668753E-16</c:v>
                </c:pt>
                <c:pt idx="9192">
                  <c:v>1.4802973661668753E-16</c:v>
                </c:pt>
                <c:pt idx="9193">
                  <c:v>1.4802973661668753E-16</c:v>
                </c:pt>
                <c:pt idx="9194">
                  <c:v>1.4802973661668753E-16</c:v>
                </c:pt>
                <c:pt idx="9195">
                  <c:v>1.4802973661668753E-16</c:v>
                </c:pt>
                <c:pt idx="9196">
                  <c:v>1.4802973661668753E-16</c:v>
                </c:pt>
                <c:pt idx="9197">
                  <c:v>1.4802973661668753E-16</c:v>
                </c:pt>
                <c:pt idx="9198">
                  <c:v>1.4802973661668753E-16</c:v>
                </c:pt>
                <c:pt idx="9199">
                  <c:v>1.4802973661668753E-16</c:v>
                </c:pt>
                <c:pt idx="9200">
                  <c:v>1.4802973661668753E-16</c:v>
                </c:pt>
                <c:pt idx="9201">
                  <c:v>1.4802973661668753E-16</c:v>
                </c:pt>
                <c:pt idx="9202">
                  <c:v>1.4802973661668753E-16</c:v>
                </c:pt>
                <c:pt idx="9203">
                  <c:v>1.4802973661668753E-16</c:v>
                </c:pt>
                <c:pt idx="9204">
                  <c:v>1.4802973661668753E-16</c:v>
                </c:pt>
                <c:pt idx="9205">
                  <c:v>1.4802973661668753E-16</c:v>
                </c:pt>
                <c:pt idx="9206">
                  <c:v>1.4802973661668753E-16</c:v>
                </c:pt>
                <c:pt idx="9207">
                  <c:v>1.4802973661668753E-16</c:v>
                </c:pt>
                <c:pt idx="9208">
                  <c:v>1.4802973661668753E-16</c:v>
                </c:pt>
                <c:pt idx="9209">
                  <c:v>1.4802973661668753E-16</c:v>
                </c:pt>
                <c:pt idx="9210">
                  <c:v>1.4802973661668753E-16</c:v>
                </c:pt>
                <c:pt idx="9211">
                  <c:v>1.4802973661668753E-16</c:v>
                </c:pt>
                <c:pt idx="9212">
                  <c:v>1.4802973661668753E-16</c:v>
                </c:pt>
                <c:pt idx="9213">
                  <c:v>1.4802973661668753E-16</c:v>
                </c:pt>
                <c:pt idx="9214">
                  <c:v>1.4802973661668753E-16</c:v>
                </c:pt>
                <c:pt idx="9215">
                  <c:v>1.4802973661668753E-16</c:v>
                </c:pt>
                <c:pt idx="9216">
                  <c:v>1.4802973661668753E-16</c:v>
                </c:pt>
                <c:pt idx="9217">
                  <c:v>1.4802973661668753E-16</c:v>
                </c:pt>
                <c:pt idx="9218">
                  <c:v>1.4802973661668753E-16</c:v>
                </c:pt>
                <c:pt idx="9219">
                  <c:v>1.4802973661668753E-16</c:v>
                </c:pt>
                <c:pt idx="9220">
                  <c:v>1.4802973661668753E-16</c:v>
                </c:pt>
                <c:pt idx="9221">
                  <c:v>1.4802973661668753E-16</c:v>
                </c:pt>
                <c:pt idx="9222">
                  <c:v>1.4802973661668753E-16</c:v>
                </c:pt>
                <c:pt idx="9223">
                  <c:v>1.4802973661668753E-16</c:v>
                </c:pt>
                <c:pt idx="9224">
                  <c:v>1.4802973661668753E-16</c:v>
                </c:pt>
                <c:pt idx="9225">
                  <c:v>1.4802973661668753E-16</c:v>
                </c:pt>
                <c:pt idx="9226">
                  <c:v>1.4802973661668753E-16</c:v>
                </c:pt>
                <c:pt idx="9227">
                  <c:v>1.4802973661668753E-16</c:v>
                </c:pt>
                <c:pt idx="9228">
                  <c:v>1.4802973661668753E-16</c:v>
                </c:pt>
                <c:pt idx="9229">
                  <c:v>1.4802973661668753E-16</c:v>
                </c:pt>
                <c:pt idx="9230">
                  <c:v>1.4802973661668753E-16</c:v>
                </c:pt>
                <c:pt idx="9231">
                  <c:v>1.4802973661668753E-16</c:v>
                </c:pt>
                <c:pt idx="9232">
                  <c:v>1.4802973661668753E-16</c:v>
                </c:pt>
                <c:pt idx="9233">
                  <c:v>1.4802973661668753E-16</c:v>
                </c:pt>
                <c:pt idx="9234">
                  <c:v>1.4802973661668753E-16</c:v>
                </c:pt>
                <c:pt idx="9235">
                  <c:v>1.4802973661668753E-16</c:v>
                </c:pt>
                <c:pt idx="9236">
                  <c:v>1.4802973661668753E-16</c:v>
                </c:pt>
                <c:pt idx="9237">
                  <c:v>1.4802973661668753E-16</c:v>
                </c:pt>
                <c:pt idx="9238">
                  <c:v>1.4802973661668753E-16</c:v>
                </c:pt>
                <c:pt idx="9239">
                  <c:v>1.4802973661668753E-16</c:v>
                </c:pt>
                <c:pt idx="9240">
                  <c:v>1.4802973661668753E-16</c:v>
                </c:pt>
                <c:pt idx="9241">
                  <c:v>1.4802973661668753E-16</c:v>
                </c:pt>
                <c:pt idx="9242">
                  <c:v>1.4802973661668753E-16</c:v>
                </c:pt>
                <c:pt idx="9243">
                  <c:v>1.4802973661668753E-16</c:v>
                </c:pt>
                <c:pt idx="9244">
                  <c:v>1.4802973661668753E-16</c:v>
                </c:pt>
                <c:pt idx="9245">
                  <c:v>1.4802973661668753E-16</c:v>
                </c:pt>
                <c:pt idx="9246">
                  <c:v>1.4802973661668753E-16</c:v>
                </c:pt>
                <c:pt idx="9247">
                  <c:v>1.4802973661668753E-16</c:v>
                </c:pt>
                <c:pt idx="9248">
                  <c:v>1.4802973661668753E-16</c:v>
                </c:pt>
                <c:pt idx="9249">
                  <c:v>1.4802973661668753E-16</c:v>
                </c:pt>
                <c:pt idx="9250">
                  <c:v>1.4802973661668753E-16</c:v>
                </c:pt>
                <c:pt idx="9251">
                  <c:v>1.4802973661668753E-16</c:v>
                </c:pt>
                <c:pt idx="9252">
                  <c:v>1.4802973661668753E-16</c:v>
                </c:pt>
                <c:pt idx="9253">
                  <c:v>1.4802973661668753E-16</c:v>
                </c:pt>
                <c:pt idx="9254">
                  <c:v>1.4802973661668753E-16</c:v>
                </c:pt>
                <c:pt idx="9255">
                  <c:v>1.4802973661668753E-16</c:v>
                </c:pt>
                <c:pt idx="9256">
                  <c:v>1.4802973661668753E-16</c:v>
                </c:pt>
                <c:pt idx="9257">
                  <c:v>1.4802973661668753E-16</c:v>
                </c:pt>
                <c:pt idx="9258">
                  <c:v>1.4802973661668753E-16</c:v>
                </c:pt>
                <c:pt idx="9259">
                  <c:v>1.4802973661668753E-16</c:v>
                </c:pt>
                <c:pt idx="9260">
                  <c:v>1.4802973661668753E-16</c:v>
                </c:pt>
                <c:pt idx="9261">
                  <c:v>1.4802973661668753E-16</c:v>
                </c:pt>
                <c:pt idx="9262">
                  <c:v>1.4802973661668753E-16</c:v>
                </c:pt>
                <c:pt idx="9263">
                  <c:v>1.4802973661668753E-16</c:v>
                </c:pt>
                <c:pt idx="9264">
                  <c:v>1.4802973661668753E-16</c:v>
                </c:pt>
                <c:pt idx="9265">
                  <c:v>1.4802973661668753E-16</c:v>
                </c:pt>
                <c:pt idx="9266">
                  <c:v>1.4802973661668753E-16</c:v>
                </c:pt>
                <c:pt idx="9267">
                  <c:v>1.4802973661668753E-16</c:v>
                </c:pt>
                <c:pt idx="9268">
                  <c:v>1.4802973661668753E-16</c:v>
                </c:pt>
                <c:pt idx="9269">
                  <c:v>1.4802973661668753E-16</c:v>
                </c:pt>
                <c:pt idx="9270">
                  <c:v>1.4802973661668753E-16</c:v>
                </c:pt>
                <c:pt idx="9271">
                  <c:v>1.4802973661668753E-16</c:v>
                </c:pt>
                <c:pt idx="9272">
                  <c:v>1.4802973661668753E-16</c:v>
                </c:pt>
                <c:pt idx="9273">
                  <c:v>1.4802973661668753E-16</c:v>
                </c:pt>
                <c:pt idx="9274">
                  <c:v>1.4802973661668753E-16</c:v>
                </c:pt>
                <c:pt idx="9275">
                  <c:v>1.4802973661668753E-16</c:v>
                </c:pt>
                <c:pt idx="9276">
                  <c:v>1.4802973661668753E-16</c:v>
                </c:pt>
                <c:pt idx="9277">
                  <c:v>1.4802973661668753E-16</c:v>
                </c:pt>
                <c:pt idx="9278">
                  <c:v>1.4802973661668753E-16</c:v>
                </c:pt>
                <c:pt idx="9279">
                  <c:v>1.4802973661668753E-16</c:v>
                </c:pt>
                <c:pt idx="9280">
                  <c:v>1.4802973661668753E-16</c:v>
                </c:pt>
                <c:pt idx="9281">
                  <c:v>1.4802973661668753E-16</c:v>
                </c:pt>
                <c:pt idx="9282">
                  <c:v>1.4802973661668753E-16</c:v>
                </c:pt>
                <c:pt idx="9283">
                  <c:v>1.4802973661668753E-16</c:v>
                </c:pt>
                <c:pt idx="9284">
                  <c:v>1.4802973661668753E-16</c:v>
                </c:pt>
                <c:pt idx="9285">
                  <c:v>1.4802973661668753E-16</c:v>
                </c:pt>
                <c:pt idx="9286">
                  <c:v>1.4802973661668753E-16</c:v>
                </c:pt>
                <c:pt idx="9287">
                  <c:v>1.4802973661668753E-16</c:v>
                </c:pt>
                <c:pt idx="9288">
                  <c:v>1.4802973661668753E-16</c:v>
                </c:pt>
                <c:pt idx="9289">
                  <c:v>1.4802973661668753E-16</c:v>
                </c:pt>
                <c:pt idx="9290">
                  <c:v>1.4802973661668753E-16</c:v>
                </c:pt>
                <c:pt idx="9291">
                  <c:v>1.4802973661668753E-16</c:v>
                </c:pt>
                <c:pt idx="9292">
                  <c:v>1.4802973661668753E-16</c:v>
                </c:pt>
                <c:pt idx="9293">
                  <c:v>1.4802973661668753E-16</c:v>
                </c:pt>
                <c:pt idx="9294">
                  <c:v>1.4802973661668753E-16</c:v>
                </c:pt>
                <c:pt idx="9295">
                  <c:v>1.4802973661668753E-16</c:v>
                </c:pt>
                <c:pt idx="9296">
                  <c:v>1.4802973661668753E-16</c:v>
                </c:pt>
                <c:pt idx="9297">
                  <c:v>1.4802973661668753E-16</c:v>
                </c:pt>
                <c:pt idx="9298">
                  <c:v>1.4802973661668753E-16</c:v>
                </c:pt>
                <c:pt idx="9299">
                  <c:v>1.4802973661668753E-16</c:v>
                </c:pt>
                <c:pt idx="9300">
                  <c:v>1.4802973661668753E-16</c:v>
                </c:pt>
                <c:pt idx="9301">
                  <c:v>1.4802973661668753E-16</c:v>
                </c:pt>
                <c:pt idx="9302">
                  <c:v>1.4802973661668753E-16</c:v>
                </c:pt>
                <c:pt idx="9303">
                  <c:v>1.4802973661668753E-16</c:v>
                </c:pt>
                <c:pt idx="9304">
                  <c:v>1.4802973661668753E-16</c:v>
                </c:pt>
                <c:pt idx="9305">
                  <c:v>1.4802973661668753E-16</c:v>
                </c:pt>
                <c:pt idx="9306">
                  <c:v>1.4802973661668753E-16</c:v>
                </c:pt>
                <c:pt idx="9307">
                  <c:v>1.4802973661668753E-16</c:v>
                </c:pt>
                <c:pt idx="9308">
                  <c:v>1.4802973661668753E-16</c:v>
                </c:pt>
                <c:pt idx="9309">
                  <c:v>1.4802973661668753E-16</c:v>
                </c:pt>
                <c:pt idx="9310">
                  <c:v>1.4802973661668753E-16</c:v>
                </c:pt>
                <c:pt idx="9311">
                  <c:v>1.4802973661668753E-16</c:v>
                </c:pt>
                <c:pt idx="9312">
                  <c:v>1.4802973661668753E-16</c:v>
                </c:pt>
                <c:pt idx="9313">
                  <c:v>1.4802973661668753E-16</c:v>
                </c:pt>
                <c:pt idx="9314">
                  <c:v>1.4802973661668753E-16</c:v>
                </c:pt>
                <c:pt idx="9315">
                  <c:v>1.4802973661668753E-16</c:v>
                </c:pt>
                <c:pt idx="9316">
                  <c:v>1.4802973661668753E-16</c:v>
                </c:pt>
                <c:pt idx="9317">
                  <c:v>1.4802973661668753E-16</c:v>
                </c:pt>
                <c:pt idx="9318">
                  <c:v>1.4802973661668753E-16</c:v>
                </c:pt>
                <c:pt idx="9319">
                  <c:v>1.4802973661668753E-16</c:v>
                </c:pt>
                <c:pt idx="9320">
                  <c:v>1.4802973661668753E-16</c:v>
                </c:pt>
                <c:pt idx="9321">
                  <c:v>1.4802973661668753E-16</c:v>
                </c:pt>
                <c:pt idx="9322">
                  <c:v>1.4802973661668753E-16</c:v>
                </c:pt>
                <c:pt idx="9323">
                  <c:v>1.4802973661668753E-16</c:v>
                </c:pt>
                <c:pt idx="9324">
                  <c:v>1.4802973661668753E-16</c:v>
                </c:pt>
                <c:pt idx="9325">
                  <c:v>1.4802973661668753E-16</c:v>
                </c:pt>
                <c:pt idx="9326">
                  <c:v>1.4802973661668753E-16</c:v>
                </c:pt>
                <c:pt idx="9327">
                  <c:v>1.4802973661668753E-16</c:v>
                </c:pt>
                <c:pt idx="9328">
                  <c:v>1.4802973661668753E-16</c:v>
                </c:pt>
                <c:pt idx="9329">
                  <c:v>1.4802973661668753E-16</c:v>
                </c:pt>
                <c:pt idx="9330">
                  <c:v>1.4802973661668753E-16</c:v>
                </c:pt>
                <c:pt idx="9331">
                  <c:v>1.4802973661668753E-16</c:v>
                </c:pt>
                <c:pt idx="9332">
                  <c:v>1.4802973661668753E-16</c:v>
                </c:pt>
                <c:pt idx="9333">
                  <c:v>1.4802973661668753E-16</c:v>
                </c:pt>
                <c:pt idx="9334">
                  <c:v>1.4802973661668753E-16</c:v>
                </c:pt>
                <c:pt idx="9335">
                  <c:v>1.4802973661668753E-16</c:v>
                </c:pt>
                <c:pt idx="9336">
                  <c:v>1.4802973661668753E-16</c:v>
                </c:pt>
                <c:pt idx="9337">
                  <c:v>1.4802973661668753E-16</c:v>
                </c:pt>
                <c:pt idx="9338">
                  <c:v>1.4802973661668753E-16</c:v>
                </c:pt>
                <c:pt idx="9339">
                  <c:v>1.4802973661668753E-16</c:v>
                </c:pt>
                <c:pt idx="9340">
                  <c:v>1.4802973661668753E-16</c:v>
                </c:pt>
                <c:pt idx="9341">
                  <c:v>1.4802973661668753E-16</c:v>
                </c:pt>
                <c:pt idx="9342">
                  <c:v>1.4802973661668753E-16</c:v>
                </c:pt>
                <c:pt idx="9343">
                  <c:v>1.4802973661668753E-16</c:v>
                </c:pt>
                <c:pt idx="9344">
                  <c:v>1.4802973661668753E-16</c:v>
                </c:pt>
                <c:pt idx="9345">
                  <c:v>1.4802973661668753E-16</c:v>
                </c:pt>
                <c:pt idx="9346">
                  <c:v>1.4802973661668753E-16</c:v>
                </c:pt>
                <c:pt idx="9347">
                  <c:v>1.4802973661668753E-16</c:v>
                </c:pt>
                <c:pt idx="9348">
                  <c:v>1.4802973661668753E-16</c:v>
                </c:pt>
                <c:pt idx="9349">
                  <c:v>1.4802973661668753E-16</c:v>
                </c:pt>
                <c:pt idx="9350">
                  <c:v>1.4802973661668753E-16</c:v>
                </c:pt>
                <c:pt idx="9351">
                  <c:v>1.4802973661668753E-16</c:v>
                </c:pt>
                <c:pt idx="9352">
                  <c:v>1.4802973661668753E-16</c:v>
                </c:pt>
                <c:pt idx="9353">
                  <c:v>1.4802973661668753E-16</c:v>
                </c:pt>
                <c:pt idx="9354">
                  <c:v>1.4802973661668753E-16</c:v>
                </c:pt>
                <c:pt idx="9355">
                  <c:v>1.4802973661668753E-16</c:v>
                </c:pt>
                <c:pt idx="9356">
                  <c:v>1.4802973661668753E-16</c:v>
                </c:pt>
                <c:pt idx="9357">
                  <c:v>1.4802973661668753E-16</c:v>
                </c:pt>
                <c:pt idx="9358">
                  <c:v>1.4802973661668753E-16</c:v>
                </c:pt>
                <c:pt idx="9359">
                  <c:v>1.4802973661668753E-16</c:v>
                </c:pt>
                <c:pt idx="9360">
                  <c:v>1.4802973661668753E-16</c:v>
                </c:pt>
                <c:pt idx="9361">
                  <c:v>1.4802973661668753E-16</c:v>
                </c:pt>
                <c:pt idx="9362">
                  <c:v>1.4802973661668753E-16</c:v>
                </c:pt>
                <c:pt idx="9363">
                  <c:v>1.4802973661668753E-16</c:v>
                </c:pt>
                <c:pt idx="9364">
                  <c:v>1.4802973661668753E-16</c:v>
                </c:pt>
                <c:pt idx="9365">
                  <c:v>1.4802973661668753E-16</c:v>
                </c:pt>
                <c:pt idx="9366">
                  <c:v>1.4802973661668753E-16</c:v>
                </c:pt>
                <c:pt idx="9367">
                  <c:v>1.4802973661668753E-16</c:v>
                </c:pt>
                <c:pt idx="9368">
                  <c:v>1.4802973661668753E-16</c:v>
                </c:pt>
                <c:pt idx="9369">
                  <c:v>1.4802973661668753E-16</c:v>
                </c:pt>
                <c:pt idx="9370">
                  <c:v>1.4802973661668753E-16</c:v>
                </c:pt>
                <c:pt idx="9371">
                  <c:v>1.4802973661668753E-16</c:v>
                </c:pt>
                <c:pt idx="9372">
                  <c:v>1.4802973661668753E-16</c:v>
                </c:pt>
                <c:pt idx="9373">
                  <c:v>1.4802973661668753E-16</c:v>
                </c:pt>
                <c:pt idx="9374">
                  <c:v>1.4802973661668753E-16</c:v>
                </c:pt>
                <c:pt idx="9375">
                  <c:v>1.4802973661668753E-16</c:v>
                </c:pt>
                <c:pt idx="9376">
                  <c:v>1.4802973661668753E-16</c:v>
                </c:pt>
                <c:pt idx="9377">
                  <c:v>1.4802973661668753E-16</c:v>
                </c:pt>
                <c:pt idx="9378">
                  <c:v>1.4802973661668753E-16</c:v>
                </c:pt>
                <c:pt idx="9379">
                  <c:v>1.4802973661668753E-16</c:v>
                </c:pt>
                <c:pt idx="9380">
                  <c:v>1.4802973661668753E-16</c:v>
                </c:pt>
                <c:pt idx="9381">
                  <c:v>1.4802973661668753E-16</c:v>
                </c:pt>
                <c:pt idx="9382">
                  <c:v>1.4802973661668753E-16</c:v>
                </c:pt>
                <c:pt idx="9383">
                  <c:v>1.4802973661668753E-16</c:v>
                </c:pt>
                <c:pt idx="9384">
                  <c:v>1.4802973661668753E-16</c:v>
                </c:pt>
                <c:pt idx="9385">
                  <c:v>1.4802973661668753E-16</c:v>
                </c:pt>
                <c:pt idx="9386">
                  <c:v>1.4802973661668753E-16</c:v>
                </c:pt>
                <c:pt idx="9387">
                  <c:v>1.4802973661668753E-16</c:v>
                </c:pt>
                <c:pt idx="9388">
                  <c:v>1.4802973661668753E-16</c:v>
                </c:pt>
                <c:pt idx="9389">
                  <c:v>1.4802973661668753E-16</c:v>
                </c:pt>
                <c:pt idx="9390">
                  <c:v>1.4802973661668753E-16</c:v>
                </c:pt>
                <c:pt idx="9391">
                  <c:v>1.4802973661668753E-16</c:v>
                </c:pt>
                <c:pt idx="9392">
                  <c:v>1.4802973661668753E-16</c:v>
                </c:pt>
                <c:pt idx="9393">
                  <c:v>1.4802973661668753E-16</c:v>
                </c:pt>
                <c:pt idx="9394">
                  <c:v>1.4802973661668753E-16</c:v>
                </c:pt>
                <c:pt idx="9395">
                  <c:v>1.4802973661668753E-16</c:v>
                </c:pt>
                <c:pt idx="9396">
                  <c:v>1.4802973661668753E-16</c:v>
                </c:pt>
                <c:pt idx="9397">
                  <c:v>1.4802973661668753E-16</c:v>
                </c:pt>
                <c:pt idx="9398">
                  <c:v>1.4802973661668753E-16</c:v>
                </c:pt>
                <c:pt idx="9399">
                  <c:v>1.4802973661668753E-16</c:v>
                </c:pt>
                <c:pt idx="9400">
                  <c:v>1.4802973661668753E-16</c:v>
                </c:pt>
                <c:pt idx="9401">
                  <c:v>1.4802973661668753E-16</c:v>
                </c:pt>
                <c:pt idx="9402">
                  <c:v>1.4802973661668753E-16</c:v>
                </c:pt>
                <c:pt idx="9403">
                  <c:v>1.4802973661668753E-16</c:v>
                </c:pt>
                <c:pt idx="9404">
                  <c:v>1.4802973661668753E-16</c:v>
                </c:pt>
                <c:pt idx="9405">
                  <c:v>1.4802973661668753E-16</c:v>
                </c:pt>
                <c:pt idx="9406">
                  <c:v>1.4802973661668753E-16</c:v>
                </c:pt>
                <c:pt idx="9407">
                  <c:v>1.4802973661668753E-16</c:v>
                </c:pt>
                <c:pt idx="9408">
                  <c:v>1.4802973661668753E-16</c:v>
                </c:pt>
                <c:pt idx="9409">
                  <c:v>1.4802973661668753E-16</c:v>
                </c:pt>
                <c:pt idx="9410">
                  <c:v>1.4802973661668753E-16</c:v>
                </c:pt>
                <c:pt idx="9411">
                  <c:v>1.4802973661668753E-16</c:v>
                </c:pt>
                <c:pt idx="9412">
                  <c:v>1.4802973661668753E-16</c:v>
                </c:pt>
                <c:pt idx="9413">
                  <c:v>1.4802973661668753E-16</c:v>
                </c:pt>
                <c:pt idx="9414">
                  <c:v>1.4802973661668753E-16</c:v>
                </c:pt>
                <c:pt idx="9415">
                  <c:v>1.4802973661668753E-16</c:v>
                </c:pt>
                <c:pt idx="9416">
                  <c:v>1.4802973661668753E-16</c:v>
                </c:pt>
                <c:pt idx="9417">
                  <c:v>1.4802973661668753E-16</c:v>
                </c:pt>
                <c:pt idx="9418">
                  <c:v>1.4802973661668753E-16</c:v>
                </c:pt>
                <c:pt idx="9419">
                  <c:v>1.4802973661668753E-16</c:v>
                </c:pt>
                <c:pt idx="9420">
                  <c:v>1.4802973661668753E-16</c:v>
                </c:pt>
                <c:pt idx="9421">
                  <c:v>1.4802973661668753E-16</c:v>
                </c:pt>
                <c:pt idx="9422">
                  <c:v>1.4802973661668753E-16</c:v>
                </c:pt>
                <c:pt idx="9423">
                  <c:v>1.4802973661668753E-16</c:v>
                </c:pt>
                <c:pt idx="9424">
                  <c:v>1.4802973661668753E-16</c:v>
                </c:pt>
                <c:pt idx="9425">
                  <c:v>1.4802973661668753E-16</c:v>
                </c:pt>
                <c:pt idx="9426">
                  <c:v>1.4802973661668753E-16</c:v>
                </c:pt>
                <c:pt idx="9427">
                  <c:v>1.4802973661668753E-16</c:v>
                </c:pt>
                <c:pt idx="9428">
                  <c:v>1.4802973661668753E-16</c:v>
                </c:pt>
                <c:pt idx="9429">
                  <c:v>1.4802973661668753E-16</c:v>
                </c:pt>
                <c:pt idx="9430">
                  <c:v>1.4802973661668753E-16</c:v>
                </c:pt>
                <c:pt idx="9431">
                  <c:v>1.4802973661668753E-16</c:v>
                </c:pt>
                <c:pt idx="9432">
                  <c:v>1.4802973661668753E-16</c:v>
                </c:pt>
                <c:pt idx="9433">
                  <c:v>1.4802973661668753E-16</c:v>
                </c:pt>
                <c:pt idx="9434">
                  <c:v>1.4802973661668753E-16</c:v>
                </c:pt>
                <c:pt idx="9435">
                  <c:v>1.4802973661668753E-16</c:v>
                </c:pt>
                <c:pt idx="9436">
                  <c:v>1.4802973661668753E-16</c:v>
                </c:pt>
                <c:pt idx="9437">
                  <c:v>1.4802973661668753E-16</c:v>
                </c:pt>
                <c:pt idx="9438">
                  <c:v>1.4802973661668753E-16</c:v>
                </c:pt>
                <c:pt idx="9439">
                  <c:v>1.4802973661668753E-16</c:v>
                </c:pt>
                <c:pt idx="9440">
                  <c:v>1.4802973661668753E-16</c:v>
                </c:pt>
                <c:pt idx="9441">
                  <c:v>1.4802973661668753E-16</c:v>
                </c:pt>
                <c:pt idx="9442">
                  <c:v>1.4802973661668753E-16</c:v>
                </c:pt>
                <c:pt idx="9443">
                  <c:v>1.4802973661668753E-16</c:v>
                </c:pt>
                <c:pt idx="9444">
                  <c:v>1.4802973661668753E-16</c:v>
                </c:pt>
                <c:pt idx="9445">
                  <c:v>1.4802973661668753E-16</c:v>
                </c:pt>
                <c:pt idx="9446">
                  <c:v>1.4802973661668753E-16</c:v>
                </c:pt>
                <c:pt idx="9447">
                  <c:v>1.4802973661668753E-16</c:v>
                </c:pt>
                <c:pt idx="9448">
                  <c:v>1.4802973661668753E-16</c:v>
                </c:pt>
                <c:pt idx="9449">
                  <c:v>1.4802973661668753E-16</c:v>
                </c:pt>
                <c:pt idx="9450">
                  <c:v>1.4802973661668753E-16</c:v>
                </c:pt>
                <c:pt idx="9451">
                  <c:v>1.4802973661668753E-16</c:v>
                </c:pt>
                <c:pt idx="9452">
                  <c:v>1.4802973661668753E-16</c:v>
                </c:pt>
                <c:pt idx="9453">
                  <c:v>1.4802973661668753E-16</c:v>
                </c:pt>
                <c:pt idx="9454">
                  <c:v>1.4802973661668753E-16</c:v>
                </c:pt>
                <c:pt idx="9455">
                  <c:v>1.4802973661668753E-16</c:v>
                </c:pt>
                <c:pt idx="9456">
                  <c:v>1.4802973661668753E-16</c:v>
                </c:pt>
                <c:pt idx="9457">
                  <c:v>1.4802973661668753E-16</c:v>
                </c:pt>
                <c:pt idx="9458">
                  <c:v>1.4802973661668753E-16</c:v>
                </c:pt>
                <c:pt idx="9459">
                  <c:v>1.4802973661668753E-16</c:v>
                </c:pt>
                <c:pt idx="9460">
                  <c:v>1.4802973661668753E-16</c:v>
                </c:pt>
                <c:pt idx="9461">
                  <c:v>1.4802973661668753E-16</c:v>
                </c:pt>
                <c:pt idx="9462">
                  <c:v>1.4802973661668753E-16</c:v>
                </c:pt>
                <c:pt idx="9463">
                  <c:v>1.4802973661668753E-16</c:v>
                </c:pt>
                <c:pt idx="9464">
                  <c:v>1.4802973661668753E-16</c:v>
                </c:pt>
                <c:pt idx="9465">
                  <c:v>1.4802973661668753E-16</c:v>
                </c:pt>
                <c:pt idx="9466">
                  <c:v>1.4802973661668753E-16</c:v>
                </c:pt>
                <c:pt idx="9467">
                  <c:v>1.4802973661668753E-16</c:v>
                </c:pt>
                <c:pt idx="9468">
                  <c:v>1.4802973661668753E-16</c:v>
                </c:pt>
                <c:pt idx="9469">
                  <c:v>1.4802973661668753E-16</c:v>
                </c:pt>
                <c:pt idx="9470">
                  <c:v>1.4802973661668753E-16</c:v>
                </c:pt>
                <c:pt idx="9471">
                  <c:v>1.4802973661668753E-16</c:v>
                </c:pt>
                <c:pt idx="9472">
                  <c:v>1.4802973661668753E-16</c:v>
                </c:pt>
                <c:pt idx="9473">
                  <c:v>1.4802973661668753E-16</c:v>
                </c:pt>
                <c:pt idx="9474">
                  <c:v>1.4802973661668753E-16</c:v>
                </c:pt>
                <c:pt idx="9475">
                  <c:v>1.4802973661668753E-16</c:v>
                </c:pt>
                <c:pt idx="9476">
                  <c:v>1.4802973661668753E-16</c:v>
                </c:pt>
                <c:pt idx="9477">
                  <c:v>1.4802973661668753E-16</c:v>
                </c:pt>
                <c:pt idx="9478">
                  <c:v>1.4802973661668753E-16</c:v>
                </c:pt>
                <c:pt idx="9479">
                  <c:v>1.4802973661668753E-16</c:v>
                </c:pt>
                <c:pt idx="9480">
                  <c:v>1.4802973661668753E-16</c:v>
                </c:pt>
                <c:pt idx="9481">
                  <c:v>1.4802973661668753E-16</c:v>
                </c:pt>
                <c:pt idx="9482">
                  <c:v>1.4802973661668753E-16</c:v>
                </c:pt>
                <c:pt idx="9483">
                  <c:v>1.4802973661668753E-16</c:v>
                </c:pt>
                <c:pt idx="9484">
                  <c:v>1.4802973661668753E-16</c:v>
                </c:pt>
                <c:pt idx="9485">
                  <c:v>1.4802973661668753E-16</c:v>
                </c:pt>
                <c:pt idx="9486">
                  <c:v>1.4802973661668753E-16</c:v>
                </c:pt>
                <c:pt idx="9487">
                  <c:v>1.4802973661668753E-16</c:v>
                </c:pt>
                <c:pt idx="9488">
                  <c:v>1.4802973661668753E-16</c:v>
                </c:pt>
                <c:pt idx="9489">
                  <c:v>1.4802973661668753E-16</c:v>
                </c:pt>
                <c:pt idx="9490">
                  <c:v>1.4802973661668753E-16</c:v>
                </c:pt>
                <c:pt idx="9491">
                  <c:v>1.4802973661668753E-16</c:v>
                </c:pt>
                <c:pt idx="9492">
                  <c:v>1.4802973661668753E-16</c:v>
                </c:pt>
                <c:pt idx="9493">
                  <c:v>1.4802973661668753E-16</c:v>
                </c:pt>
                <c:pt idx="9494">
                  <c:v>1.4802973661668753E-16</c:v>
                </c:pt>
                <c:pt idx="9495">
                  <c:v>1.4802973661668753E-16</c:v>
                </c:pt>
                <c:pt idx="9496">
                  <c:v>1.4802973661668753E-16</c:v>
                </c:pt>
                <c:pt idx="9497">
                  <c:v>1.4802973661668753E-16</c:v>
                </c:pt>
                <c:pt idx="9498">
                  <c:v>1.4802973661668753E-16</c:v>
                </c:pt>
                <c:pt idx="9499">
                  <c:v>1.4802973661668753E-16</c:v>
                </c:pt>
                <c:pt idx="9500">
                  <c:v>1.4802973661668753E-16</c:v>
                </c:pt>
                <c:pt idx="9501">
                  <c:v>1.4802973661668753E-16</c:v>
                </c:pt>
                <c:pt idx="9502">
                  <c:v>1.4802973661668753E-16</c:v>
                </c:pt>
                <c:pt idx="9503">
                  <c:v>1.4802973661668753E-16</c:v>
                </c:pt>
                <c:pt idx="9504">
                  <c:v>1.4802973661668753E-16</c:v>
                </c:pt>
                <c:pt idx="9505">
                  <c:v>1.4802973661668753E-16</c:v>
                </c:pt>
                <c:pt idx="9506">
                  <c:v>1.4802973661668753E-16</c:v>
                </c:pt>
                <c:pt idx="9507">
                  <c:v>1.4802973661668753E-16</c:v>
                </c:pt>
                <c:pt idx="9508">
                  <c:v>1.4802973661668753E-16</c:v>
                </c:pt>
                <c:pt idx="9509">
                  <c:v>1.4802973661668753E-16</c:v>
                </c:pt>
                <c:pt idx="9510">
                  <c:v>1.4802973661668753E-16</c:v>
                </c:pt>
                <c:pt idx="9511">
                  <c:v>1.4802973661668753E-16</c:v>
                </c:pt>
                <c:pt idx="9512">
                  <c:v>1.4802973661668753E-16</c:v>
                </c:pt>
                <c:pt idx="9513">
                  <c:v>1.4802973661668753E-16</c:v>
                </c:pt>
                <c:pt idx="9514">
                  <c:v>1.4802973661668753E-16</c:v>
                </c:pt>
                <c:pt idx="9515">
                  <c:v>1.4802973661668753E-16</c:v>
                </c:pt>
                <c:pt idx="9516">
                  <c:v>1.4802973661668753E-16</c:v>
                </c:pt>
                <c:pt idx="9517">
                  <c:v>1.4802973661668753E-16</c:v>
                </c:pt>
                <c:pt idx="9518">
                  <c:v>1.4802973661668753E-16</c:v>
                </c:pt>
                <c:pt idx="9519">
                  <c:v>1.4802973661668753E-16</c:v>
                </c:pt>
                <c:pt idx="9520">
                  <c:v>1.4802973661668753E-16</c:v>
                </c:pt>
                <c:pt idx="9521">
                  <c:v>1.4802973661668753E-16</c:v>
                </c:pt>
                <c:pt idx="9522">
                  <c:v>1.4802973661668753E-16</c:v>
                </c:pt>
                <c:pt idx="9523">
                  <c:v>1.4802973661668753E-16</c:v>
                </c:pt>
                <c:pt idx="9524">
                  <c:v>1.4802973661668753E-16</c:v>
                </c:pt>
                <c:pt idx="9525">
                  <c:v>1.4802973661668753E-16</c:v>
                </c:pt>
                <c:pt idx="9526">
                  <c:v>1.4802973661668753E-16</c:v>
                </c:pt>
                <c:pt idx="9527">
                  <c:v>1.4802973661668753E-16</c:v>
                </c:pt>
                <c:pt idx="9528">
                  <c:v>1.4802973661668753E-16</c:v>
                </c:pt>
                <c:pt idx="9529">
                  <c:v>1.4802973661668753E-16</c:v>
                </c:pt>
                <c:pt idx="9530">
                  <c:v>1.4802973661668753E-16</c:v>
                </c:pt>
                <c:pt idx="9531">
                  <c:v>1.4802973661668753E-16</c:v>
                </c:pt>
                <c:pt idx="9532">
                  <c:v>1.4802973661668753E-16</c:v>
                </c:pt>
                <c:pt idx="9533">
                  <c:v>1.4802973661668753E-16</c:v>
                </c:pt>
                <c:pt idx="9534">
                  <c:v>1.4802973661668753E-16</c:v>
                </c:pt>
                <c:pt idx="9535">
                  <c:v>1.4802973661668753E-16</c:v>
                </c:pt>
                <c:pt idx="9536">
                  <c:v>1.4802973661668753E-16</c:v>
                </c:pt>
                <c:pt idx="9537">
                  <c:v>1.4802973661668753E-16</c:v>
                </c:pt>
                <c:pt idx="9538">
                  <c:v>1.4802973661668753E-16</c:v>
                </c:pt>
                <c:pt idx="9539">
                  <c:v>1.4802973661668753E-16</c:v>
                </c:pt>
                <c:pt idx="9540">
                  <c:v>1.4802973661668753E-16</c:v>
                </c:pt>
                <c:pt idx="9541">
                  <c:v>1.4802973661668753E-16</c:v>
                </c:pt>
                <c:pt idx="9542">
                  <c:v>1.4802973661668753E-16</c:v>
                </c:pt>
                <c:pt idx="9543">
                  <c:v>1.4802973661668753E-16</c:v>
                </c:pt>
                <c:pt idx="9544">
                  <c:v>1.4802973661668753E-16</c:v>
                </c:pt>
                <c:pt idx="9545">
                  <c:v>1.4802973661668753E-16</c:v>
                </c:pt>
                <c:pt idx="9546">
                  <c:v>1.4802973661668753E-16</c:v>
                </c:pt>
                <c:pt idx="9547">
                  <c:v>1.4802973661668753E-16</c:v>
                </c:pt>
                <c:pt idx="9548">
                  <c:v>1.4802973661668753E-16</c:v>
                </c:pt>
                <c:pt idx="9549">
                  <c:v>1.4802973661668753E-16</c:v>
                </c:pt>
                <c:pt idx="9550">
                  <c:v>1.4802973661668753E-16</c:v>
                </c:pt>
                <c:pt idx="9551">
                  <c:v>1.4802973661668753E-16</c:v>
                </c:pt>
                <c:pt idx="9552">
                  <c:v>1.4802973661668753E-16</c:v>
                </c:pt>
                <c:pt idx="9553">
                  <c:v>1.4802973661668753E-16</c:v>
                </c:pt>
                <c:pt idx="9554">
                  <c:v>1.4802973661668753E-16</c:v>
                </c:pt>
                <c:pt idx="9555">
                  <c:v>1.4802973661668753E-16</c:v>
                </c:pt>
                <c:pt idx="9556">
                  <c:v>1.4802973661668753E-16</c:v>
                </c:pt>
                <c:pt idx="9557">
                  <c:v>1.4802973661668753E-16</c:v>
                </c:pt>
                <c:pt idx="9558">
                  <c:v>1.4802973661668753E-16</c:v>
                </c:pt>
                <c:pt idx="9559">
                  <c:v>1.4802973661668753E-16</c:v>
                </c:pt>
                <c:pt idx="9560">
                  <c:v>1.4802973661668753E-16</c:v>
                </c:pt>
                <c:pt idx="9561">
                  <c:v>1.4802973661668753E-16</c:v>
                </c:pt>
                <c:pt idx="9562">
                  <c:v>1.4802973661668753E-16</c:v>
                </c:pt>
                <c:pt idx="9563">
                  <c:v>1.4802973661668753E-16</c:v>
                </c:pt>
                <c:pt idx="9564">
                  <c:v>1.4802973661668753E-16</c:v>
                </c:pt>
                <c:pt idx="9565">
                  <c:v>1.4802973661668753E-16</c:v>
                </c:pt>
                <c:pt idx="9566">
                  <c:v>1.4802973661668753E-16</c:v>
                </c:pt>
                <c:pt idx="9567">
                  <c:v>1.4802973661668753E-16</c:v>
                </c:pt>
                <c:pt idx="9568">
                  <c:v>1.4802973661668753E-16</c:v>
                </c:pt>
                <c:pt idx="9569">
                  <c:v>1.4802973661668753E-16</c:v>
                </c:pt>
                <c:pt idx="9570">
                  <c:v>1.4802973661668753E-16</c:v>
                </c:pt>
                <c:pt idx="9571">
                  <c:v>1.4802973661668753E-16</c:v>
                </c:pt>
                <c:pt idx="9572">
                  <c:v>1.4802973661668753E-16</c:v>
                </c:pt>
                <c:pt idx="9573">
                  <c:v>1.4802973661668753E-16</c:v>
                </c:pt>
                <c:pt idx="9574">
                  <c:v>1.4802973661668753E-16</c:v>
                </c:pt>
                <c:pt idx="9575">
                  <c:v>1.4802973661668753E-16</c:v>
                </c:pt>
                <c:pt idx="9576">
                  <c:v>1.4802973661668753E-16</c:v>
                </c:pt>
                <c:pt idx="9577">
                  <c:v>1.4802973661668753E-16</c:v>
                </c:pt>
                <c:pt idx="9578">
                  <c:v>1.4802973661668753E-16</c:v>
                </c:pt>
                <c:pt idx="9579">
                  <c:v>1.4802973661668753E-16</c:v>
                </c:pt>
                <c:pt idx="9580">
                  <c:v>1.4802973661668753E-16</c:v>
                </c:pt>
                <c:pt idx="9581">
                  <c:v>1.4802973661668753E-16</c:v>
                </c:pt>
                <c:pt idx="9582">
                  <c:v>1.4802973661668753E-16</c:v>
                </c:pt>
                <c:pt idx="9583">
                  <c:v>1.4802973661668753E-16</c:v>
                </c:pt>
                <c:pt idx="9584">
                  <c:v>1.4802973661668753E-16</c:v>
                </c:pt>
                <c:pt idx="9585">
                  <c:v>1.4802973661668753E-16</c:v>
                </c:pt>
                <c:pt idx="9586">
                  <c:v>1.4802973661668753E-16</c:v>
                </c:pt>
                <c:pt idx="9587">
                  <c:v>1.4802973661668753E-16</c:v>
                </c:pt>
                <c:pt idx="9588">
                  <c:v>1.4802973661668753E-16</c:v>
                </c:pt>
                <c:pt idx="9589">
                  <c:v>1.4802973661668753E-16</c:v>
                </c:pt>
                <c:pt idx="9590">
                  <c:v>1.4802973661668753E-16</c:v>
                </c:pt>
                <c:pt idx="9591">
                  <c:v>1.4802973661668753E-16</c:v>
                </c:pt>
                <c:pt idx="9592">
                  <c:v>1.4802973661668753E-16</c:v>
                </c:pt>
                <c:pt idx="9593">
                  <c:v>1.4802973661668753E-16</c:v>
                </c:pt>
                <c:pt idx="9594">
                  <c:v>1.4802973661668753E-16</c:v>
                </c:pt>
                <c:pt idx="9595">
                  <c:v>1.4802973661668753E-16</c:v>
                </c:pt>
                <c:pt idx="9596">
                  <c:v>1.4802973661668753E-16</c:v>
                </c:pt>
                <c:pt idx="9597">
                  <c:v>1.4802973661668753E-16</c:v>
                </c:pt>
                <c:pt idx="9598">
                  <c:v>1.4802973661668753E-16</c:v>
                </c:pt>
                <c:pt idx="9599">
                  <c:v>1.4802973661668753E-16</c:v>
                </c:pt>
                <c:pt idx="9600">
                  <c:v>1.4802973661668753E-16</c:v>
                </c:pt>
                <c:pt idx="9601">
                  <c:v>1.4802973661668753E-16</c:v>
                </c:pt>
                <c:pt idx="9602">
                  <c:v>1.4802973661668753E-16</c:v>
                </c:pt>
                <c:pt idx="9603">
                  <c:v>1.4802973661668753E-16</c:v>
                </c:pt>
                <c:pt idx="9604">
                  <c:v>1.4802973661668753E-16</c:v>
                </c:pt>
                <c:pt idx="9605">
                  <c:v>1.4802973661668753E-16</c:v>
                </c:pt>
                <c:pt idx="9606">
                  <c:v>1.4802973661668753E-16</c:v>
                </c:pt>
                <c:pt idx="9607">
                  <c:v>1.4802973661668753E-16</c:v>
                </c:pt>
                <c:pt idx="9608">
                  <c:v>1.4802973661668753E-16</c:v>
                </c:pt>
                <c:pt idx="9609">
                  <c:v>1.4802973661668753E-16</c:v>
                </c:pt>
                <c:pt idx="9610">
                  <c:v>1.4802973661668753E-16</c:v>
                </c:pt>
                <c:pt idx="9611">
                  <c:v>1.4802973661668753E-16</c:v>
                </c:pt>
                <c:pt idx="9612">
                  <c:v>1.4802973661668753E-16</c:v>
                </c:pt>
                <c:pt idx="9613">
                  <c:v>1.4802973661668753E-16</c:v>
                </c:pt>
                <c:pt idx="9614">
                  <c:v>1.4802973661668753E-16</c:v>
                </c:pt>
                <c:pt idx="9615">
                  <c:v>1.4802973661668753E-16</c:v>
                </c:pt>
                <c:pt idx="9616">
                  <c:v>1.4802973661668753E-16</c:v>
                </c:pt>
                <c:pt idx="9617">
                  <c:v>1.4802973661668753E-16</c:v>
                </c:pt>
                <c:pt idx="9618">
                  <c:v>1.4802973661668753E-16</c:v>
                </c:pt>
                <c:pt idx="9619">
                  <c:v>1.4802973661668753E-16</c:v>
                </c:pt>
                <c:pt idx="9620">
                  <c:v>1.4802973661668753E-16</c:v>
                </c:pt>
                <c:pt idx="9621">
                  <c:v>1.4802973661668753E-16</c:v>
                </c:pt>
                <c:pt idx="9622">
                  <c:v>1.4802973661668753E-16</c:v>
                </c:pt>
                <c:pt idx="9623">
                  <c:v>1.4802973661668753E-16</c:v>
                </c:pt>
                <c:pt idx="9624">
                  <c:v>1.4802973661668753E-16</c:v>
                </c:pt>
                <c:pt idx="9625">
                  <c:v>1.4802973661668753E-16</c:v>
                </c:pt>
                <c:pt idx="9626">
                  <c:v>1.4802973661668753E-16</c:v>
                </c:pt>
                <c:pt idx="9627">
                  <c:v>1.4802973661668753E-16</c:v>
                </c:pt>
                <c:pt idx="9628">
                  <c:v>1.4802973661668753E-16</c:v>
                </c:pt>
                <c:pt idx="9629">
                  <c:v>1.4802973661668753E-16</c:v>
                </c:pt>
                <c:pt idx="9630">
                  <c:v>1.4802973661668753E-16</c:v>
                </c:pt>
                <c:pt idx="9631">
                  <c:v>1.4802973661668753E-16</c:v>
                </c:pt>
                <c:pt idx="9632">
                  <c:v>1.4802973661668753E-16</c:v>
                </c:pt>
                <c:pt idx="9633">
                  <c:v>1.4802973661668753E-16</c:v>
                </c:pt>
                <c:pt idx="9634">
                  <c:v>1.4802973661668753E-16</c:v>
                </c:pt>
                <c:pt idx="9635">
                  <c:v>1.4802973661668753E-16</c:v>
                </c:pt>
                <c:pt idx="9636">
                  <c:v>1.4802973661668753E-16</c:v>
                </c:pt>
                <c:pt idx="9637">
                  <c:v>1.4802973661668753E-16</c:v>
                </c:pt>
                <c:pt idx="9638">
                  <c:v>1.4802973661668753E-16</c:v>
                </c:pt>
                <c:pt idx="9639">
                  <c:v>1.4802973661668753E-16</c:v>
                </c:pt>
                <c:pt idx="9640">
                  <c:v>1.4802973661668753E-16</c:v>
                </c:pt>
                <c:pt idx="9641">
                  <c:v>1.4802973661668753E-16</c:v>
                </c:pt>
                <c:pt idx="9642">
                  <c:v>1.4802973661668753E-16</c:v>
                </c:pt>
                <c:pt idx="9643">
                  <c:v>1.4802973661668753E-16</c:v>
                </c:pt>
                <c:pt idx="9644">
                  <c:v>1.4802973661668753E-16</c:v>
                </c:pt>
                <c:pt idx="9645">
                  <c:v>1.4802973661668753E-16</c:v>
                </c:pt>
                <c:pt idx="9646">
                  <c:v>1.4802973661668753E-16</c:v>
                </c:pt>
                <c:pt idx="9647">
                  <c:v>1.4802973661668753E-16</c:v>
                </c:pt>
                <c:pt idx="9648">
                  <c:v>1.4802973661668753E-16</c:v>
                </c:pt>
                <c:pt idx="9649">
                  <c:v>1.4802973661668753E-16</c:v>
                </c:pt>
                <c:pt idx="9650">
                  <c:v>1.4802973661668753E-16</c:v>
                </c:pt>
                <c:pt idx="9651">
                  <c:v>1.4802973661668753E-16</c:v>
                </c:pt>
                <c:pt idx="9652">
                  <c:v>1.4802973661668753E-16</c:v>
                </c:pt>
                <c:pt idx="9653">
                  <c:v>1.4802973661668753E-16</c:v>
                </c:pt>
                <c:pt idx="9654">
                  <c:v>1.4802973661668753E-16</c:v>
                </c:pt>
                <c:pt idx="9655">
                  <c:v>1.4802973661668753E-16</c:v>
                </c:pt>
                <c:pt idx="9656">
                  <c:v>1.4802973661668753E-16</c:v>
                </c:pt>
                <c:pt idx="9657">
                  <c:v>1.4802973661668753E-16</c:v>
                </c:pt>
                <c:pt idx="9658">
                  <c:v>1.4802973661668753E-16</c:v>
                </c:pt>
                <c:pt idx="9659">
                  <c:v>1.4802973661668753E-16</c:v>
                </c:pt>
                <c:pt idx="9660">
                  <c:v>1.4802973661668753E-16</c:v>
                </c:pt>
                <c:pt idx="9661">
                  <c:v>1.4802973661668753E-16</c:v>
                </c:pt>
                <c:pt idx="9662">
                  <c:v>1.4802973661668753E-16</c:v>
                </c:pt>
                <c:pt idx="9663">
                  <c:v>1.4802973661668753E-16</c:v>
                </c:pt>
                <c:pt idx="9664">
                  <c:v>1.4802973661668753E-16</c:v>
                </c:pt>
                <c:pt idx="9665">
                  <c:v>1.4802973661668753E-16</c:v>
                </c:pt>
                <c:pt idx="9666">
                  <c:v>1.4802973661668753E-16</c:v>
                </c:pt>
                <c:pt idx="9667">
                  <c:v>1.4802973661668753E-16</c:v>
                </c:pt>
                <c:pt idx="9668">
                  <c:v>1.4802973661668753E-16</c:v>
                </c:pt>
                <c:pt idx="9669">
                  <c:v>1.4802973661668753E-16</c:v>
                </c:pt>
                <c:pt idx="9670">
                  <c:v>1.4802973661668753E-16</c:v>
                </c:pt>
                <c:pt idx="9671">
                  <c:v>1.4802973661668753E-16</c:v>
                </c:pt>
                <c:pt idx="9672">
                  <c:v>1.4802973661668753E-16</c:v>
                </c:pt>
                <c:pt idx="9673">
                  <c:v>1.4802973661668753E-16</c:v>
                </c:pt>
                <c:pt idx="9674">
                  <c:v>1.4802973661668753E-16</c:v>
                </c:pt>
                <c:pt idx="9675">
                  <c:v>1.4802973661668753E-16</c:v>
                </c:pt>
                <c:pt idx="9676">
                  <c:v>1.4802973661668753E-16</c:v>
                </c:pt>
                <c:pt idx="9677">
                  <c:v>1.4802973661668753E-16</c:v>
                </c:pt>
                <c:pt idx="9678">
                  <c:v>1.4802973661668753E-16</c:v>
                </c:pt>
                <c:pt idx="9679">
                  <c:v>1.4802973661668753E-16</c:v>
                </c:pt>
                <c:pt idx="9680">
                  <c:v>1.4802973661668753E-16</c:v>
                </c:pt>
                <c:pt idx="9681">
                  <c:v>1.4802973661668753E-16</c:v>
                </c:pt>
                <c:pt idx="9682">
                  <c:v>1.4802973661668753E-16</c:v>
                </c:pt>
                <c:pt idx="9683">
                  <c:v>1.4802973661668753E-16</c:v>
                </c:pt>
                <c:pt idx="9684">
                  <c:v>1.4802973661668753E-16</c:v>
                </c:pt>
                <c:pt idx="9685">
                  <c:v>1.4802973661668753E-16</c:v>
                </c:pt>
                <c:pt idx="9686">
                  <c:v>1.4802973661668753E-16</c:v>
                </c:pt>
                <c:pt idx="9687">
                  <c:v>1.4802973661668753E-16</c:v>
                </c:pt>
                <c:pt idx="9688">
                  <c:v>1.4802973661668753E-16</c:v>
                </c:pt>
                <c:pt idx="9689">
                  <c:v>1.4802973661668753E-16</c:v>
                </c:pt>
                <c:pt idx="9690">
                  <c:v>1.4802973661668753E-16</c:v>
                </c:pt>
                <c:pt idx="9691">
                  <c:v>1.4802973661668753E-16</c:v>
                </c:pt>
                <c:pt idx="9692">
                  <c:v>1.4802973661668753E-16</c:v>
                </c:pt>
                <c:pt idx="9693">
                  <c:v>1.4802973661668753E-16</c:v>
                </c:pt>
                <c:pt idx="9694">
                  <c:v>1.4802973661668753E-16</c:v>
                </c:pt>
                <c:pt idx="9695">
                  <c:v>1.4802973661668753E-16</c:v>
                </c:pt>
                <c:pt idx="9696">
                  <c:v>1.4802973661668753E-16</c:v>
                </c:pt>
                <c:pt idx="9697">
                  <c:v>1.4802973661668753E-16</c:v>
                </c:pt>
                <c:pt idx="9698">
                  <c:v>1.4802973661668753E-16</c:v>
                </c:pt>
                <c:pt idx="9699">
                  <c:v>1.4802973661668753E-16</c:v>
                </c:pt>
                <c:pt idx="9700">
                  <c:v>1.4802973661668753E-16</c:v>
                </c:pt>
                <c:pt idx="9701">
                  <c:v>1.4802973661668753E-16</c:v>
                </c:pt>
                <c:pt idx="9702">
                  <c:v>1.4802973661668753E-16</c:v>
                </c:pt>
                <c:pt idx="9703">
                  <c:v>1.4802973661668753E-16</c:v>
                </c:pt>
                <c:pt idx="9704">
                  <c:v>1.4802973661668753E-16</c:v>
                </c:pt>
                <c:pt idx="9705">
                  <c:v>1.4802973661668753E-16</c:v>
                </c:pt>
                <c:pt idx="9706">
                  <c:v>1.4802973661668753E-16</c:v>
                </c:pt>
                <c:pt idx="9707">
                  <c:v>1.4802973661668753E-16</c:v>
                </c:pt>
                <c:pt idx="9708">
                  <c:v>1.4802973661668753E-16</c:v>
                </c:pt>
                <c:pt idx="9709">
                  <c:v>1.4802973661668753E-16</c:v>
                </c:pt>
                <c:pt idx="9710">
                  <c:v>1.4802973661668753E-16</c:v>
                </c:pt>
                <c:pt idx="9711">
                  <c:v>1.4802973661668753E-16</c:v>
                </c:pt>
                <c:pt idx="9712">
                  <c:v>1.4802973661668753E-16</c:v>
                </c:pt>
                <c:pt idx="9713">
                  <c:v>1.4802973661668753E-16</c:v>
                </c:pt>
                <c:pt idx="9714">
                  <c:v>1.4802973661668753E-16</c:v>
                </c:pt>
                <c:pt idx="9715">
                  <c:v>1.4802973661668753E-16</c:v>
                </c:pt>
                <c:pt idx="9716">
                  <c:v>1.4802973661668753E-16</c:v>
                </c:pt>
                <c:pt idx="9717">
                  <c:v>1.4802973661668753E-16</c:v>
                </c:pt>
                <c:pt idx="9718">
                  <c:v>1.4802973661668753E-16</c:v>
                </c:pt>
                <c:pt idx="9719">
                  <c:v>1.4802973661668753E-16</c:v>
                </c:pt>
                <c:pt idx="9720">
                  <c:v>1.4802973661668753E-16</c:v>
                </c:pt>
                <c:pt idx="9721">
                  <c:v>1.4802973661668753E-16</c:v>
                </c:pt>
                <c:pt idx="9722">
                  <c:v>1.4802973661668753E-16</c:v>
                </c:pt>
                <c:pt idx="9723">
                  <c:v>1.4802973661668753E-16</c:v>
                </c:pt>
                <c:pt idx="9724">
                  <c:v>1.4802973661668753E-16</c:v>
                </c:pt>
                <c:pt idx="9725">
                  <c:v>1.4802973661668753E-16</c:v>
                </c:pt>
                <c:pt idx="9726">
                  <c:v>1.4802973661668753E-16</c:v>
                </c:pt>
                <c:pt idx="9727">
                  <c:v>1.4802973661668753E-16</c:v>
                </c:pt>
                <c:pt idx="9728">
                  <c:v>1.4802973661668753E-16</c:v>
                </c:pt>
                <c:pt idx="9729">
                  <c:v>1.4802973661668753E-16</c:v>
                </c:pt>
                <c:pt idx="9730">
                  <c:v>1.4802973661668753E-16</c:v>
                </c:pt>
                <c:pt idx="9731">
                  <c:v>1.4802973661668753E-16</c:v>
                </c:pt>
                <c:pt idx="9732">
                  <c:v>1.4802973661668753E-16</c:v>
                </c:pt>
                <c:pt idx="9733">
                  <c:v>1.4802973661668753E-16</c:v>
                </c:pt>
                <c:pt idx="9734">
                  <c:v>1.4802973661668753E-16</c:v>
                </c:pt>
                <c:pt idx="9735">
                  <c:v>1.4802973661668753E-16</c:v>
                </c:pt>
                <c:pt idx="9736">
                  <c:v>1.4802973661668753E-16</c:v>
                </c:pt>
                <c:pt idx="9737">
                  <c:v>1.4802973661668753E-16</c:v>
                </c:pt>
                <c:pt idx="9738">
                  <c:v>1.4802973661668753E-16</c:v>
                </c:pt>
                <c:pt idx="9739">
                  <c:v>1.4802973661668753E-16</c:v>
                </c:pt>
                <c:pt idx="9740">
                  <c:v>1.4802973661668753E-16</c:v>
                </c:pt>
                <c:pt idx="9741">
                  <c:v>1.4802973661668753E-16</c:v>
                </c:pt>
                <c:pt idx="9742">
                  <c:v>1.4802973661668753E-16</c:v>
                </c:pt>
                <c:pt idx="9743">
                  <c:v>1.4802973661668753E-16</c:v>
                </c:pt>
                <c:pt idx="9744">
                  <c:v>1.4802973661668753E-16</c:v>
                </c:pt>
                <c:pt idx="9745">
                  <c:v>1.4802973661668753E-16</c:v>
                </c:pt>
                <c:pt idx="9746">
                  <c:v>1.4802973661668753E-16</c:v>
                </c:pt>
                <c:pt idx="9747">
                  <c:v>1.4802973661668753E-16</c:v>
                </c:pt>
                <c:pt idx="9748">
                  <c:v>1.4802973661668753E-16</c:v>
                </c:pt>
                <c:pt idx="9749">
                  <c:v>1.4802973661668753E-16</c:v>
                </c:pt>
                <c:pt idx="9750">
                  <c:v>1.4802973661668753E-16</c:v>
                </c:pt>
                <c:pt idx="9751">
                  <c:v>1.4802973661668753E-16</c:v>
                </c:pt>
                <c:pt idx="9752">
                  <c:v>1.4802973661668753E-16</c:v>
                </c:pt>
                <c:pt idx="9753">
                  <c:v>1.4802973661668753E-16</c:v>
                </c:pt>
                <c:pt idx="9754">
                  <c:v>1.4802973661668753E-16</c:v>
                </c:pt>
                <c:pt idx="9755">
                  <c:v>1.4802973661668753E-16</c:v>
                </c:pt>
                <c:pt idx="9756">
                  <c:v>1.4802973661668753E-16</c:v>
                </c:pt>
                <c:pt idx="9757">
                  <c:v>1.4802973661668753E-16</c:v>
                </c:pt>
                <c:pt idx="9758">
                  <c:v>1.4802973661668753E-16</c:v>
                </c:pt>
                <c:pt idx="9759">
                  <c:v>1.4802973661668753E-16</c:v>
                </c:pt>
                <c:pt idx="9760">
                  <c:v>1.4802973661668753E-16</c:v>
                </c:pt>
                <c:pt idx="9761">
                  <c:v>1.4802973661668753E-16</c:v>
                </c:pt>
                <c:pt idx="9762">
                  <c:v>1.4802973661668753E-16</c:v>
                </c:pt>
                <c:pt idx="9763">
                  <c:v>1.4802973661668753E-16</c:v>
                </c:pt>
                <c:pt idx="9764">
                  <c:v>1.4802973661668753E-16</c:v>
                </c:pt>
                <c:pt idx="9765">
                  <c:v>1.4802973661668753E-16</c:v>
                </c:pt>
                <c:pt idx="9766">
                  <c:v>1.4802973661668753E-16</c:v>
                </c:pt>
                <c:pt idx="9767">
                  <c:v>1.4802973661668753E-16</c:v>
                </c:pt>
                <c:pt idx="9768">
                  <c:v>1.4802973661668753E-16</c:v>
                </c:pt>
                <c:pt idx="9769">
                  <c:v>1.4802973661668753E-16</c:v>
                </c:pt>
                <c:pt idx="9770">
                  <c:v>1.4802973661668753E-16</c:v>
                </c:pt>
                <c:pt idx="9771">
                  <c:v>1.4802973661668753E-16</c:v>
                </c:pt>
                <c:pt idx="9772">
                  <c:v>1.4802973661668753E-16</c:v>
                </c:pt>
                <c:pt idx="9773">
                  <c:v>1.4802973661668753E-16</c:v>
                </c:pt>
                <c:pt idx="9774">
                  <c:v>1.4802973661668753E-16</c:v>
                </c:pt>
                <c:pt idx="9775">
                  <c:v>1.4802973661668753E-16</c:v>
                </c:pt>
                <c:pt idx="9776">
                  <c:v>1.4802973661668753E-16</c:v>
                </c:pt>
                <c:pt idx="9777">
                  <c:v>1.4802973661668753E-16</c:v>
                </c:pt>
                <c:pt idx="9778">
                  <c:v>1.4802973661668753E-16</c:v>
                </c:pt>
                <c:pt idx="9779">
                  <c:v>1.4802973661668753E-16</c:v>
                </c:pt>
                <c:pt idx="9780">
                  <c:v>1.4802973661668753E-16</c:v>
                </c:pt>
                <c:pt idx="9781">
                  <c:v>1.4802973661668753E-16</c:v>
                </c:pt>
                <c:pt idx="9782">
                  <c:v>1.4802973661668753E-16</c:v>
                </c:pt>
                <c:pt idx="9783">
                  <c:v>1.4802973661668753E-16</c:v>
                </c:pt>
                <c:pt idx="9784">
                  <c:v>1.4802973661668753E-16</c:v>
                </c:pt>
                <c:pt idx="9785">
                  <c:v>1.4802973661668753E-16</c:v>
                </c:pt>
                <c:pt idx="9786">
                  <c:v>1.4802973661668753E-16</c:v>
                </c:pt>
                <c:pt idx="9787">
                  <c:v>1.4802973661668753E-16</c:v>
                </c:pt>
                <c:pt idx="9788">
                  <c:v>1.4802973661668753E-16</c:v>
                </c:pt>
                <c:pt idx="9789">
                  <c:v>1.4802973661668753E-16</c:v>
                </c:pt>
                <c:pt idx="9790">
                  <c:v>1.4802973661668753E-16</c:v>
                </c:pt>
                <c:pt idx="9791">
                  <c:v>1.4802973661668753E-16</c:v>
                </c:pt>
                <c:pt idx="9792">
                  <c:v>1.4802973661668753E-16</c:v>
                </c:pt>
                <c:pt idx="9793">
                  <c:v>1.4802973661668753E-16</c:v>
                </c:pt>
                <c:pt idx="9794">
                  <c:v>1.4802973661668753E-16</c:v>
                </c:pt>
                <c:pt idx="9795">
                  <c:v>1.4802973661668753E-16</c:v>
                </c:pt>
                <c:pt idx="9796">
                  <c:v>1.4802973661668753E-16</c:v>
                </c:pt>
                <c:pt idx="9797">
                  <c:v>1.4802973661668753E-16</c:v>
                </c:pt>
                <c:pt idx="9798">
                  <c:v>1.4802973661668753E-16</c:v>
                </c:pt>
                <c:pt idx="9799">
                  <c:v>1.4802973661668753E-16</c:v>
                </c:pt>
                <c:pt idx="9800">
                  <c:v>1.4802973661668753E-16</c:v>
                </c:pt>
                <c:pt idx="9801">
                  <c:v>1.4802973661668753E-16</c:v>
                </c:pt>
                <c:pt idx="9802">
                  <c:v>1.4802973661668753E-16</c:v>
                </c:pt>
                <c:pt idx="9803">
                  <c:v>1.4802973661668753E-16</c:v>
                </c:pt>
                <c:pt idx="9804">
                  <c:v>1.4802973661668753E-16</c:v>
                </c:pt>
                <c:pt idx="9805">
                  <c:v>1.4802973661668753E-16</c:v>
                </c:pt>
                <c:pt idx="9806">
                  <c:v>1.4802973661668753E-16</c:v>
                </c:pt>
                <c:pt idx="9807">
                  <c:v>1.4802973661668753E-16</c:v>
                </c:pt>
                <c:pt idx="9808">
                  <c:v>1.4802973661668753E-16</c:v>
                </c:pt>
                <c:pt idx="9809">
                  <c:v>1.4802973661668753E-16</c:v>
                </c:pt>
                <c:pt idx="9810">
                  <c:v>1.4802973661668753E-16</c:v>
                </c:pt>
                <c:pt idx="9811">
                  <c:v>1.4802973661668753E-16</c:v>
                </c:pt>
                <c:pt idx="9812">
                  <c:v>1.4802973661668753E-16</c:v>
                </c:pt>
                <c:pt idx="9813">
                  <c:v>1.4802973661668753E-16</c:v>
                </c:pt>
                <c:pt idx="9814">
                  <c:v>1.4802973661668753E-16</c:v>
                </c:pt>
                <c:pt idx="9815">
                  <c:v>1.4802973661668753E-16</c:v>
                </c:pt>
                <c:pt idx="9816">
                  <c:v>1.4802973661668753E-16</c:v>
                </c:pt>
                <c:pt idx="9817">
                  <c:v>1.4802973661668753E-16</c:v>
                </c:pt>
                <c:pt idx="9818">
                  <c:v>1.4802973661668753E-16</c:v>
                </c:pt>
                <c:pt idx="9819">
                  <c:v>1.4802973661668753E-16</c:v>
                </c:pt>
                <c:pt idx="9820">
                  <c:v>1.4802973661668753E-16</c:v>
                </c:pt>
                <c:pt idx="9821">
                  <c:v>1.4802973661668753E-16</c:v>
                </c:pt>
                <c:pt idx="9822">
                  <c:v>1.4802973661668753E-16</c:v>
                </c:pt>
                <c:pt idx="9823">
                  <c:v>1.4802973661668753E-16</c:v>
                </c:pt>
                <c:pt idx="9824">
                  <c:v>1.4802973661668753E-16</c:v>
                </c:pt>
                <c:pt idx="9825">
                  <c:v>1.4802973661668753E-16</c:v>
                </c:pt>
                <c:pt idx="9826">
                  <c:v>1.4802973661668753E-16</c:v>
                </c:pt>
                <c:pt idx="9827">
                  <c:v>1.4802973661668753E-16</c:v>
                </c:pt>
                <c:pt idx="9828">
                  <c:v>1.4802973661668753E-16</c:v>
                </c:pt>
                <c:pt idx="9829">
                  <c:v>1.4802973661668753E-16</c:v>
                </c:pt>
                <c:pt idx="9830">
                  <c:v>1.4802973661668753E-16</c:v>
                </c:pt>
                <c:pt idx="9831">
                  <c:v>1.4802973661668753E-16</c:v>
                </c:pt>
                <c:pt idx="9832">
                  <c:v>1.4802973661668753E-16</c:v>
                </c:pt>
                <c:pt idx="9833">
                  <c:v>1.4802973661668753E-16</c:v>
                </c:pt>
                <c:pt idx="9834">
                  <c:v>1.4802973661668753E-16</c:v>
                </c:pt>
                <c:pt idx="9835">
                  <c:v>1.4802973661668753E-16</c:v>
                </c:pt>
                <c:pt idx="9836">
                  <c:v>1.4802973661668753E-16</c:v>
                </c:pt>
                <c:pt idx="9837">
                  <c:v>1.4802973661668753E-16</c:v>
                </c:pt>
                <c:pt idx="9838">
                  <c:v>1.4802973661668753E-16</c:v>
                </c:pt>
                <c:pt idx="9839">
                  <c:v>1.4802973661668753E-16</c:v>
                </c:pt>
                <c:pt idx="9840">
                  <c:v>1.4802973661668753E-16</c:v>
                </c:pt>
                <c:pt idx="9841">
                  <c:v>1.4802973661668753E-16</c:v>
                </c:pt>
                <c:pt idx="9842">
                  <c:v>1.4802973661668753E-16</c:v>
                </c:pt>
                <c:pt idx="9843">
                  <c:v>1.4802973661668753E-16</c:v>
                </c:pt>
                <c:pt idx="9844">
                  <c:v>1.4802973661668753E-16</c:v>
                </c:pt>
                <c:pt idx="9845">
                  <c:v>1.4802973661668753E-16</c:v>
                </c:pt>
                <c:pt idx="9846">
                  <c:v>1.4802973661668753E-16</c:v>
                </c:pt>
                <c:pt idx="9847">
                  <c:v>1.4802973661668753E-16</c:v>
                </c:pt>
                <c:pt idx="9848">
                  <c:v>1.4802973661668753E-16</c:v>
                </c:pt>
                <c:pt idx="9849">
                  <c:v>1.4802973661668753E-16</c:v>
                </c:pt>
                <c:pt idx="9850">
                  <c:v>1.4802973661668753E-16</c:v>
                </c:pt>
                <c:pt idx="9851">
                  <c:v>1.4802973661668753E-16</c:v>
                </c:pt>
                <c:pt idx="9852">
                  <c:v>1.4802973661668753E-16</c:v>
                </c:pt>
                <c:pt idx="9853">
                  <c:v>1.4802973661668753E-16</c:v>
                </c:pt>
                <c:pt idx="9854">
                  <c:v>1.4802973661668753E-16</c:v>
                </c:pt>
                <c:pt idx="9855">
                  <c:v>1.4802973661668753E-16</c:v>
                </c:pt>
                <c:pt idx="9856">
                  <c:v>1.4802973661668753E-16</c:v>
                </c:pt>
                <c:pt idx="9857">
                  <c:v>1.4802973661668753E-16</c:v>
                </c:pt>
                <c:pt idx="9858">
                  <c:v>1.4802973661668753E-16</c:v>
                </c:pt>
                <c:pt idx="9859">
                  <c:v>1.4802973661668753E-16</c:v>
                </c:pt>
                <c:pt idx="9860">
                  <c:v>1.4802973661668753E-16</c:v>
                </c:pt>
                <c:pt idx="9861">
                  <c:v>1.4802973661668753E-16</c:v>
                </c:pt>
                <c:pt idx="9862">
                  <c:v>1.4802973661668753E-16</c:v>
                </c:pt>
                <c:pt idx="9863">
                  <c:v>1.4802973661668753E-16</c:v>
                </c:pt>
                <c:pt idx="9864">
                  <c:v>1.4802973661668753E-16</c:v>
                </c:pt>
                <c:pt idx="9865">
                  <c:v>1.4802973661668753E-16</c:v>
                </c:pt>
                <c:pt idx="9866">
                  <c:v>1.4802973661668753E-16</c:v>
                </c:pt>
                <c:pt idx="9867">
                  <c:v>1.4802973661668753E-16</c:v>
                </c:pt>
                <c:pt idx="9868">
                  <c:v>1.4802973661668753E-16</c:v>
                </c:pt>
                <c:pt idx="9869">
                  <c:v>1.4802973661668753E-16</c:v>
                </c:pt>
                <c:pt idx="9870">
                  <c:v>1.4802973661668753E-16</c:v>
                </c:pt>
                <c:pt idx="9871">
                  <c:v>1.4802973661668753E-16</c:v>
                </c:pt>
                <c:pt idx="9872">
                  <c:v>1.4802973661668753E-16</c:v>
                </c:pt>
                <c:pt idx="9873">
                  <c:v>1.4802973661668753E-16</c:v>
                </c:pt>
                <c:pt idx="9874">
                  <c:v>1.4802973661668753E-16</c:v>
                </c:pt>
                <c:pt idx="9875">
                  <c:v>1.4802973661668753E-16</c:v>
                </c:pt>
                <c:pt idx="9876">
                  <c:v>1.4802973661668753E-16</c:v>
                </c:pt>
                <c:pt idx="9877">
                  <c:v>1.4802973661668753E-16</c:v>
                </c:pt>
                <c:pt idx="9878">
                  <c:v>1.4802973661668753E-16</c:v>
                </c:pt>
                <c:pt idx="9879">
                  <c:v>1.4802973661668753E-16</c:v>
                </c:pt>
                <c:pt idx="9880">
                  <c:v>1.4802973661668753E-16</c:v>
                </c:pt>
                <c:pt idx="9881">
                  <c:v>1.4802973661668753E-16</c:v>
                </c:pt>
                <c:pt idx="9882">
                  <c:v>1.4802973661668753E-16</c:v>
                </c:pt>
                <c:pt idx="9883">
                  <c:v>1.4802973661668753E-16</c:v>
                </c:pt>
                <c:pt idx="9884">
                  <c:v>1.4802973661668753E-16</c:v>
                </c:pt>
                <c:pt idx="9885">
                  <c:v>1.4802973661668753E-16</c:v>
                </c:pt>
                <c:pt idx="9886">
                  <c:v>1.4802973661668753E-16</c:v>
                </c:pt>
                <c:pt idx="9887">
                  <c:v>1.4802973661668753E-16</c:v>
                </c:pt>
                <c:pt idx="9888">
                  <c:v>1.4802973661668753E-16</c:v>
                </c:pt>
                <c:pt idx="9889">
                  <c:v>1.4802973661668753E-16</c:v>
                </c:pt>
                <c:pt idx="9890">
                  <c:v>1.4802973661668753E-16</c:v>
                </c:pt>
                <c:pt idx="9891">
                  <c:v>1.4802973661668753E-16</c:v>
                </c:pt>
                <c:pt idx="9892">
                  <c:v>1.4802973661668753E-16</c:v>
                </c:pt>
                <c:pt idx="9893">
                  <c:v>1.4802973661668753E-16</c:v>
                </c:pt>
                <c:pt idx="9894">
                  <c:v>1.4802973661668753E-16</c:v>
                </c:pt>
                <c:pt idx="9895">
                  <c:v>1.4802973661668753E-16</c:v>
                </c:pt>
                <c:pt idx="9896">
                  <c:v>1.4802973661668753E-16</c:v>
                </c:pt>
                <c:pt idx="9897">
                  <c:v>1.4802973661668753E-16</c:v>
                </c:pt>
                <c:pt idx="9898">
                  <c:v>1.4802973661668753E-16</c:v>
                </c:pt>
                <c:pt idx="9899">
                  <c:v>1.4802973661668753E-16</c:v>
                </c:pt>
                <c:pt idx="9900">
                  <c:v>1.4802973661668753E-16</c:v>
                </c:pt>
                <c:pt idx="9901">
                  <c:v>1.4802973661668753E-16</c:v>
                </c:pt>
                <c:pt idx="9902">
                  <c:v>1.4802973661668753E-16</c:v>
                </c:pt>
                <c:pt idx="9903">
                  <c:v>1.4802973661668753E-16</c:v>
                </c:pt>
                <c:pt idx="9904">
                  <c:v>1.4802973661668753E-16</c:v>
                </c:pt>
                <c:pt idx="9905">
                  <c:v>1.4802973661668753E-16</c:v>
                </c:pt>
                <c:pt idx="9906">
                  <c:v>1.4802973661668753E-16</c:v>
                </c:pt>
                <c:pt idx="9907">
                  <c:v>1.4802973661668753E-16</c:v>
                </c:pt>
                <c:pt idx="9908">
                  <c:v>1.4802973661668753E-16</c:v>
                </c:pt>
                <c:pt idx="9909">
                  <c:v>1.4802973661668753E-16</c:v>
                </c:pt>
                <c:pt idx="9910">
                  <c:v>1.4802973661668753E-16</c:v>
                </c:pt>
                <c:pt idx="9911">
                  <c:v>1.4802973661668753E-16</c:v>
                </c:pt>
                <c:pt idx="9912">
                  <c:v>1.4802973661668753E-16</c:v>
                </c:pt>
                <c:pt idx="9913">
                  <c:v>1.4802973661668753E-16</c:v>
                </c:pt>
                <c:pt idx="9914">
                  <c:v>1.4802973661668753E-16</c:v>
                </c:pt>
                <c:pt idx="9915">
                  <c:v>1.4802973661668753E-16</c:v>
                </c:pt>
                <c:pt idx="9916">
                  <c:v>1.4802973661668753E-16</c:v>
                </c:pt>
                <c:pt idx="9917">
                  <c:v>1.4802973661668753E-16</c:v>
                </c:pt>
                <c:pt idx="9918">
                  <c:v>1.4802973661668753E-16</c:v>
                </c:pt>
                <c:pt idx="9919">
                  <c:v>1.4802973661668753E-16</c:v>
                </c:pt>
                <c:pt idx="9920">
                  <c:v>1.4802973661668753E-16</c:v>
                </c:pt>
                <c:pt idx="9921">
                  <c:v>1.4802973661668753E-16</c:v>
                </c:pt>
                <c:pt idx="9922">
                  <c:v>1.4802973661668753E-16</c:v>
                </c:pt>
                <c:pt idx="9923">
                  <c:v>1.4802973661668753E-16</c:v>
                </c:pt>
                <c:pt idx="9924">
                  <c:v>1.4802973661668753E-16</c:v>
                </c:pt>
                <c:pt idx="9925">
                  <c:v>1.4802973661668753E-16</c:v>
                </c:pt>
                <c:pt idx="9926">
                  <c:v>1.4802973661668753E-16</c:v>
                </c:pt>
                <c:pt idx="9927">
                  <c:v>1.4802973661668753E-16</c:v>
                </c:pt>
                <c:pt idx="9928">
                  <c:v>1.4802973661668753E-16</c:v>
                </c:pt>
                <c:pt idx="9929">
                  <c:v>1.4802973661668753E-16</c:v>
                </c:pt>
                <c:pt idx="9930">
                  <c:v>1.4802973661668753E-16</c:v>
                </c:pt>
                <c:pt idx="9931">
                  <c:v>1.4802973661668753E-16</c:v>
                </c:pt>
                <c:pt idx="9932">
                  <c:v>1.4802973661668753E-16</c:v>
                </c:pt>
                <c:pt idx="9933">
                  <c:v>1.4802973661668753E-16</c:v>
                </c:pt>
                <c:pt idx="9934">
                  <c:v>1.4802973661668753E-16</c:v>
                </c:pt>
                <c:pt idx="9935">
                  <c:v>1.4802973661668753E-16</c:v>
                </c:pt>
                <c:pt idx="9936">
                  <c:v>1.4802973661668753E-16</c:v>
                </c:pt>
                <c:pt idx="9937">
                  <c:v>1.4802973661668753E-16</c:v>
                </c:pt>
                <c:pt idx="9938">
                  <c:v>1.4802973661668753E-16</c:v>
                </c:pt>
                <c:pt idx="9939">
                  <c:v>1.4802973661668753E-16</c:v>
                </c:pt>
                <c:pt idx="9940">
                  <c:v>1.4802973661668753E-16</c:v>
                </c:pt>
                <c:pt idx="9941">
                  <c:v>1.4802973661668753E-16</c:v>
                </c:pt>
                <c:pt idx="9942">
                  <c:v>1.4802973661668753E-16</c:v>
                </c:pt>
                <c:pt idx="9943">
                  <c:v>1.4802973661668753E-16</c:v>
                </c:pt>
                <c:pt idx="9944">
                  <c:v>1.4802973661668753E-16</c:v>
                </c:pt>
                <c:pt idx="9945">
                  <c:v>1.4802973661668753E-16</c:v>
                </c:pt>
                <c:pt idx="9946">
                  <c:v>1.4802973661668753E-16</c:v>
                </c:pt>
                <c:pt idx="9947">
                  <c:v>1.4802973661668753E-16</c:v>
                </c:pt>
                <c:pt idx="9948">
                  <c:v>1.4802973661668753E-16</c:v>
                </c:pt>
                <c:pt idx="9949">
                  <c:v>1.4802973661668753E-16</c:v>
                </c:pt>
                <c:pt idx="9950">
                  <c:v>1.4802973661668753E-16</c:v>
                </c:pt>
                <c:pt idx="9951">
                  <c:v>1.4802973661668753E-16</c:v>
                </c:pt>
                <c:pt idx="9952">
                  <c:v>1.4802973661668753E-16</c:v>
                </c:pt>
                <c:pt idx="9953">
                  <c:v>1.4802973661668753E-16</c:v>
                </c:pt>
                <c:pt idx="9954">
                  <c:v>1.4802973661668753E-16</c:v>
                </c:pt>
                <c:pt idx="9955">
                  <c:v>1.4802973661668753E-16</c:v>
                </c:pt>
                <c:pt idx="9956">
                  <c:v>1.4802973661668753E-16</c:v>
                </c:pt>
                <c:pt idx="9957">
                  <c:v>1.4802973661668753E-16</c:v>
                </c:pt>
                <c:pt idx="9958">
                  <c:v>1.4802973661668753E-16</c:v>
                </c:pt>
                <c:pt idx="9959">
                  <c:v>1.4802973661668753E-16</c:v>
                </c:pt>
                <c:pt idx="9960">
                  <c:v>1.4802973661668753E-16</c:v>
                </c:pt>
                <c:pt idx="9961">
                  <c:v>1.4802973661668753E-16</c:v>
                </c:pt>
                <c:pt idx="9962">
                  <c:v>1.4802973661668753E-16</c:v>
                </c:pt>
                <c:pt idx="9963">
                  <c:v>1.4802973661668753E-16</c:v>
                </c:pt>
                <c:pt idx="9964">
                  <c:v>1.4802973661668753E-16</c:v>
                </c:pt>
                <c:pt idx="9965">
                  <c:v>1.4802973661668753E-16</c:v>
                </c:pt>
                <c:pt idx="9966">
                  <c:v>1.4802973661668753E-16</c:v>
                </c:pt>
                <c:pt idx="9967">
                  <c:v>1.4802973661668753E-16</c:v>
                </c:pt>
                <c:pt idx="9968">
                  <c:v>1.4802973661668753E-16</c:v>
                </c:pt>
                <c:pt idx="9969">
                  <c:v>1.4802973661668753E-16</c:v>
                </c:pt>
                <c:pt idx="9970">
                  <c:v>1.4802973661668753E-16</c:v>
                </c:pt>
                <c:pt idx="9971">
                  <c:v>1.4802973661668753E-16</c:v>
                </c:pt>
                <c:pt idx="9972">
                  <c:v>1.4802973661668753E-16</c:v>
                </c:pt>
                <c:pt idx="9973">
                  <c:v>1.4802973661668753E-16</c:v>
                </c:pt>
                <c:pt idx="9974">
                  <c:v>1.4802973661668753E-16</c:v>
                </c:pt>
                <c:pt idx="9975">
                  <c:v>1.4802973661668753E-16</c:v>
                </c:pt>
                <c:pt idx="9976">
                  <c:v>1.4802973661668753E-16</c:v>
                </c:pt>
                <c:pt idx="9977">
                  <c:v>1.4802973661668753E-16</c:v>
                </c:pt>
                <c:pt idx="9978">
                  <c:v>1.4802973661668753E-16</c:v>
                </c:pt>
                <c:pt idx="9979">
                  <c:v>1.4802973661668753E-16</c:v>
                </c:pt>
                <c:pt idx="9980">
                  <c:v>1.4802973661668753E-16</c:v>
                </c:pt>
                <c:pt idx="9981">
                  <c:v>1.4802973661668753E-16</c:v>
                </c:pt>
                <c:pt idx="9982">
                  <c:v>1.4802973661668753E-16</c:v>
                </c:pt>
                <c:pt idx="9983">
                  <c:v>1.4802973661668753E-16</c:v>
                </c:pt>
                <c:pt idx="9984">
                  <c:v>1.4802973661668753E-16</c:v>
                </c:pt>
                <c:pt idx="9985">
                  <c:v>1.4802973661668753E-16</c:v>
                </c:pt>
                <c:pt idx="9986">
                  <c:v>1.4802973661668753E-16</c:v>
                </c:pt>
                <c:pt idx="9987">
                  <c:v>1.4802973661668753E-16</c:v>
                </c:pt>
                <c:pt idx="9988">
                  <c:v>1.4802973661668753E-16</c:v>
                </c:pt>
                <c:pt idx="9989">
                  <c:v>1.4802973661668753E-16</c:v>
                </c:pt>
                <c:pt idx="9990">
                  <c:v>1.4802973661668753E-16</c:v>
                </c:pt>
                <c:pt idx="9991">
                  <c:v>1.4802973661668753E-16</c:v>
                </c:pt>
                <c:pt idx="9992">
                  <c:v>1.4802973661668753E-16</c:v>
                </c:pt>
                <c:pt idx="9993">
                  <c:v>1.4802973661668753E-16</c:v>
                </c:pt>
                <c:pt idx="9994">
                  <c:v>1.4802973661668753E-16</c:v>
                </c:pt>
                <c:pt idx="9995">
                  <c:v>1.4802973661668753E-16</c:v>
                </c:pt>
                <c:pt idx="9996">
                  <c:v>1.4802973661668753E-16</c:v>
                </c:pt>
                <c:pt idx="9997">
                  <c:v>1.4802973661668753E-16</c:v>
                </c:pt>
                <c:pt idx="9998">
                  <c:v>1.4802973661668753E-16</c:v>
                </c:pt>
                <c:pt idx="9999">
                  <c:v>1.4802973661668753E-16</c:v>
                </c:pt>
                <c:pt idx="10000">
                  <c:v>1.4802973661668753E-16</c:v>
                </c:pt>
                <c:pt idx="10001">
                  <c:v>1.4802973661668753E-16</c:v>
                </c:pt>
                <c:pt idx="10002">
                  <c:v>1.4802973661668753E-16</c:v>
                </c:pt>
                <c:pt idx="10003">
                  <c:v>1.4802973661668753E-16</c:v>
                </c:pt>
                <c:pt idx="10004">
                  <c:v>1.4802973661668753E-16</c:v>
                </c:pt>
                <c:pt idx="10005">
                  <c:v>1.4802973661668753E-16</c:v>
                </c:pt>
                <c:pt idx="10006">
                  <c:v>1.4802973661668753E-16</c:v>
                </c:pt>
                <c:pt idx="10007">
                  <c:v>1.4802973661668753E-16</c:v>
                </c:pt>
                <c:pt idx="10008">
                  <c:v>1.4802973661668753E-16</c:v>
                </c:pt>
                <c:pt idx="10009">
                  <c:v>1.4802973661668753E-16</c:v>
                </c:pt>
                <c:pt idx="10010">
                  <c:v>1.4802973661668753E-16</c:v>
                </c:pt>
                <c:pt idx="10011">
                  <c:v>1.4802973661668753E-16</c:v>
                </c:pt>
                <c:pt idx="10012">
                  <c:v>1.4802973661668753E-16</c:v>
                </c:pt>
                <c:pt idx="10013">
                  <c:v>1.4802973661668753E-16</c:v>
                </c:pt>
                <c:pt idx="10014">
                  <c:v>1.4802973661668753E-16</c:v>
                </c:pt>
                <c:pt idx="10015">
                  <c:v>1.4802973661668753E-16</c:v>
                </c:pt>
                <c:pt idx="10016">
                  <c:v>1.4802973661668753E-16</c:v>
                </c:pt>
                <c:pt idx="10017">
                  <c:v>1.4802973661668753E-16</c:v>
                </c:pt>
                <c:pt idx="10018">
                  <c:v>1.4802973661668753E-16</c:v>
                </c:pt>
                <c:pt idx="10019">
                  <c:v>1.4802973661668753E-16</c:v>
                </c:pt>
                <c:pt idx="10020">
                  <c:v>1.4802973661668753E-16</c:v>
                </c:pt>
                <c:pt idx="10021">
                  <c:v>1.4802973661668753E-16</c:v>
                </c:pt>
                <c:pt idx="10022">
                  <c:v>1.4802973661668753E-16</c:v>
                </c:pt>
                <c:pt idx="10023">
                  <c:v>1.4802973661668753E-16</c:v>
                </c:pt>
                <c:pt idx="10024">
                  <c:v>1.4802973661668753E-16</c:v>
                </c:pt>
                <c:pt idx="10025">
                  <c:v>1.4802973661668753E-16</c:v>
                </c:pt>
                <c:pt idx="10026">
                  <c:v>1.4802973661668753E-16</c:v>
                </c:pt>
                <c:pt idx="10027">
                  <c:v>1.4802973661668753E-16</c:v>
                </c:pt>
                <c:pt idx="10028">
                  <c:v>1.4802973661668753E-16</c:v>
                </c:pt>
                <c:pt idx="10029">
                  <c:v>1.4802973661668753E-16</c:v>
                </c:pt>
                <c:pt idx="10030">
                  <c:v>1.4802973661668753E-16</c:v>
                </c:pt>
                <c:pt idx="10031">
                  <c:v>1.4802973661668753E-16</c:v>
                </c:pt>
                <c:pt idx="10032">
                  <c:v>1.4802973661668753E-16</c:v>
                </c:pt>
                <c:pt idx="10033">
                  <c:v>1.4802973661668753E-16</c:v>
                </c:pt>
                <c:pt idx="10034">
                  <c:v>1.4802973661668753E-16</c:v>
                </c:pt>
                <c:pt idx="10035">
                  <c:v>1.4802973661668753E-16</c:v>
                </c:pt>
                <c:pt idx="10036">
                  <c:v>1.4802973661668753E-16</c:v>
                </c:pt>
                <c:pt idx="10037">
                  <c:v>1.4802973661668753E-16</c:v>
                </c:pt>
                <c:pt idx="10038">
                  <c:v>1.4802973661668753E-16</c:v>
                </c:pt>
                <c:pt idx="10039">
                  <c:v>1.4802973661668753E-16</c:v>
                </c:pt>
                <c:pt idx="10040">
                  <c:v>1.4802973661668753E-16</c:v>
                </c:pt>
                <c:pt idx="10041">
                  <c:v>1.4802973661668753E-16</c:v>
                </c:pt>
                <c:pt idx="10042">
                  <c:v>1.4802973661668753E-16</c:v>
                </c:pt>
                <c:pt idx="10043">
                  <c:v>1.4802973661668753E-16</c:v>
                </c:pt>
                <c:pt idx="10044">
                  <c:v>1.4802973661668753E-16</c:v>
                </c:pt>
                <c:pt idx="10045">
                  <c:v>1.4802973661668753E-16</c:v>
                </c:pt>
                <c:pt idx="10046">
                  <c:v>1.4802973661668753E-16</c:v>
                </c:pt>
                <c:pt idx="10047">
                  <c:v>1.4802973661668753E-16</c:v>
                </c:pt>
                <c:pt idx="10048">
                  <c:v>1.4802973661668753E-16</c:v>
                </c:pt>
                <c:pt idx="10049">
                  <c:v>1.4802973661668753E-16</c:v>
                </c:pt>
                <c:pt idx="10050">
                  <c:v>1.4802973661668753E-16</c:v>
                </c:pt>
                <c:pt idx="10051">
                  <c:v>1.4802973661668753E-16</c:v>
                </c:pt>
                <c:pt idx="10052">
                  <c:v>1.4802973661668753E-16</c:v>
                </c:pt>
                <c:pt idx="10053">
                  <c:v>1.4802973661668753E-16</c:v>
                </c:pt>
                <c:pt idx="10054">
                  <c:v>1.4802973661668753E-16</c:v>
                </c:pt>
                <c:pt idx="10055">
                  <c:v>1.4802973661668753E-16</c:v>
                </c:pt>
                <c:pt idx="10056">
                  <c:v>1.4802973661668753E-16</c:v>
                </c:pt>
                <c:pt idx="10057">
                  <c:v>1.4802973661668753E-16</c:v>
                </c:pt>
                <c:pt idx="10058">
                  <c:v>1.4802973661668753E-16</c:v>
                </c:pt>
                <c:pt idx="10059">
                  <c:v>1.4802973661668753E-16</c:v>
                </c:pt>
                <c:pt idx="10060">
                  <c:v>1.4802973661668753E-16</c:v>
                </c:pt>
                <c:pt idx="10061">
                  <c:v>1.4802973661668753E-16</c:v>
                </c:pt>
                <c:pt idx="10062">
                  <c:v>1.4802973661668753E-16</c:v>
                </c:pt>
                <c:pt idx="10063">
                  <c:v>1.4802973661668753E-16</c:v>
                </c:pt>
                <c:pt idx="10064">
                  <c:v>1.4802973661668753E-16</c:v>
                </c:pt>
                <c:pt idx="10065">
                  <c:v>1.4802973661668753E-16</c:v>
                </c:pt>
                <c:pt idx="10066">
                  <c:v>1.4802973661668753E-16</c:v>
                </c:pt>
                <c:pt idx="10067">
                  <c:v>1.4802973661668753E-16</c:v>
                </c:pt>
                <c:pt idx="10068">
                  <c:v>1.4802973661668753E-16</c:v>
                </c:pt>
                <c:pt idx="10069">
                  <c:v>1.4802973661668753E-16</c:v>
                </c:pt>
                <c:pt idx="10070">
                  <c:v>1.4802973661668753E-16</c:v>
                </c:pt>
                <c:pt idx="10071">
                  <c:v>1.4802973661668753E-16</c:v>
                </c:pt>
                <c:pt idx="10072">
                  <c:v>1.4802973661668753E-16</c:v>
                </c:pt>
                <c:pt idx="10073">
                  <c:v>1.4802973661668753E-16</c:v>
                </c:pt>
                <c:pt idx="10074">
                  <c:v>1.4802973661668753E-16</c:v>
                </c:pt>
                <c:pt idx="10075">
                  <c:v>1.4802973661668753E-16</c:v>
                </c:pt>
                <c:pt idx="10076">
                  <c:v>1.4802973661668753E-16</c:v>
                </c:pt>
                <c:pt idx="10077">
                  <c:v>1.4802973661668753E-16</c:v>
                </c:pt>
                <c:pt idx="10078">
                  <c:v>1.4802973661668753E-16</c:v>
                </c:pt>
                <c:pt idx="10079">
                  <c:v>1.4802973661668753E-16</c:v>
                </c:pt>
                <c:pt idx="10080">
                  <c:v>1.4802973661668753E-16</c:v>
                </c:pt>
                <c:pt idx="10081">
                  <c:v>1.4802973661668753E-16</c:v>
                </c:pt>
                <c:pt idx="10082">
                  <c:v>1.4802973661668753E-16</c:v>
                </c:pt>
                <c:pt idx="10083">
                  <c:v>1.4802973661668753E-16</c:v>
                </c:pt>
                <c:pt idx="10084">
                  <c:v>1.4802973661668753E-16</c:v>
                </c:pt>
                <c:pt idx="10085">
                  <c:v>1.4802973661668753E-16</c:v>
                </c:pt>
                <c:pt idx="10086">
                  <c:v>1.4802973661668753E-16</c:v>
                </c:pt>
                <c:pt idx="10087">
                  <c:v>1.4802973661668753E-16</c:v>
                </c:pt>
                <c:pt idx="10088">
                  <c:v>1.4802973661668753E-16</c:v>
                </c:pt>
                <c:pt idx="10089">
                  <c:v>1.4802973661668753E-16</c:v>
                </c:pt>
                <c:pt idx="10090">
                  <c:v>1.4802973661668753E-16</c:v>
                </c:pt>
                <c:pt idx="10091">
                  <c:v>1.4802973661668753E-16</c:v>
                </c:pt>
                <c:pt idx="10092">
                  <c:v>1.4802973661668753E-16</c:v>
                </c:pt>
                <c:pt idx="10093">
                  <c:v>1.4802973661668753E-16</c:v>
                </c:pt>
                <c:pt idx="10094">
                  <c:v>1.4802973661668753E-16</c:v>
                </c:pt>
                <c:pt idx="10095">
                  <c:v>1.4802973661668753E-16</c:v>
                </c:pt>
                <c:pt idx="10096">
                  <c:v>1.4802973661668753E-16</c:v>
                </c:pt>
                <c:pt idx="10097">
                  <c:v>1.4802973661668753E-16</c:v>
                </c:pt>
                <c:pt idx="10098">
                  <c:v>1.4802973661668753E-16</c:v>
                </c:pt>
                <c:pt idx="10099">
                  <c:v>1.4802973661668753E-16</c:v>
                </c:pt>
                <c:pt idx="10100">
                  <c:v>1.4802973661668753E-16</c:v>
                </c:pt>
                <c:pt idx="10101">
                  <c:v>1.4802973661668753E-16</c:v>
                </c:pt>
                <c:pt idx="10102">
                  <c:v>1.4802973661668753E-16</c:v>
                </c:pt>
                <c:pt idx="10103">
                  <c:v>1.4802973661668753E-16</c:v>
                </c:pt>
                <c:pt idx="10104">
                  <c:v>1.4802973661668753E-16</c:v>
                </c:pt>
                <c:pt idx="10105">
                  <c:v>1.4802973661668753E-16</c:v>
                </c:pt>
                <c:pt idx="10106">
                  <c:v>1.4802973661668753E-16</c:v>
                </c:pt>
                <c:pt idx="10107">
                  <c:v>1.4802973661668753E-16</c:v>
                </c:pt>
                <c:pt idx="10108">
                  <c:v>1.4802973661668753E-16</c:v>
                </c:pt>
                <c:pt idx="10109">
                  <c:v>1.4802973661668753E-16</c:v>
                </c:pt>
                <c:pt idx="10110">
                  <c:v>1.4802973661668753E-16</c:v>
                </c:pt>
                <c:pt idx="10111">
                  <c:v>1.4802973661668753E-16</c:v>
                </c:pt>
                <c:pt idx="10112">
                  <c:v>1.4802973661668753E-16</c:v>
                </c:pt>
                <c:pt idx="10113">
                  <c:v>1.4802973661668753E-16</c:v>
                </c:pt>
                <c:pt idx="10114">
                  <c:v>1.4802973661668753E-16</c:v>
                </c:pt>
                <c:pt idx="10115">
                  <c:v>1.4802973661668753E-16</c:v>
                </c:pt>
                <c:pt idx="10116">
                  <c:v>1.4802973661668753E-16</c:v>
                </c:pt>
                <c:pt idx="10117">
                  <c:v>1.4802973661668753E-16</c:v>
                </c:pt>
                <c:pt idx="10118">
                  <c:v>1.4802973661668753E-16</c:v>
                </c:pt>
                <c:pt idx="10119">
                  <c:v>1.4802973661668753E-16</c:v>
                </c:pt>
                <c:pt idx="10120">
                  <c:v>1.4802973661668753E-16</c:v>
                </c:pt>
                <c:pt idx="10121">
                  <c:v>1.4802973661668753E-16</c:v>
                </c:pt>
                <c:pt idx="10122">
                  <c:v>1.4802973661668753E-16</c:v>
                </c:pt>
                <c:pt idx="10123">
                  <c:v>1.4802973661668753E-16</c:v>
                </c:pt>
                <c:pt idx="10124">
                  <c:v>1.4802973661668753E-16</c:v>
                </c:pt>
                <c:pt idx="10125">
                  <c:v>1.4802973661668753E-16</c:v>
                </c:pt>
                <c:pt idx="10126">
                  <c:v>1.4802973661668753E-16</c:v>
                </c:pt>
                <c:pt idx="10127">
                  <c:v>1.4802973661668753E-16</c:v>
                </c:pt>
                <c:pt idx="10128">
                  <c:v>1.4802973661668753E-16</c:v>
                </c:pt>
                <c:pt idx="10129">
                  <c:v>1.4802973661668753E-16</c:v>
                </c:pt>
                <c:pt idx="10130">
                  <c:v>1.4802973661668753E-16</c:v>
                </c:pt>
                <c:pt idx="10131">
                  <c:v>1.4802973661668753E-16</c:v>
                </c:pt>
                <c:pt idx="10132">
                  <c:v>1.4802973661668753E-16</c:v>
                </c:pt>
                <c:pt idx="10133">
                  <c:v>1.4802973661668753E-16</c:v>
                </c:pt>
                <c:pt idx="10134">
                  <c:v>1.4802973661668753E-16</c:v>
                </c:pt>
                <c:pt idx="10135">
                  <c:v>1.4802973661668753E-16</c:v>
                </c:pt>
                <c:pt idx="10136">
                  <c:v>1.4802973661668753E-16</c:v>
                </c:pt>
                <c:pt idx="10137">
                  <c:v>1.4802973661668753E-16</c:v>
                </c:pt>
                <c:pt idx="10138">
                  <c:v>1.4802973661668753E-16</c:v>
                </c:pt>
                <c:pt idx="10139">
                  <c:v>1.4802973661668753E-16</c:v>
                </c:pt>
                <c:pt idx="10140">
                  <c:v>1.4802973661668753E-16</c:v>
                </c:pt>
                <c:pt idx="10141">
                  <c:v>1.4802973661668753E-16</c:v>
                </c:pt>
                <c:pt idx="10142">
                  <c:v>1.4802973661668753E-16</c:v>
                </c:pt>
                <c:pt idx="10143">
                  <c:v>1.4802973661668753E-16</c:v>
                </c:pt>
                <c:pt idx="10144">
                  <c:v>1.4802973661668753E-16</c:v>
                </c:pt>
                <c:pt idx="10145">
                  <c:v>1.4802973661668753E-16</c:v>
                </c:pt>
                <c:pt idx="10146">
                  <c:v>1.4802973661668753E-16</c:v>
                </c:pt>
                <c:pt idx="10147">
                  <c:v>1.4802973661668753E-16</c:v>
                </c:pt>
                <c:pt idx="10148">
                  <c:v>1.4802973661668753E-16</c:v>
                </c:pt>
                <c:pt idx="10149">
                  <c:v>1.4802973661668753E-16</c:v>
                </c:pt>
                <c:pt idx="10150">
                  <c:v>1.4802973661668753E-16</c:v>
                </c:pt>
                <c:pt idx="10151">
                  <c:v>1.4802973661668753E-16</c:v>
                </c:pt>
                <c:pt idx="10152">
                  <c:v>1.4802973661668753E-16</c:v>
                </c:pt>
                <c:pt idx="10153">
                  <c:v>1.4802973661668753E-16</c:v>
                </c:pt>
                <c:pt idx="10154">
                  <c:v>1.4802973661668753E-16</c:v>
                </c:pt>
                <c:pt idx="10155">
                  <c:v>1.4802973661668753E-16</c:v>
                </c:pt>
                <c:pt idx="10156">
                  <c:v>1.4802973661668753E-16</c:v>
                </c:pt>
                <c:pt idx="10157">
                  <c:v>1.4802973661668753E-16</c:v>
                </c:pt>
                <c:pt idx="10158">
                  <c:v>1.4802973661668753E-16</c:v>
                </c:pt>
                <c:pt idx="10159">
                  <c:v>1.4802973661668753E-16</c:v>
                </c:pt>
                <c:pt idx="10160">
                  <c:v>1.4802973661668753E-16</c:v>
                </c:pt>
                <c:pt idx="10161">
                  <c:v>1.4802973661668753E-16</c:v>
                </c:pt>
                <c:pt idx="10162">
                  <c:v>1.4802973661668753E-16</c:v>
                </c:pt>
                <c:pt idx="10163">
                  <c:v>1.4802973661668753E-16</c:v>
                </c:pt>
                <c:pt idx="10164">
                  <c:v>1.4802973661668753E-16</c:v>
                </c:pt>
                <c:pt idx="10165">
                  <c:v>1.4802973661668753E-16</c:v>
                </c:pt>
                <c:pt idx="10166">
                  <c:v>1.4802973661668753E-16</c:v>
                </c:pt>
                <c:pt idx="10167">
                  <c:v>1.4802973661668753E-16</c:v>
                </c:pt>
                <c:pt idx="10168">
                  <c:v>1.4802973661668753E-16</c:v>
                </c:pt>
                <c:pt idx="10169">
                  <c:v>1.4802973661668753E-16</c:v>
                </c:pt>
                <c:pt idx="10170">
                  <c:v>1.4802973661668753E-16</c:v>
                </c:pt>
                <c:pt idx="10171">
                  <c:v>1.4802973661668753E-16</c:v>
                </c:pt>
                <c:pt idx="10172">
                  <c:v>1.4802973661668753E-16</c:v>
                </c:pt>
                <c:pt idx="10173">
                  <c:v>1.4802973661668753E-16</c:v>
                </c:pt>
                <c:pt idx="10174">
                  <c:v>1.4802973661668753E-16</c:v>
                </c:pt>
                <c:pt idx="10175">
                  <c:v>1.4802973661668753E-16</c:v>
                </c:pt>
                <c:pt idx="10176">
                  <c:v>1.4802973661668753E-16</c:v>
                </c:pt>
                <c:pt idx="10177">
                  <c:v>1.4802973661668753E-16</c:v>
                </c:pt>
                <c:pt idx="10178">
                  <c:v>1.4802973661668753E-16</c:v>
                </c:pt>
                <c:pt idx="10179">
                  <c:v>1.4802973661668753E-16</c:v>
                </c:pt>
                <c:pt idx="10180">
                  <c:v>1.4802973661668753E-16</c:v>
                </c:pt>
                <c:pt idx="10181">
                  <c:v>1.4802973661668753E-16</c:v>
                </c:pt>
                <c:pt idx="10182">
                  <c:v>1.4802973661668753E-16</c:v>
                </c:pt>
                <c:pt idx="10183">
                  <c:v>1.4802973661668753E-16</c:v>
                </c:pt>
                <c:pt idx="10184">
                  <c:v>1.4802973661668753E-16</c:v>
                </c:pt>
                <c:pt idx="10185">
                  <c:v>1.4802973661668753E-16</c:v>
                </c:pt>
                <c:pt idx="10186">
                  <c:v>1.4802973661668753E-16</c:v>
                </c:pt>
                <c:pt idx="10187">
                  <c:v>1.4802973661668753E-16</c:v>
                </c:pt>
                <c:pt idx="10188">
                  <c:v>1.4802973661668753E-16</c:v>
                </c:pt>
                <c:pt idx="10189">
                  <c:v>1.4802973661668753E-16</c:v>
                </c:pt>
                <c:pt idx="10190">
                  <c:v>1.4802973661668753E-16</c:v>
                </c:pt>
                <c:pt idx="10191">
                  <c:v>1.4802973661668753E-16</c:v>
                </c:pt>
                <c:pt idx="10192">
                  <c:v>1.4802973661668753E-16</c:v>
                </c:pt>
                <c:pt idx="10193">
                  <c:v>1.4802973661668753E-16</c:v>
                </c:pt>
                <c:pt idx="10194">
                  <c:v>1.4802973661668753E-16</c:v>
                </c:pt>
                <c:pt idx="10195">
                  <c:v>1.4802973661668753E-16</c:v>
                </c:pt>
                <c:pt idx="10196">
                  <c:v>1.4802973661668753E-16</c:v>
                </c:pt>
                <c:pt idx="10197">
                  <c:v>1.4802973661668753E-16</c:v>
                </c:pt>
                <c:pt idx="10198">
                  <c:v>1.4802973661668753E-16</c:v>
                </c:pt>
                <c:pt idx="10199">
                  <c:v>1.4802973661668753E-16</c:v>
                </c:pt>
                <c:pt idx="10200">
                  <c:v>1.4802973661668753E-16</c:v>
                </c:pt>
                <c:pt idx="10201">
                  <c:v>1.4802973661668753E-16</c:v>
                </c:pt>
                <c:pt idx="10202">
                  <c:v>1.4802973661668753E-16</c:v>
                </c:pt>
                <c:pt idx="10203">
                  <c:v>1.4802973661668753E-16</c:v>
                </c:pt>
                <c:pt idx="10204">
                  <c:v>1.4802973661668753E-16</c:v>
                </c:pt>
                <c:pt idx="10205">
                  <c:v>1.4802973661668753E-16</c:v>
                </c:pt>
                <c:pt idx="10206">
                  <c:v>1.4802973661668753E-16</c:v>
                </c:pt>
                <c:pt idx="10207">
                  <c:v>1.4802973661668753E-16</c:v>
                </c:pt>
                <c:pt idx="10208">
                  <c:v>1.4802973661668753E-16</c:v>
                </c:pt>
                <c:pt idx="10209">
                  <c:v>1.4802973661668753E-16</c:v>
                </c:pt>
                <c:pt idx="10210">
                  <c:v>1.4802973661668753E-16</c:v>
                </c:pt>
                <c:pt idx="10211">
                  <c:v>1.4802973661668753E-16</c:v>
                </c:pt>
                <c:pt idx="10212">
                  <c:v>1.4802973661668753E-16</c:v>
                </c:pt>
                <c:pt idx="10213">
                  <c:v>1.4802973661668753E-16</c:v>
                </c:pt>
                <c:pt idx="10214">
                  <c:v>1.4802973661668753E-16</c:v>
                </c:pt>
                <c:pt idx="10215">
                  <c:v>1.4802973661668753E-16</c:v>
                </c:pt>
                <c:pt idx="10216">
                  <c:v>1.4802973661668753E-16</c:v>
                </c:pt>
                <c:pt idx="10217">
                  <c:v>1.4802973661668753E-16</c:v>
                </c:pt>
                <c:pt idx="10218">
                  <c:v>1.4802973661668753E-16</c:v>
                </c:pt>
                <c:pt idx="10219">
                  <c:v>1.4802973661668753E-16</c:v>
                </c:pt>
                <c:pt idx="10220">
                  <c:v>1.4802973661668753E-16</c:v>
                </c:pt>
                <c:pt idx="10221">
                  <c:v>1.4802973661668753E-16</c:v>
                </c:pt>
                <c:pt idx="10222">
                  <c:v>1.4802973661668753E-16</c:v>
                </c:pt>
                <c:pt idx="10223">
                  <c:v>1.4802973661668753E-16</c:v>
                </c:pt>
                <c:pt idx="10224">
                  <c:v>1.4802973661668753E-16</c:v>
                </c:pt>
                <c:pt idx="10225">
                  <c:v>1.4802973661668753E-16</c:v>
                </c:pt>
                <c:pt idx="10226">
                  <c:v>1.4802973661668753E-16</c:v>
                </c:pt>
                <c:pt idx="10227">
                  <c:v>1.4802973661668753E-16</c:v>
                </c:pt>
                <c:pt idx="10228">
                  <c:v>1.4802973661668753E-16</c:v>
                </c:pt>
                <c:pt idx="10229">
                  <c:v>1.4802973661668753E-16</c:v>
                </c:pt>
                <c:pt idx="10230">
                  <c:v>1.4802973661668753E-16</c:v>
                </c:pt>
                <c:pt idx="10231">
                  <c:v>1.4802973661668753E-16</c:v>
                </c:pt>
                <c:pt idx="10232">
                  <c:v>1.4802973661668753E-16</c:v>
                </c:pt>
                <c:pt idx="10233">
                  <c:v>1.4802973661668753E-16</c:v>
                </c:pt>
                <c:pt idx="10234">
                  <c:v>1.4802973661668753E-16</c:v>
                </c:pt>
                <c:pt idx="10235">
                  <c:v>1.4802973661668753E-16</c:v>
                </c:pt>
                <c:pt idx="10236">
                  <c:v>1.4802973661668753E-16</c:v>
                </c:pt>
                <c:pt idx="10237">
                  <c:v>1.4802973661668753E-16</c:v>
                </c:pt>
                <c:pt idx="10238">
                  <c:v>1.4802973661668753E-16</c:v>
                </c:pt>
                <c:pt idx="10239">
                  <c:v>1.4802973661668753E-16</c:v>
                </c:pt>
                <c:pt idx="10240">
                  <c:v>1.4802973661668753E-16</c:v>
                </c:pt>
                <c:pt idx="10241">
                  <c:v>1.4802973661668753E-16</c:v>
                </c:pt>
                <c:pt idx="10242">
                  <c:v>1.4802973661668753E-16</c:v>
                </c:pt>
                <c:pt idx="10243">
                  <c:v>1.4802973661668753E-16</c:v>
                </c:pt>
                <c:pt idx="10244">
                  <c:v>1.4802973661668753E-16</c:v>
                </c:pt>
                <c:pt idx="10245">
                  <c:v>1.4802973661668753E-16</c:v>
                </c:pt>
                <c:pt idx="10246">
                  <c:v>1.4802973661668753E-16</c:v>
                </c:pt>
                <c:pt idx="10247">
                  <c:v>1.4802973661668753E-16</c:v>
                </c:pt>
                <c:pt idx="10248">
                  <c:v>1.4802973661668753E-16</c:v>
                </c:pt>
                <c:pt idx="10249">
                  <c:v>1.4802973661668753E-16</c:v>
                </c:pt>
                <c:pt idx="10250">
                  <c:v>1.4802973661668753E-16</c:v>
                </c:pt>
                <c:pt idx="10251">
                  <c:v>1.4802973661668753E-16</c:v>
                </c:pt>
                <c:pt idx="10252">
                  <c:v>1.4802973661668753E-16</c:v>
                </c:pt>
                <c:pt idx="10253">
                  <c:v>1.4802973661668753E-16</c:v>
                </c:pt>
                <c:pt idx="10254">
                  <c:v>1.4802973661668753E-16</c:v>
                </c:pt>
                <c:pt idx="10255">
                  <c:v>1.4802973661668753E-16</c:v>
                </c:pt>
                <c:pt idx="10256">
                  <c:v>1.4802973661668753E-16</c:v>
                </c:pt>
                <c:pt idx="10257">
                  <c:v>1.4802973661668753E-16</c:v>
                </c:pt>
                <c:pt idx="10258">
                  <c:v>1.4802973661668753E-16</c:v>
                </c:pt>
                <c:pt idx="10259">
                  <c:v>1.4802973661668753E-16</c:v>
                </c:pt>
                <c:pt idx="10260">
                  <c:v>1.4802973661668753E-16</c:v>
                </c:pt>
                <c:pt idx="10261">
                  <c:v>1.4802973661668753E-16</c:v>
                </c:pt>
                <c:pt idx="10262">
                  <c:v>1.4802973661668753E-16</c:v>
                </c:pt>
                <c:pt idx="10263">
                  <c:v>1.4802973661668753E-16</c:v>
                </c:pt>
                <c:pt idx="10264">
                  <c:v>1.4802973661668753E-16</c:v>
                </c:pt>
                <c:pt idx="10265">
                  <c:v>1.4802973661668753E-16</c:v>
                </c:pt>
                <c:pt idx="10266">
                  <c:v>1.4802973661668753E-16</c:v>
                </c:pt>
                <c:pt idx="10267">
                  <c:v>1.4802973661668753E-16</c:v>
                </c:pt>
                <c:pt idx="10268">
                  <c:v>1.4802973661668753E-16</c:v>
                </c:pt>
                <c:pt idx="10269">
                  <c:v>1.4802973661668753E-16</c:v>
                </c:pt>
                <c:pt idx="10270">
                  <c:v>1.4802973661668753E-16</c:v>
                </c:pt>
                <c:pt idx="10271">
                  <c:v>1.4802973661668753E-16</c:v>
                </c:pt>
                <c:pt idx="10272">
                  <c:v>1.4802973661668753E-16</c:v>
                </c:pt>
                <c:pt idx="10273">
                  <c:v>1.4802973661668753E-16</c:v>
                </c:pt>
                <c:pt idx="10274">
                  <c:v>1.4802973661668753E-16</c:v>
                </c:pt>
                <c:pt idx="10275">
                  <c:v>1.4802973661668753E-16</c:v>
                </c:pt>
                <c:pt idx="10276">
                  <c:v>1.4802973661668753E-16</c:v>
                </c:pt>
                <c:pt idx="10277">
                  <c:v>1.4802973661668753E-16</c:v>
                </c:pt>
                <c:pt idx="10278">
                  <c:v>1.4802973661668753E-16</c:v>
                </c:pt>
                <c:pt idx="10279">
                  <c:v>1.4802973661668753E-16</c:v>
                </c:pt>
                <c:pt idx="10280">
                  <c:v>1.4802973661668753E-16</c:v>
                </c:pt>
                <c:pt idx="10281">
                  <c:v>1.4802973661668753E-16</c:v>
                </c:pt>
                <c:pt idx="10282">
                  <c:v>1.4802973661668753E-16</c:v>
                </c:pt>
                <c:pt idx="10283">
                  <c:v>1.4802973661668753E-16</c:v>
                </c:pt>
                <c:pt idx="10284">
                  <c:v>1.4802973661668753E-16</c:v>
                </c:pt>
                <c:pt idx="10285">
                  <c:v>1.4802973661668753E-16</c:v>
                </c:pt>
                <c:pt idx="10286">
                  <c:v>1.4802973661668753E-16</c:v>
                </c:pt>
                <c:pt idx="10287">
                  <c:v>1.4802973661668753E-16</c:v>
                </c:pt>
                <c:pt idx="10288">
                  <c:v>1.4802973661668753E-16</c:v>
                </c:pt>
                <c:pt idx="10289">
                  <c:v>1.4802973661668753E-16</c:v>
                </c:pt>
                <c:pt idx="10290">
                  <c:v>1.4802973661668753E-16</c:v>
                </c:pt>
                <c:pt idx="10291">
                  <c:v>1.4802973661668753E-16</c:v>
                </c:pt>
                <c:pt idx="10292">
                  <c:v>1.4802973661668753E-16</c:v>
                </c:pt>
                <c:pt idx="10293">
                  <c:v>1.4802973661668753E-16</c:v>
                </c:pt>
                <c:pt idx="10294">
                  <c:v>1.4802973661668753E-16</c:v>
                </c:pt>
                <c:pt idx="10295">
                  <c:v>1.4802973661668753E-16</c:v>
                </c:pt>
                <c:pt idx="10296">
                  <c:v>1.4802973661668753E-16</c:v>
                </c:pt>
                <c:pt idx="10297">
                  <c:v>1.4802973661668753E-16</c:v>
                </c:pt>
                <c:pt idx="10298">
                  <c:v>1.4802973661668753E-16</c:v>
                </c:pt>
                <c:pt idx="10299">
                  <c:v>1.4802973661668753E-16</c:v>
                </c:pt>
                <c:pt idx="10300">
                  <c:v>1.4802973661668753E-16</c:v>
                </c:pt>
                <c:pt idx="10301">
                  <c:v>1.4802973661668753E-16</c:v>
                </c:pt>
                <c:pt idx="10302">
                  <c:v>1.4802973661668753E-16</c:v>
                </c:pt>
                <c:pt idx="10303">
                  <c:v>1.4802973661668753E-16</c:v>
                </c:pt>
                <c:pt idx="10304">
                  <c:v>1.4802973661668753E-16</c:v>
                </c:pt>
                <c:pt idx="10305">
                  <c:v>1.4802973661668753E-16</c:v>
                </c:pt>
                <c:pt idx="10306">
                  <c:v>1.4802973661668753E-16</c:v>
                </c:pt>
                <c:pt idx="10307">
                  <c:v>1.4802973661668753E-16</c:v>
                </c:pt>
                <c:pt idx="10308">
                  <c:v>1.4802973661668753E-16</c:v>
                </c:pt>
                <c:pt idx="10309">
                  <c:v>1.4802973661668753E-16</c:v>
                </c:pt>
                <c:pt idx="10310">
                  <c:v>1.4802973661668753E-16</c:v>
                </c:pt>
                <c:pt idx="10311">
                  <c:v>1.4802973661668753E-16</c:v>
                </c:pt>
                <c:pt idx="10312">
                  <c:v>1.4802973661668753E-16</c:v>
                </c:pt>
                <c:pt idx="10313">
                  <c:v>1.4802973661668753E-16</c:v>
                </c:pt>
                <c:pt idx="10314">
                  <c:v>1.4802973661668753E-16</c:v>
                </c:pt>
                <c:pt idx="10315">
                  <c:v>1.4802973661668753E-16</c:v>
                </c:pt>
                <c:pt idx="10316">
                  <c:v>1.4802973661668753E-16</c:v>
                </c:pt>
                <c:pt idx="10317">
                  <c:v>1.4802973661668753E-16</c:v>
                </c:pt>
                <c:pt idx="10318">
                  <c:v>1.4802973661668753E-16</c:v>
                </c:pt>
                <c:pt idx="10319">
                  <c:v>1.4802973661668753E-16</c:v>
                </c:pt>
                <c:pt idx="10320">
                  <c:v>1.4802973661668753E-16</c:v>
                </c:pt>
                <c:pt idx="10321">
                  <c:v>1.4802973661668753E-16</c:v>
                </c:pt>
                <c:pt idx="10322">
                  <c:v>1.4802973661668753E-16</c:v>
                </c:pt>
                <c:pt idx="10323">
                  <c:v>1.4802973661668753E-16</c:v>
                </c:pt>
                <c:pt idx="10324">
                  <c:v>1.4802973661668753E-16</c:v>
                </c:pt>
                <c:pt idx="10325">
                  <c:v>1.4802973661668753E-16</c:v>
                </c:pt>
                <c:pt idx="10326">
                  <c:v>1.4802973661668753E-16</c:v>
                </c:pt>
                <c:pt idx="10327">
                  <c:v>1.4802973661668753E-16</c:v>
                </c:pt>
                <c:pt idx="10328">
                  <c:v>1.4802973661668753E-16</c:v>
                </c:pt>
                <c:pt idx="10329">
                  <c:v>1.4802973661668753E-16</c:v>
                </c:pt>
                <c:pt idx="10330">
                  <c:v>1.4802973661668753E-16</c:v>
                </c:pt>
                <c:pt idx="10331">
                  <c:v>1.4802973661668753E-16</c:v>
                </c:pt>
                <c:pt idx="10332">
                  <c:v>1.4802973661668753E-16</c:v>
                </c:pt>
                <c:pt idx="10333">
                  <c:v>1.4802973661668753E-16</c:v>
                </c:pt>
                <c:pt idx="10334">
                  <c:v>1.4802973661668753E-16</c:v>
                </c:pt>
                <c:pt idx="10335">
                  <c:v>1.4802973661668753E-16</c:v>
                </c:pt>
                <c:pt idx="10336">
                  <c:v>1.4802973661668753E-16</c:v>
                </c:pt>
                <c:pt idx="10337">
                  <c:v>1.4802973661668753E-16</c:v>
                </c:pt>
                <c:pt idx="10338">
                  <c:v>1.4802973661668753E-16</c:v>
                </c:pt>
                <c:pt idx="10339">
                  <c:v>1.4802973661668753E-16</c:v>
                </c:pt>
                <c:pt idx="10340">
                  <c:v>1.4802973661668753E-16</c:v>
                </c:pt>
                <c:pt idx="10341">
                  <c:v>1.4802973661668753E-16</c:v>
                </c:pt>
                <c:pt idx="10342">
                  <c:v>1.4802973661668753E-16</c:v>
                </c:pt>
                <c:pt idx="10343">
                  <c:v>1.4802973661668753E-16</c:v>
                </c:pt>
                <c:pt idx="10344">
                  <c:v>1.4802973661668753E-16</c:v>
                </c:pt>
                <c:pt idx="10345">
                  <c:v>1.4802973661668753E-16</c:v>
                </c:pt>
                <c:pt idx="10346">
                  <c:v>1.4802973661668753E-16</c:v>
                </c:pt>
                <c:pt idx="10347">
                  <c:v>1.4802973661668753E-16</c:v>
                </c:pt>
                <c:pt idx="10348">
                  <c:v>1.4802973661668753E-16</c:v>
                </c:pt>
                <c:pt idx="10349">
                  <c:v>1.4802973661668753E-16</c:v>
                </c:pt>
                <c:pt idx="10350">
                  <c:v>1.4802973661668753E-16</c:v>
                </c:pt>
                <c:pt idx="10351">
                  <c:v>1.4802973661668753E-16</c:v>
                </c:pt>
                <c:pt idx="10352">
                  <c:v>1.4802973661668753E-16</c:v>
                </c:pt>
                <c:pt idx="10353">
                  <c:v>1.4802973661668753E-16</c:v>
                </c:pt>
                <c:pt idx="10354">
                  <c:v>1.4802973661668753E-16</c:v>
                </c:pt>
                <c:pt idx="10355">
                  <c:v>1.4802973661668753E-16</c:v>
                </c:pt>
                <c:pt idx="10356">
                  <c:v>1.4802973661668753E-16</c:v>
                </c:pt>
                <c:pt idx="10357">
                  <c:v>1.4802973661668753E-16</c:v>
                </c:pt>
                <c:pt idx="10358">
                  <c:v>1.4802973661668753E-16</c:v>
                </c:pt>
                <c:pt idx="10359">
                  <c:v>1.4802973661668753E-16</c:v>
                </c:pt>
                <c:pt idx="10360">
                  <c:v>1.4802973661668753E-16</c:v>
                </c:pt>
                <c:pt idx="10361">
                  <c:v>1.4802973661668753E-16</c:v>
                </c:pt>
                <c:pt idx="10362">
                  <c:v>1.4802973661668753E-16</c:v>
                </c:pt>
                <c:pt idx="10363">
                  <c:v>1.4802973661668753E-16</c:v>
                </c:pt>
                <c:pt idx="10364">
                  <c:v>1.4802973661668753E-16</c:v>
                </c:pt>
                <c:pt idx="10365">
                  <c:v>1.4802973661668753E-16</c:v>
                </c:pt>
                <c:pt idx="10366">
                  <c:v>1.4802973661668753E-16</c:v>
                </c:pt>
                <c:pt idx="10367">
                  <c:v>1.4802973661668753E-16</c:v>
                </c:pt>
                <c:pt idx="10368">
                  <c:v>1.4802973661668753E-16</c:v>
                </c:pt>
                <c:pt idx="10369">
                  <c:v>1.4802973661668753E-16</c:v>
                </c:pt>
                <c:pt idx="10370">
                  <c:v>1.4802973661668753E-16</c:v>
                </c:pt>
                <c:pt idx="10371">
                  <c:v>1.4802973661668753E-16</c:v>
                </c:pt>
                <c:pt idx="10372">
                  <c:v>1.4802973661668753E-16</c:v>
                </c:pt>
                <c:pt idx="10373">
                  <c:v>1.4802973661668753E-16</c:v>
                </c:pt>
                <c:pt idx="10374">
                  <c:v>1.4802973661668753E-16</c:v>
                </c:pt>
                <c:pt idx="10375">
                  <c:v>1.4802973661668753E-16</c:v>
                </c:pt>
                <c:pt idx="10376">
                  <c:v>1.4802973661668753E-16</c:v>
                </c:pt>
                <c:pt idx="10377">
                  <c:v>1.4802973661668753E-16</c:v>
                </c:pt>
                <c:pt idx="10378">
                  <c:v>1.4802973661668753E-16</c:v>
                </c:pt>
                <c:pt idx="10379">
                  <c:v>1.4802973661668753E-16</c:v>
                </c:pt>
                <c:pt idx="10380">
                  <c:v>1.4802973661668753E-16</c:v>
                </c:pt>
                <c:pt idx="10381">
                  <c:v>1.4802973661668753E-16</c:v>
                </c:pt>
                <c:pt idx="10382">
                  <c:v>1.4802973661668753E-16</c:v>
                </c:pt>
                <c:pt idx="10383">
                  <c:v>1.4802973661668753E-16</c:v>
                </c:pt>
                <c:pt idx="10384">
                  <c:v>1.4802973661668753E-16</c:v>
                </c:pt>
                <c:pt idx="10385">
                  <c:v>1.4802973661668753E-16</c:v>
                </c:pt>
                <c:pt idx="10386">
                  <c:v>1.4802973661668753E-16</c:v>
                </c:pt>
                <c:pt idx="10387">
                  <c:v>1.4802973661668753E-16</c:v>
                </c:pt>
                <c:pt idx="10388">
                  <c:v>1.4802973661668753E-16</c:v>
                </c:pt>
                <c:pt idx="10389">
                  <c:v>1.4802973661668753E-16</c:v>
                </c:pt>
                <c:pt idx="10390">
                  <c:v>1.4802973661668753E-16</c:v>
                </c:pt>
                <c:pt idx="10391">
                  <c:v>1.4802973661668753E-16</c:v>
                </c:pt>
                <c:pt idx="10392">
                  <c:v>1.4802973661668753E-16</c:v>
                </c:pt>
                <c:pt idx="10393">
                  <c:v>1.4802973661668753E-16</c:v>
                </c:pt>
                <c:pt idx="10394">
                  <c:v>1.4802973661668753E-16</c:v>
                </c:pt>
                <c:pt idx="10395">
                  <c:v>1.4802973661668753E-16</c:v>
                </c:pt>
                <c:pt idx="10396">
                  <c:v>1.4802973661668753E-16</c:v>
                </c:pt>
                <c:pt idx="10397">
                  <c:v>1.4802973661668753E-16</c:v>
                </c:pt>
                <c:pt idx="10398">
                  <c:v>1.4802973661668753E-16</c:v>
                </c:pt>
                <c:pt idx="10399">
                  <c:v>1.4802973661668753E-16</c:v>
                </c:pt>
                <c:pt idx="10400">
                  <c:v>1.4802973661668753E-16</c:v>
                </c:pt>
                <c:pt idx="10401">
                  <c:v>1.4802973661668753E-16</c:v>
                </c:pt>
                <c:pt idx="10402">
                  <c:v>1.4802973661668753E-16</c:v>
                </c:pt>
                <c:pt idx="10403">
                  <c:v>1.4802973661668753E-16</c:v>
                </c:pt>
                <c:pt idx="10404">
                  <c:v>1.4802973661668753E-16</c:v>
                </c:pt>
                <c:pt idx="10405">
                  <c:v>1.4802973661668753E-16</c:v>
                </c:pt>
                <c:pt idx="10406">
                  <c:v>1.4802973661668753E-16</c:v>
                </c:pt>
                <c:pt idx="10407">
                  <c:v>1.4802973661668753E-16</c:v>
                </c:pt>
                <c:pt idx="10408">
                  <c:v>1.4802973661668753E-16</c:v>
                </c:pt>
                <c:pt idx="10409">
                  <c:v>1.4802973661668753E-16</c:v>
                </c:pt>
                <c:pt idx="10410">
                  <c:v>1.4802973661668753E-16</c:v>
                </c:pt>
                <c:pt idx="10411">
                  <c:v>1.4802973661668753E-16</c:v>
                </c:pt>
                <c:pt idx="10412">
                  <c:v>1.4802973661668753E-16</c:v>
                </c:pt>
                <c:pt idx="10413">
                  <c:v>1.4802973661668753E-16</c:v>
                </c:pt>
                <c:pt idx="10414">
                  <c:v>1.4802973661668753E-16</c:v>
                </c:pt>
                <c:pt idx="10415">
                  <c:v>1.4802973661668753E-16</c:v>
                </c:pt>
                <c:pt idx="10416">
                  <c:v>1.4802973661668753E-16</c:v>
                </c:pt>
                <c:pt idx="10417">
                  <c:v>1.4802973661668753E-16</c:v>
                </c:pt>
                <c:pt idx="10418">
                  <c:v>1.4802973661668753E-16</c:v>
                </c:pt>
                <c:pt idx="10419">
                  <c:v>1.4802973661668753E-16</c:v>
                </c:pt>
                <c:pt idx="10420">
                  <c:v>1.4802973661668753E-16</c:v>
                </c:pt>
                <c:pt idx="10421">
                  <c:v>1.4802973661668753E-16</c:v>
                </c:pt>
                <c:pt idx="10422">
                  <c:v>1.4802973661668753E-16</c:v>
                </c:pt>
                <c:pt idx="10423">
                  <c:v>1.4802973661668753E-16</c:v>
                </c:pt>
                <c:pt idx="10424">
                  <c:v>1.4802973661668753E-16</c:v>
                </c:pt>
                <c:pt idx="10425">
                  <c:v>1.4802973661668753E-16</c:v>
                </c:pt>
                <c:pt idx="10426">
                  <c:v>1.4802973661668753E-16</c:v>
                </c:pt>
                <c:pt idx="10427">
                  <c:v>1.4802973661668753E-16</c:v>
                </c:pt>
                <c:pt idx="10428">
                  <c:v>1.4802973661668753E-16</c:v>
                </c:pt>
                <c:pt idx="10429">
                  <c:v>1.4802973661668753E-16</c:v>
                </c:pt>
                <c:pt idx="10430">
                  <c:v>1.4802973661668753E-16</c:v>
                </c:pt>
                <c:pt idx="10431">
                  <c:v>1.4802973661668753E-16</c:v>
                </c:pt>
                <c:pt idx="10432">
                  <c:v>1.4802973661668753E-16</c:v>
                </c:pt>
                <c:pt idx="10433">
                  <c:v>1.4802973661668753E-16</c:v>
                </c:pt>
                <c:pt idx="10434">
                  <c:v>1.4802973661668753E-16</c:v>
                </c:pt>
                <c:pt idx="10435">
                  <c:v>1.4802973661668753E-16</c:v>
                </c:pt>
                <c:pt idx="10436">
                  <c:v>1.4802973661668753E-16</c:v>
                </c:pt>
                <c:pt idx="10437">
                  <c:v>1.4802973661668753E-16</c:v>
                </c:pt>
                <c:pt idx="10438">
                  <c:v>1.4802973661668753E-16</c:v>
                </c:pt>
                <c:pt idx="10439">
                  <c:v>1.4802973661668753E-16</c:v>
                </c:pt>
                <c:pt idx="10440">
                  <c:v>1.4802973661668753E-16</c:v>
                </c:pt>
                <c:pt idx="10441">
                  <c:v>1.4802973661668753E-16</c:v>
                </c:pt>
                <c:pt idx="10442">
                  <c:v>1.4802973661668753E-16</c:v>
                </c:pt>
                <c:pt idx="10443">
                  <c:v>1.4802973661668753E-16</c:v>
                </c:pt>
                <c:pt idx="10444">
                  <c:v>1.4802973661668753E-16</c:v>
                </c:pt>
                <c:pt idx="10445">
                  <c:v>1.4802973661668753E-16</c:v>
                </c:pt>
                <c:pt idx="10446">
                  <c:v>1.4802973661668753E-16</c:v>
                </c:pt>
                <c:pt idx="10447">
                  <c:v>1.4802973661668753E-16</c:v>
                </c:pt>
                <c:pt idx="10448">
                  <c:v>1.4802973661668753E-16</c:v>
                </c:pt>
                <c:pt idx="10449">
                  <c:v>1.4802973661668753E-16</c:v>
                </c:pt>
                <c:pt idx="10450">
                  <c:v>1.4802973661668753E-16</c:v>
                </c:pt>
                <c:pt idx="10451">
                  <c:v>1.4802973661668753E-16</c:v>
                </c:pt>
                <c:pt idx="10452">
                  <c:v>1.4802973661668753E-16</c:v>
                </c:pt>
                <c:pt idx="10453">
                  <c:v>1.4802973661668753E-16</c:v>
                </c:pt>
                <c:pt idx="10454">
                  <c:v>1.4802973661668753E-16</c:v>
                </c:pt>
                <c:pt idx="10455">
                  <c:v>1.4802973661668753E-16</c:v>
                </c:pt>
                <c:pt idx="10456">
                  <c:v>1.4802973661668753E-16</c:v>
                </c:pt>
                <c:pt idx="10457">
                  <c:v>1.4802973661668753E-16</c:v>
                </c:pt>
                <c:pt idx="10458">
                  <c:v>1.4802973661668753E-16</c:v>
                </c:pt>
                <c:pt idx="10459">
                  <c:v>1.4802973661668753E-16</c:v>
                </c:pt>
                <c:pt idx="10460">
                  <c:v>1.4802973661668753E-16</c:v>
                </c:pt>
                <c:pt idx="10461">
                  <c:v>1.4802973661668753E-16</c:v>
                </c:pt>
                <c:pt idx="10462">
                  <c:v>1.4802973661668753E-16</c:v>
                </c:pt>
                <c:pt idx="10463">
                  <c:v>1.4802973661668753E-16</c:v>
                </c:pt>
                <c:pt idx="10464">
                  <c:v>1.4802973661668753E-16</c:v>
                </c:pt>
                <c:pt idx="10465">
                  <c:v>1.4802973661668753E-16</c:v>
                </c:pt>
                <c:pt idx="10466">
                  <c:v>1.4802973661668753E-16</c:v>
                </c:pt>
                <c:pt idx="10467">
                  <c:v>1.4802973661668753E-16</c:v>
                </c:pt>
                <c:pt idx="10468">
                  <c:v>1.4802973661668753E-16</c:v>
                </c:pt>
                <c:pt idx="10469">
                  <c:v>1.4802973661668753E-16</c:v>
                </c:pt>
                <c:pt idx="10470">
                  <c:v>1.4802973661668753E-16</c:v>
                </c:pt>
                <c:pt idx="10471">
                  <c:v>1.4802973661668753E-16</c:v>
                </c:pt>
                <c:pt idx="10472">
                  <c:v>1.4802973661668753E-16</c:v>
                </c:pt>
                <c:pt idx="10473">
                  <c:v>1.4802973661668753E-16</c:v>
                </c:pt>
                <c:pt idx="10474">
                  <c:v>1.4802973661668753E-16</c:v>
                </c:pt>
                <c:pt idx="10475">
                  <c:v>1.4802973661668753E-16</c:v>
                </c:pt>
                <c:pt idx="10476">
                  <c:v>1.4802973661668753E-16</c:v>
                </c:pt>
                <c:pt idx="10477">
                  <c:v>1.4802973661668753E-16</c:v>
                </c:pt>
                <c:pt idx="10478">
                  <c:v>1.4802973661668753E-16</c:v>
                </c:pt>
                <c:pt idx="10479">
                  <c:v>1.4802973661668753E-16</c:v>
                </c:pt>
                <c:pt idx="10480">
                  <c:v>1.4802973661668753E-16</c:v>
                </c:pt>
                <c:pt idx="10481">
                  <c:v>1.4802973661668753E-16</c:v>
                </c:pt>
                <c:pt idx="10482">
                  <c:v>1.4802973661668753E-16</c:v>
                </c:pt>
                <c:pt idx="10483">
                  <c:v>1.4802973661668753E-16</c:v>
                </c:pt>
                <c:pt idx="10484">
                  <c:v>1.4802973661668753E-16</c:v>
                </c:pt>
                <c:pt idx="10485">
                  <c:v>1.4802973661668753E-16</c:v>
                </c:pt>
                <c:pt idx="10486">
                  <c:v>1.4802973661668753E-16</c:v>
                </c:pt>
                <c:pt idx="10487">
                  <c:v>1.4802973661668753E-16</c:v>
                </c:pt>
                <c:pt idx="10488">
                  <c:v>1.4802973661668753E-16</c:v>
                </c:pt>
                <c:pt idx="10489">
                  <c:v>1.4802973661668753E-16</c:v>
                </c:pt>
                <c:pt idx="10490">
                  <c:v>1.4802973661668753E-16</c:v>
                </c:pt>
                <c:pt idx="10491">
                  <c:v>1.4802973661668753E-16</c:v>
                </c:pt>
                <c:pt idx="10492">
                  <c:v>1.4802973661668753E-16</c:v>
                </c:pt>
                <c:pt idx="10493">
                  <c:v>1.4802973661668753E-16</c:v>
                </c:pt>
                <c:pt idx="10494">
                  <c:v>1.4802973661668753E-16</c:v>
                </c:pt>
                <c:pt idx="10495">
                  <c:v>1.4802973661668753E-16</c:v>
                </c:pt>
                <c:pt idx="10496">
                  <c:v>1.4802973661668753E-16</c:v>
                </c:pt>
                <c:pt idx="10497">
                  <c:v>1.4802973661668753E-16</c:v>
                </c:pt>
                <c:pt idx="10498">
                  <c:v>1.4802973661668753E-16</c:v>
                </c:pt>
                <c:pt idx="10499">
                  <c:v>1.4802973661668753E-16</c:v>
                </c:pt>
                <c:pt idx="10500">
                  <c:v>1.4802973661668753E-16</c:v>
                </c:pt>
                <c:pt idx="10501">
                  <c:v>1.4802973661668753E-16</c:v>
                </c:pt>
                <c:pt idx="10502">
                  <c:v>1.4802973661668753E-16</c:v>
                </c:pt>
                <c:pt idx="10503">
                  <c:v>1.4802973661668753E-16</c:v>
                </c:pt>
                <c:pt idx="10504">
                  <c:v>1.4802973661668753E-16</c:v>
                </c:pt>
                <c:pt idx="10505">
                  <c:v>1.4802973661668753E-16</c:v>
                </c:pt>
                <c:pt idx="10506">
                  <c:v>1.4802973661668753E-16</c:v>
                </c:pt>
                <c:pt idx="10507">
                  <c:v>1.4802973661668753E-16</c:v>
                </c:pt>
                <c:pt idx="10508">
                  <c:v>1.4802973661668753E-16</c:v>
                </c:pt>
                <c:pt idx="10509">
                  <c:v>1.4802973661668753E-16</c:v>
                </c:pt>
                <c:pt idx="10510">
                  <c:v>1.4802973661668753E-16</c:v>
                </c:pt>
                <c:pt idx="10511">
                  <c:v>1.4802973661668753E-16</c:v>
                </c:pt>
                <c:pt idx="10512">
                  <c:v>1.4802973661668753E-16</c:v>
                </c:pt>
                <c:pt idx="10513">
                  <c:v>1.4802973661668753E-16</c:v>
                </c:pt>
                <c:pt idx="10514">
                  <c:v>1.4802973661668753E-16</c:v>
                </c:pt>
                <c:pt idx="10515">
                  <c:v>1.4802973661668753E-16</c:v>
                </c:pt>
                <c:pt idx="10516">
                  <c:v>1.4802973661668753E-16</c:v>
                </c:pt>
                <c:pt idx="10517">
                  <c:v>1.4802973661668753E-16</c:v>
                </c:pt>
                <c:pt idx="10518">
                  <c:v>1.4802973661668753E-16</c:v>
                </c:pt>
                <c:pt idx="10519">
                  <c:v>1.4802973661668753E-16</c:v>
                </c:pt>
                <c:pt idx="10520">
                  <c:v>1.4802973661668753E-16</c:v>
                </c:pt>
                <c:pt idx="10521">
                  <c:v>1.4802973661668753E-16</c:v>
                </c:pt>
                <c:pt idx="10522">
                  <c:v>1.4802973661668753E-16</c:v>
                </c:pt>
                <c:pt idx="10523">
                  <c:v>1.4802973661668753E-16</c:v>
                </c:pt>
                <c:pt idx="10524">
                  <c:v>1.4802973661668753E-16</c:v>
                </c:pt>
                <c:pt idx="10525">
                  <c:v>1.4802973661668753E-16</c:v>
                </c:pt>
                <c:pt idx="10526">
                  <c:v>1.4802973661668753E-16</c:v>
                </c:pt>
                <c:pt idx="10527">
                  <c:v>1.4802973661668753E-16</c:v>
                </c:pt>
                <c:pt idx="10528">
                  <c:v>1.4802973661668753E-16</c:v>
                </c:pt>
                <c:pt idx="10529">
                  <c:v>1.4802973661668753E-16</c:v>
                </c:pt>
                <c:pt idx="10530">
                  <c:v>1.4802973661668753E-16</c:v>
                </c:pt>
                <c:pt idx="10531">
                  <c:v>1.4802973661668753E-16</c:v>
                </c:pt>
                <c:pt idx="10532">
                  <c:v>1.4802973661668753E-16</c:v>
                </c:pt>
                <c:pt idx="10533">
                  <c:v>1.4802973661668753E-16</c:v>
                </c:pt>
                <c:pt idx="10534">
                  <c:v>1.4802973661668753E-16</c:v>
                </c:pt>
                <c:pt idx="10535">
                  <c:v>1.4802973661668753E-16</c:v>
                </c:pt>
                <c:pt idx="10536">
                  <c:v>1.4802973661668753E-16</c:v>
                </c:pt>
                <c:pt idx="10537">
                  <c:v>1.4802973661668753E-16</c:v>
                </c:pt>
                <c:pt idx="10538">
                  <c:v>1.4802973661668753E-16</c:v>
                </c:pt>
                <c:pt idx="10539">
                  <c:v>1.4802973661668753E-16</c:v>
                </c:pt>
                <c:pt idx="10540">
                  <c:v>1.4802973661668753E-16</c:v>
                </c:pt>
                <c:pt idx="10541">
                  <c:v>1.4802973661668753E-16</c:v>
                </c:pt>
                <c:pt idx="10542">
                  <c:v>1.4802973661668753E-16</c:v>
                </c:pt>
                <c:pt idx="10543">
                  <c:v>1.4802973661668753E-16</c:v>
                </c:pt>
                <c:pt idx="10544">
                  <c:v>1.4802973661668753E-16</c:v>
                </c:pt>
                <c:pt idx="10545">
                  <c:v>1.4802973661668753E-16</c:v>
                </c:pt>
                <c:pt idx="10546">
                  <c:v>1.4802973661668753E-16</c:v>
                </c:pt>
                <c:pt idx="10547">
                  <c:v>1.4802973661668753E-16</c:v>
                </c:pt>
                <c:pt idx="10548">
                  <c:v>1.4802973661668753E-16</c:v>
                </c:pt>
                <c:pt idx="10549">
                  <c:v>1.4802973661668753E-16</c:v>
                </c:pt>
                <c:pt idx="10550">
                  <c:v>1.4802973661668753E-16</c:v>
                </c:pt>
                <c:pt idx="10551">
                  <c:v>1.4802973661668753E-16</c:v>
                </c:pt>
                <c:pt idx="10552">
                  <c:v>1.4802973661668753E-16</c:v>
                </c:pt>
                <c:pt idx="10553">
                  <c:v>1.4802973661668753E-16</c:v>
                </c:pt>
                <c:pt idx="10554">
                  <c:v>1.4802973661668753E-16</c:v>
                </c:pt>
                <c:pt idx="10555">
                  <c:v>1.4802973661668753E-16</c:v>
                </c:pt>
                <c:pt idx="10556">
                  <c:v>1.4802973661668753E-16</c:v>
                </c:pt>
                <c:pt idx="10557">
                  <c:v>1.4802973661668753E-16</c:v>
                </c:pt>
                <c:pt idx="10558">
                  <c:v>1.4802973661668753E-16</c:v>
                </c:pt>
                <c:pt idx="10559">
                  <c:v>1.4802973661668753E-16</c:v>
                </c:pt>
                <c:pt idx="10560">
                  <c:v>1.4802973661668753E-16</c:v>
                </c:pt>
                <c:pt idx="10561">
                  <c:v>1.4802973661668753E-16</c:v>
                </c:pt>
                <c:pt idx="10562">
                  <c:v>1.4802973661668753E-16</c:v>
                </c:pt>
                <c:pt idx="10563">
                  <c:v>1.4802973661668753E-16</c:v>
                </c:pt>
                <c:pt idx="10564">
                  <c:v>1.4802973661668753E-16</c:v>
                </c:pt>
                <c:pt idx="10565">
                  <c:v>1.4802973661668753E-16</c:v>
                </c:pt>
                <c:pt idx="10566">
                  <c:v>1.4802973661668753E-16</c:v>
                </c:pt>
                <c:pt idx="10567">
                  <c:v>1.4802973661668753E-16</c:v>
                </c:pt>
                <c:pt idx="10568">
                  <c:v>1.4802973661668753E-16</c:v>
                </c:pt>
                <c:pt idx="10569">
                  <c:v>1.4802973661668753E-16</c:v>
                </c:pt>
                <c:pt idx="10570">
                  <c:v>1.4802973661668753E-16</c:v>
                </c:pt>
                <c:pt idx="10571">
                  <c:v>1.4802973661668753E-16</c:v>
                </c:pt>
                <c:pt idx="10572">
                  <c:v>1.4802973661668753E-16</c:v>
                </c:pt>
                <c:pt idx="10573">
                  <c:v>1.4802973661668753E-16</c:v>
                </c:pt>
                <c:pt idx="10574">
                  <c:v>1.4802973661668753E-16</c:v>
                </c:pt>
                <c:pt idx="10575">
                  <c:v>1.4802973661668753E-16</c:v>
                </c:pt>
                <c:pt idx="10576">
                  <c:v>1.4802973661668753E-16</c:v>
                </c:pt>
                <c:pt idx="10577">
                  <c:v>1.4802973661668753E-16</c:v>
                </c:pt>
                <c:pt idx="10578">
                  <c:v>1.4802973661668753E-16</c:v>
                </c:pt>
                <c:pt idx="10579">
                  <c:v>1.4802973661668753E-16</c:v>
                </c:pt>
                <c:pt idx="10580">
                  <c:v>1.4802973661668753E-16</c:v>
                </c:pt>
                <c:pt idx="10581">
                  <c:v>1.4802973661668753E-16</c:v>
                </c:pt>
                <c:pt idx="10582">
                  <c:v>1.4802973661668753E-16</c:v>
                </c:pt>
                <c:pt idx="10583">
                  <c:v>1.4802973661668753E-16</c:v>
                </c:pt>
                <c:pt idx="10584">
                  <c:v>1.4802973661668753E-16</c:v>
                </c:pt>
                <c:pt idx="10585">
                  <c:v>1.4802973661668753E-16</c:v>
                </c:pt>
                <c:pt idx="10586">
                  <c:v>1.4802973661668753E-16</c:v>
                </c:pt>
                <c:pt idx="10587">
                  <c:v>1.4802973661668753E-16</c:v>
                </c:pt>
                <c:pt idx="10588">
                  <c:v>1.4802973661668753E-16</c:v>
                </c:pt>
                <c:pt idx="10589">
                  <c:v>1.4802973661668753E-16</c:v>
                </c:pt>
                <c:pt idx="10590">
                  <c:v>1.4802973661668753E-16</c:v>
                </c:pt>
                <c:pt idx="10591">
                  <c:v>1.4802973661668753E-16</c:v>
                </c:pt>
                <c:pt idx="10592">
                  <c:v>1.4802973661668753E-16</c:v>
                </c:pt>
                <c:pt idx="10593">
                  <c:v>1.4802973661668753E-16</c:v>
                </c:pt>
                <c:pt idx="10594">
                  <c:v>1.4802973661668753E-16</c:v>
                </c:pt>
                <c:pt idx="10595">
                  <c:v>1.4802973661668753E-16</c:v>
                </c:pt>
                <c:pt idx="10596">
                  <c:v>1.4802973661668753E-16</c:v>
                </c:pt>
                <c:pt idx="10597">
                  <c:v>1.4802973661668753E-16</c:v>
                </c:pt>
                <c:pt idx="10598">
                  <c:v>1.4802973661668753E-16</c:v>
                </c:pt>
                <c:pt idx="10599">
                  <c:v>1.4802973661668753E-16</c:v>
                </c:pt>
                <c:pt idx="10600">
                  <c:v>1.4802973661668753E-16</c:v>
                </c:pt>
                <c:pt idx="10601">
                  <c:v>1.4802973661668753E-16</c:v>
                </c:pt>
                <c:pt idx="10602">
                  <c:v>1.4802973661668753E-16</c:v>
                </c:pt>
                <c:pt idx="10603">
                  <c:v>1.4802973661668753E-16</c:v>
                </c:pt>
                <c:pt idx="10604">
                  <c:v>1.4802973661668753E-16</c:v>
                </c:pt>
                <c:pt idx="10605">
                  <c:v>1.4802973661668753E-16</c:v>
                </c:pt>
                <c:pt idx="10606">
                  <c:v>1.4802973661668753E-16</c:v>
                </c:pt>
                <c:pt idx="10607">
                  <c:v>1.4802973661668753E-16</c:v>
                </c:pt>
                <c:pt idx="10608">
                  <c:v>1.4802973661668753E-16</c:v>
                </c:pt>
                <c:pt idx="10609">
                  <c:v>1.4802973661668753E-16</c:v>
                </c:pt>
                <c:pt idx="10610">
                  <c:v>1.4802973661668753E-16</c:v>
                </c:pt>
                <c:pt idx="10611">
                  <c:v>1.4802973661668753E-16</c:v>
                </c:pt>
                <c:pt idx="10612">
                  <c:v>1.4802973661668753E-16</c:v>
                </c:pt>
                <c:pt idx="10613">
                  <c:v>1.4802973661668753E-16</c:v>
                </c:pt>
                <c:pt idx="10614">
                  <c:v>1.4802973661668753E-16</c:v>
                </c:pt>
                <c:pt idx="10615">
                  <c:v>1.4802973661668753E-16</c:v>
                </c:pt>
                <c:pt idx="10616">
                  <c:v>1.4802973661668753E-16</c:v>
                </c:pt>
                <c:pt idx="10617">
                  <c:v>1.4802973661668753E-16</c:v>
                </c:pt>
                <c:pt idx="10618">
                  <c:v>1.4802973661668753E-16</c:v>
                </c:pt>
                <c:pt idx="10619">
                  <c:v>1.4802973661668753E-16</c:v>
                </c:pt>
                <c:pt idx="10620">
                  <c:v>1.4802973661668753E-16</c:v>
                </c:pt>
                <c:pt idx="10621">
                  <c:v>1.4802973661668753E-16</c:v>
                </c:pt>
                <c:pt idx="10622">
                  <c:v>1.4802973661668753E-16</c:v>
                </c:pt>
                <c:pt idx="10623">
                  <c:v>1.4802973661668753E-16</c:v>
                </c:pt>
                <c:pt idx="10624">
                  <c:v>1.4802973661668753E-16</c:v>
                </c:pt>
                <c:pt idx="10625">
                  <c:v>1.4802973661668753E-16</c:v>
                </c:pt>
                <c:pt idx="10626">
                  <c:v>1.4802973661668753E-16</c:v>
                </c:pt>
                <c:pt idx="10627">
                  <c:v>1.4802973661668753E-16</c:v>
                </c:pt>
                <c:pt idx="10628">
                  <c:v>1.4802973661668753E-16</c:v>
                </c:pt>
                <c:pt idx="10629">
                  <c:v>1.4802973661668753E-16</c:v>
                </c:pt>
                <c:pt idx="10630">
                  <c:v>1.4802973661668753E-16</c:v>
                </c:pt>
                <c:pt idx="10631">
                  <c:v>1.4802973661668753E-16</c:v>
                </c:pt>
                <c:pt idx="10632">
                  <c:v>1.4802973661668753E-16</c:v>
                </c:pt>
                <c:pt idx="10633">
                  <c:v>1.4802973661668753E-16</c:v>
                </c:pt>
                <c:pt idx="10634">
                  <c:v>1.4802973661668753E-16</c:v>
                </c:pt>
                <c:pt idx="10635">
                  <c:v>1.4802973661668753E-16</c:v>
                </c:pt>
                <c:pt idx="10636">
                  <c:v>1.4802973661668753E-16</c:v>
                </c:pt>
                <c:pt idx="10637">
                  <c:v>1.4802973661668753E-16</c:v>
                </c:pt>
                <c:pt idx="10638">
                  <c:v>1.4802973661668753E-16</c:v>
                </c:pt>
                <c:pt idx="10639">
                  <c:v>1.4802973661668753E-16</c:v>
                </c:pt>
                <c:pt idx="10640">
                  <c:v>1.4802973661668753E-16</c:v>
                </c:pt>
                <c:pt idx="10641">
                  <c:v>1.4802973661668753E-16</c:v>
                </c:pt>
                <c:pt idx="10642">
                  <c:v>1.4802973661668753E-16</c:v>
                </c:pt>
                <c:pt idx="10643">
                  <c:v>1.4802973661668753E-16</c:v>
                </c:pt>
                <c:pt idx="10644">
                  <c:v>1.4802973661668753E-16</c:v>
                </c:pt>
                <c:pt idx="10645">
                  <c:v>1.4802973661668753E-16</c:v>
                </c:pt>
                <c:pt idx="10646">
                  <c:v>1.4802973661668753E-16</c:v>
                </c:pt>
                <c:pt idx="10647">
                  <c:v>1.4802973661668753E-16</c:v>
                </c:pt>
                <c:pt idx="10648">
                  <c:v>1.4802973661668753E-16</c:v>
                </c:pt>
                <c:pt idx="10649">
                  <c:v>1.4802973661668753E-16</c:v>
                </c:pt>
                <c:pt idx="10650">
                  <c:v>1.4802973661668753E-16</c:v>
                </c:pt>
                <c:pt idx="10651">
                  <c:v>1.4802973661668753E-16</c:v>
                </c:pt>
                <c:pt idx="10652">
                  <c:v>1.4802973661668753E-16</c:v>
                </c:pt>
                <c:pt idx="10653">
                  <c:v>1.4802973661668753E-16</c:v>
                </c:pt>
                <c:pt idx="10654">
                  <c:v>1.4802973661668753E-16</c:v>
                </c:pt>
                <c:pt idx="10655">
                  <c:v>1.4802973661668753E-16</c:v>
                </c:pt>
                <c:pt idx="10656">
                  <c:v>1.4802973661668753E-16</c:v>
                </c:pt>
                <c:pt idx="10657">
                  <c:v>1.4802973661668753E-16</c:v>
                </c:pt>
                <c:pt idx="10658">
                  <c:v>1.4802973661668753E-16</c:v>
                </c:pt>
                <c:pt idx="10659">
                  <c:v>1.4802973661668753E-16</c:v>
                </c:pt>
                <c:pt idx="10660">
                  <c:v>1.4802973661668753E-16</c:v>
                </c:pt>
                <c:pt idx="10661">
                  <c:v>1.4802973661668753E-16</c:v>
                </c:pt>
                <c:pt idx="10662">
                  <c:v>1.4802973661668753E-16</c:v>
                </c:pt>
                <c:pt idx="10663">
                  <c:v>1.4802973661668753E-16</c:v>
                </c:pt>
                <c:pt idx="10664">
                  <c:v>1.4802973661668753E-16</c:v>
                </c:pt>
                <c:pt idx="10665">
                  <c:v>1.4802973661668753E-16</c:v>
                </c:pt>
                <c:pt idx="10666">
                  <c:v>1.4802973661668753E-16</c:v>
                </c:pt>
                <c:pt idx="10667">
                  <c:v>1.4802973661668753E-16</c:v>
                </c:pt>
                <c:pt idx="10668">
                  <c:v>1.4802973661668753E-16</c:v>
                </c:pt>
                <c:pt idx="10669">
                  <c:v>1.4802973661668753E-16</c:v>
                </c:pt>
                <c:pt idx="10670">
                  <c:v>1.4802973661668753E-16</c:v>
                </c:pt>
                <c:pt idx="10671">
                  <c:v>1.4802973661668753E-16</c:v>
                </c:pt>
                <c:pt idx="10672">
                  <c:v>1.4802973661668753E-16</c:v>
                </c:pt>
                <c:pt idx="10673">
                  <c:v>1.4802973661668753E-16</c:v>
                </c:pt>
                <c:pt idx="10674">
                  <c:v>1.4802973661668753E-16</c:v>
                </c:pt>
                <c:pt idx="10675">
                  <c:v>1.4802973661668753E-16</c:v>
                </c:pt>
                <c:pt idx="10676">
                  <c:v>1.4802973661668753E-16</c:v>
                </c:pt>
                <c:pt idx="10677">
                  <c:v>1.4802973661668753E-16</c:v>
                </c:pt>
                <c:pt idx="10678">
                  <c:v>1.4802973661668753E-16</c:v>
                </c:pt>
                <c:pt idx="10679">
                  <c:v>1.4802973661668753E-16</c:v>
                </c:pt>
                <c:pt idx="10680">
                  <c:v>1.4802973661668753E-16</c:v>
                </c:pt>
                <c:pt idx="10681">
                  <c:v>1.4802973661668753E-16</c:v>
                </c:pt>
                <c:pt idx="10682">
                  <c:v>1.4802973661668753E-16</c:v>
                </c:pt>
                <c:pt idx="10683">
                  <c:v>1.4802973661668753E-16</c:v>
                </c:pt>
                <c:pt idx="10684">
                  <c:v>1.4802973661668753E-16</c:v>
                </c:pt>
                <c:pt idx="10685">
                  <c:v>1.4802973661668753E-16</c:v>
                </c:pt>
                <c:pt idx="10686">
                  <c:v>1.4802973661668753E-16</c:v>
                </c:pt>
                <c:pt idx="10687">
                  <c:v>1.4802973661668753E-16</c:v>
                </c:pt>
                <c:pt idx="10688">
                  <c:v>1.4802973661668753E-16</c:v>
                </c:pt>
                <c:pt idx="10689">
                  <c:v>1.4802973661668753E-16</c:v>
                </c:pt>
                <c:pt idx="10690">
                  <c:v>1.4802973661668753E-16</c:v>
                </c:pt>
                <c:pt idx="10691">
                  <c:v>1.4802973661668753E-16</c:v>
                </c:pt>
                <c:pt idx="10692">
                  <c:v>1.4802973661668753E-16</c:v>
                </c:pt>
                <c:pt idx="10693">
                  <c:v>1.4802973661668753E-16</c:v>
                </c:pt>
                <c:pt idx="10694">
                  <c:v>1.4802973661668753E-16</c:v>
                </c:pt>
                <c:pt idx="10695">
                  <c:v>1.4802973661668753E-16</c:v>
                </c:pt>
                <c:pt idx="10696">
                  <c:v>1.4802973661668753E-16</c:v>
                </c:pt>
                <c:pt idx="10697">
                  <c:v>1.4802973661668753E-16</c:v>
                </c:pt>
                <c:pt idx="10698">
                  <c:v>1.4802973661668753E-16</c:v>
                </c:pt>
                <c:pt idx="10699">
                  <c:v>1.4802973661668753E-16</c:v>
                </c:pt>
                <c:pt idx="10700">
                  <c:v>1.4802973661668753E-16</c:v>
                </c:pt>
                <c:pt idx="10701">
                  <c:v>1.4802973661668753E-16</c:v>
                </c:pt>
                <c:pt idx="10702">
                  <c:v>1.4802973661668753E-16</c:v>
                </c:pt>
                <c:pt idx="10703">
                  <c:v>1.4802973661668753E-16</c:v>
                </c:pt>
                <c:pt idx="10704">
                  <c:v>1.4802973661668753E-16</c:v>
                </c:pt>
                <c:pt idx="10705">
                  <c:v>1.4802973661668753E-16</c:v>
                </c:pt>
                <c:pt idx="10706">
                  <c:v>1.4802973661668753E-16</c:v>
                </c:pt>
                <c:pt idx="10707">
                  <c:v>1.4802973661668753E-16</c:v>
                </c:pt>
                <c:pt idx="10708">
                  <c:v>1.4802973661668753E-16</c:v>
                </c:pt>
                <c:pt idx="10709">
                  <c:v>1.4802973661668753E-16</c:v>
                </c:pt>
                <c:pt idx="10710">
                  <c:v>1.4802973661668753E-16</c:v>
                </c:pt>
                <c:pt idx="10711">
                  <c:v>1.4802973661668753E-16</c:v>
                </c:pt>
                <c:pt idx="10712">
                  <c:v>1.4802973661668753E-16</c:v>
                </c:pt>
                <c:pt idx="10713">
                  <c:v>1.4802973661668753E-16</c:v>
                </c:pt>
                <c:pt idx="10714">
                  <c:v>1.4802973661668753E-16</c:v>
                </c:pt>
                <c:pt idx="10715">
                  <c:v>1.4802973661668753E-16</c:v>
                </c:pt>
                <c:pt idx="10716">
                  <c:v>1.4802973661668753E-16</c:v>
                </c:pt>
                <c:pt idx="10717">
                  <c:v>1.4802973661668753E-16</c:v>
                </c:pt>
                <c:pt idx="10718">
                  <c:v>1.4802973661668753E-16</c:v>
                </c:pt>
                <c:pt idx="10719">
                  <c:v>1.4802973661668753E-16</c:v>
                </c:pt>
                <c:pt idx="10720">
                  <c:v>1.4802973661668753E-16</c:v>
                </c:pt>
                <c:pt idx="10721">
                  <c:v>1.4802973661668753E-16</c:v>
                </c:pt>
                <c:pt idx="10722">
                  <c:v>1.4802973661668753E-16</c:v>
                </c:pt>
                <c:pt idx="10723">
                  <c:v>1.4802973661668753E-16</c:v>
                </c:pt>
                <c:pt idx="10724">
                  <c:v>1.4802973661668753E-16</c:v>
                </c:pt>
                <c:pt idx="10725">
                  <c:v>1.4802973661668753E-16</c:v>
                </c:pt>
                <c:pt idx="10726">
                  <c:v>1.4802973661668753E-16</c:v>
                </c:pt>
                <c:pt idx="10727">
                  <c:v>1.4802973661668753E-16</c:v>
                </c:pt>
                <c:pt idx="10728">
                  <c:v>1.4802973661668753E-16</c:v>
                </c:pt>
                <c:pt idx="10729">
                  <c:v>1.4802973661668753E-16</c:v>
                </c:pt>
                <c:pt idx="10730">
                  <c:v>1.4802973661668753E-16</c:v>
                </c:pt>
                <c:pt idx="10731">
                  <c:v>1.4802973661668753E-16</c:v>
                </c:pt>
                <c:pt idx="10732">
                  <c:v>1.4802973661668753E-16</c:v>
                </c:pt>
                <c:pt idx="10733">
                  <c:v>1.4802973661668753E-16</c:v>
                </c:pt>
                <c:pt idx="10734">
                  <c:v>1.4802973661668753E-16</c:v>
                </c:pt>
                <c:pt idx="10735">
                  <c:v>1.4802973661668753E-16</c:v>
                </c:pt>
                <c:pt idx="10736">
                  <c:v>1.4802973661668753E-16</c:v>
                </c:pt>
                <c:pt idx="10737">
                  <c:v>1.4802973661668753E-16</c:v>
                </c:pt>
                <c:pt idx="10738">
                  <c:v>1.4802973661668753E-16</c:v>
                </c:pt>
                <c:pt idx="10739">
                  <c:v>1.4802973661668753E-16</c:v>
                </c:pt>
                <c:pt idx="10740">
                  <c:v>1.4802973661668753E-16</c:v>
                </c:pt>
                <c:pt idx="10741">
                  <c:v>1.4802973661668753E-16</c:v>
                </c:pt>
                <c:pt idx="10742">
                  <c:v>1.4802973661668753E-16</c:v>
                </c:pt>
                <c:pt idx="10743">
                  <c:v>1.4802973661668753E-16</c:v>
                </c:pt>
                <c:pt idx="10744">
                  <c:v>1.4802973661668753E-16</c:v>
                </c:pt>
                <c:pt idx="10745">
                  <c:v>1.4802973661668753E-16</c:v>
                </c:pt>
                <c:pt idx="10746">
                  <c:v>1.4802973661668753E-16</c:v>
                </c:pt>
                <c:pt idx="10747">
                  <c:v>1.4802973661668753E-16</c:v>
                </c:pt>
                <c:pt idx="10748">
                  <c:v>1.4802973661668753E-16</c:v>
                </c:pt>
                <c:pt idx="10749">
                  <c:v>1.4802973661668753E-16</c:v>
                </c:pt>
                <c:pt idx="10750">
                  <c:v>1.4802973661668753E-16</c:v>
                </c:pt>
                <c:pt idx="10751">
                  <c:v>1.4802973661668753E-16</c:v>
                </c:pt>
                <c:pt idx="10752">
                  <c:v>1.4802973661668753E-16</c:v>
                </c:pt>
                <c:pt idx="10753">
                  <c:v>1.4802973661668753E-16</c:v>
                </c:pt>
                <c:pt idx="10754">
                  <c:v>1.4802973661668753E-16</c:v>
                </c:pt>
                <c:pt idx="10755">
                  <c:v>1.4802973661668753E-16</c:v>
                </c:pt>
                <c:pt idx="10756">
                  <c:v>1.4802973661668753E-16</c:v>
                </c:pt>
                <c:pt idx="10757">
                  <c:v>1.4802973661668753E-16</c:v>
                </c:pt>
                <c:pt idx="10758">
                  <c:v>1.4802973661668753E-16</c:v>
                </c:pt>
                <c:pt idx="10759">
                  <c:v>1.4802973661668753E-16</c:v>
                </c:pt>
                <c:pt idx="10760">
                  <c:v>1.4802973661668753E-16</c:v>
                </c:pt>
                <c:pt idx="10761">
                  <c:v>1.4802973661668753E-16</c:v>
                </c:pt>
                <c:pt idx="10762">
                  <c:v>1.4802973661668753E-16</c:v>
                </c:pt>
                <c:pt idx="10763">
                  <c:v>1.4802973661668753E-16</c:v>
                </c:pt>
                <c:pt idx="10764">
                  <c:v>1.4802973661668753E-16</c:v>
                </c:pt>
                <c:pt idx="10765">
                  <c:v>1.4802973661668753E-16</c:v>
                </c:pt>
                <c:pt idx="10766">
                  <c:v>1.4802973661668753E-16</c:v>
                </c:pt>
                <c:pt idx="10767">
                  <c:v>1.4802973661668753E-16</c:v>
                </c:pt>
                <c:pt idx="10768">
                  <c:v>1.4802973661668753E-16</c:v>
                </c:pt>
                <c:pt idx="10769">
                  <c:v>1.4802973661668753E-16</c:v>
                </c:pt>
                <c:pt idx="10770">
                  <c:v>1.4802973661668753E-16</c:v>
                </c:pt>
                <c:pt idx="10771">
                  <c:v>1.4802973661668753E-16</c:v>
                </c:pt>
                <c:pt idx="10772">
                  <c:v>1.4802973661668753E-16</c:v>
                </c:pt>
                <c:pt idx="10773">
                  <c:v>0</c:v>
                </c:pt>
              </c:numCache>
            </c:numRef>
          </c:val>
          <c:smooth val="0"/>
          <c:extLst>
            <c:ext xmlns:c16="http://schemas.microsoft.com/office/drawing/2014/chart" uri="{C3380CC4-5D6E-409C-BE32-E72D297353CC}">
              <c16:uniqueId val="{00000000-BB64-45D0-A230-4D8CDB9D63A2}"/>
            </c:ext>
          </c:extLst>
        </c:ser>
        <c:dLbls>
          <c:showLegendKey val="0"/>
          <c:showVal val="0"/>
          <c:showCatName val="0"/>
          <c:showSerName val="0"/>
          <c:showPercent val="0"/>
          <c:showBubbleSize val="0"/>
        </c:dLbls>
        <c:smooth val="0"/>
        <c:axId val="1816322688"/>
        <c:axId val="1895386304"/>
      </c:lineChart>
      <c:catAx>
        <c:axId val="1816322688"/>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95386304"/>
        <c:crosses val="autoZero"/>
        <c:auto val="1"/>
        <c:lblAlgn val="ctr"/>
        <c:lblOffset val="100"/>
        <c:noMultiLvlLbl val="0"/>
      </c:catAx>
      <c:valAx>
        <c:axId val="189538630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816322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0679CC-B6EF-4DA5-9D46-CD44456A2546}"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B88C4-1558-4140-BC8B-E5477291FB40}" type="slidenum">
              <a:rPr lang="en-US" smtClean="0"/>
              <a:t>‹#›</a:t>
            </a:fld>
            <a:endParaRPr lang="en-US"/>
          </a:p>
        </p:txBody>
      </p:sp>
    </p:spTree>
    <p:extLst>
      <p:ext uri="{BB962C8B-B14F-4D97-AF65-F5344CB8AC3E}">
        <p14:creationId xmlns:p14="http://schemas.microsoft.com/office/powerpoint/2010/main" val="201764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FFA9A48-0EFA-BE4B-B76C-6F5323704A78}" type="slidenum">
              <a:rPr lang="en-US" sz="1200"/>
              <a:pPr eaLnBrk="1" hangingPunct="1"/>
              <a:t>1</a:t>
            </a:fld>
            <a:endParaRPr lang="en-US" sz="1200"/>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7B70AFEB-5E7B-C14A-BE03-0FB45E403C17}" type="slidenum">
              <a:rPr lang="en-US"/>
              <a:pPr eaLnBrk="1" hangingPunct="1">
                <a:defRPr/>
              </a:pPr>
              <a:t>2</a:t>
            </a:fld>
            <a:endParaRPr lang="en-US"/>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0B72552B-0517-6546-84B8-74671606D410}" type="slidenum">
              <a:rPr lang="en-US"/>
              <a:pPr eaLnBrk="1" hangingPunct="1">
                <a:defRPr/>
              </a:pPr>
              <a:t>3</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B6364270-73C4-A34D-A213-6A748D05CF26}" type="slidenum">
              <a:rPr lang="en-US"/>
              <a:pPr eaLnBrk="1" hangingPunct="1">
                <a:defRPr/>
              </a:pPr>
              <a:t>4</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Josiah, Landon, and Ben Present this?</a:t>
            </a:r>
          </a:p>
        </p:txBody>
      </p:sp>
      <p:sp>
        <p:nvSpPr>
          <p:cNvPr id="4" name="Slide Number Placeholder 3"/>
          <p:cNvSpPr>
            <a:spLocks noGrp="1"/>
          </p:cNvSpPr>
          <p:nvPr>
            <p:ph type="sldNum" sz="quarter" idx="5"/>
          </p:nvPr>
        </p:nvSpPr>
        <p:spPr/>
        <p:txBody>
          <a:bodyPr/>
          <a:lstStyle/>
          <a:p>
            <a:fld id="{539B88C4-1558-4140-BC8B-E5477291FB40}" type="slidenum">
              <a:rPr lang="en-US" smtClean="0"/>
              <a:t>5</a:t>
            </a:fld>
            <a:endParaRPr lang="en-US"/>
          </a:p>
        </p:txBody>
      </p:sp>
    </p:spTree>
    <p:extLst>
      <p:ext uri="{BB962C8B-B14F-4D97-AF65-F5344CB8AC3E}">
        <p14:creationId xmlns:p14="http://schemas.microsoft.com/office/powerpoint/2010/main" val="3050478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75A58FFA-73C3-F748-8418-583A3DB25277}" type="slidenum">
              <a:rPr lang="en-US"/>
              <a:pPr eaLnBrk="1" hangingPunct="1">
                <a:defRPr/>
              </a:pPr>
              <a:t>6</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08E90CCB-1525-4546-930B-045AB14E1CBC}" type="slidenum">
              <a:rPr lang="en-US"/>
              <a:pPr eaLnBrk="1" hangingPunct="1">
                <a:defRPr/>
              </a:pPr>
              <a:t>10</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t>Josiah Presents This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Josiah Presents This</a:t>
            </a:r>
          </a:p>
        </p:txBody>
      </p:sp>
      <p:sp>
        <p:nvSpPr>
          <p:cNvPr id="4" name="Slide Number Placeholder 3"/>
          <p:cNvSpPr>
            <a:spLocks noGrp="1"/>
          </p:cNvSpPr>
          <p:nvPr>
            <p:ph type="sldNum" sz="quarter" idx="5"/>
          </p:nvPr>
        </p:nvSpPr>
        <p:spPr/>
        <p:txBody>
          <a:bodyPr/>
          <a:lstStyle/>
          <a:p>
            <a:fld id="{539B88C4-1558-4140-BC8B-E5477291FB40}" type="slidenum">
              <a:rPr lang="en-US" smtClean="0"/>
              <a:t>14</a:t>
            </a:fld>
            <a:endParaRPr lang="en-US"/>
          </a:p>
        </p:txBody>
      </p:sp>
    </p:spTree>
    <p:extLst>
      <p:ext uri="{BB962C8B-B14F-4D97-AF65-F5344CB8AC3E}">
        <p14:creationId xmlns:p14="http://schemas.microsoft.com/office/powerpoint/2010/main" val="2707335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3542250-C533-2745-A228-04CF49661498}" type="slidenum">
              <a:rPr lang="en-US" sz="1200"/>
              <a:pPr eaLnBrk="1" hangingPunct="1"/>
              <a:t>15</a:t>
            </a:fld>
            <a:endParaRPr lang="en-US" sz="1200"/>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3766DBF-38AD-6C47-A8AB-AE519C45D459}" type="slidenum">
              <a:rPr lang="en-US" sz="1200"/>
              <a:pPr eaLnBrk="1" hangingPunct="1"/>
              <a:t>16</a:t>
            </a:fld>
            <a:endParaRPr lang="en-US" sz="1200"/>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1FBFBFA-E15A-3841-B9C1-ACD825E6AB08}" type="slidenum">
              <a:rPr lang="en-US" sz="1200"/>
              <a:pPr eaLnBrk="1" hangingPunct="1"/>
              <a:t>17</a:t>
            </a:fld>
            <a:endParaRPr lang="en-US" sz="1200"/>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t>Josiah Presents This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36A2C2-2803-408F-9C1E-717510AD4EF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71295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36A2C2-2803-408F-9C1E-717510AD4EF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486434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36A2C2-2803-408F-9C1E-717510AD4EF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3508647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310930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36A2C2-2803-408F-9C1E-717510AD4EF4}"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1198137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36A2C2-2803-408F-9C1E-717510AD4EF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41381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36A2C2-2803-408F-9C1E-717510AD4EF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566796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810548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1678689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1776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3395395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977632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36A2C2-2803-408F-9C1E-717510AD4EF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48328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6A2C2-2803-408F-9C1E-717510AD4EF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4237804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C36A2C2-2803-408F-9C1E-717510AD4EF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2692764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36A2C2-2803-408F-9C1E-717510AD4EF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4127215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36A2C2-2803-408F-9C1E-717510AD4EF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3283-B3EC-413B-98FD-B6139E4AAAE3}" type="slidenum">
              <a:rPr lang="en-US" smtClean="0"/>
              <a:t>‹#›</a:t>
            </a:fld>
            <a:endParaRPr lang="en-US"/>
          </a:p>
        </p:txBody>
      </p:sp>
    </p:spTree>
    <p:extLst>
      <p:ext uri="{BB962C8B-B14F-4D97-AF65-F5344CB8AC3E}">
        <p14:creationId xmlns:p14="http://schemas.microsoft.com/office/powerpoint/2010/main" val="4156664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C36A2C2-2803-408F-9C1E-717510AD4EF4}" type="datetimeFigureOut">
              <a:rPr lang="en-US" smtClean="0"/>
              <a:t>9/11/26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A8C3283-B3EC-413B-98FD-B6139E4AAAE3}" type="slidenum">
              <a:rPr lang="en-US" smtClean="0"/>
              <a:t>‹#›</a:t>
            </a:fld>
            <a:endParaRPr lang="en-US"/>
          </a:p>
        </p:txBody>
      </p:sp>
    </p:spTree>
    <p:extLst>
      <p:ext uri="{BB962C8B-B14F-4D97-AF65-F5344CB8AC3E}">
        <p14:creationId xmlns:p14="http://schemas.microsoft.com/office/powerpoint/2010/main" val="346579181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7CA6C7-D974-F91D-234E-12E19EC30DA5}"/>
              </a:ext>
            </a:extLst>
          </p:cNvPr>
          <p:cNvSpPr/>
          <p:nvPr/>
        </p:nvSpPr>
        <p:spPr>
          <a:xfrm>
            <a:off x="6713837" y="5220728"/>
            <a:ext cx="5406081" cy="153429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7" name="Rectangle 2"/>
          <p:cNvSpPr>
            <a:spLocks noGrp="1" noChangeArrowheads="1"/>
          </p:cNvSpPr>
          <p:nvPr>
            <p:ph type="ctrTitle"/>
          </p:nvPr>
        </p:nvSpPr>
        <p:spPr>
          <a:xfrm>
            <a:off x="403331" y="602202"/>
            <a:ext cx="6188983" cy="1110202"/>
          </a:xfrm>
        </p:spPr>
        <p:txBody>
          <a:bodyPr vert="horz" lIns="91440" tIns="45720" rIns="91440" bIns="45720" rtlCol="0" anchor="ctr">
            <a:noAutofit/>
          </a:bodyPr>
          <a:lstStyle/>
          <a:p>
            <a:pPr>
              <a:lnSpc>
                <a:spcPct val="90000"/>
              </a:lnSpc>
            </a:pPr>
            <a:r>
              <a:rPr lang="en-US" sz="4000"/>
              <a:t>Crazy 8’s</a:t>
            </a:r>
            <a:br>
              <a:rPr lang="en-US" sz="4000"/>
            </a:br>
            <a:r>
              <a:rPr lang="en-US" sz="4000"/>
              <a:t>Preliminary Design Review</a:t>
            </a:r>
            <a:endParaRPr lang="en-US" sz="400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14338" name="Rectangle 3"/>
          <p:cNvSpPr>
            <a:spLocks noGrp="1" noChangeArrowheads="1"/>
          </p:cNvSpPr>
          <p:nvPr>
            <p:ph type="subTitle" idx="1"/>
          </p:nvPr>
        </p:nvSpPr>
        <p:spPr>
          <a:xfrm>
            <a:off x="913796" y="1828800"/>
            <a:ext cx="5168052" cy="3962400"/>
          </a:xfrm>
        </p:spPr>
        <p:txBody>
          <a:bodyPr vert="horz" lIns="91440" tIns="45720" rIns="91440" bIns="45720" rtlCol="0" anchor="t">
            <a:normAutofit/>
          </a:bodyPr>
          <a:lstStyle/>
          <a:p>
            <a:pPr algn="l"/>
            <a:r>
              <a:rPr lang="en-US">
                <a:solidFill>
                  <a:schemeClr val="tx2"/>
                </a:solidFill>
              </a:rPr>
              <a:t>Team Members:</a:t>
            </a:r>
          </a:p>
          <a:p>
            <a:pPr algn="l"/>
            <a:r>
              <a:rPr lang="en-US">
                <a:solidFill>
                  <a:schemeClr val="tx2"/>
                </a:solidFill>
              </a:rPr>
              <a:t>Jackson Billings, Josiah Ebuen, Chloe Ganry, Landon Holligan, Aja Kimsey, Roderick Mohar, Ben Rogers, Luke Walter </a:t>
            </a:r>
            <a:endParaRPr lang="en-US" err="1">
              <a:solidFill>
                <a:schemeClr val="tx2"/>
              </a:solidFill>
            </a:endParaRPr>
          </a:p>
          <a:p>
            <a:pPr algn="l"/>
            <a:endParaRPr lang="en-US">
              <a:solidFill>
                <a:schemeClr val="tx2"/>
              </a:solidFill>
            </a:endParaRPr>
          </a:p>
          <a:p>
            <a:pPr algn="l"/>
            <a:r>
              <a:rPr lang="en-US">
                <a:solidFill>
                  <a:schemeClr val="tx2"/>
                </a:solidFill>
              </a:rPr>
              <a:t>Date:</a:t>
            </a:r>
            <a:endParaRPr lang="en-US">
              <a:ln>
                <a:solidFill>
                  <a:prstClr val="black">
                    <a:lumMod val="75000"/>
                    <a:lumOff val="25000"/>
                    <a:alpha val="10000"/>
                  </a:prstClr>
                </a:solidFill>
              </a:ln>
              <a:solidFill>
                <a:schemeClr val="tx2"/>
              </a:solidFill>
              <a:effectLst>
                <a:outerShdw blurRad="9525" dist="25400" dir="14640000" algn="tl" rotWithShape="0">
                  <a:prstClr val="black">
                    <a:alpha val="30000"/>
                  </a:prstClr>
                </a:outerShdw>
              </a:effectLst>
            </a:endParaRPr>
          </a:p>
          <a:p>
            <a:pPr algn="l"/>
            <a:r>
              <a:rPr lang="en-US">
                <a:solidFill>
                  <a:schemeClr val="tx2"/>
                </a:solidFill>
              </a:rPr>
              <a:t>3/11/24</a:t>
            </a:r>
            <a:endParaRPr lang="en-US">
              <a:ln>
                <a:solidFill>
                  <a:prstClr val="black">
                    <a:lumMod val="75000"/>
                    <a:lumOff val="25000"/>
                    <a:alpha val="10000"/>
                  </a:prstClr>
                </a:solidFill>
              </a:ln>
              <a:solidFill>
                <a:schemeClr val="tx2"/>
              </a:solidFill>
              <a:effectLst>
                <a:outerShdw blurRad="9525" dist="25400" dir="14640000" algn="tl" rotWithShape="0">
                  <a:prstClr val="black">
                    <a:alpha val="30000"/>
                  </a:prstClr>
                </a:outerShdw>
              </a:effectLst>
            </a:endParaRPr>
          </a:p>
        </p:txBody>
      </p:sp>
      <p:pic>
        <p:nvPicPr>
          <p:cNvPr id="14340" name="Picture 14339">
            <a:extLst>
              <a:ext uri="{FF2B5EF4-FFF2-40B4-BE49-F238E27FC236}">
                <a16:creationId xmlns:a16="http://schemas.microsoft.com/office/drawing/2014/main" id="{F15A1844-5CB8-438B-B90E-EF2A51CF87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6586695" y="1"/>
            <a:ext cx="5605305" cy="6858000"/>
          </a:xfrm>
          <a:prstGeom prst="rect">
            <a:avLst/>
          </a:prstGeom>
        </p:spPr>
      </p:pic>
      <p:pic>
        <p:nvPicPr>
          <p:cNvPr id="2" name="Picture 1" descr="A black and white logo&#10;&#10;Description automatically generated">
            <a:extLst>
              <a:ext uri="{FF2B5EF4-FFF2-40B4-BE49-F238E27FC236}">
                <a16:creationId xmlns:a16="http://schemas.microsoft.com/office/drawing/2014/main" id="{52124CDA-2D04-FDA0-8B7D-CE290506F2A6}"/>
              </a:ext>
            </a:extLst>
          </p:cNvPr>
          <p:cNvPicPr>
            <a:picLocks noChangeAspect="1"/>
          </p:cNvPicPr>
          <p:nvPr/>
        </p:nvPicPr>
        <p:blipFill>
          <a:blip r:embed="rId5"/>
          <a:stretch>
            <a:fillRect/>
          </a:stretch>
        </p:blipFill>
        <p:spPr>
          <a:xfrm>
            <a:off x="6691773" y="5218669"/>
            <a:ext cx="5467865" cy="1531826"/>
          </a:xfrm>
          <a:prstGeom prst="rect">
            <a:avLst/>
          </a:prstGeom>
        </p:spPr>
      </p:pic>
      <p:pic>
        <p:nvPicPr>
          <p:cNvPr id="4" name="Picture 3" descr="A black and white billiard ball with a number eight&#10;&#10;Description automatically generated">
            <a:extLst>
              <a:ext uri="{FF2B5EF4-FFF2-40B4-BE49-F238E27FC236}">
                <a16:creationId xmlns:a16="http://schemas.microsoft.com/office/drawing/2014/main" id="{B4E3FFE6-2EFF-2FA6-664A-248673148F6A}"/>
              </a:ext>
            </a:extLst>
          </p:cNvPr>
          <p:cNvPicPr>
            <a:picLocks noChangeAspect="1"/>
          </p:cNvPicPr>
          <p:nvPr/>
        </p:nvPicPr>
        <p:blipFill>
          <a:blip r:embed="rId6"/>
          <a:stretch>
            <a:fillRect/>
          </a:stretch>
        </p:blipFill>
        <p:spPr>
          <a:xfrm>
            <a:off x="7582269" y="609600"/>
            <a:ext cx="3670917" cy="36709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pPr eaLnBrk="1" hangingPunct="1"/>
            <a:r>
              <a:rPr lang="en-US">
                <a:latin typeface="Calisto MT"/>
              </a:rPr>
              <a:t>Mission Overview</a:t>
            </a:r>
            <a:endParaRPr lang="en-US"/>
          </a:p>
        </p:txBody>
      </p:sp>
      <p:sp>
        <p:nvSpPr>
          <p:cNvPr id="18434" name="Rectangle 3"/>
          <p:cNvSpPr>
            <a:spLocks noGrp="1" noChangeArrowheads="1"/>
          </p:cNvSpPr>
          <p:nvPr>
            <p:ph idx="1"/>
          </p:nvPr>
        </p:nvSpPr>
        <p:spPr/>
        <p:txBody>
          <a:bodyPr/>
          <a:lstStyle/>
          <a:p>
            <a:pPr indent="-305435">
              <a:buNone/>
            </a:pPr>
            <a:r>
              <a:rPr lang="en-US">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Our objective is to design, model, test, and manufacture a balloon satellite with an extendable boom arm that is capable of withstanding stratospheric conditions. </a:t>
            </a:r>
          </a:p>
          <a:p>
            <a:pPr indent="-305435">
              <a:buNone/>
            </a:pPr>
            <a:endParaRPr lang="en-US">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endParaRPr>
          </a:p>
          <a:p>
            <a:pPr indent="-305435">
              <a:buNone/>
            </a:pPr>
            <a:r>
              <a:rPr lang="en-US">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The main purpose of this mission is to test how the craft interacts with the environment in the different stages of flight. We are also expecting to create an image with a 360-degree view of the environment around our craft. Doing so will allow maximal observation of the space around the craft. </a:t>
            </a:r>
            <a:endParaRPr lang="en-US"/>
          </a:p>
          <a:p>
            <a:pPr marL="37465" indent="0">
              <a:buNone/>
            </a:pPr>
            <a:br>
              <a:rPr lang="en-US"/>
            </a:br>
            <a:endParaRPr lang="en-US"/>
          </a:p>
        </p:txBody>
      </p:sp>
      <p:pic>
        <p:nvPicPr>
          <p:cNvPr id="3" name="Picture 2" descr="A black circle with white text&#10;&#10;Description automatically generated">
            <a:extLst>
              <a:ext uri="{FF2B5EF4-FFF2-40B4-BE49-F238E27FC236}">
                <a16:creationId xmlns:a16="http://schemas.microsoft.com/office/drawing/2014/main" id="{24018643-A664-6738-0C26-0708404E29F1}"/>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5" name="TextBox 4">
            <a:extLst>
              <a:ext uri="{FF2B5EF4-FFF2-40B4-BE49-F238E27FC236}">
                <a16:creationId xmlns:a16="http://schemas.microsoft.com/office/drawing/2014/main" id="{C0269955-9EEC-6AF8-6FC3-F13BBF676B9A}"/>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step by step launch&#10;&#10;Description automatically generated">
            <a:extLst>
              <a:ext uri="{FF2B5EF4-FFF2-40B4-BE49-F238E27FC236}">
                <a16:creationId xmlns:a16="http://schemas.microsoft.com/office/drawing/2014/main" id="{6606DAD3-0D46-4E35-B0E9-D93C590CD81A}"/>
              </a:ext>
            </a:extLst>
          </p:cNvPr>
          <p:cNvPicPr>
            <a:picLocks noGrp="1" noChangeAspect="1"/>
          </p:cNvPicPr>
          <p:nvPr>
            <p:ph idx="1"/>
          </p:nvPr>
        </p:nvPicPr>
        <p:blipFill>
          <a:blip r:embed="rId3"/>
          <a:stretch>
            <a:fillRect/>
          </a:stretch>
        </p:blipFill>
        <p:spPr>
          <a:xfrm>
            <a:off x="4973" y="-4793"/>
            <a:ext cx="12191999" cy="6863910"/>
          </a:xfrm>
        </p:spPr>
      </p:pic>
      <p:pic>
        <p:nvPicPr>
          <p:cNvPr id="3" name="Picture 2" descr="A black circle with white text&#10;&#10;Description automatically generated">
            <a:extLst>
              <a:ext uri="{FF2B5EF4-FFF2-40B4-BE49-F238E27FC236}">
                <a16:creationId xmlns:a16="http://schemas.microsoft.com/office/drawing/2014/main" id="{0917940D-5E08-BE06-73D1-BF1FC9A5577B}"/>
              </a:ext>
            </a:extLst>
          </p:cNvPr>
          <p:cNvPicPr>
            <a:picLocks noChangeAspect="1"/>
          </p:cNvPicPr>
          <p:nvPr/>
        </p:nvPicPr>
        <p:blipFill>
          <a:blip r:embed="rId4"/>
          <a:stretch>
            <a:fillRect/>
          </a:stretch>
        </p:blipFill>
        <p:spPr>
          <a:xfrm>
            <a:off x="10937427" y="5668639"/>
            <a:ext cx="1251752" cy="1244354"/>
          </a:xfrm>
          <a:prstGeom prst="rect">
            <a:avLst/>
          </a:prstGeom>
        </p:spPr>
      </p:pic>
      <p:sp>
        <p:nvSpPr>
          <p:cNvPr id="5" name="TextBox 4">
            <a:extLst>
              <a:ext uri="{FF2B5EF4-FFF2-40B4-BE49-F238E27FC236}">
                <a16:creationId xmlns:a16="http://schemas.microsoft.com/office/drawing/2014/main" id="{5CF13BEC-70DA-C0B0-8022-B08EA700E2BD}"/>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2518834" y="84667"/>
            <a:ext cx="7157595" cy="984560"/>
          </a:xfrm>
        </p:spPr>
        <p:txBody>
          <a:bodyPr>
            <a:normAutofit fontScale="90000"/>
          </a:bodyPr>
          <a:lstStyle/>
          <a:p>
            <a:pPr algn="l" eaLnBrk="1" hangingPunct="1"/>
            <a:r>
              <a:rPr lang="en-US">
                <a:latin typeface="Calisto MT"/>
              </a:rPr>
              <a:t>Design: Drawings/Models(Overall)</a:t>
            </a:r>
            <a:endParaRPr lang="en-US"/>
          </a:p>
        </p:txBody>
      </p:sp>
      <p:pic>
        <p:nvPicPr>
          <p:cNvPr id="3" name="Picture 2" descr="A black circle with white text&#10;&#10;Description automatically generated">
            <a:extLst>
              <a:ext uri="{FF2B5EF4-FFF2-40B4-BE49-F238E27FC236}">
                <a16:creationId xmlns:a16="http://schemas.microsoft.com/office/drawing/2014/main" id="{7EBAC6DB-10B1-3D03-A9F2-F66E37FC5ACA}"/>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5" name="TextBox 4">
            <a:extLst>
              <a:ext uri="{FF2B5EF4-FFF2-40B4-BE49-F238E27FC236}">
                <a16:creationId xmlns:a16="http://schemas.microsoft.com/office/drawing/2014/main" id="{3B54941A-885E-D009-BC2F-31FEE06D1A3B}"/>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4</a:t>
            </a:r>
          </a:p>
        </p:txBody>
      </p:sp>
      <p:pic>
        <p:nvPicPr>
          <p:cNvPr id="2" name="Picture 1">
            <a:extLst>
              <a:ext uri="{FF2B5EF4-FFF2-40B4-BE49-F238E27FC236}">
                <a16:creationId xmlns:a16="http://schemas.microsoft.com/office/drawing/2014/main" id="{31D439D5-0952-84D5-33EC-6A6FFEA3D5A8}"/>
              </a:ext>
            </a:extLst>
          </p:cNvPr>
          <p:cNvPicPr>
            <a:picLocks noChangeAspect="1"/>
          </p:cNvPicPr>
          <p:nvPr/>
        </p:nvPicPr>
        <p:blipFill>
          <a:blip r:embed="rId4"/>
          <a:stretch>
            <a:fillRect/>
          </a:stretch>
        </p:blipFill>
        <p:spPr>
          <a:xfrm>
            <a:off x="2867736" y="1075114"/>
            <a:ext cx="6455194" cy="47012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2FE3-26DC-3B93-30FF-70D9E568C04E}"/>
              </a:ext>
            </a:extLst>
          </p:cNvPr>
          <p:cNvSpPr>
            <a:spLocks noGrp="1"/>
          </p:cNvSpPr>
          <p:nvPr>
            <p:ph type="title"/>
          </p:nvPr>
        </p:nvSpPr>
        <p:spPr>
          <a:xfrm>
            <a:off x="0" y="-6426"/>
            <a:ext cx="10353762" cy="970450"/>
          </a:xfrm>
        </p:spPr>
        <p:txBody>
          <a:bodyPr/>
          <a:lstStyle/>
          <a:p>
            <a:pPr algn="l"/>
            <a:r>
              <a:rPr lang="en-US">
                <a:latin typeface="Calisto MT"/>
              </a:rPr>
              <a:t>Arm Housing Design</a:t>
            </a:r>
            <a:endParaRPr lang="en-US"/>
          </a:p>
        </p:txBody>
      </p:sp>
      <p:pic>
        <p:nvPicPr>
          <p:cNvPr id="11" name="Picture 10">
            <a:extLst>
              <a:ext uri="{FF2B5EF4-FFF2-40B4-BE49-F238E27FC236}">
                <a16:creationId xmlns:a16="http://schemas.microsoft.com/office/drawing/2014/main" id="{1EA4E467-01B5-8D5A-E3CB-14729B810CCC}"/>
              </a:ext>
            </a:extLst>
          </p:cNvPr>
          <p:cNvPicPr>
            <a:picLocks noChangeAspect="1"/>
          </p:cNvPicPr>
          <p:nvPr/>
        </p:nvPicPr>
        <p:blipFill>
          <a:blip r:embed="rId3"/>
          <a:stretch>
            <a:fillRect/>
          </a:stretch>
        </p:blipFill>
        <p:spPr>
          <a:xfrm>
            <a:off x="136308" y="845501"/>
            <a:ext cx="3808860" cy="2947236"/>
          </a:xfrm>
          <a:prstGeom prst="rect">
            <a:avLst/>
          </a:prstGeom>
        </p:spPr>
      </p:pic>
      <p:pic>
        <p:nvPicPr>
          <p:cNvPr id="13" name="Picture 12">
            <a:extLst>
              <a:ext uri="{FF2B5EF4-FFF2-40B4-BE49-F238E27FC236}">
                <a16:creationId xmlns:a16="http://schemas.microsoft.com/office/drawing/2014/main" id="{450F46E9-F784-BBD7-215B-1828D5BA93CB}"/>
              </a:ext>
            </a:extLst>
          </p:cNvPr>
          <p:cNvPicPr>
            <a:picLocks noChangeAspect="1"/>
          </p:cNvPicPr>
          <p:nvPr/>
        </p:nvPicPr>
        <p:blipFill rotWithShape="1">
          <a:blip r:embed="rId4"/>
          <a:srcRect l="7924" r="5911"/>
          <a:stretch/>
        </p:blipFill>
        <p:spPr>
          <a:xfrm>
            <a:off x="5310334" y="497417"/>
            <a:ext cx="3814017" cy="5710279"/>
          </a:xfrm>
          <a:prstGeom prst="rect">
            <a:avLst/>
          </a:prstGeom>
        </p:spPr>
      </p:pic>
      <p:pic>
        <p:nvPicPr>
          <p:cNvPr id="15" name="Picture 14">
            <a:extLst>
              <a:ext uri="{FF2B5EF4-FFF2-40B4-BE49-F238E27FC236}">
                <a16:creationId xmlns:a16="http://schemas.microsoft.com/office/drawing/2014/main" id="{8AE5E2F2-B171-21BE-1C42-FC2C6A744528}"/>
              </a:ext>
            </a:extLst>
          </p:cNvPr>
          <p:cNvPicPr>
            <a:picLocks noChangeAspect="1"/>
          </p:cNvPicPr>
          <p:nvPr/>
        </p:nvPicPr>
        <p:blipFill>
          <a:blip r:embed="rId5"/>
          <a:stretch>
            <a:fillRect/>
          </a:stretch>
        </p:blipFill>
        <p:spPr>
          <a:xfrm>
            <a:off x="9196366" y="497417"/>
            <a:ext cx="2995634" cy="5710279"/>
          </a:xfrm>
          <a:prstGeom prst="rect">
            <a:avLst/>
          </a:prstGeom>
        </p:spPr>
      </p:pic>
      <p:pic>
        <p:nvPicPr>
          <p:cNvPr id="4" name="Picture 3" descr="A computer drawing of gears&#10;&#10;Description automatically generated">
            <a:extLst>
              <a:ext uri="{FF2B5EF4-FFF2-40B4-BE49-F238E27FC236}">
                <a16:creationId xmlns:a16="http://schemas.microsoft.com/office/drawing/2014/main" id="{C72FFA50-2AAC-99A9-2B0C-92FA57B114EB}"/>
              </a:ext>
            </a:extLst>
          </p:cNvPr>
          <p:cNvPicPr>
            <a:picLocks noChangeAspect="1"/>
          </p:cNvPicPr>
          <p:nvPr/>
        </p:nvPicPr>
        <p:blipFill>
          <a:blip r:embed="rId6"/>
          <a:stretch>
            <a:fillRect/>
          </a:stretch>
        </p:blipFill>
        <p:spPr>
          <a:xfrm>
            <a:off x="170421" y="3858847"/>
            <a:ext cx="3801313" cy="2667000"/>
          </a:xfrm>
          <a:prstGeom prst="rect">
            <a:avLst/>
          </a:prstGeom>
        </p:spPr>
      </p:pic>
      <p:pic>
        <p:nvPicPr>
          <p:cNvPr id="5" name="Picture 4" descr="A black circle with white text&#10;&#10;Description automatically generated">
            <a:extLst>
              <a:ext uri="{FF2B5EF4-FFF2-40B4-BE49-F238E27FC236}">
                <a16:creationId xmlns:a16="http://schemas.microsoft.com/office/drawing/2014/main" id="{A218217B-BE30-7F66-21FF-EB83319C92F1}"/>
              </a:ext>
            </a:extLst>
          </p:cNvPr>
          <p:cNvPicPr>
            <a:picLocks noChangeAspect="1"/>
          </p:cNvPicPr>
          <p:nvPr/>
        </p:nvPicPr>
        <p:blipFill>
          <a:blip r:embed="rId7"/>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E5FA946E-FAE8-3C1C-36EC-F4782FE761D0}"/>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5</a:t>
            </a:r>
          </a:p>
        </p:txBody>
      </p:sp>
    </p:spTree>
    <p:extLst>
      <p:ext uri="{BB962C8B-B14F-4D97-AF65-F5344CB8AC3E}">
        <p14:creationId xmlns:p14="http://schemas.microsoft.com/office/powerpoint/2010/main" val="721694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979222" y="53946"/>
            <a:ext cx="6233318" cy="970450"/>
          </a:xfrm>
        </p:spPr>
        <p:txBody>
          <a:bodyPr/>
          <a:lstStyle/>
          <a:p>
            <a:pPr eaLnBrk="1" hangingPunct="1"/>
            <a:r>
              <a:rPr lang="en-US">
                <a:latin typeface="Calisto MT"/>
              </a:rPr>
              <a:t>Design: FBD</a:t>
            </a:r>
            <a:endParaRPr lang="en-US"/>
          </a:p>
        </p:txBody>
      </p:sp>
      <p:pic>
        <p:nvPicPr>
          <p:cNvPr id="3" name="Picture 2" descr="A black circle with white text&#10;&#10;Description automatically generated">
            <a:extLst>
              <a:ext uri="{FF2B5EF4-FFF2-40B4-BE49-F238E27FC236}">
                <a16:creationId xmlns:a16="http://schemas.microsoft.com/office/drawing/2014/main" id="{621CC4F1-E347-CFF5-E2BA-ED644345EE96}"/>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5" name="TextBox 4">
            <a:extLst>
              <a:ext uri="{FF2B5EF4-FFF2-40B4-BE49-F238E27FC236}">
                <a16:creationId xmlns:a16="http://schemas.microsoft.com/office/drawing/2014/main" id="{96D07097-404B-FDD3-E6EF-9C05F712B263}"/>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6</a:t>
            </a:r>
          </a:p>
        </p:txBody>
      </p:sp>
      <p:pic>
        <p:nvPicPr>
          <p:cNvPr id="6" name="Content Placeholder 5" descr="A diagram of a computer&#10;&#10;Description automatically generated">
            <a:extLst>
              <a:ext uri="{FF2B5EF4-FFF2-40B4-BE49-F238E27FC236}">
                <a16:creationId xmlns:a16="http://schemas.microsoft.com/office/drawing/2014/main" id="{F3257DAF-1E27-5D3E-BDD5-38C062FEBD1E}"/>
              </a:ext>
            </a:extLst>
          </p:cNvPr>
          <p:cNvPicPr>
            <a:picLocks noGrp="1" noChangeAspect="1"/>
          </p:cNvPicPr>
          <p:nvPr>
            <p:ph idx="1"/>
          </p:nvPr>
        </p:nvPicPr>
        <p:blipFill>
          <a:blip r:embed="rId4"/>
          <a:stretch>
            <a:fillRect/>
          </a:stretch>
        </p:blipFill>
        <p:spPr>
          <a:xfrm>
            <a:off x="1729373" y="1082876"/>
            <a:ext cx="8472768" cy="539537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E923-E9AA-31E2-F5D5-615DF7902538}"/>
              </a:ext>
            </a:extLst>
          </p:cNvPr>
          <p:cNvSpPr>
            <a:spLocks noGrp="1"/>
          </p:cNvSpPr>
          <p:nvPr>
            <p:ph type="title"/>
          </p:nvPr>
        </p:nvSpPr>
        <p:spPr/>
        <p:txBody>
          <a:bodyPr/>
          <a:lstStyle/>
          <a:p>
            <a:r>
              <a:rPr lang="en-US">
                <a:latin typeface="Calisto MT"/>
                <a:cs typeface="Arial"/>
              </a:rPr>
              <a:t>Design: Test Plan</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3" name="Content Placeholder 2">
            <a:extLst>
              <a:ext uri="{FF2B5EF4-FFF2-40B4-BE49-F238E27FC236}">
                <a16:creationId xmlns:a16="http://schemas.microsoft.com/office/drawing/2014/main" id="{586C18C7-5A6E-6944-45DE-DB33D4FF3E8B}"/>
              </a:ext>
            </a:extLst>
          </p:cNvPr>
          <p:cNvSpPr>
            <a:spLocks noGrp="1"/>
          </p:cNvSpPr>
          <p:nvPr>
            <p:ph idx="1"/>
          </p:nvPr>
        </p:nvSpPr>
        <p:spPr/>
        <p:txBody>
          <a:bodyPr vert="horz" lIns="91440" tIns="45720" rIns="91440" bIns="45720" rtlCol="0" anchor="t">
            <a:normAutofit/>
          </a:bodyPr>
          <a:lstStyle/>
          <a:p>
            <a:pPr marL="0" indent="0">
              <a:buNone/>
            </a:pPr>
            <a:r>
              <a:rPr lang="en-US"/>
              <a:t>The testing plan of the Balloon Satellite will involve the following:</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514350" indent="-514350">
              <a:buClr>
                <a:srgbClr val="FFFFFF"/>
              </a:buClr>
              <a:buAutoNum type="arabicPeriod"/>
            </a:pPr>
            <a:r>
              <a:rPr lang="en-US">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rPr>
              <a:t>Whip Test</a:t>
            </a:r>
            <a:endParaRPr lang="en-US">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endParaRPr>
          </a:p>
          <a:p>
            <a:pPr marL="514350" indent="-514350">
              <a:buClr>
                <a:srgbClr val="FFFFFF"/>
              </a:buClr>
              <a:buAutoNum type="arabicPeriod"/>
            </a:pPr>
            <a:r>
              <a:rPr lang="en-US">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rPr>
              <a:t>Drop Test</a:t>
            </a:r>
            <a:endParaRPr lang="en-US">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endParaRPr>
          </a:p>
          <a:p>
            <a:pPr marL="514350" indent="-514350">
              <a:buClr>
                <a:srgbClr val="FFFFFF"/>
              </a:buClr>
              <a:buAutoNum type="arabicPeriod"/>
            </a:pPr>
            <a:r>
              <a:rPr lang="en-US">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rPr>
              <a:t>Kick Test</a:t>
            </a:r>
            <a:endParaRPr lang="en-US">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Calisto MT"/>
              <a:ea typeface="+mn-lt"/>
              <a:cs typeface="Arial"/>
            </a:endParaRPr>
          </a:p>
          <a:p>
            <a:pPr marL="514350" indent="-514350">
              <a:buClr>
                <a:srgbClr val="FFFFFF"/>
              </a:buClr>
              <a:buAutoNum type="arabicPeriod"/>
            </a:pPr>
            <a:r>
              <a:rPr lang="en-US" sz="2100">
                <a:effectLst>
                  <a:glow rad="38100">
                    <a:prstClr val="black">
                      <a:lumMod val="50000"/>
                      <a:lumOff val="50000"/>
                      <a:alpha val="20000"/>
                    </a:prstClr>
                  </a:glow>
                  <a:outerShdw blurRad="44450" dist="12700" dir="13860000" algn="tl" rotWithShape="0">
                    <a:srgbClr val="000000">
                      <a:alpha val="20000"/>
                    </a:srgbClr>
                  </a:outerShdw>
                </a:effectLst>
                <a:latin typeface="Calisto MT"/>
                <a:cs typeface="Arial"/>
              </a:rPr>
              <a:t>Electronics Tests</a:t>
            </a:r>
            <a:endParaRPr lang="en-US" sz="21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Calisto MT"/>
              <a:cs typeface="Arial"/>
            </a:endParaRPr>
          </a:p>
          <a:p>
            <a:pPr marL="514350" indent="-514350">
              <a:buClr>
                <a:srgbClr val="FFFFFF"/>
              </a:buClr>
              <a:buAutoNum type="arabicPeriod"/>
            </a:pPr>
            <a:r>
              <a:rPr lang="en-US" sz="2100">
                <a:effectLst>
                  <a:glow rad="38100">
                    <a:prstClr val="black">
                      <a:lumMod val="50000"/>
                      <a:lumOff val="50000"/>
                      <a:alpha val="20000"/>
                    </a:prstClr>
                  </a:glow>
                  <a:outerShdw blurRad="44450" dist="12700" dir="13860000" algn="tl" rotWithShape="0">
                    <a:srgbClr val="000000">
                      <a:alpha val="20000"/>
                    </a:srgbClr>
                  </a:outerShdw>
                </a:effectLst>
                <a:latin typeface="Calisto MT"/>
                <a:cs typeface="Arial"/>
              </a:rPr>
              <a:t>Functional Test</a:t>
            </a:r>
            <a:endParaRPr lang="en-US" sz="21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Calisto MT"/>
              <a:cs typeface="Arial"/>
            </a:endParaRPr>
          </a:p>
          <a:p>
            <a:pPr marL="514350" indent="-514350">
              <a:buClr>
                <a:srgbClr val="FFFFFF"/>
              </a:buClr>
              <a:buAutoNum type="arabicPeriod"/>
            </a:pPr>
            <a:r>
              <a:rPr lang="en-US" sz="2100">
                <a:effectLst>
                  <a:glow rad="38100">
                    <a:prstClr val="black">
                      <a:lumMod val="50000"/>
                      <a:lumOff val="50000"/>
                      <a:alpha val="20000"/>
                    </a:prstClr>
                  </a:glow>
                  <a:outerShdw blurRad="44450" dist="12700" dir="13860000" algn="tl" rotWithShape="0">
                    <a:srgbClr val="000000">
                      <a:alpha val="20000"/>
                    </a:srgbClr>
                  </a:outerShdw>
                </a:effectLst>
                <a:latin typeface="Calisto MT"/>
                <a:cs typeface="Arial"/>
              </a:rPr>
              <a:t>Cooler Test</a:t>
            </a:r>
            <a:endParaRPr lang="en-US" sz="2100">
              <a:latin typeface="Calisto MT"/>
            </a:endParaRPr>
          </a:p>
        </p:txBody>
      </p:sp>
      <p:pic>
        <p:nvPicPr>
          <p:cNvPr id="5" name="Picture 4" descr="A black circle with white text&#10;&#10;Description automatically generated">
            <a:extLst>
              <a:ext uri="{FF2B5EF4-FFF2-40B4-BE49-F238E27FC236}">
                <a16:creationId xmlns:a16="http://schemas.microsoft.com/office/drawing/2014/main" id="{4D4AA80B-05B0-820D-8F41-28959C315D3D}"/>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03720769-9113-40E0-3F4C-DAF0AC6E93A8}"/>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7</a:t>
            </a:r>
          </a:p>
        </p:txBody>
      </p:sp>
    </p:spTree>
    <p:extLst>
      <p:ext uri="{BB962C8B-B14F-4D97-AF65-F5344CB8AC3E}">
        <p14:creationId xmlns:p14="http://schemas.microsoft.com/office/powerpoint/2010/main" val="760254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22F5-D4A6-F74C-B1E2-3B560A5F1661}"/>
              </a:ext>
            </a:extLst>
          </p:cNvPr>
          <p:cNvSpPr>
            <a:spLocks noGrp="1"/>
          </p:cNvSpPr>
          <p:nvPr>
            <p:ph type="title"/>
          </p:nvPr>
        </p:nvSpPr>
        <p:spPr/>
        <p:txBody>
          <a:bodyPr/>
          <a:lstStyle/>
          <a:p>
            <a:r>
              <a:rPr lang="en-US">
                <a:latin typeface="Calisto MT"/>
                <a:cs typeface="Arial"/>
              </a:rPr>
              <a:t>Design: Test Plan: Survivability Tests</a:t>
            </a:r>
            <a:endParaRPr lang="en-US">
              <a:latin typeface="Calisto MT"/>
            </a:endParaRPr>
          </a:p>
        </p:txBody>
      </p:sp>
      <p:sp>
        <p:nvSpPr>
          <p:cNvPr id="3" name="Content Placeholder 2">
            <a:extLst>
              <a:ext uri="{FF2B5EF4-FFF2-40B4-BE49-F238E27FC236}">
                <a16:creationId xmlns:a16="http://schemas.microsoft.com/office/drawing/2014/main" id="{14C9BA10-FD65-B9BF-46AC-4EC0A5EB440B}"/>
              </a:ext>
            </a:extLst>
          </p:cNvPr>
          <p:cNvSpPr>
            <a:spLocks noGrp="1"/>
          </p:cNvSpPr>
          <p:nvPr>
            <p:ph idx="1"/>
          </p:nvPr>
        </p:nvSpPr>
        <p:spPr>
          <a:xfrm>
            <a:off x="1134357" y="1611018"/>
            <a:ext cx="9905998" cy="4431828"/>
          </a:xfrm>
        </p:spPr>
        <p:txBody>
          <a:bodyPr vert="horz" lIns="91440" tIns="45720" rIns="91440" bIns="45720" rtlCol="0" anchor="t">
            <a:noAutofit/>
          </a:bodyPr>
          <a:lstStyle/>
          <a:p>
            <a:pPr marL="0" indent="0">
              <a:buNone/>
            </a:pPr>
            <a:r>
              <a:rPr lang="en-US" sz="1800"/>
              <a:t>The Whip, Drop, and Kick Tests will all be done to simulate the Payload's Survivability in descent and possible landing conditions. Note, in all tests a dead weight prototype will be used to simulate the Payload interior to avoid damage of the interior in the event of a failed test:</a:t>
            </a:r>
            <a:endParaRPr lang="en-US" sz="1800">
              <a:effectLst>
                <a:glow rad="38100">
                  <a:prstClr val="black">
                    <a:lumMod val="50000"/>
                    <a:lumOff val="50000"/>
                    <a:alpha val="20000"/>
                  </a:prstClr>
                </a:glow>
                <a:outerShdw blurRad="44450" dist="12700" dir="13860000" algn="tl" rotWithShape="0">
                  <a:srgbClr val="000000">
                    <a:alpha val="20000"/>
                  </a:srgbClr>
                </a:outerShdw>
              </a:effectLst>
            </a:endParaRPr>
          </a:p>
          <a:p>
            <a:r>
              <a:rPr lang="en-US" sz="1800"/>
              <a:t>The Whip Test will be done to simulate the Balloon's Pop and consists of the spinning of the Payload on the end of a Balloon String cord and rapidly decelerating it on a strong surface.</a:t>
            </a:r>
            <a:endParaRPr lang="en-US" sz="1800">
              <a:effectLst>
                <a:glow rad="38100">
                  <a:prstClr val="black">
                    <a:lumMod val="50000"/>
                    <a:lumOff val="50000"/>
                    <a:alpha val="20000"/>
                  </a:prstClr>
                </a:glow>
                <a:outerShdw blurRad="44450" dist="12700" dir="13860000" algn="tl" rotWithShape="0">
                  <a:srgbClr val="000000">
                    <a:alpha val="20000"/>
                  </a:srgbClr>
                </a:outerShdw>
              </a:effectLst>
            </a:endParaRPr>
          </a:p>
          <a:p>
            <a:r>
              <a:rPr lang="en-US" sz="1800"/>
              <a:t>The Drop Test will be done to simulate a possible parachute malfunction and will consist of a 20 foot dropping of the Payload onto a hard surface.</a:t>
            </a:r>
            <a:endParaRPr lang="en-US" sz="1800">
              <a:effectLst>
                <a:glow rad="38100">
                  <a:prstClr val="black">
                    <a:lumMod val="50000"/>
                    <a:lumOff val="50000"/>
                    <a:alpha val="20000"/>
                  </a:prstClr>
                </a:glow>
                <a:outerShdw blurRad="44450" dist="12700" dir="13860000" algn="tl" rotWithShape="0">
                  <a:srgbClr val="000000">
                    <a:alpha val="20000"/>
                  </a:srgbClr>
                </a:outerShdw>
              </a:effectLst>
            </a:endParaRPr>
          </a:p>
          <a:p>
            <a:r>
              <a:rPr lang="en-US" sz="1800"/>
              <a:t>The Kick Test will be done to simulate a possible dragging of the Payloads with a reinflation of the parachute and will consist of kicking the Payload down a full flight of concrete stairs.</a:t>
            </a:r>
            <a:endParaRPr lang="en-US" sz="1800">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r>
              <a:rPr lang="en-US" sz="1800">
                <a:effectLst>
                  <a:glow rad="38100">
                    <a:prstClr val="black">
                      <a:lumMod val="50000"/>
                      <a:lumOff val="50000"/>
                      <a:alpha val="20000"/>
                    </a:prstClr>
                  </a:glow>
                  <a:outerShdw blurRad="44450" dist="12700" dir="13860000" algn="tl" rotWithShape="0">
                    <a:srgbClr val="000000">
                      <a:alpha val="20000"/>
                    </a:srgbClr>
                  </a:outerShdw>
                </a:effectLst>
              </a:rPr>
              <a:t>These tests will be done after the Payload exterior is completed and interior estimated for weight.  The tests will also be conducted far from other persons given the test's dangerous nature. Should the Payload survive these tests it will be cleared for Weigh-In.</a:t>
            </a:r>
          </a:p>
        </p:txBody>
      </p:sp>
      <p:pic>
        <p:nvPicPr>
          <p:cNvPr id="5" name="Picture 4" descr="A black circle with white text&#10;&#10;Description automatically generated">
            <a:extLst>
              <a:ext uri="{FF2B5EF4-FFF2-40B4-BE49-F238E27FC236}">
                <a16:creationId xmlns:a16="http://schemas.microsoft.com/office/drawing/2014/main" id="{83BB0DC6-3D6B-9775-1652-EDE11E53E0AB}"/>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52FDF53B-77A2-E89F-0853-779F2C605248}"/>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8</a:t>
            </a:r>
          </a:p>
        </p:txBody>
      </p:sp>
    </p:spTree>
    <p:extLst>
      <p:ext uri="{BB962C8B-B14F-4D97-AF65-F5344CB8AC3E}">
        <p14:creationId xmlns:p14="http://schemas.microsoft.com/office/powerpoint/2010/main" val="415847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C1F45-AA1C-D461-0573-0CAA9C554501}"/>
              </a:ext>
            </a:extLst>
          </p:cNvPr>
          <p:cNvSpPr>
            <a:spLocks noGrp="1"/>
          </p:cNvSpPr>
          <p:nvPr>
            <p:ph type="title"/>
          </p:nvPr>
        </p:nvSpPr>
        <p:spPr/>
        <p:txBody>
          <a:bodyPr/>
          <a:lstStyle/>
          <a:p>
            <a:r>
              <a:rPr lang="en-US">
                <a:effectLst>
                  <a:glow rad="38100">
                    <a:prstClr val="black">
                      <a:lumMod val="65000"/>
                      <a:lumOff val="35000"/>
                      <a:alpha val="40000"/>
                    </a:prstClr>
                  </a:glow>
                  <a:outerShdw blurRad="28575" dist="38100" dir="14040000" algn="tl" rotWithShape="0">
                    <a:srgbClr val="000000">
                      <a:alpha val="25000"/>
                    </a:srgbClr>
                  </a:outerShdw>
                </a:effectLst>
                <a:latin typeface="Calisto MT"/>
                <a:cs typeface="Arial"/>
              </a:rPr>
              <a:t>Design: Test Plan: Functionality Tests</a:t>
            </a:r>
            <a:endParaRPr lang="en-US">
              <a:ln>
                <a:solidFill>
                  <a:prstClr val="black">
                    <a:lumMod val="75000"/>
                    <a:lumOff val="25000"/>
                    <a:alpha val="10000"/>
                  </a:prstClr>
                </a:solidFill>
              </a:ln>
              <a:effectLst>
                <a:glow rad="38100">
                  <a:prstClr val="black">
                    <a:lumMod val="65000"/>
                    <a:lumOff val="35000"/>
                    <a:alpha val="40000"/>
                  </a:prstClr>
                </a:glow>
                <a:outerShdw blurRad="28575" dist="38100" dir="14040000" algn="tl" rotWithShape="0">
                  <a:srgbClr val="000000">
                    <a:alpha val="25000"/>
                  </a:srgbClr>
                </a:outerShdw>
              </a:effectLst>
              <a:latin typeface="Calisto MT"/>
              <a:cs typeface="Arial"/>
            </a:endParaRPr>
          </a:p>
        </p:txBody>
      </p:sp>
      <p:sp>
        <p:nvSpPr>
          <p:cNvPr id="3" name="Content Placeholder 2">
            <a:extLst>
              <a:ext uri="{FF2B5EF4-FFF2-40B4-BE49-F238E27FC236}">
                <a16:creationId xmlns:a16="http://schemas.microsoft.com/office/drawing/2014/main" id="{1245E5BA-0976-2FF1-AC5D-A76E39356CF6}"/>
              </a:ext>
            </a:extLst>
          </p:cNvPr>
          <p:cNvSpPr>
            <a:spLocks noGrp="1"/>
          </p:cNvSpPr>
          <p:nvPr>
            <p:ph idx="1"/>
          </p:nvPr>
        </p:nvSpPr>
        <p:spPr>
          <a:xfrm>
            <a:off x="1134357" y="1714501"/>
            <a:ext cx="9905998" cy="4384791"/>
          </a:xfrm>
        </p:spPr>
        <p:txBody>
          <a:bodyPr>
            <a:normAutofit lnSpcReduction="10000"/>
          </a:bodyPr>
          <a:lstStyle/>
          <a:p>
            <a:pPr indent="-305435">
              <a:buNone/>
            </a:pPr>
            <a:r>
              <a:rPr lang="en-US" sz="1800">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Electronics, Function, and Cooler Tests will all be done to simulate the Payload's Operation in Normal and Frigid Conditions:</a:t>
            </a:r>
            <a:endParaRPr lang="en-US"/>
          </a:p>
          <a:p>
            <a:pPr indent="-305435"/>
            <a:r>
              <a:rPr lang="en-US" sz="1800">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Electronics Tests will serve as a preliminary verification of the successful operation of all electronic sensors and modules, and will consist of testing gathered data for functionality and accuracy as well as, the testing of electronics modules, such as servos and cameras.</a:t>
            </a:r>
            <a:endParaRPr lang="en-US" sz="1800">
              <a:ln>
                <a:solidFill>
                  <a:prstClr val="black">
                    <a:lumMod val="75000"/>
                    <a:lumOff val="25000"/>
                    <a:alpha val="10000"/>
                  </a:prstClr>
                </a:solidFill>
              </a:ln>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endParaRPr>
          </a:p>
          <a:p>
            <a:pPr indent="-305435">
              <a:buClr>
                <a:srgbClr val="FFFFFF"/>
              </a:buClr>
            </a:pPr>
            <a:r>
              <a:rPr lang="en-US" sz="1800">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Function  Test will serve as a verification of the successful operation of the Payload's modules in tandem, and will consists of an hour and a half testing of the given operations of the Payload.</a:t>
            </a:r>
            <a:endParaRPr lang="en-US" sz="1800">
              <a:ln>
                <a:solidFill>
                  <a:prstClr val="black">
                    <a:lumMod val="75000"/>
                    <a:lumOff val="25000"/>
                    <a:alpha val="10000"/>
                  </a:prstClr>
                </a:solidFill>
              </a:ln>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endParaRPr>
          </a:p>
          <a:p>
            <a:pPr indent="-305435">
              <a:buClr>
                <a:srgbClr val="FFFFFF"/>
              </a:buClr>
            </a:pPr>
            <a:r>
              <a:rPr lang="en-US" sz="1800">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Cooler Test will be done to guarantee the Payload's survival and operations in adverse atmospheric conditions and will consist of a three hour operation of the Payload in a non-conductive cooler quarter-filled with dry ice.</a:t>
            </a:r>
            <a:endParaRPr lang="en-US" sz="18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endParaRPr>
          </a:p>
          <a:p>
            <a:pPr marL="0" indent="0">
              <a:buClr>
                <a:srgbClr val="FFFFFF"/>
              </a:buClr>
              <a:buNone/>
            </a:pPr>
            <a:r>
              <a:rPr lang="en-US" sz="1800">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rPr>
              <a:t>The Electronics Tests will be done as the Payload is constructed while the Function and Cooler Tests will be done on the completion of the Payload. Should the Payload pass these tests it will be cleared for Weigh-In.</a:t>
            </a:r>
            <a:endParaRPr lang="en-US" sz="1800">
              <a:ln>
                <a:solidFill>
                  <a:prstClr val="black">
                    <a:lumMod val="75000"/>
                    <a:lumOff val="25000"/>
                    <a:alpha val="10000"/>
                  </a:prstClr>
                </a:solidFill>
              </a:ln>
              <a:solidFill>
                <a:srgbClr val="FFFFFF"/>
              </a:solidFill>
              <a:effectLst>
                <a:glow rad="38100">
                  <a:prstClr val="black">
                    <a:lumMod val="50000"/>
                    <a:lumOff val="50000"/>
                    <a:alpha val="20000"/>
                  </a:prstClr>
                </a:glow>
                <a:outerShdw blurRad="44450" dist="12700" dir="13860000" algn="tl" rotWithShape="0">
                  <a:srgbClr val="000000">
                    <a:alpha val="20000"/>
                  </a:srgbClr>
                </a:outerShdw>
              </a:effectLst>
              <a:ea typeface="+mn-lt"/>
              <a:cs typeface="+mn-lt"/>
            </a:endParaRPr>
          </a:p>
        </p:txBody>
      </p:sp>
      <p:pic>
        <p:nvPicPr>
          <p:cNvPr id="5" name="Picture 4" descr="A black circle with white text&#10;&#10;Description automatically generated">
            <a:extLst>
              <a:ext uri="{FF2B5EF4-FFF2-40B4-BE49-F238E27FC236}">
                <a16:creationId xmlns:a16="http://schemas.microsoft.com/office/drawing/2014/main" id="{C5FAA7E4-876B-CC2E-C0BF-BF13EAE02BBD}"/>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13" name="TextBox 12">
            <a:extLst>
              <a:ext uri="{FF2B5EF4-FFF2-40B4-BE49-F238E27FC236}">
                <a16:creationId xmlns:a16="http://schemas.microsoft.com/office/drawing/2014/main" id="{DFE8E0BF-73BE-ABB7-C04A-3A1CF0DDF0AE}"/>
              </a:ext>
            </a:extLst>
          </p:cNvPr>
          <p:cNvSpPr txBox="1"/>
          <p:nvPr/>
        </p:nvSpPr>
        <p:spPr>
          <a:xfrm>
            <a:off x="11536752" y="6042154"/>
            <a:ext cx="351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9</a:t>
            </a:r>
          </a:p>
        </p:txBody>
      </p:sp>
    </p:spTree>
    <p:extLst>
      <p:ext uri="{BB962C8B-B14F-4D97-AF65-F5344CB8AC3E}">
        <p14:creationId xmlns:p14="http://schemas.microsoft.com/office/powerpoint/2010/main" val="1390872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0" y="0"/>
            <a:ext cx="10353762" cy="970450"/>
          </a:xfrm>
        </p:spPr>
        <p:txBody>
          <a:bodyPr/>
          <a:lstStyle/>
          <a:p>
            <a:pPr algn="l" eaLnBrk="1" hangingPunct="1"/>
            <a:r>
              <a:rPr lang="en-US">
                <a:latin typeface="Calisto MT"/>
              </a:rPr>
              <a:t>Expected Data(Ascent)</a:t>
            </a:r>
            <a:endParaRPr lang="en-US"/>
          </a:p>
        </p:txBody>
      </p:sp>
      <p:pic>
        <p:nvPicPr>
          <p:cNvPr id="3" name="Picture 2" descr="A black circle with white text&#10;&#10;Description automatically generated">
            <a:extLst>
              <a:ext uri="{FF2B5EF4-FFF2-40B4-BE49-F238E27FC236}">
                <a16:creationId xmlns:a16="http://schemas.microsoft.com/office/drawing/2014/main" id="{F65DEB6E-2F37-B04B-A456-8C36DB06E6CF}"/>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332FC76F-F681-C0F8-623C-64A82722FBE2}"/>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10</a:t>
            </a:r>
          </a:p>
        </p:txBody>
      </p:sp>
      <p:graphicFrame>
        <p:nvGraphicFramePr>
          <p:cNvPr id="4" name="Chart 3">
            <a:extLst>
              <a:ext uri="{FF2B5EF4-FFF2-40B4-BE49-F238E27FC236}">
                <a16:creationId xmlns:a16="http://schemas.microsoft.com/office/drawing/2014/main" id="{503A0885-F7AB-792D-B5DD-84307C25F6EF}"/>
              </a:ext>
            </a:extLst>
          </p:cNvPr>
          <p:cNvGraphicFramePr>
            <a:graphicFrameLocks/>
          </p:cNvGraphicFramePr>
          <p:nvPr>
            <p:extLst>
              <p:ext uri="{D42A27DB-BD31-4B8C-83A1-F6EECF244321}">
                <p14:modId xmlns:p14="http://schemas.microsoft.com/office/powerpoint/2010/main" val="3814741235"/>
              </p:ext>
            </p:extLst>
          </p:nvPr>
        </p:nvGraphicFramePr>
        <p:xfrm>
          <a:off x="4656667" y="1152987"/>
          <a:ext cx="3629008" cy="22284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A8F373AE-D984-BF68-F811-071A36D4C123}"/>
              </a:ext>
            </a:extLst>
          </p:cNvPr>
          <p:cNvGraphicFramePr>
            <a:graphicFrameLocks/>
          </p:cNvGraphicFramePr>
          <p:nvPr>
            <p:extLst>
              <p:ext uri="{D42A27DB-BD31-4B8C-83A1-F6EECF244321}">
                <p14:modId xmlns:p14="http://schemas.microsoft.com/office/powerpoint/2010/main" val="2776502490"/>
              </p:ext>
            </p:extLst>
          </p:nvPr>
        </p:nvGraphicFramePr>
        <p:xfrm>
          <a:off x="8479641" y="1217792"/>
          <a:ext cx="3629008" cy="21057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a:extLst>
              <a:ext uri="{FF2B5EF4-FFF2-40B4-BE49-F238E27FC236}">
                <a16:creationId xmlns:a16="http://schemas.microsoft.com/office/drawing/2014/main" id="{A01E3E73-DA76-95A3-5296-B20AEC71EE10}"/>
              </a:ext>
            </a:extLst>
          </p:cNvPr>
          <p:cNvGraphicFramePr>
            <a:graphicFrameLocks/>
          </p:cNvGraphicFramePr>
          <p:nvPr>
            <p:extLst>
              <p:ext uri="{D42A27DB-BD31-4B8C-83A1-F6EECF244321}">
                <p14:modId xmlns:p14="http://schemas.microsoft.com/office/powerpoint/2010/main" val="4032842510"/>
              </p:ext>
            </p:extLst>
          </p:nvPr>
        </p:nvGraphicFramePr>
        <p:xfrm>
          <a:off x="6667500" y="3622319"/>
          <a:ext cx="3629008" cy="2251213"/>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a:extLst>
              <a:ext uri="{FF2B5EF4-FFF2-40B4-BE49-F238E27FC236}">
                <a16:creationId xmlns:a16="http://schemas.microsoft.com/office/drawing/2014/main" id="{74C1374A-8D64-BEDA-1C21-303F493E5502}"/>
              </a:ext>
            </a:extLst>
          </p:cNvPr>
          <p:cNvSpPr txBox="1"/>
          <p:nvPr/>
        </p:nvSpPr>
        <p:spPr>
          <a:xfrm>
            <a:off x="706404" y="1741384"/>
            <a:ext cx="4930176" cy="2778902"/>
          </a:xfrm>
          <a:prstGeom prst="rect">
            <a:avLst/>
          </a:prstGeom>
          <a:noFill/>
        </p:spPr>
        <p:txBody>
          <a:bodyPr wrap="square" rtlCol="0">
            <a:spAutoFit/>
          </a:bodyPr>
          <a:lstStyle/>
          <a:p>
            <a:pPr>
              <a:lnSpc>
                <a:spcPct val="200000"/>
              </a:lnSpc>
            </a:pPr>
            <a:r>
              <a:rPr lang="en-US" b="1" u="sng"/>
              <a:t>Important Notes from Data:</a:t>
            </a:r>
          </a:p>
          <a:p>
            <a:pPr marL="285750" indent="-285750">
              <a:lnSpc>
                <a:spcPct val="200000"/>
              </a:lnSpc>
              <a:buFont typeface="Arial" panose="020B0604020202020204" pitchFamily="34" charset="0"/>
              <a:buChar char="•"/>
            </a:pPr>
            <a:r>
              <a:rPr lang="en-US"/>
              <a:t>Flight Time: 3 hours until peak</a:t>
            </a:r>
          </a:p>
          <a:p>
            <a:pPr marL="285750" indent="-285750">
              <a:lnSpc>
                <a:spcPct val="200000"/>
              </a:lnSpc>
              <a:buFont typeface="Arial" panose="020B0604020202020204" pitchFamily="34" charset="0"/>
              <a:buChar char="•"/>
            </a:pPr>
            <a:r>
              <a:rPr lang="en-US"/>
              <a:t>Peak altitude 30 km when popped</a:t>
            </a:r>
          </a:p>
          <a:p>
            <a:pPr marL="285750" indent="-285750">
              <a:lnSpc>
                <a:spcPct val="200000"/>
              </a:lnSpc>
              <a:buFont typeface="Arial" panose="020B0604020202020204" pitchFamily="34" charset="0"/>
              <a:buChar char="•"/>
            </a:pPr>
            <a:r>
              <a:rPr lang="en-US"/>
              <a:t>Constant Acceleration after 34 s</a:t>
            </a:r>
          </a:p>
          <a:p>
            <a:pPr marL="285750" indent="-285750">
              <a:lnSpc>
                <a:spcPct val="200000"/>
              </a:lnSpc>
              <a:buFont typeface="Arial" panose="020B0604020202020204" pitchFamily="34" charset="0"/>
              <a:buChar char="•"/>
            </a:pPr>
            <a:r>
              <a:rPr lang="en-US"/>
              <a:t>Constant Velocity of ascent is about 2.78 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8493-06D2-DF4F-D00B-0E84F76A94A7}"/>
              </a:ext>
            </a:extLst>
          </p:cNvPr>
          <p:cNvSpPr>
            <a:spLocks noGrp="1"/>
          </p:cNvSpPr>
          <p:nvPr>
            <p:ph type="title"/>
          </p:nvPr>
        </p:nvSpPr>
        <p:spPr>
          <a:xfrm>
            <a:off x="14111" y="0"/>
            <a:ext cx="4998597" cy="970450"/>
          </a:xfrm>
        </p:spPr>
        <p:txBody>
          <a:bodyPr>
            <a:normAutofit fontScale="90000"/>
          </a:bodyPr>
          <a:lstStyle/>
          <a:p>
            <a:pPr algn="l"/>
            <a:r>
              <a:rPr lang="en-US"/>
              <a:t>Expected Data(Descent)</a:t>
            </a:r>
          </a:p>
        </p:txBody>
      </p:sp>
      <p:sp>
        <p:nvSpPr>
          <p:cNvPr id="6" name="TextBox 5">
            <a:extLst>
              <a:ext uri="{FF2B5EF4-FFF2-40B4-BE49-F238E27FC236}">
                <a16:creationId xmlns:a16="http://schemas.microsoft.com/office/drawing/2014/main" id="{562DFA93-FE79-480D-1DB5-C7DAF940925F}"/>
              </a:ext>
            </a:extLst>
          </p:cNvPr>
          <p:cNvSpPr txBox="1"/>
          <p:nvPr/>
        </p:nvSpPr>
        <p:spPr>
          <a:xfrm>
            <a:off x="706404" y="1762550"/>
            <a:ext cx="4888910" cy="2224904"/>
          </a:xfrm>
          <a:prstGeom prst="rect">
            <a:avLst/>
          </a:prstGeom>
          <a:noFill/>
        </p:spPr>
        <p:txBody>
          <a:bodyPr wrap="square" lIns="91440" tIns="45720" rIns="91440" bIns="45720" rtlCol="0" anchor="t">
            <a:spAutoFit/>
          </a:bodyPr>
          <a:lstStyle/>
          <a:p>
            <a:pPr>
              <a:lnSpc>
                <a:spcPct val="200000"/>
              </a:lnSpc>
            </a:pPr>
            <a:r>
              <a:rPr lang="en-US" b="1" u="sng"/>
              <a:t>Important Notes from Data:</a:t>
            </a:r>
          </a:p>
          <a:p>
            <a:pPr marL="285750" indent="-285750">
              <a:lnSpc>
                <a:spcPct val="200000"/>
              </a:lnSpc>
              <a:buFont typeface="Arial" panose="020B0604020202020204" pitchFamily="34" charset="0"/>
              <a:buChar char="•"/>
            </a:pPr>
            <a:r>
              <a:rPr lang="en-US"/>
              <a:t>Descent Time: 1.3 hours after descent starts</a:t>
            </a:r>
          </a:p>
          <a:p>
            <a:pPr marL="285750" indent="-285750">
              <a:lnSpc>
                <a:spcPct val="200000"/>
              </a:lnSpc>
              <a:buFont typeface="Arial" panose="020B0604020202020204" pitchFamily="34" charset="0"/>
              <a:buChar char="•"/>
            </a:pPr>
            <a:r>
              <a:rPr lang="en-US"/>
              <a:t>Constant Acceleration after 16 s</a:t>
            </a:r>
          </a:p>
          <a:p>
            <a:pPr marL="285750" indent="-285750">
              <a:lnSpc>
                <a:spcPct val="200000"/>
              </a:lnSpc>
              <a:buFont typeface="Arial" panose="020B0604020202020204" pitchFamily="34" charset="0"/>
              <a:buChar char="•"/>
            </a:pPr>
            <a:r>
              <a:rPr lang="en-US"/>
              <a:t>Constant Velocity of descent is about 6.4 m/s</a:t>
            </a:r>
          </a:p>
        </p:txBody>
      </p:sp>
      <p:pic>
        <p:nvPicPr>
          <p:cNvPr id="4" name="Picture 3" descr="A black circle with white text&#10;&#10;Description automatically generated">
            <a:extLst>
              <a:ext uri="{FF2B5EF4-FFF2-40B4-BE49-F238E27FC236}">
                <a16:creationId xmlns:a16="http://schemas.microsoft.com/office/drawing/2014/main" id="{B0F9100C-86FD-24B5-8A52-AA086A98A933}"/>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B0413395-6834-9D21-C3D1-18A05F658BDE}"/>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11</a:t>
            </a:r>
          </a:p>
        </p:txBody>
      </p:sp>
      <p:pic>
        <p:nvPicPr>
          <p:cNvPr id="3" name="Picture 2" descr="A graph with a line&#10;&#10;Description automatically generated">
            <a:extLst>
              <a:ext uri="{FF2B5EF4-FFF2-40B4-BE49-F238E27FC236}">
                <a16:creationId xmlns:a16="http://schemas.microsoft.com/office/drawing/2014/main" id="{80046CEE-4EB4-4B11-E7F9-88FF2B5E4705}"/>
              </a:ext>
            </a:extLst>
          </p:cNvPr>
          <p:cNvPicPr>
            <a:picLocks noChangeAspect="1"/>
          </p:cNvPicPr>
          <p:nvPr/>
        </p:nvPicPr>
        <p:blipFill>
          <a:blip r:embed="rId3"/>
          <a:stretch>
            <a:fillRect/>
          </a:stretch>
        </p:blipFill>
        <p:spPr>
          <a:xfrm>
            <a:off x="6105317" y="530087"/>
            <a:ext cx="5293279" cy="3324087"/>
          </a:xfrm>
          <a:prstGeom prst="rect">
            <a:avLst/>
          </a:prstGeom>
        </p:spPr>
      </p:pic>
      <p:pic>
        <p:nvPicPr>
          <p:cNvPr id="5" name="Picture 4" descr="A graph of a flight&#10;&#10;Description automatically generated">
            <a:extLst>
              <a:ext uri="{FF2B5EF4-FFF2-40B4-BE49-F238E27FC236}">
                <a16:creationId xmlns:a16="http://schemas.microsoft.com/office/drawing/2014/main" id="{EF096BC8-94C9-1C58-17BC-98B451C8283B}"/>
              </a:ext>
            </a:extLst>
          </p:cNvPr>
          <p:cNvPicPr>
            <a:picLocks noChangeAspect="1"/>
          </p:cNvPicPr>
          <p:nvPr/>
        </p:nvPicPr>
        <p:blipFill>
          <a:blip r:embed="rId4"/>
          <a:stretch>
            <a:fillRect/>
          </a:stretch>
        </p:blipFill>
        <p:spPr>
          <a:xfrm>
            <a:off x="1975056" y="4119217"/>
            <a:ext cx="4078497" cy="2517914"/>
          </a:xfrm>
          <a:prstGeom prst="rect">
            <a:avLst/>
          </a:prstGeom>
        </p:spPr>
      </p:pic>
      <p:pic>
        <p:nvPicPr>
          <p:cNvPr id="8" name="Picture 7" descr="A graph with numbers and lines&#10;&#10;Description automatically generated">
            <a:extLst>
              <a:ext uri="{FF2B5EF4-FFF2-40B4-BE49-F238E27FC236}">
                <a16:creationId xmlns:a16="http://schemas.microsoft.com/office/drawing/2014/main" id="{DA1811A6-7544-B436-A52B-2F245D1485B2}"/>
              </a:ext>
            </a:extLst>
          </p:cNvPr>
          <p:cNvPicPr>
            <a:picLocks noChangeAspect="1"/>
          </p:cNvPicPr>
          <p:nvPr/>
        </p:nvPicPr>
        <p:blipFill>
          <a:blip r:embed="rId5"/>
          <a:stretch>
            <a:fillRect/>
          </a:stretch>
        </p:blipFill>
        <p:spPr>
          <a:xfrm>
            <a:off x="6712708" y="4119217"/>
            <a:ext cx="4089541" cy="2517914"/>
          </a:xfrm>
          <a:prstGeom prst="rect">
            <a:avLst/>
          </a:prstGeom>
        </p:spPr>
      </p:pic>
    </p:spTree>
    <p:extLst>
      <p:ext uri="{BB962C8B-B14F-4D97-AF65-F5344CB8AC3E}">
        <p14:creationId xmlns:p14="http://schemas.microsoft.com/office/powerpoint/2010/main" val="329476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8493-06D2-DF4F-D00B-0E84F76A94A7}"/>
              </a:ext>
            </a:extLst>
          </p:cNvPr>
          <p:cNvSpPr>
            <a:spLocks noGrp="1"/>
          </p:cNvSpPr>
          <p:nvPr>
            <p:ph type="title"/>
          </p:nvPr>
        </p:nvSpPr>
        <p:spPr>
          <a:xfrm>
            <a:off x="334373" y="0"/>
            <a:ext cx="7262509" cy="970450"/>
          </a:xfrm>
        </p:spPr>
        <p:txBody>
          <a:bodyPr>
            <a:normAutofit fontScale="90000"/>
          </a:bodyPr>
          <a:lstStyle/>
          <a:p>
            <a:pPr algn="l"/>
            <a:r>
              <a:rPr lang="en-US"/>
              <a:t>Expected Data from Other Sensors</a:t>
            </a:r>
          </a:p>
        </p:txBody>
      </p:sp>
      <p:pic>
        <p:nvPicPr>
          <p:cNvPr id="4" name="Picture 3" descr="A black circle with white text&#10;&#10;Description automatically generated">
            <a:extLst>
              <a:ext uri="{FF2B5EF4-FFF2-40B4-BE49-F238E27FC236}">
                <a16:creationId xmlns:a16="http://schemas.microsoft.com/office/drawing/2014/main" id="{B0F9100C-86FD-24B5-8A52-AA086A98A933}"/>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B0413395-6834-9D21-C3D1-18A05F658BDE}"/>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12</a:t>
            </a:r>
          </a:p>
        </p:txBody>
      </p:sp>
      <p:pic>
        <p:nvPicPr>
          <p:cNvPr id="11" name="Picture 10" descr="A diagram of the temperature and altitude&#10;&#10;Description automatically generated">
            <a:extLst>
              <a:ext uri="{FF2B5EF4-FFF2-40B4-BE49-F238E27FC236}">
                <a16:creationId xmlns:a16="http://schemas.microsoft.com/office/drawing/2014/main" id="{E7F79FB9-23F4-2C3F-4870-CC01F72A3AA7}"/>
              </a:ext>
            </a:extLst>
          </p:cNvPr>
          <p:cNvPicPr>
            <a:picLocks noChangeAspect="1"/>
          </p:cNvPicPr>
          <p:nvPr/>
        </p:nvPicPr>
        <p:blipFill>
          <a:blip r:embed="rId3"/>
          <a:stretch>
            <a:fillRect/>
          </a:stretch>
        </p:blipFill>
        <p:spPr>
          <a:xfrm>
            <a:off x="1781727" y="1049822"/>
            <a:ext cx="8628547" cy="5454099"/>
          </a:xfrm>
          <a:prstGeom prst="rect">
            <a:avLst/>
          </a:prstGeom>
        </p:spPr>
      </p:pic>
    </p:spTree>
    <p:extLst>
      <p:ext uri="{BB962C8B-B14F-4D97-AF65-F5344CB8AC3E}">
        <p14:creationId xmlns:p14="http://schemas.microsoft.com/office/powerpoint/2010/main" val="2778074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8493-06D2-DF4F-D00B-0E84F76A94A7}"/>
              </a:ext>
            </a:extLst>
          </p:cNvPr>
          <p:cNvSpPr>
            <a:spLocks noGrp="1"/>
          </p:cNvSpPr>
          <p:nvPr>
            <p:ph type="title"/>
          </p:nvPr>
        </p:nvSpPr>
        <p:spPr>
          <a:xfrm>
            <a:off x="334372" y="0"/>
            <a:ext cx="7262509" cy="970450"/>
          </a:xfrm>
        </p:spPr>
        <p:txBody>
          <a:bodyPr>
            <a:normAutofit fontScale="90000"/>
          </a:bodyPr>
          <a:lstStyle/>
          <a:p>
            <a:pPr algn="l"/>
            <a:r>
              <a:rPr lang="en-US"/>
              <a:t>Expected Data from Other Sensors</a:t>
            </a:r>
          </a:p>
        </p:txBody>
      </p:sp>
      <p:pic>
        <p:nvPicPr>
          <p:cNvPr id="4" name="Picture 3" descr="A black circle with white text&#10;&#10;Description automatically generated">
            <a:extLst>
              <a:ext uri="{FF2B5EF4-FFF2-40B4-BE49-F238E27FC236}">
                <a16:creationId xmlns:a16="http://schemas.microsoft.com/office/drawing/2014/main" id="{B0F9100C-86FD-24B5-8A52-AA086A98A933}"/>
              </a:ext>
            </a:extLst>
          </p:cNvPr>
          <p:cNvPicPr>
            <a:picLocks noChangeAspect="1"/>
          </p:cNvPicPr>
          <p:nvPr/>
        </p:nvPicPr>
        <p:blipFill>
          <a:blip r:embed="rId2"/>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B0413395-6834-9D21-C3D1-18A05F658BDE}"/>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13</a:t>
            </a:r>
          </a:p>
        </p:txBody>
      </p:sp>
      <p:pic>
        <p:nvPicPr>
          <p:cNvPr id="13" name="Picture 12" descr="A graph of a height&#10;&#10;Description automatically generated">
            <a:extLst>
              <a:ext uri="{FF2B5EF4-FFF2-40B4-BE49-F238E27FC236}">
                <a16:creationId xmlns:a16="http://schemas.microsoft.com/office/drawing/2014/main" id="{95443DC2-F851-E90A-20FE-40E8989F3EEA}"/>
              </a:ext>
            </a:extLst>
          </p:cNvPr>
          <p:cNvPicPr>
            <a:picLocks noChangeAspect="1"/>
          </p:cNvPicPr>
          <p:nvPr/>
        </p:nvPicPr>
        <p:blipFill>
          <a:blip r:embed="rId3"/>
          <a:stretch>
            <a:fillRect/>
          </a:stretch>
        </p:blipFill>
        <p:spPr>
          <a:xfrm>
            <a:off x="8033302" y="1153699"/>
            <a:ext cx="3171135" cy="4578843"/>
          </a:xfrm>
          <a:prstGeom prst="rect">
            <a:avLst/>
          </a:prstGeom>
        </p:spPr>
      </p:pic>
      <p:pic>
        <p:nvPicPr>
          <p:cNvPr id="15" name="Picture 14" descr="A graph with a line going up&#10;&#10;Description automatically generated">
            <a:extLst>
              <a:ext uri="{FF2B5EF4-FFF2-40B4-BE49-F238E27FC236}">
                <a16:creationId xmlns:a16="http://schemas.microsoft.com/office/drawing/2014/main" id="{D942C99C-2F22-D2AC-4BD2-8A664F884C2F}"/>
              </a:ext>
            </a:extLst>
          </p:cNvPr>
          <p:cNvPicPr>
            <a:picLocks noChangeAspect="1"/>
          </p:cNvPicPr>
          <p:nvPr/>
        </p:nvPicPr>
        <p:blipFill>
          <a:blip r:embed="rId4"/>
          <a:stretch>
            <a:fillRect/>
          </a:stretch>
        </p:blipFill>
        <p:spPr>
          <a:xfrm>
            <a:off x="345452" y="1129264"/>
            <a:ext cx="6918050" cy="4599471"/>
          </a:xfrm>
          <a:prstGeom prst="rect">
            <a:avLst/>
          </a:prstGeom>
        </p:spPr>
      </p:pic>
    </p:spTree>
    <p:extLst>
      <p:ext uri="{BB962C8B-B14F-4D97-AF65-F5344CB8AC3E}">
        <p14:creationId xmlns:p14="http://schemas.microsoft.com/office/powerpoint/2010/main" val="317655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E330F-1C8D-8488-3FDD-3993BFAC36B8}"/>
              </a:ext>
            </a:extLst>
          </p:cNvPr>
          <p:cNvSpPr>
            <a:spLocks noGrp="1"/>
          </p:cNvSpPr>
          <p:nvPr>
            <p:ph type="title"/>
          </p:nvPr>
        </p:nvSpPr>
        <p:spPr>
          <a:xfrm>
            <a:off x="0" y="0"/>
            <a:ext cx="10353762" cy="970450"/>
          </a:xfrm>
        </p:spPr>
        <p:txBody>
          <a:bodyPr/>
          <a:lstStyle/>
          <a:p>
            <a:r>
              <a:rPr lang="en-US"/>
              <a:t>Expected Data from Engineering Challenge</a:t>
            </a:r>
          </a:p>
        </p:txBody>
      </p:sp>
      <p:sp>
        <p:nvSpPr>
          <p:cNvPr id="4" name="Cube 3">
            <a:extLst>
              <a:ext uri="{FF2B5EF4-FFF2-40B4-BE49-F238E27FC236}">
                <a16:creationId xmlns:a16="http://schemas.microsoft.com/office/drawing/2014/main" id="{F6A82D82-614B-452E-38B6-42212EED71EF}"/>
              </a:ext>
            </a:extLst>
          </p:cNvPr>
          <p:cNvSpPr/>
          <p:nvPr/>
        </p:nvSpPr>
        <p:spPr>
          <a:xfrm>
            <a:off x="1679713" y="1098274"/>
            <a:ext cx="2445026" cy="2330726"/>
          </a:xfrm>
          <a:prstGeom prst="cub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C12366-8C11-B832-B8CB-E2BAA68CA33C}"/>
              </a:ext>
            </a:extLst>
          </p:cNvPr>
          <p:cNvSpPr txBox="1"/>
          <p:nvPr/>
        </p:nvSpPr>
        <p:spPr>
          <a:xfrm>
            <a:off x="2126975" y="2411022"/>
            <a:ext cx="1093304" cy="369332"/>
          </a:xfrm>
          <a:prstGeom prst="rect">
            <a:avLst/>
          </a:prstGeom>
          <a:noFill/>
        </p:spPr>
        <p:txBody>
          <a:bodyPr wrap="square" rtlCol="0">
            <a:spAutoFit/>
          </a:bodyPr>
          <a:lstStyle/>
          <a:p>
            <a:r>
              <a:rPr lang="en-US"/>
              <a:t>SAT Box</a:t>
            </a:r>
          </a:p>
        </p:txBody>
      </p:sp>
      <p:sp>
        <p:nvSpPr>
          <p:cNvPr id="11" name="TextBox 10">
            <a:extLst>
              <a:ext uri="{FF2B5EF4-FFF2-40B4-BE49-F238E27FC236}">
                <a16:creationId xmlns:a16="http://schemas.microsoft.com/office/drawing/2014/main" id="{89871B3C-F6A8-1A4E-6807-6225D7E428C6}"/>
              </a:ext>
            </a:extLst>
          </p:cNvPr>
          <p:cNvSpPr txBox="1"/>
          <p:nvPr/>
        </p:nvSpPr>
        <p:spPr>
          <a:xfrm>
            <a:off x="693253" y="1986638"/>
            <a:ext cx="1200151" cy="276999"/>
          </a:xfrm>
          <a:prstGeom prst="rect">
            <a:avLst/>
          </a:prstGeom>
          <a:noFill/>
        </p:spPr>
        <p:txBody>
          <a:bodyPr wrap="square" rtlCol="0">
            <a:spAutoFit/>
          </a:bodyPr>
          <a:lstStyle/>
          <a:p>
            <a:r>
              <a:rPr lang="en-US" sz="1200"/>
              <a:t>No arm Side</a:t>
            </a:r>
          </a:p>
        </p:txBody>
      </p:sp>
      <p:sp>
        <p:nvSpPr>
          <p:cNvPr id="12" name="TextBox 11">
            <a:extLst>
              <a:ext uri="{FF2B5EF4-FFF2-40B4-BE49-F238E27FC236}">
                <a16:creationId xmlns:a16="http://schemas.microsoft.com/office/drawing/2014/main" id="{74CB7522-38DF-C59B-6FED-2904CDC304BC}"/>
              </a:ext>
            </a:extLst>
          </p:cNvPr>
          <p:cNvSpPr txBox="1"/>
          <p:nvPr/>
        </p:nvSpPr>
        <p:spPr>
          <a:xfrm>
            <a:off x="4056408" y="1986637"/>
            <a:ext cx="1200151" cy="276999"/>
          </a:xfrm>
          <a:prstGeom prst="rect">
            <a:avLst/>
          </a:prstGeom>
          <a:noFill/>
        </p:spPr>
        <p:txBody>
          <a:bodyPr wrap="square" rtlCol="0">
            <a:spAutoFit/>
          </a:bodyPr>
          <a:lstStyle/>
          <a:p>
            <a:r>
              <a:rPr lang="en-US" sz="1200"/>
              <a:t>Arm Side</a:t>
            </a:r>
          </a:p>
        </p:txBody>
      </p:sp>
      <p:graphicFrame>
        <p:nvGraphicFramePr>
          <p:cNvPr id="14" name="Table 13">
            <a:extLst>
              <a:ext uri="{FF2B5EF4-FFF2-40B4-BE49-F238E27FC236}">
                <a16:creationId xmlns:a16="http://schemas.microsoft.com/office/drawing/2014/main" id="{0A909C3C-A99E-8B46-7605-B52EAA83C6C7}"/>
              </a:ext>
            </a:extLst>
          </p:cNvPr>
          <p:cNvGraphicFramePr>
            <a:graphicFrameLocks noGrp="1"/>
          </p:cNvGraphicFramePr>
          <p:nvPr>
            <p:extLst>
              <p:ext uri="{D42A27DB-BD31-4B8C-83A1-F6EECF244321}">
                <p14:modId xmlns:p14="http://schemas.microsoft.com/office/powerpoint/2010/main" val="3436818569"/>
              </p:ext>
            </p:extLst>
          </p:nvPr>
        </p:nvGraphicFramePr>
        <p:xfrm>
          <a:off x="62707" y="3568470"/>
          <a:ext cx="5572780" cy="1559560"/>
        </p:xfrm>
        <a:graphic>
          <a:graphicData uri="http://schemas.openxmlformats.org/drawingml/2006/table">
            <a:tbl>
              <a:tblPr firstRow="1" bandRow="1">
                <a:tableStyleId>{93296810-A885-4BE3-A3E7-6D5BEEA58F35}</a:tableStyleId>
              </a:tblPr>
              <a:tblGrid>
                <a:gridCol w="2625828">
                  <a:extLst>
                    <a:ext uri="{9D8B030D-6E8A-4147-A177-3AD203B41FA5}">
                      <a16:colId xmlns:a16="http://schemas.microsoft.com/office/drawing/2014/main" val="3508127330"/>
                    </a:ext>
                  </a:extLst>
                </a:gridCol>
                <a:gridCol w="2946952">
                  <a:extLst>
                    <a:ext uri="{9D8B030D-6E8A-4147-A177-3AD203B41FA5}">
                      <a16:colId xmlns:a16="http://schemas.microsoft.com/office/drawing/2014/main" val="4270014647"/>
                    </a:ext>
                  </a:extLst>
                </a:gridCol>
              </a:tblGrid>
              <a:tr h="370840">
                <a:tc>
                  <a:txBody>
                    <a:bodyPr/>
                    <a:lstStyle/>
                    <a:p>
                      <a:r>
                        <a:rPr lang="en-US"/>
                        <a:t>No Arm View</a:t>
                      </a:r>
                    </a:p>
                  </a:txBody>
                  <a:tcPr/>
                </a:tc>
                <a:tc>
                  <a:txBody>
                    <a:bodyPr/>
                    <a:lstStyle/>
                    <a:p>
                      <a:r>
                        <a:rPr lang="en-US"/>
                        <a:t>Arm View</a:t>
                      </a:r>
                    </a:p>
                  </a:txBody>
                  <a:tcPr/>
                </a:tc>
                <a:extLst>
                  <a:ext uri="{0D108BD9-81ED-4DB2-BD59-A6C34878D82A}">
                    <a16:rowId xmlns:a16="http://schemas.microsoft.com/office/drawing/2014/main" val="1919391011"/>
                  </a:ext>
                </a:extLst>
              </a:tr>
              <a:tr h="370840">
                <a:tc>
                  <a:txBody>
                    <a:bodyPr/>
                    <a:lstStyle/>
                    <a:p>
                      <a:pPr marL="285750" indent="-285750">
                        <a:buFont typeface="Arial" panose="020B0604020202020204" pitchFamily="34" charset="0"/>
                        <a:buChar char="•"/>
                      </a:pPr>
                      <a:r>
                        <a:rPr lang="en-US"/>
                        <a:t>One Direction</a:t>
                      </a:r>
                    </a:p>
                    <a:p>
                      <a:pPr marL="285750" indent="-285750">
                        <a:buFont typeface="Arial" panose="020B0604020202020204" pitchFamily="34" charset="0"/>
                        <a:buChar char="•"/>
                      </a:pPr>
                      <a:r>
                        <a:rPr lang="en-US"/>
                        <a:t>Magnified for better results</a:t>
                      </a:r>
                    </a:p>
                    <a:p>
                      <a:pPr marL="285750" indent="-285750">
                        <a:buFont typeface="Arial" panose="020B0604020202020204" pitchFamily="34" charset="0"/>
                        <a:buChar char="•"/>
                      </a:pPr>
                      <a:r>
                        <a:rPr lang="en-US"/>
                        <a:t>“Telescope”</a:t>
                      </a:r>
                    </a:p>
                  </a:txBody>
                  <a:tcPr/>
                </a:tc>
                <a:tc>
                  <a:txBody>
                    <a:bodyPr/>
                    <a:lstStyle/>
                    <a:p>
                      <a:pPr marL="285750" indent="-285750">
                        <a:buFont typeface="Arial" panose="020B0604020202020204" pitchFamily="34" charset="0"/>
                        <a:buChar char="•"/>
                      </a:pPr>
                      <a:r>
                        <a:rPr lang="en-US"/>
                        <a:t>Two Directions always</a:t>
                      </a:r>
                    </a:p>
                    <a:p>
                      <a:pPr marL="285750" indent="-285750">
                        <a:buFont typeface="Arial" panose="020B0604020202020204" pitchFamily="34" charset="0"/>
                        <a:buChar char="•"/>
                      </a:pPr>
                      <a:r>
                        <a:rPr lang="en-US"/>
                        <a:t>Rotated about an axis</a:t>
                      </a:r>
                    </a:p>
                    <a:p>
                      <a:pPr marL="285750" indent="-285750">
                        <a:buFont typeface="Arial" panose="020B0604020202020204" pitchFamily="34" charset="0"/>
                        <a:buChar char="•"/>
                      </a:pPr>
                      <a:r>
                        <a:rPr lang="en-US"/>
                        <a:t>360-degree view about axis</a:t>
                      </a:r>
                    </a:p>
                  </a:txBody>
                  <a:tcPr/>
                </a:tc>
                <a:extLst>
                  <a:ext uri="{0D108BD9-81ED-4DB2-BD59-A6C34878D82A}">
                    <a16:rowId xmlns:a16="http://schemas.microsoft.com/office/drawing/2014/main" val="3323477127"/>
                  </a:ext>
                </a:extLst>
              </a:tr>
            </a:tbl>
          </a:graphicData>
        </a:graphic>
      </p:graphicFrame>
      <p:sp>
        <p:nvSpPr>
          <p:cNvPr id="15" name="Rectangle 14">
            <a:extLst>
              <a:ext uri="{FF2B5EF4-FFF2-40B4-BE49-F238E27FC236}">
                <a16:creationId xmlns:a16="http://schemas.microsoft.com/office/drawing/2014/main" id="{68414E05-39AC-AC19-266A-2C66BF663CCF}"/>
              </a:ext>
            </a:extLst>
          </p:cNvPr>
          <p:cNvSpPr/>
          <p:nvPr/>
        </p:nvSpPr>
        <p:spPr>
          <a:xfrm>
            <a:off x="1139272" y="5481430"/>
            <a:ext cx="864705" cy="10933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6A4AAD2E-E10C-878C-3499-FB46E41D1B44}"/>
              </a:ext>
            </a:extLst>
          </p:cNvPr>
          <p:cNvSpPr/>
          <p:nvPr/>
        </p:nvSpPr>
        <p:spPr>
          <a:xfrm>
            <a:off x="414958" y="5809421"/>
            <a:ext cx="974035" cy="437322"/>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E15550F-416D-CA61-FE13-3DE39ACD3E27}"/>
              </a:ext>
            </a:extLst>
          </p:cNvPr>
          <p:cNvSpPr/>
          <p:nvPr/>
        </p:nvSpPr>
        <p:spPr>
          <a:xfrm>
            <a:off x="1388994" y="5759726"/>
            <a:ext cx="290719" cy="536713"/>
          </a:xfrm>
          <a:prstGeom prst="ellipse">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78EC405-89BA-E494-D958-1AA77C417158}"/>
              </a:ext>
            </a:extLst>
          </p:cNvPr>
          <p:cNvSpPr/>
          <p:nvPr/>
        </p:nvSpPr>
        <p:spPr>
          <a:xfrm>
            <a:off x="3533360" y="5480368"/>
            <a:ext cx="864705" cy="109330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Cylinder 18">
            <a:extLst>
              <a:ext uri="{FF2B5EF4-FFF2-40B4-BE49-F238E27FC236}">
                <a16:creationId xmlns:a16="http://schemas.microsoft.com/office/drawing/2014/main" id="{8481BE52-8C0D-028F-3E1B-B14A6D267E25}"/>
              </a:ext>
            </a:extLst>
          </p:cNvPr>
          <p:cNvSpPr/>
          <p:nvPr/>
        </p:nvSpPr>
        <p:spPr>
          <a:xfrm rot="5400000">
            <a:off x="4170087" y="5480368"/>
            <a:ext cx="525531" cy="1093304"/>
          </a:xfrm>
          <a:prstGeom prst="can">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3175BED-CDB1-B517-24A3-9C204DA2D1BE}"/>
              </a:ext>
            </a:extLst>
          </p:cNvPr>
          <p:cNvSpPr/>
          <p:nvPr/>
        </p:nvSpPr>
        <p:spPr>
          <a:xfrm rot="6517521">
            <a:off x="4983233" y="5900606"/>
            <a:ext cx="290719" cy="536713"/>
          </a:xfrm>
          <a:prstGeom prst="ellipse">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13C2DBF-B20A-42EC-5535-F8A51CE650FD}"/>
              </a:ext>
            </a:extLst>
          </p:cNvPr>
          <p:cNvSpPr/>
          <p:nvPr/>
        </p:nvSpPr>
        <p:spPr>
          <a:xfrm rot="2859595">
            <a:off x="4961307" y="5541064"/>
            <a:ext cx="290719" cy="536713"/>
          </a:xfrm>
          <a:prstGeom prst="ellipse">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Left 22">
            <a:extLst>
              <a:ext uri="{FF2B5EF4-FFF2-40B4-BE49-F238E27FC236}">
                <a16:creationId xmlns:a16="http://schemas.microsoft.com/office/drawing/2014/main" id="{7E530841-13D3-C987-9FDF-26452792D826}"/>
              </a:ext>
            </a:extLst>
          </p:cNvPr>
          <p:cNvSpPr/>
          <p:nvPr/>
        </p:nvSpPr>
        <p:spPr>
          <a:xfrm rot="5400000">
            <a:off x="4834510" y="5527235"/>
            <a:ext cx="430447" cy="190153"/>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Arrow: Left 23">
            <a:extLst>
              <a:ext uri="{FF2B5EF4-FFF2-40B4-BE49-F238E27FC236}">
                <a16:creationId xmlns:a16="http://schemas.microsoft.com/office/drawing/2014/main" id="{E041AEEB-268C-2D29-9ED8-8D655C4CB50A}"/>
              </a:ext>
            </a:extLst>
          </p:cNvPr>
          <p:cNvSpPr/>
          <p:nvPr/>
        </p:nvSpPr>
        <p:spPr>
          <a:xfrm rot="16200000">
            <a:off x="4840857" y="6297340"/>
            <a:ext cx="430447" cy="190153"/>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Arrow: Left 24">
            <a:extLst>
              <a:ext uri="{FF2B5EF4-FFF2-40B4-BE49-F238E27FC236}">
                <a16:creationId xmlns:a16="http://schemas.microsoft.com/office/drawing/2014/main" id="{24605E2C-85C5-C246-A8A1-436325814072}"/>
              </a:ext>
            </a:extLst>
          </p:cNvPr>
          <p:cNvSpPr/>
          <p:nvPr/>
        </p:nvSpPr>
        <p:spPr>
          <a:xfrm rot="10800000">
            <a:off x="4124739" y="5931943"/>
            <a:ext cx="430447" cy="190153"/>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Arrow: Curved Up 25">
            <a:extLst>
              <a:ext uri="{FF2B5EF4-FFF2-40B4-BE49-F238E27FC236}">
                <a16:creationId xmlns:a16="http://schemas.microsoft.com/office/drawing/2014/main" id="{C5F69B17-9502-A7B5-643D-8FDFCE50E33C}"/>
              </a:ext>
            </a:extLst>
          </p:cNvPr>
          <p:cNvSpPr/>
          <p:nvPr/>
        </p:nvSpPr>
        <p:spPr>
          <a:xfrm>
            <a:off x="5401271" y="5953376"/>
            <a:ext cx="601455" cy="446909"/>
          </a:xfrm>
          <a:prstGeom prst="curvedUp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Arrow: Curved Down 26">
            <a:extLst>
              <a:ext uri="{FF2B5EF4-FFF2-40B4-BE49-F238E27FC236}">
                <a16:creationId xmlns:a16="http://schemas.microsoft.com/office/drawing/2014/main" id="{AC2123F6-D4DC-EC42-7FC3-DDDF32903186}"/>
              </a:ext>
            </a:extLst>
          </p:cNvPr>
          <p:cNvSpPr/>
          <p:nvPr/>
        </p:nvSpPr>
        <p:spPr>
          <a:xfrm flipH="1">
            <a:off x="5357420" y="5446618"/>
            <a:ext cx="601454" cy="474479"/>
          </a:xfrm>
          <a:prstGeom prst="curved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row: Left 27">
            <a:extLst>
              <a:ext uri="{FF2B5EF4-FFF2-40B4-BE49-F238E27FC236}">
                <a16:creationId xmlns:a16="http://schemas.microsoft.com/office/drawing/2014/main" id="{0B500B6D-19DB-EF4A-2852-7D09998BDE16}"/>
              </a:ext>
            </a:extLst>
          </p:cNvPr>
          <p:cNvSpPr/>
          <p:nvPr/>
        </p:nvSpPr>
        <p:spPr>
          <a:xfrm rot="10800000">
            <a:off x="3911046" y="2226229"/>
            <a:ext cx="1200150" cy="218661"/>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Arrow: Left 28">
            <a:extLst>
              <a:ext uri="{FF2B5EF4-FFF2-40B4-BE49-F238E27FC236}">
                <a16:creationId xmlns:a16="http://schemas.microsoft.com/office/drawing/2014/main" id="{1B04124C-FD03-78C5-542C-5FE2F9510268}"/>
              </a:ext>
            </a:extLst>
          </p:cNvPr>
          <p:cNvSpPr/>
          <p:nvPr/>
        </p:nvSpPr>
        <p:spPr>
          <a:xfrm>
            <a:off x="479563" y="2179155"/>
            <a:ext cx="1200150" cy="218661"/>
          </a:xfrm>
          <a:prstGeom prst="leftArrow">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48CD7A6-F111-D408-1AA6-088F5E69684F}"/>
              </a:ext>
            </a:extLst>
          </p:cNvPr>
          <p:cNvSpPr txBox="1"/>
          <p:nvPr/>
        </p:nvSpPr>
        <p:spPr>
          <a:xfrm>
            <a:off x="6385891" y="2615221"/>
            <a:ext cx="4641574" cy="646331"/>
          </a:xfrm>
          <a:prstGeom prst="rect">
            <a:avLst/>
          </a:prstGeom>
          <a:noFill/>
        </p:spPr>
        <p:txBody>
          <a:bodyPr wrap="square" rtlCol="0">
            <a:spAutoFit/>
          </a:bodyPr>
          <a:lstStyle/>
          <a:p>
            <a:pPr algn="ctr"/>
            <a:r>
              <a:rPr lang="en-US" b="1"/>
              <a:t>The expected view from the GoPro should appear like:</a:t>
            </a:r>
          </a:p>
        </p:txBody>
      </p:sp>
      <p:sp>
        <p:nvSpPr>
          <p:cNvPr id="31" name="Rectangle 30">
            <a:extLst>
              <a:ext uri="{FF2B5EF4-FFF2-40B4-BE49-F238E27FC236}">
                <a16:creationId xmlns:a16="http://schemas.microsoft.com/office/drawing/2014/main" id="{9A512AFB-1DA1-E295-F721-CF5CB1868F9B}"/>
              </a:ext>
            </a:extLst>
          </p:cNvPr>
          <p:cNvSpPr/>
          <p:nvPr/>
        </p:nvSpPr>
        <p:spPr>
          <a:xfrm>
            <a:off x="6833152" y="3478696"/>
            <a:ext cx="1873526" cy="2474680"/>
          </a:xfrm>
          <a:prstGeom prst="rect">
            <a:avLst/>
          </a:prstGeom>
          <a:ln>
            <a:solidFill>
              <a:schemeClr val="bg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83EAF95-C552-9B43-23CF-9A4A320B07CA}"/>
              </a:ext>
            </a:extLst>
          </p:cNvPr>
          <p:cNvSpPr/>
          <p:nvPr/>
        </p:nvSpPr>
        <p:spPr>
          <a:xfrm>
            <a:off x="8706678" y="3478574"/>
            <a:ext cx="1873526" cy="1237421"/>
          </a:xfrm>
          <a:prstGeom prst="rect">
            <a:avLst/>
          </a:prstGeom>
          <a:solidFill>
            <a:schemeClr val="accent6"/>
          </a:solidFill>
          <a:ln>
            <a:solidFill>
              <a:schemeClr val="bg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B063EAA-9B66-C371-D63C-45AF806B1F45}"/>
              </a:ext>
            </a:extLst>
          </p:cNvPr>
          <p:cNvSpPr/>
          <p:nvPr/>
        </p:nvSpPr>
        <p:spPr>
          <a:xfrm>
            <a:off x="8706678" y="4715975"/>
            <a:ext cx="1873526" cy="1237421"/>
          </a:xfrm>
          <a:prstGeom prst="rect">
            <a:avLst/>
          </a:prstGeom>
          <a:ln>
            <a:solidFill>
              <a:schemeClr val="bg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0D3E560-8193-93FF-9AD4-D3475D92E977}"/>
              </a:ext>
            </a:extLst>
          </p:cNvPr>
          <p:cNvSpPr txBox="1"/>
          <p:nvPr/>
        </p:nvSpPr>
        <p:spPr>
          <a:xfrm>
            <a:off x="7065710" y="4392829"/>
            <a:ext cx="1351722" cy="646331"/>
          </a:xfrm>
          <a:prstGeom prst="rect">
            <a:avLst/>
          </a:prstGeom>
          <a:noFill/>
        </p:spPr>
        <p:txBody>
          <a:bodyPr wrap="square" rtlCol="0">
            <a:spAutoFit/>
          </a:bodyPr>
          <a:lstStyle/>
          <a:p>
            <a:pPr algn="ctr"/>
            <a:r>
              <a:rPr lang="en-US"/>
              <a:t>No Arm View</a:t>
            </a:r>
          </a:p>
        </p:txBody>
      </p:sp>
      <p:sp>
        <p:nvSpPr>
          <p:cNvPr id="36" name="TextBox 35">
            <a:extLst>
              <a:ext uri="{FF2B5EF4-FFF2-40B4-BE49-F238E27FC236}">
                <a16:creationId xmlns:a16="http://schemas.microsoft.com/office/drawing/2014/main" id="{ECDAADCD-D823-286C-EDA9-CD7CA9451E69}"/>
              </a:ext>
            </a:extLst>
          </p:cNvPr>
          <p:cNvSpPr txBox="1"/>
          <p:nvPr/>
        </p:nvSpPr>
        <p:spPr>
          <a:xfrm>
            <a:off x="8948944" y="3912618"/>
            <a:ext cx="1388993" cy="369332"/>
          </a:xfrm>
          <a:prstGeom prst="rect">
            <a:avLst/>
          </a:prstGeom>
          <a:noFill/>
        </p:spPr>
        <p:txBody>
          <a:bodyPr wrap="square" rtlCol="0">
            <a:spAutoFit/>
          </a:bodyPr>
          <a:lstStyle/>
          <a:p>
            <a:r>
              <a:rPr lang="en-US"/>
              <a:t>Arm View 1</a:t>
            </a:r>
          </a:p>
        </p:txBody>
      </p:sp>
      <p:sp>
        <p:nvSpPr>
          <p:cNvPr id="37" name="TextBox 36">
            <a:extLst>
              <a:ext uri="{FF2B5EF4-FFF2-40B4-BE49-F238E27FC236}">
                <a16:creationId xmlns:a16="http://schemas.microsoft.com/office/drawing/2014/main" id="{33DB0FB2-7335-7236-AD97-5CE66D23BA6D}"/>
              </a:ext>
            </a:extLst>
          </p:cNvPr>
          <p:cNvSpPr txBox="1"/>
          <p:nvPr/>
        </p:nvSpPr>
        <p:spPr>
          <a:xfrm>
            <a:off x="8945472" y="5149897"/>
            <a:ext cx="1404818" cy="369332"/>
          </a:xfrm>
          <a:prstGeom prst="rect">
            <a:avLst/>
          </a:prstGeom>
          <a:noFill/>
        </p:spPr>
        <p:txBody>
          <a:bodyPr wrap="square" rtlCol="0">
            <a:spAutoFit/>
          </a:bodyPr>
          <a:lstStyle/>
          <a:p>
            <a:r>
              <a:rPr lang="en-US"/>
              <a:t>Arm View 2</a:t>
            </a:r>
          </a:p>
        </p:txBody>
      </p:sp>
      <p:pic>
        <p:nvPicPr>
          <p:cNvPr id="6" name="Picture 5" descr="A black circle with white text&#10;&#10;Description automatically generated">
            <a:extLst>
              <a:ext uri="{FF2B5EF4-FFF2-40B4-BE49-F238E27FC236}">
                <a16:creationId xmlns:a16="http://schemas.microsoft.com/office/drawing/2014/main" id="{7D549D7C-58E2-F6E2-EAE5-B9C16A00B93E}"/>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8" name="TextBox 7">
            <a:extLst>
              <a:ext uri="{FF2B5EF4-FFF2-40B4-BE49-F238E27FC236}">
                <a16:creationId xmlns:a16="http://schemas.microsoft.com/office/drawing/2014/main" id="{A28E7BA8-8057-3F94-58A4-A154ED21D5C6}"/>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14</a:t>
            </a:r>
          </a:p>
        </p:txBody>
      </p:sp>
    </p:spTree>
    <p:extLst>
      <p:ext uri="{BB962C8B-B14F-4D97-AF65-F5344CB8AC3E}">
        <p14:creationId xmlns:p14="http://schemas.microsoft.com/office/powerpoint/2010/main" val="3025994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406893" y="443883"/>
            <a:ext cx="9905998" cy="735496"/>
          </a:xfrm>
        </p:spPr>
        <p:txBody>
          <a:bodyPr/>
          <a:lstStyle/>
          <a:p>
            <a:pPr eaLnBrk="1" hangingPunct="1"/>
            <a:r>
              <a:rPr lang="en-US">
                <a:latin typeface="Calisto MT"/>
              </a:rPr>
              <a:t>Potential Issues</a:t>
            </a:r>
            <a:endParaRPr lang="en-US"/>
          </a:p>
        </p:txBody>
      </p:sp>
      <p:sp>
        <p:nvSpPr>
          <p:cNvPr id="30722" name="Rectangle 3"/>
          <p:cNvSpPr>
            <a:spLocks noGrp="1" noChangeArrowheads="1"/>
          </p:cNvSpPr>
          <p:nvPr>
            <p:ph idx="1"/>
          </p:nvPr>
        </p:nvSpPr>
        <p:spPr>
          <a:xfrm>
            <a:off x="1141649" y="1290351"/>
            <a:ext cx="9905998" cy="3955077"/>
          </a:xfrm>
        </p:spPr>
        <p:txBody>
          <a:bodyPr/>
          <a:lstStyle/>
          <a:p>
            <a:pPr marL="719455" lvl="1" indent="-269875" eaLnBrk="1" hangingPunct="1"/>
            <a:r>
              <a:rPr lang="en-US" sz="2000">
                <a:latin typeface="Arial"/>
                <a:cs typeface="Arial"/>
              </a:rPr>
              <a:t>Running out of time to accomplish the mission for the engineering challenge</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endParaRPr>
          </a:p>
          <a:p>
            <a:pPr marL="719455" lvl="1" indent="-269875" eaLnBrk="1" hangingPunct="1"/>
            <a:r>
              <a:rPr lang="en-US" sz="2000">
                <a:latin typeface="Arial"/>
                <a:cs typeface="Arial"/>
              </a:rPr>
              <a:t>Receiving all our supplies in time to begin building out satellite</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endParaRPr>
          </a:p>
          <a:p>
            <a:pPr marL="719455" lvl="1" indent="-269875">
              <a:buClr>
                <a:srgbClr val="FFFFFF"/>
              </a:buClr>
            </a:pPr>
            <a:r>
              <a:rPr lang="en-US" sz="2000">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Having issues getting the mirrors out and working</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endParaRPr>
          </a:p>
          <a:p>
            <a:pPr marL="719455" lvl="1" indent="-269875">
              <a:buClr>
                <a:srgbClr val="FFFFFF"/>
              </a:buClr>
            </a:pPr>
            <a:r>
              <a:rPr lang="en-US" sz="2000">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Finding and applying appropriate anti-fog for mirrors</a:t>
            </a:r>
            <a:endParaRPr lang="en-US" sz="2000">
              <a:ln>
                <a:solidFill>
                  <a:prstClr val="black">
                    <a:lumMod val="75000"/>
                    <a:lumOff val="25000"/>
                    <a:alpha val="10000"/>
                  </a:prstClr>
                </a:solidFill>
              </a:ln>
              <a:effectLst>
                <a:outerShdw blurRad="9525" dist="25400" dir="14640000" algn="tl" rotWithShape="0">
                  <a:prstClr val="black">
                    <a:alpha val="30000"/>
                  </a:prstClr>
                </a:outerShdw>
              </a:effectLst>
              <a:latin typeface="Arial"/>
              <a:cs typeface="Arial"/>
            </a:endParaRPr>
          </a:p>
          <a:p>
            <a:pPr marL="719455" lvl="1" indent="-269875">
              <a:buClr>
                <a:srgbClr val="FFFFFF"/>
              </a:buClr>
            </a:pPr>
            <a:r>
              <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Structure of the craft not withholding during the flight</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charset="0"/>
              <a:cs typeface="Arial" charset="0"/>
            </a:endParaRPr>
          </a:p>
          <a:p>
            <a:pPr marL="719455" lvl="1" indent="-269875">
              <a:buClr>
                <a:srgbClr val="FFFFFF"/>
              </a:buClr>
            </a:pPr>
            <a:r>
              <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Footage being distorted in a manner where it is not to our liking</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charset="0"/>
              <a:cs typeface="Arial" charset="0"/>
            </a:endParaRPr>
          </a:p>
          <a:p>
            <a:pPr marL="719455" lvl="1" indent="-269875">
              <a:buClr>
                <a:srgbClr val="FFFFFF"/>
              </a:buClr>
            </a:pPr>
            <a:r>
              <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GoPro mishaps</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charset="0"/>
              <a:cs typeface="Arial" charset="0"/>
            </a:endParaRPr>
          </a:p>
          <a:p>
            <a:pPr marL="719455" lvl="1" indent="-269875">
              <a:buClr>
                <a:srgbClr val="FFFFFF"/>
              </a:buClr>
            </a:pPr>
            <a:r>
              <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a:cs typeface="Arial"/>
              </a:rPr>
              <a:t>Parts breaking mid-flight</a:t>
            </a:r>
            <a:endParaRPr lang="en-US" sz="2000">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charset="0"/>
              <a:cs typeface="Arial" charset="0"/>
            </a:endParaRPr>
          </a:p>
          <a:p>
            <a:pPr marL="719455" lvl="1" indent="-269875"/>
            <a:endParaRPr lang="en-US">
              <a:ln>
                <a:solidFill>
                  <a:prstClr val="black">
                    <a:lumMod val="75000"/>
                    <a:lumOff val="25000"/>
                    <a:alpha val="10000"/>
                  </a:prstClr>
                </a:solidFill>
              </a:ln>
              <a:effectLst>
                <a:glow rad="38100">
                  <a:prstClr val="black">
                    <a:lumMod val="50000"/>
                    <a:lumOff val="50000"/>
                    <a:alpha val="20000"/>
                  </a:prstClr>
                </a:glow>
                <a:outerShdw blurRad="44450" dist="12700" dir="13860000" algn="tl" rotWithShape="0">
                  <a:srgbClr val="000000">
                    <a:alpha val="20000"/>
                  </a:srgbClr>
                </a:outerShdw>
              </a:effectLst>
              <a:latin typeface="Arial" charset="0"/>
              <a:cs typeface="Arial" charset="0"/>
            </a:endParaRPr>
          </a:p>
        </p:txBody>
      </p:sp>
      <p:pic>
        <p:nvPicPr>
          <p:cNvPr id="4" name="Picture 3" descr="A black circle with white text&#10;&#10;Description automatically generated">
            <a:extLst>
              <a:ext uri="{FF2B5EF4-FFF2-40B4-BE49-F238E27FC236}">
                <a16:creationId xmlns:a16="http://schemas.microsoft.com/office/drawing/2014/main" id="{17243215-853F-C377-CD8A-AEB8D9D491AC}"/>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8" name="TextBox 7">
            <a:extLst>
              <a:ext uri="{FF2B5EF4-FFF2-40B4-BE49-F238E27FC236}">
                <a16:creationId xmlns:a16="http://schemas.microsoft.com/office/drawing/2014/main" id="{E0B3BE32-6969-06D9-6A76-38FC3C9C33A0}"/>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19568" y="-2309"/>
            <a:ext cx="10353762" cy="970450"/>
          </a:xfrm>
        </p:spPr>
        <p:txBody>
          <a:bodyPr/>
          <a:lstStyle/>
          <a:p>
            <a:pPr eaLnBrk="1" hangingPunct="1"/>
            <a:r>
              <a:rPr lang="en-US">
                <a:latin typeface="Calisto MT"/>
              </a:rPr>
              <a:t>Appendix: Weight/Cost Summary</a:t>
            </a:r>
            <a:endParaRPr lang="en-US"/>
          </a:p>
        </p:txBody>
      </p:sp>
      <p:graphicFrame>
        <p:nvGraphicFramePr>
          <p:cNvPr id="10" name="Content Placeholder 9">
            <a:extLst>
              <a:ext uri="{FF2B5EF4-FFF2-40B4-BE49-F238E27FC236}">
                <a16:creationId xmlns:a16="http://schemas.microsoft.com/office/drawing/2014/main" id="{36B82F40-5FBE-D7AD-1F37-195C2FBC45BE}"/>
              </a:ext>
            </a:extLst>
          </p:cNvPr>
          <p:cNvGraphicFramePr>
            <a:graphicFrameLocks noGrp="1"/>
          </p:cNvGraphicFramePr>
          <p:nvPr>
            <p:ph idx="1"/>
            <p:extLst>
              <p:ext uri="{D42A27DB-BD31-4B8C-83A1-F6EECF244321}">
                <p14:modId xmlns:p14="http://schemas.microsoft.com/office/powerpoint/2010/main" val="2397330919"/>
              </p:ext>
            </p:extLst>
          </p:nvPr>
        </p:nvGraphicFramePr>
        <p:xfrm>
          <a:off x="764309" y="1010372"/>
          <a:ext cx="10353675" cy="5273040"/>
        </p:xfrm>
        <a:graphic>
          <a:graphicData uri="http://schemas.openxmlformats.org/drawingml/2006/table">
            <a:tbl>
              <a:tblPr bandRow="1">
                <a:tableStyleId>{5C22544A-7EE6-4342-B048-85BDC9FD1C3A}</a:tableStyleId>
              </a:tblPr>
              <a:tblGrid>
                <a:gridCol w="3451225">
                  <a:extLst>
                    <a:ext uri="{9D8B030D-6E8A-4147-A177-3AD203B41FA5}">
                      <a16:colId xmlns:a16="http://schemas.microsoft.com/office/drawing/2014/main" val="687910073"/>
                    </a:ext>
                  </a:extLst>
                </a:gridCol>
                <a:gridCol w="3451225">
                  <a:extLst>
                    <a:ext uri="{9D8B030D-6E8A-4147-A177-3AD203B41FA5}">
                      <a16:colId xmlns:a16="http://schemas.microsoft.com/office/drawing/2014/main" val="3593658353"/>
                    </a:ext>
                  </a:extLst>
                </a:gridCol>
                <a:gridCol w="3451225">
                  <a:extLst>
                    <a:ext uri="{9D8B030D-6E8A-4147-A177-3AD203B41FA5}">
                      <a16:colId xmlns:a16="http://schemas.microsoft.com/office/drawing/2014/main" val="2409793993"/>
                    </a:ext>
                  </a:extLst>
                </a:gridCol>
              </a:tblGrid>
              <a:tr h="200025">
                <a:tc>
                  <a:txBody>
                    <a:bodyPr/>
                    <a:lstStyle/>
                    <a:p>
                      <a:pPr rtl="0" fontAlgn="b"/>
                      <a:r>
                        <a:rPr lang="en-US" sz="1800" u="sng">
                          <a:solidFill>
                            <a:schemeClr val="tx1"/>
                          </a:solidFill>
                          <a:effectLst/>
                          <a:latin typeface="Calisto MT"/>
                        </a:rPr>
                        <a:t>Item</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solidFill>
                  </a:tcPr>
                </a:tc>
                <a:tc>
                  <a:txBody>
                    <a:bodyPr/>
                    <a:lstStyle/>
                    <a:p>
                      <a:pPr rtl="0" fontAlgn="b"/>
                      <a:r>
                        <a:rPr lang="en-US" sz="1800" u="sng">
                          <a:solidFill>
                            <a:schemeClr val="tx1"/>
                          </a:solidFill>
                          <a:effectLst/>
                          <a:latin typeface="Calisto MT"/>
                        </a:rPr>
                        <a:t>Cost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solidFill>
                  </a:tcPr>
                </a:tc>
                <a:tc>
                  <a:txBody>
                    <a:bodyPr/>
                    <a:lstStyle/>
                    <a:p>
                      <a:pPr rtl="0" fontAlgn="b"/>
                      <a:r>
                        <a:rPr lang="en-US" sz="1800" u="sng">
                          <a:solidFill>
                            <a:schemeClr val="tx1"/>
                          </a:solidFill>
                          <a:effectLst/>
                          <a:latin typeface="Calisto MT"/>
                        </a:rPr>
                        <a:t>Weight (g)</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solidFill>
                  </a:tcPr>
                </a:tc>
                <a:extLst>
                  <a:ext uri="{0D108BD9-81ED-4DB2-BD59-A6C34878D82A}">
                    <a16:rowId xmlns:a16="http://schemas.microsoft.com/office/drawing/2014/main" val="2256448779"/>
                  </a:ext>
                </a:extLst>
              </a:tr>
              <a:tr h="200025">
                <a:tc>
                  <a:txBody>
                    <a:bodyPr/>
                    <a:lstStyle/>
                    <a:p>
                      <a:pPr rtl="0" fontAlgn="b"/>
                      <a:r>
                        <a:rPr lang="en-US" sz="1800">
                          <a:solidFill>
                            <a:schemeClr val="bg1"/>
                          </a:solidFill>
                          <a:effectLst/>
                          <a:latin typeface="Calisto MT"/>
                        </a:rPr>
                        <a:t>Mirrors(4)</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$15.00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25.00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199689883"/>
                  </a:ext>
                </a:extLst>
              </a:tr>
              <a:tr h="200025">
                <a:tc>
                  <a:txBody>
                    <a:bodyPr/>
                    <a:lstStyle/>
                    <a:p>
                      <a:pPr rtl="0" fontAlgn="b"/>
                      <a:r>
                        <a:rPr lang="en-US" sz="1800">
                          <a:solidFill>
                            <a:schemeClr val="bg1"/>
                          </a:solidFill>
                          <a:effectLst/>
                          <a:latin typeface="Calisto MT"/>
                        </a:rPr>
                        <a:t>Anti-Fog Mirror Spray</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$10.00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3681754990"/>
                  </a:ext>
                </a:extLst>
              </a:tr>
              <a:tr h="200025">
                <a:tc>
                  <a:txBody>
                    <a:bodyPr/>
                    <a:lstStyle/>
                    <a:p>
                      <a:pPr rtl="0" fontAlgn="b"/>
                      <a:r>
                        <a:rPr lang="en-US" sz="1800">
                          <a:solidFill>
                            <a:schemeClr val="bg1"/>
                          </a:solidFill>
                          <a:effectLst/>
                          <a:latin typeface="Calisto MT"/>
                        </a:rPr>
                        <a:t>Servos (2)</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$14.00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18.00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1096331653"/>
                  </a:ext>
                </a:extLst>
              </a:tr>
              <a:tr h="224852">
                <a:tc>
                  <a:txBody>
                    <a:bodyPr/>
                    <a:lstStyle/>
                    <a:p>
                      <a:pPr rtl="0" fontAlgn="b"/>
                      <a:r>
                        <a:rPr lang="en-US" sz="1800">
                          <a:solidFill>
                            <a:schemeClr val="bg1"/>
                          </a:solidFill>
                          <a:effectLst/>
                          <a:latin typeface="Calisto MT"/>
                        </a:rPr>
                        <a:t>Spring (1)</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$7.36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45.00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334489112"/>
                  </a:ext>
                </a:extLst>
              </a:tr>
              <a:tr h="200025">
                <a:tc>
                  <a:txBody>
                    <a:bodyPr/>
                    <a:lstStyle/>
                    <a:p>
                      <a:pPr rtl="0" fontAlgn="b"/>
                      <a:r>
                        <a:rPr lang="en-US" sz="1800">
                          <a:solidFill>
                            <a:schemeClr val="bg1"/>
                          </a:solidFill>
                          <a:effectLst/>
                          <a:latin typeface="Calisto MT"/>
                        </a:rPr>
                        <a:t>3D Printed Gears</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100.00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4291910275"/>
                  </a:ext>
                </a:extLst>
              </a:tr>
              <a:tr h="200025">
                <a:tc>
                  <a:txBody>
                    <a:bodyPr/>
                    <a:lstStyle/>
                    <a:p>
                      <a:pPr rtl="0" fontAlgn="b"/>
                      <a:r>
                        <a:rPr lang="en-US" sz="1800">
                          <a:solidFill>
                            <a:schemeClr val="bg1"/>
                          </a:solidFill>
                          <a:effectLst/>
                          <a:latin typeface="Calisto MT"/>
                        </a:rPr>
                        <a:t>Arm</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90.00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3056260436"/>
                  </a:ext>
                </a:extLst>
              </a:tr>
              <a:tr h="200025">
                <a:tc>
                  <a:txBody>
                    <a:bodyPr/>
                    <a:lstStyle/>
                    <a:p>
                      <a:pPr rtl="0" fontAlgn="b"/>
                      <a:r>
                        <a:rPr lang="en-US" sz="1800">
                          <a:solidFill>
                            <a:schemeClr val="bg1"/>
                          </a:solidFill>
                          <a:effectLst/>
                          <a:latin typeface="Calisto MT"/>
                        </a:rPr>
                        <a:t>Mirror Housing</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75.00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1653967641"/>
                  </a:ext>
                </a:extLst>
              </a:tr>
              <a:tr h="200025">
                <a:tc>
                  <a:txBody>
                    <a:bodyPr/>
                    <a:lstStyle/>
                    <a:p>
                      <a:pPr rtl="0" fontAlgn="b"/>
                      <a:r>
                        <a:rPr lang="en-US" sz="1800">
                          <a:solidFill>
                            <a:schemeClr val="bg1"/>
                          </a:solidFill>
                          <a:effectLst/>
                          <a:latin typeface="Calisto MT"/>
                        </a:rPr>
                        <a:t>Battery</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$8.86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45.00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601531141"/>
                  </a:ext>
                </a:extLst>
              </a:tr>
              <a:tr h="200025">
                <a:tc>
                  <a:txBody>
                    <a:bodyPr/>
                    <a:lstStyle/>
                    <a:p>
                      <a:pPr rtl="0" fontAlgn="b"/>
                      <a:r>
                        <a:rPr lang="en-US" sz="1800">
                          <a:solidFill>
                            <a:schemeClr val="bg1"/>
                          </a:solidFill>
                          <a:effectLst/>
                          <a:latin typeface="Calisto MT"/>
                        </a:rPr>
                        <a:t>Heat Pad</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$26.48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28.35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3557135319"/>
                  </a:ext>
                </a:extLst>
              </a:tr>
              <a:tr h="200025">
                <a:tc>
                  <a:txBody>
                    <a:bodyPr/>
                    <a:lstStyle/>
                    <a:p>
                      <a:pPr rtl="0" fontAlgn="b"/>
                      <a:r>
                        <a:rPr lang="en-US" sz="1800">
                          <a:solidFill>
                            <a:schemeClr val="bg1"/>
                          </a:solidFill>
                          <a:effectLst/>
                          <a:latin typeface="Calisto MT"/>
                        </a:rPr>
                        <a:t>Magnification Lenses (2)</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$6.79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20.00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456361411"/>
                  </a:ext>
                </a:extLst>
              </a:tr>
              <a:tr h="200025">
                <a:tc>
                  <a:txBody>
                    <a:bodyPr/>
                    <a:lstStyle/>
                    <a:p>
                      <a:pPr rtl="0" fontAlgn="b"/>
                      <a:r>
                        <a:rPr lang="en-US" sz="1800">
                          <a:solidFill>
                            <a:schemeClr val="bg1"/>
                          </a:solidFill>
                          <a:effectLst/>
                          <a:latin typeface="Calisto MT"/>
                        </a:rPr>
                        <a:t>Insulation and Aluminum for Outside</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lvl="0">
                        <a:buNone/>
                      </a:pPr>
                      <a:r>
                        <a:rPr lang="en-US" sz="1800" b="0" i="0" u="none" strike="noStrike" noProof="0">
                          <a:solidFill>
                            <a:schemeClr val="bg1"/>
                          </a:solidFill>
                          <a:effectLst/>
                          <a:latin typeface="Calisto MT"/>
                        </a:rPr>
                        <a:t>$0.00</a:t>
                      </a:r>
                      <a:endParaRPr lang="en-US" sz="1800">
                        <a:solidFill>
                          <a:schemeClr val="bg1"/>
                        </a:solidFill>
                        <a:latin typeface="Calisto M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100.00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993639647"/>
                  </a:ext>
                </a:extLst>
              </a:tr>
              <a:tr h="200025">
                <a:tc>
                  <a:txBody>
                    <a:bodyPr/>
                    <a:lstStyle/>
                    <a:p>
                      <a:pPr rtl="0" fontAlgn="b"/>
                      <a:r>
                        <a:rPr lang="en-US" sz="1800">
                          <a:solidFill>
                            <a:schemeClr val="bg1"/>
                          </a:solidFill>
                          <a:effectLst/>
                          <a:latin typeface="Calisto MT"/>
                        </a:rPr>
                        <a:t>GoPro</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72.00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4027737786"/>
                  </a:ext>
                </a:extLst>
              </a:tr>
              <a:tr h="200025">
                <a:tc>
                  <a:txBody>
                    <a:bodyPr/>
                    <a:lstStyle/>
                    <a:p>
                      <a:pPr rtl="0" fontAlgn="b"/>
                      <a:r>
                        <a:rPr lang="en-US" sz="1800">
                          <a:solidFill>
                            <a:schemeClr val="bg1"/>
                          </a:solidFill>
                          <a:effectLst/>
                          <a:latin typeface="Calisto MT"/>
                        </a:rPr>
                        <a:t>Arduino</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40.00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solidFill>
                  </a:tcPr>
                </a:tc>
                <a:extLst>
                  <a:ext uri="{0D108BD9-81ED-4DB2-BD59-A6C34878D82A}">
                    <a16:rowId xmlns:a16="http://schemas.microsoft.com/office/drawing/2014/main" val="3702459256"/>
                  </a:ext>
                </a:extLst>
              </a:tr>
              <a:tr h="200025">
                <a:tc>
                  <a:txBody>
                    <a:bodyPr/>
                    <a:lstStyle/>
                    <a:p>
                      <a:pPr rtl="0" fontAlgn="b"/>
                      <a:r>
                        <a:rPr lang="en-US" sz="1800">
                          <a:solidFill>
                            <a:schemeClr val="bg1"/>
                          </a:solidFill>
                          <a:effectLst/>
                          <a:latin typeface="Calisto MT"/>
                        </a:rPr>
                        <a:t>Dry Ice</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$20.00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tc>
                  <a:txBody>
                    <a:bodyPr/>
                    <a:lstStyle/>
                    <a:p>
                      <a:pPr rtl="0" fontAlgn="b"/>
                      <a:r>
                        <a:rPr lang="en-US" sz="1800">
                          <a:solidFill>
                            <a:schemeClr val="bg1"/>
                          </a:solidFill>
                          <a:effectLst/>
                          <a:latin typeface="Calisto MT"/>
                        </a:rPr>
                        <a:t>0.00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solidFill>
                  </a:tcPr>
                </a:tc>
                <a:extLst>
                  <a:ext uri="{0D108BD9-81ED-4DB2-BD59-A6C34878D82A}">
                    <a16:rowId xmlns:a16="http://schemas.microsoft.com/office/drawing/2014/main" val="248870768"/>
                  </a:ext>
                </a:extLst>
              </a:tr>
              <a:tr h="200025">
                <a:tc>
                  <a:txBody>
                    <a:bodyPr/>
                    <a:lstStyle/>
                    <a:p>
                      <a:pPr algn="r" rtl="0" fontAlgn="b"/>
                      <a:r>
                        <a:rPr lang="en-US" sz="1800">
                          <a:solidFill>
                            <a:schemeClr val="bg1"/>
                          </a:solidFill>
                          <a:effectLst/>
                          <a:latin typeface="Calisto MT"/>
                        </a:rPr>
                        <a:t>Total:</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rtl="0" fontAlgn="b"/>
                      <a:r>
                        <a:rPr lang="en-US" sz="1800">
                          <a:solidFill>
                            <a:schemeClr val="bg1"/>
                          </a:solidFill>
                          <a:effectLst/>
                          <a:latin typeface="Calisto MT"/>
                        </a:rPr>
                        <a:t>$108.49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tc>
                  <a:txBody>
                    <a:bodyPr/>
                    <a:lstStyle/>
                    <a:p>
                      <a:pPr lvl="0">
                        <a:buNone/>
                      </a:pPr>
                      <a:r>
                        <a:rPr lang="en-US" sz="1800" b="0" i="0" u="none" strike="noStrike" noProof="0">
                          <a:solidFill>
                            <a:schemeClr val="bg1"/>
                          </a:solidFill>
                          <a:effectLst/>
                          <a:latin typeface="Calisto MT"/>
                        </a:rPr>
                        <a:t>658.35</a:t>
                      </a:r>
                      <a:endParaRPr lang="en-US" sz="1800">
                        <a:solidFill>
                          <a:schemeClr val="bg1"/>
                        </a:solidFill>
                        <a:effectLst/>
                        <a:latin typeface="Calisto M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2766086768"/>
                  </a:ext>
                </a:extLst>
              </a:tr>
            </a:tbl>
          </a:graphicData>
        </a:graphic>
      </p:graphicFrame>
      <p:pic>
        <p:nvPicPr>
          <p:cNvPr id="3" name="Picture 2" descr="A black circle with white text&#10;&#10;Description automatically generated">
            <a:extLst>
              <a:ext uri="{FF2B5EF4-FFF2-40B4-BE49-F238E27FC236}">
                <a16:creationId xmlns:a16="http://schemas.microsoft.com/office/drawing/2014/main" id="{290AFD32-CB63-AF0F-F89D-6D12DD42855E}"/>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7" name="TextBox 6">
            <a:extLst>
              <a:ext uri="{FF2B5EF4-FFF2-40B4-BE49-F238E27FC236}">
                <a16:creationId xmlns:a16="http://schemas.microsoft.com/office/drawing/2014/main" id="{573F29B1-352E-F771-16A7-18D41FBD81FB}"/>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66078" y="-3769"/>
            <a:ext cx="9905998" cy="581549"/>
          </a:xfrm>
        </p:spPr>
        <p:txBody>
          <a:bodyPr>
            <a:normAutofit fontScale="90000"/>
          </a:bodyPr>
          <a:lstStyle/>
          <a:p>
            <a:pPr eaLnBrk="1" hangingPunct="1"/>
            <a:r>
              <a:rPr lang="en-US">
                <a:latin typeface="Calisto MT"/>
              </a:rPr>
              <a:t>Project Timeline</a:t>
            </a:r>
            <a:endParaRPr lang="en-US"/>
          </a:p>
        </p:txBody>
      </p:sp>
      <p:graphicFrame>
        <p:nvGraphicFramePr>
          <p:cNvPr id="5" name="Table 4">
            <a:extLst>
              <a:ext uri="{FF2B5EF4-FFF2-40B4-BE49-F238E27FC236}">
                <a16:creationId xmlns:a16="http://schemas.microsoft.com/office/drawing/2014/main" id="{90D8706A-1772-7C28-8C31-401C30DF2E16}"/>
              </a:ext>
            </a:extLst>
          </p:cNvPr>
          <p:cNvGraphicFramePr>
            <a:graphicFrameLocks noGrp="1"/>
          </p:cNvGraphicFramePr>
          <p:nvPr>
            <p:extLst>
              <p:ext uri="{D42A27DB-BD31-4B8C-83A1-F6EECF244321}">
                <p14:modId xmlns:p14="http://schemas.microsoft.com/office/powerpoint/2010/main" val="4171915453"/>
              </p:ext>
            </p:extLst>
          </p:nvPr>
        </p:nvGraphicFramePr>
        <p:xfrm>
          <a:off x="0" y="581104"/>
          <a:ext cx="10845800" cy="6276896"/>
        </p:xfrm>
        <a:graphic>
          <a:graphicData uri="http://schemas.openxmlformats.org/drawingml/2006/table">
            <a:tbl>
              <a:tblPr firstRow="1" bandRow="1">
                <a:tableStyleId>{93296810-A885-4BE3-A3E7-6D5BEEA58F35}</a:tableStyleId>
              </a:tblPr>
              <a:tblGrid>
                <a:gridCol w="5026025">
                  <a:extLst>
                    <a:ext uri="{9D8B030D-6E8A-4147-A177-3AD203B41FA5}">
                      <a16:colId xmlns:a16="http://schemas.microsoft.com/office/drawing/2014/main" val="1190484272"/>
                    </a:ext>
                  </a:extLst>
                </a:gridCol>
                <a:gridCol w="3400425">
                  <a:extLst>
                    <a:ext uri="{9D8B030D-6E8A-4147-A177-3AD203B41FA5}">
                      <a16:colId xmlns:a16="http://schemas.microsoft.com/office/drawing/2014/main" val="432868261"/>
                    </a:ext>
                  </a:extLst>
                </a:gridCol>
                <a:gridCol w="2419350">
                  <a:extLst>
                    <a:ext uri="{9D8B030D-6E8A-4147-A177-3AD203B41FA5}">
                      <a16:colId xmlns:a16="http://schemas.microsoft.com/office/drawing/2014/main" val="3780774427"/>
                    </a:ext>
                  </a:extLst>
                </a:gridCol>
              </a:tblGrid>
              <a:tr h="310190">
                <a:tc>
                  <a:txBody>
                    <a:bodyPr/>
                    <a:lstStyle/>
                    <a:p>
                      <a:r>
                        <a:rPr lang="en-US"/>
                        <a:t>Event</a:t>
                      </a:r>
                    </a:p>
                  </a:txBody>
                  <a:tcPr/>
                </a:tc>
                <a:tc>
                  <a:txBody>
                    <a:bodyPr/>
                    <a:lstStyle/>
                    <a:p>
                      <a:r>
                        <a:rPr lang="en-US"/>
                        <a:t>Date</a:t>
                      </a:r>
                    </a:p>
                  </a:txBody>
                  <a:tcPr/>
                </a:tc>
                <a:tc>
                  <a:txBody>
                    <a:bodyPr/>
                    <a:lstStyle/>
                    <a:p>
                      <a:r>
                        <a:rPr lang="en-US"/>
                        <a:t>Days Until Launch</a:t>
                      </a:r>
                    </a:p>
                  </a:txBody>
                  <a:tcPr/>
                </a:tc>
                <a:extLst>
                  <a:ext uri="{0D108BD9-81ED-4DB2-BD59-A6C34878D82A}">
                    <a16:rowId xmlns:a16="http://schemas.microsoft.com/office/drawing/2014/main" val="2934536726"/>
                  </a:ext>
                </a:extLst>
              </a:tr>
              <a:tr h="629571">
                <a:tc>
                  <a:txBody>
                    <a:bodyPr/>
                    <a:lstStyle/>
                    <a:p>
                      <a:r>
                        <a:rPr lang="en-US"/>
                        <a:t>Finalize Overall Concept and Soldering Components</a:t>
                      </a:r>
                    </a:p>
                  </a:txBody>
                  <a:tcPr/>
                </a:tc>
                <a:tc>
                  <a:txBody>
                    <a:bodyPr/>
                    <a:lstStyle/>
                    <a:p>
                      <a:r>
                        <a:rPr lang="en-US"/>
                        <a:t>February 26, 2024</a:t>
                      </a:r>
                    </a:p>
                  </a:txBody>
                  <a:tcPr/>
                </a:tc>
                <a:tc>
                  <a:txBody>
                    <a:bodyPr/>
                    <a:lstStyle/>
                    <a:p>
                      <a:r>
                        <a:rPr lang="en-US"/>
                        <a:t>54</a:t>
                      </a:r>
                    </a:p>
                  </a:txBody>
                  <a:tcPr/>
                </a:tc>
                <a:extLst>
                  <a:ext uri="{0D108BD9-81ED-4DB2-BD59-A6C34878D82A}">
                    <a16:rowId xmlns:a16="http://schemas.microsoft.com/office/drawing/2014/main" val="3810654296"/>
                  </a:ext>
                </a:extLst>
              </a:tr>
              <a:tr h="62957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Finalize Arduino Code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February 26,2024-March 13/2024</a:t>
                      </a:r>
                    </a:p>
                  </a:txBody>
                  <a:tcPr/>
                </a:tc>
                <a:tc>
                  <a:txBody>
                    <a:bodyPr/>
                    <a:lstStyle/>
                    <a:p>
                      <a:r>
                        <a:rPr lang="en-US"/>
                        <a:t>38</a:t>
                      </a:r>
                    </a:p>
                  </a:txBody>
                  <a:tcPr/>
                </a:tc>
                <a:extLst>
                  <a:ext uri="{0D108BD9-81ED-4DB2-BD59-A6C34878D82A}">
                    <a16:rowId xmlns:a16="http://schemas.microsoft.com/office/drawing/2014/main" val="3651817082"/>
                  </a:ext>
                </a:extLst>
              </a:tr>
              <a:tr h="597173">
                <a:tc>
                  <a:txBody>
                    <a:bodyPr/>
                    <a:lstStyle/>
                    <a:p>
                      <a:r>
                        <a:rPr lang="en-US"/>
                        <a:t>Order parts based on final list.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March 18, 2024</a:t>
                      </a:r>
                    </a:p>
                  </a:txBody>
                  <a:tcPr/>
                </a:tc>
                <a:tc>
                  <a:txBody>
                    <a:bodyPr/>
                    <a:lstStyle/>
                    <a:p>
                      <a:r>
                        <a:rPr lang="en-US"/>
                        <a:t>33</a:t>
                      </a:r>
                    </a:p>
                  </a:txBody>
                  <a:tcPr/>
                </a:tc>
                <a:extLst>
                  <a:ext uri="{0D108BD9-81ED-4DB2-BD59-A6C34878D82A}">
                    <a16:rowId xmlns:a16="http://schemas.microsoft.com/office/drawing/2014/main" val="613023814"/>
                  </a:ext>
                </a:extLst>
              </a:tr>
              <a:tr h="629571">
                <a:tc>
                  <a:txBody>
                    <a:bodyPr/>
                    <a:lstStyle/>
                    <a:p>
                      <a:r>
                        <a:rPr lang="en-US"/>
                        <a:t>Prototype is created and parts are received.</a:t>
                      </a:r>
                    </a:p>
                  </a:txBody>
                  <a:tcPr/>
                </a:tc>
                <a:tc>
                  <a:txBody>
                    <a:bodyPr/>
                    <a:lstStyle/>
                    <a:p>
                      <a:r>
                        <a:rPr lang="en-US"/>
                        <a:t>March 20, 2024 – March 29, 2024</a:t>
                      </a:r>
                    </a:p>
                  </a:txBody>
                  <a:tcPr/>
                </a:tc>
                <a:tc>
                  <a:txBody>
                    <a:bodyPr/>
                    <a:lstStyle/>
                    <a:p>
                      <a:r>
                        <a:rPr lang="en-US"/>
                        <a:t>19</a:t>
                      </a:r>
                    </a:p>
                  </a:txBody>
                  <a:tcPr/>
                </a:tc>
                <a:extLst>
                  <a:ext uri="{0D108BD9-81ED-4DB2-BD59-A6C34878D82A}">
                    <a16:rowId xmlns:a16="http://schemas.microsoft.com/office/drawing/2014/main" val="3213544441"/>
                  </a:ext>
                </a:extLst>
              </a:tr>
              <a:tr h="629571">
                <a:tc>
                  <a:txBody>
                    <a:bodyPr/>
                    <a:lstStyle/>
                    <a:p>
                      <a:r>
                        <a:rPr lang="en-US"/>
                        <a:t>Structural Testing begins with prototype and dead weight</a:t>
                      </a:r>
                    </a:p>
                  </a:txBody>
                  <a:tcPr/>
                </a:tc>
                <a:tc>
                  <a:txBody>
                    <a:bodyPr/>
                    <a:lstStyle/>
                    <a:p>
                      <a:r>
                        <a:rPr lang="en-US"/>
                        <a:t>April 1, 2024-April 3, 2024</a:t>
                      </a:r>
                    </a:p>
                  </a:txBody>
                  <a:tcPr/>
                </a:tc>
                <a:tc>
                  <a:txBody>
                    <a:bodyPr/>
                    <a:lstStyle/>
                    <a:p>
                      <a:r>
                        <a:rPr lang="en-US"/>
                        <a:t>17</a:t>
                      </a:r>
                    </a:p>
                  </a:txBody>
                  <a:tcPr/>
                </a:tc>
                <a:extLst>
                  <a:ext uri="{0D108BD9-81ED-4DB2-BD59-A6C34878D82A}">
                    <a16:rowId xmlns:a16="http://schemas.microsoft.com/office/drawing/2014/main" val="4007641841"/>
                  </a:ext>
                </a:extLst>
              </a:tr>
              <a:tr h="629571">
                <a:tc>
                  <a:txBody>
                    <a:bodyPr/>
                    <a:lstStyle/>
                    <a:p>
                      <a:r>
                        <a:rPr lang="en-US"/>
                        <a:t>Revisions are made and final construction begins.</a:t>
                      </a:r>
                    </a:p>
                  </a:txBody>
                  <a:tcPr/>
                </a:tc>
                <a:tc>
                  <a:txBody>
                    <a:bodyPr/>
                    <a:lstStyle/>
                    <a:p>
                      <a:r>
                        <a:rPr lang="en-US"/>
                        <a:t>April 3, 2024-April 8, 2024</a:t>
                      </a:r>
                    </a:p>
                  </a:txBody>
                  <a:tcPr/>
                </a:tc>
                <a:tc>
                  <a:txBody>
                    <a:bodyPr/>
                    <a:lstStyle/>
                    <a:p>
                      <a:r>
                        <a:rPr lang="en-US"/>
                        <a:t>12</a:t>
                      </a:r>
                    </a:p>
                  </a:txBody>
                  <a:tcPr/>
                </a:tc>
                <a:extLst>
                  <a:ext uri="{0D108BD9-81ED-4DB2-BD59-A6C34878D82A}">
                    <a16:rowId xmlns:a16="http://schemas.microsoft.com/office/drawing/2014/main" val="1730186579"/>
                  </a:ext>
                </a:extLst>
              </a:tr>
              <a:tr h="708024">
                <a:tc>
                  <a:txBody>
                    <a:bodyPr/>
                    <a:lstStyle/>
                    <a:p>
                      <a:r>
                        <a:rPr lang="en-US"/>
                        <a:t>Troubleshooting and functionality tests begin.</a:t>
                      </a:r>
                    </a:p>
                  </a:txBody>
                  <a:tcPr/>
                </a:tc>
                <a:tc>
                  <a:txBody>
                    <a:bodyPr/>
                    <a:lstStyle/>
                    <a:p>
                      <a:r>
                        <a:rPr lang="en-US"/>
                        <a:t>April 8, 2024- April 15, 2024</a:t>
                      </a:r>
                    </a:p>
                  </a:txBody>
                  <a:tcPr/>
                </a:tc>
                <a:tc>
                  <a:txBody>
                    <a:bodyPr/>
                    <a:lstStyle/>
                    <a:p>
                      <a:r>
                        <a:rPr lang="en-US"/>
                        <a:t>5</a:t>
                      </a:r>
                    </a:p>
                  </a:txBody>
                  <a:tcPr/>
                </a:tc>
                <a:extLst>
                  <a:ext uri="{0D108BD9-81ED-4DB2-BD59-A6C34878D82A}">
                    <a16:rowId xmlns:a16="http://schemas.microsoft.com/office/drawing/2014/main" val="1799516629"/>
                  </a:ext>
                </a:extLst>
              </a:tr>
              <a:tr h="708024">
                <a:tc>
                  <a:txBody>
                    <a:bodyPr/>
                    <a:lstStyle/>
                    <a:p>
                      <a:r>
                        <a:rPr lang="en-US"/>
                        <a:t>Final adjustments are done, and the SAT is weighed in for launch</a:t>
                      </a:r>
                    </a:p>
                  </a:txBody>
                  <a:tcPr/>
                </a:tc>
                <a:tc>
                  <a:txBody>
                    <a:bodyPr/>
                    <a:lstStyle/>
                    <a:p>
                      <a:r>
                        <a:rPr lang="en-US"/>
                        <a:t>April 15, 2024 – April 19, 2024</a:t>
                      </a:r>
                    </a:p>
                  </a:txBody>
                  <a:tcPr/>
                </a:tc>
                <a:tc>
                  <a:txBody>
                    <a:bodyPr/>
                    <a:lstStyle/>
                    <a:p>
                      <a:r>
                        <a:rPr lang="en-US"/>
                        <a:t>1</a:t>
                      </a:r>
                    </a:p>
                  </a:txBody>
                  <a:tcPr/>
                </a:tc>
                <a:extLst>
                  <a:ext uri="{0D108BD9-81ED-4DB2-BD59-A6C34878D82A}">
                    <a16:rowId xmlns:a16="http://schemas.microsoft.com/office/drawing/2014/main" val="4025394136"/>
                  </a:ext>
                </a:extLst>
              </a:tr>
              <a:tr h="708024">
                <a:tc>
                  <a:txBody>
                    <a:bodyPr/>
                    <a:lstStyle/>
                    <a:p>
                      <a:r>
                        <a:rPr lang="en-US"/>
                        <a:t>Satellite is launched</a:t>
                      </a:r>
                    </a:p>
                  </a:txBody>
                  <a:tcPr/>
                </a:tc>
                <a:tc>
                  <a:txBody>
                    <a:bodyPr/>
                    <a:lstStyle/>
                    <a:p>
                      <a:r>
                        <a:rPr lang="en-US"/>
                        <a:t>April 20, 2024</a:t>
                      </a:r>
                    </a:p>
                  </a:txBody>
                  <a:tcPr/>
                </a:tc>
                <a:tc>
                  <a:txBody>
                    <a:bodyPr/>
                    <a:lstStyle/>
                    <a:p>
                      <a:r>
                        <a:rPr lang="en-US"/>
                        <a:t>0</a:t>
                      </a:r>
                    </a:p>
                  </a:txBody>
                  <a:tcPr/>
                </a:tc>
                <a:extLst>
                  <a:ext uri="{0D108BD9-81ED-4DB2-BD59-A6C34878D82A}">
                    <a16:rowId xmlns:a16="http://schemas.microsoft.com/office/drawing/2014/main" val="2158927694"/>
                  </a:ext>
                </a:extLst>
              </a:tr>
            </a:tbl>
          </a:graphicData>
        </a:graphic>
      </p:graphicFrame>
      <p:pic>
        <p:nvPicPr>
          <p:cNvPr id="4" name="Picture 3" descr="A black circle with white text&#10;&#10;Description automatically generated">
            <a:extLst>
              <a:ext uri="{FF2B5EF4-FFF2-40B4-BE49-F238E27FC236}">
                <a16:creationId xmlns:a16="http://schemas.microsoft.com/office/drawing/2014/main" id="{2A89E8C1-0B8A-1EEF-E69F-DC6B8D97D35E}"/>
              </a:ext>
            </a:extLst>
          </p:cNvPr>
          <p:cNvPicPr>
            <a:picLocks noChangeAspect="1"/>
          </p:cNvPicPr>
          <p:nvPr/>
        </p:nvPicPr>
        <p:blipFill>
          <a:blip r:embed="rId3"/>
          <a:stretch>
            <a:fillRect/>
          </a:stretch>
        </p:blipFill>
        <p:spPr>
          <a:xfrm>
            <a:off x="10937427" y="5668639"/>
            <a:ext cx="1251752" cy="1244354"/>
          </a:xfrm>
          <a:prstGeom prst="rect">
            <a:avLst/>
          </a:prstGeom>
        </p:spPr>
      </p:pic>
      <p:sp>
        <p:nvSpPr>
          <p:cNvPr id="9" name="TextBox 8">
            <a:extLst>
              <a:ext uri="{FF2B5EF4-FFF2-40B4-BE49-F238E27FC236}">
                <a16:creationId xmlns:a16="http://schemas.microsoft.com/office/drawing/2014/main" id="{06D23FC0-BEBD-437E-2082-E6E98D22F7AB}"/>
              </a:ext>
            </a:extLst>
          </p:cNvPr>
          <p:cNvSpPr txBox="1"/>
          <p:nvPr/>
        </p:nvSpPr>
        <p:spPr>
          <a:xfrm>
            <a:off x="11477567" y="6027358"/>
            <a:ext cx="4477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17</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0</TotalTime>
  <Words>1068</Words>
  <Application>Microsoft Macintosh PowerPoint</Application>
  <PresentationFormat>Widescreen</PresentationFormat>
  <Paragraphs>190</Paragraphs>
  <Slides>17</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Calisto MT</vt:lpstr>
      <vt:lpstr>Wingdings 2</vt:lpstr>
      <vt:lpstr>Slate</vt:lpstr>
      <vt:lpstr>Crazy 8’s Preliminary Design Review</vt:lpstr>
      <vt:lpstr>Mission Overview</vt:lpstr>
      <vt:lpstr>PowerPoint Presentation</vt:lpstr>
      <vt:lpstr>Design: Drawings/Models(Overall)</vt:lpstr>
      <vt:lpstr>Arm Housing Design</vt:lpstr>
      <vt:lpstr>Design: FBD</vt:lpstr>
      <vt:lpstr>Design: Test Plan</vt:lpstr>
      <vt:lpstr>Design: Test Plan: Survivability Tests</vt:lpstr>
      <vt:lpstr>Design: Test Plan: Functionality Tests</vt:lpstr>
      <vt:lpstr>Expected Data(Ascent)</vt:lpstr>
      <vt:lpstr>Expected Data(Descent)</vt:lpstr>
      <vt:lpstr>Expected Data from Other Sensors</vt:lpstr>
      <vt:lpstr>Expected Data from Other Sensors</vt:lpstr>
      <vt:lpstr>Expected Data from Engineering Challenge</vt:lpstr>
      <vt:lpstr>Potential Issues</vt:lpstr>
      <vt:lpstr>Appendix: Weight/Cost Summary</vt:lpstr>
      <vt:lpstr>Project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Crazy 8’s Preliminary Design Review</dc:title>
  <dc:creator>Josiah Ebuen</dc:creator>
  <cp:lastModifiedBy>Landon Holligan</cp:lastModifiedBy>
  <cp:revision>2</cp:revision>
  <dcterms:created xsi:type="dcterms:W3CDTF">2024-03-02T21:41:51Z</dcterms:created>
  <dcterms:modified xsi:type="dcterms:W3CDTF">2026-09-11T16:52:06Z</dcterms:modified>
</cp:coreProperties>
</file>